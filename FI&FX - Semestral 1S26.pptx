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ppt/charts/chart11.xml" ContentType="application/vnd.openxmlformats-officedocument.drawingml.chart+xml"/>
  <Override PartName="/ppt/charts/style9.xml" ContentType="application/vnd.ms-office.chartstyle+xml"/>
  <Override PartName="/ppt/charts/colors9.xml" ContentType="application/vnd.ms-office.chartcolorstyle+xml"/>
  <Override PartName="/ppt/charts/chart12.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4.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9.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20.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2.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3.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5.xml" ContentType="application/vnd.openxmlformats-officedocument.themeOverride+xml"/>
  <Override PartName="/ppt/charts/chart24.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6.xml" ContentType="application/vnd.openxmlformats-officedocument.themeOverride+xml"/>
  <Override PartName="/ppt/notesSlides/notesSlide23.xml" ContentType="application/vnd.openxmlformats-officedocument.presentationml.notesSlide+xml"/>
  <Override PartName="/ppt/charts/chart25.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7.xml" ContentType="application/vnd.openxmlformats-officedocument.themeOverride+xml"/>
  <Override PartName="/ppt/charts/chart26.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8.xml" ContentType="application/vnd.openxmlformats-officedocument.themeOverride+xml"/>
  <Override PartName="/ppt/notesSlides/notesSlide24.xml" ContentType="application/vnd.openxmlformats-officedocument.presentationml.notesSlide+xml"/>
  <Override PartName="/ppt/charts/chart27.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9.xml" ContentType="application/vnd.openxmlformats-officedocument.themeOverride+xml"/>
  <Override PartName="/ppt/charts/chart28.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10.xml" ContentType="application/vnd.openxmlformats-officedocument.themeOverride+xml"/>
  <Override PartName="/ppt/charts/chart29.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30.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1.xml" ContentType="application/vnd.openxmlformats-officedocument.drawingml.chart+xml"/>
  <Override PartName="/ppt/charts/style22.xml" ContentType="application/vnd.ms-office.chartstyle+xml"/>
  <Override PartName="/ppt/charts/colors22.xml" ContentType="application/vnd.ms-office.chartcolorstyle+xml"/>
  <Override PartName="/ppt/theme/themeOverride11.xml" ContentType="application/vnd.openxmlformats-officedocument.themeOverride+xml"/>
  <Override PartName="/ppt/charts/chart32.xml" ContentType="application/vnd.openxmlformats-officedocument.drawingml.chart+xml"/>
  <Override PartName="/ppt/charts/chart33.xml" ContentType="application/vnd.openxmlformats-officedocument.drawingml.chart+xml"/>
  <Override PartName="/ppt/notesSlides/notesSlide27.xml" ContentType="application/vnd.openxmlformats-officedocument.presentationml.notesSlide+xml"/>
  <Override PartName="/ppt/charts/chart34.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28.xml" ContentType="application/vnd.openxmlformats-officedocument.presentationml.notesSlide+xml"/>
  <Override PartName="/ppt/charts/chart35.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39.xml" ContentType="application/vnd.openxmlformats-officedocument.drawingml.chart+xml"/>
  <Override PartName="/ppt/charts/style25.xml" ContentType="application/vnd.ms-office.chartstyle+xml"/>
  <Override PartName="/ppt/charts/colors25.xml" ContentType="application/vnd.ms-office.chartcolorstyle+xml"/>
  <Override PartName="/ppt/theme/themeOverride12.xml" ContentType="application/vnd.openxmlformats-officedocument.themeOverride+xml"/>
  <Override PartName="/ppt/charts/chart40.xml" ContentType="application/vnd.openxmlformats-officedocument.drawingml.chart+xml"/>
  <Override PartName="/ppt/charts/style26.xml" ContentType="application/vnd.ms-office.chartstyle+xml"/>
  <Override PartName="/ppt/charts/colors26.xml" ContentType="application/vnd.ms-office.chartcolorstyle+xml"/>
  <Override PartName="/ppt/theme/themeOverride13.xml" ContentType="application/vnd.openxmlformats-officedocument.themeOverride+xml"/>
  <Override PartName="/ppt/charts/chart41.xml" ContentType="application/vnd.openxmlformats-officedocument.drawingml.chart+xml"/>
  <Override PartName="/ppt/charts/style27.xml" ContentType="application/vnd.ms-office.chartstyle+xml"/>
  <Override PartName="/ppt/charts/colors27.xml" ContentType="application/vnd.ms-office.chartcolorstyle+xml"/>
  <Override PartName="/ppt/theme/themeOverride14.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42.xml" ContentType="application/vnd.openxmlformats-officedocument.drawingml.chart+xml"/>
  <Override PartName="/ppt/notesSlides/notesSlide34.xml" ContentType="application/vnd.openxmlformats-officedocument.presentationml.notesSlide+xml"/>
  <Override PartName="/ppt/charts/chart43.xml" ContentType="application/vnd.openxmlformats-officedocument.drawingml.chart+xml"/>
  <Override PartName="/ppt/charts/style28.xml" ContentType="application/vnd.ms-office.chartstyle+xml"/>
  <Override PartName="/ppt/charts/colors28.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44.xml" ContentType="application/vnd.openxmlformats-officedocument.drawingml.chart+xml"/>
  <Override PartName="/ppt/charts/style29.xml" ContentType="application/vnd.ms-office.chartstyle+xml"/>
  <Override PartName="/ppt/charts/colors29.xml" ContentType="application/vnd.ms-office.chartcolorstyl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52"/>
  </p:notesMasterIdLst>
  <p:sldIdLst>
    <p:sldId id="595" r:id="rId3"/>
    <p:sldId id="3442" r:id="rId4"/>
    <p:sldId id="720" r:id="rId5"/>
    <p:sldId id="3459" r:id="rId6"/>
    <p:sldId id="3460" r:id="rId7"/>
    <p:sldId id="3461" r:id="rId8"/>
    <p:sldId id="3464" r:id="rId9"/>
    <p:sldId id="3465" r:id="rId10"/>
    <p:sldId id="3462" r:id="rId11"/>
    <p:sldId id="3449" r:id="rId12"/>
    <p:sldId id="3468" r:id="rId13"/>
    <p:sldId id="3451" r:id="rId14"/>
    <p:sldId id="3362" r:id="rId15"/>
    <p:sldId id="3411" r:id="rId16"/>
    <p:sldId id="3457" r:id="rId17"/>
    <p:sldId id="3454" r:id="rId18"/>
    <p:sldId id="3472" r:id="rId19"/>
    <p:sldId id="3470" r:id="rId20"/>
    <p:sldId id="3251" r:id="rId21"/>
    <p:sldId id="3455" r:id="rId22"/>
    <p:sldId id="721" r:id="rId23"/>
    <p:sldId id="3473" r:id="rId24"/>
    <p:sldId id="3475" r:id="rId25"/>
    <p:sldId id="3478" r:id="rId26"/>
    <p:sldId id="3458" r:id="rId27"/>
    <p:sldId id="3476" r:id="rId28"/>
    <p:sldId id="3480" r:id="rId29"/>
    <p:sldId id="3481" r:id="rId30"/>
    <p:sldId id="579" r:id="rId31"/>
    <p:sldId id="3358" r:id="rId32"/>
    <p:sldId id="3482" r:id="rId33"/>
    <p:sldId id="3483" r:id="rId34"/>
    <p:sldId id="3484" r:id="rId35"/>
    <p:sldId id="3446" r:id="rId36"/>
    <p:sldId id="641" r:id="rId37"/>
    <p:sldId id="742" r:id="rId38"/>
    <p:sldId id="605" r:id="rId39"/>
    <p:sldId id="642" r:id="rId40"/>
    <p:sldId id="3490" r:id="rId41"/>
    <p:sldId id="3491" r:id="rId42"/>
    <p:sldId id="3418" r:id="rId43"/>
    <p:sldId id="3489" r:id="rId44"/>
    <p:sldId id="3494" r:id="rId45"/>
    <p:sldId id="3492" r:id="rId46"/>
    <p:sldId id="3493" r:id="rId47"/>
    <p:sldId id="3426" r:id="rId48"/>
    <p:sldId id="3486" r:id="rId49"/>
    <p:sldId id="3433" r:id="rId50"/>
    <p:sldId id="3488" r:id="rId51"/>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3E044371-317F-4BD2-9F53-808FAE5E0E7A}">
          <p14:sldIdLst>
            <p14:sldId id="595"/>
            <p14:sldId id="3442"/>
            <p14:sldId id="720"/>
          </p14:sldIdLst>
        </p14:section>
        <p14:section name="Fed" id="{C027E675-374D-482E-87E4-EE7E97BD52AE}">
          <p14:sldIdLst>
            <p14:sldId id="3459"/>
            <p14:sldId id="3460"/>
            <p14:sldId id="3461"/>
          </p14:sldIdLst>
        </p14:section>
        <p14:section name="Economy" id="{D479CDB4-20CE-454C-8D29-10C9FAE4A20F}">
          <p14:sldIdLst>
            <p14:sldId id="3464"/>
            <p14:sldId id="3465"/>
            <p14:sldId id="3462"/>
          </p14:sldIdLst>
        </p14:section>
        <p14:section name="Deficit" id="{15275621-AADB-4CC5-B7D2-7F416A8EAC4B}">
          <p14:sldIdLst>
            <p14:sldId id="3449"/>
          </p14:sldIdLst>
        </p14:section>
        <p14:section name="Oferta-Demanda" id="{868412DE-02D8-4FEE-A985-02BB36B7EC2E}">
          <p14:sldIdLst>
            <p14:sldId id="3468"/>
            <p14:sldId id="3451"/>
            <p14:sldId id="3362"/>
            <p14:sldId id="3411"/>
          </p14:sldIdLst>
        </p14:section>
        <p14:section name="Empinamiento" id="{1E23EBF0-AB2B-4B78-BDAF-ABFD68C2DC75}">
          <p14:sldIdLst>
            <p14:sldId id="3457"/>
            <p14:sldId id="3454"/>
            <p14:sldId id="3472"/>
            <p14:sldId id="3470"/>
          </p14:sldIdLst>
        </p14:section>
        <p14:section name="Tecnical" id="{C85779C6-D7FB-4CE1-B55B-F368ADA5E4E5}">
          <p14:sldIdLst>
            <p14:sldId id="3251"/>
          </p14:sldIdLst>
        </p14:section>
        <p14:section name="Conclusion" id="{B80C7000-5B66-433F-90CD-59F945EDA070}">
          <p14:sldIdLst>
            <p14:sldId id="3455"/>
          </p14:sldIdLst>
        </p14:section>
        <p14:section name="EM vs DM" id="{6F228F93-B2F6-41B1-A9C2-F2F447BD822B}">
          <p14:sldIdLst>
            <p14:sldId id="721"/>
          </p14:sldIdLst>
        </p14:section>
        <p14:section name="DM" id="{901B4E61-6A28-4B69-BA7B-2C879068A7D4}">
          <p14:sldIdLst>
            <p14:sldId id="3473"/>
            <p14:sldId id="3475"/>
          </p14:sldIdLst>
        </p14:section>
        <p14:section name="EM" id="{06260F95-8FFA-4751-9D50-8C6267832FFB}">
          <p14:sldIdLst>
            <p14:sldId id="3478"/>
            <p14:sldId id="3458"/>
            <p14:sldId id="3476"/>
          </p14:sldIdLst>
        </p14:section>
        <p14:section name="EM Frontier markets" id="{A7E92C6F-B9D8-4C48-8198-EE4B6C9F222A}">
          <p14:sldIdLst>
            <p14:sldId id="3480"/>
            <p14:sldId id="3481"/>
          </p14:sldIdLst>
        </p14:section>
        <p14:section name="FI: Credit Spread" id="{83EF904C-7F2A-48FD-88D6-7A11555EBBC2}">
          <p14:sldIdLst>
            <p14:sldId id="579"/>
            <p14:sldId id="3358"/>
            <p14:sldId id="3482"/>
            <p14:sldId id="3483"/>
            <p14:sldId id="3484"/>
            <p14:sldId id="3446"/>
          </p14:sldIdLst>
        </p14:section>
        <p14:section name="FI: Expected Returns" id="{86E5E689-1B49-4FC0-BEE1-092875B92D45}">
          <p14:sldIdLst>
            <p14:sldId id="641"/>
            <p14:sldId id="742"/>
            <p14:sldId id="605"/>
          </p14:sldIdLst>
        </p14:section>
        <p14:section name="FI: Idiosyncratic premia" id="{E63B42FA-2207-4002-B438-A137FE0D346A}">
          <p14:sldIdLst>
            <p14:sldId id="642"/>
            <p14:sldId id="3490"/>
            <p14:sldId id="3491"/>
            <p14:sldId id="3418"/>
            <p14:sldId id="3489"/>
            <p14:sldId id="3494"/>
            <p14:sldId id="3492"/>
            <p14:sldId id="3493"/>
          </p14:sldIdLst>
        </p14:section>
        <p14:section name="Latam" id="{5B6EBCB2-CC13-4DF1-B801-61F0E9D8483E}">
          <p14:sldIdLst>
            <p14:sldId id="3426"/>
            <p14:sldId id="3486"/>
            <p14:sldId id="3433"/>
            <p14:sldId id="3488"/>
          </p14:sldIdLst>
        </p14:section>
      </p14:sectionLst>
    </p:ext>
    <p:ext uri="{EFAFB233-063F-42B5-8137-9DF3F51BA10A}">
      <p15:sldGuideLst xmlns:p15="http://schemas.microsoft.com/office/powerpoint/2012/main">
        <p15:guide id="1" orient="horz" pos="1956" userDrawn="1">
          <p15:clr>
            <a:srgbClr val="A4A3A4"/>
          </p15:clr>
        </p15:guide>
        <p15:guide id="2" pos="7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non" initials="S" lastIdx="1" clrIdx="0">
    <p:extLst>
      <p:ext uri="{19B8F6BF-5375-455C-9EA6-DF929625EA0E}">
        <p15:presenceInfo xmlns:p15="http://schemas.microsoft.com/office/powerpoint/2012/main" userId="S::shannon.rios@sura.pe::3ebf6e75-9325-4806-a031-c0bc87c8ebf4" providerId="AD"/>
      </p:ext>
    </p:extLst>
  </p:cmAuthor>
  <p:cmAuthor id="2" name="Shannon Rios Alarcon" initials="SRA" lastIdx="3" clrIdx="1">
    <p:extLst>
      <p:ext uri="{19B8F6BF-5375-455C-9EA6-DF929625EA0E}">
        <p15:presenceInfo xmlns:p15="http://schemas.microsoft.com/office/powerpoint/2012/main" userId="S-1-5-21-291807029-118641816-3885112711-261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E0000"/>
    <a:srgbClr val="FFFFFF"/>
    <a:srgbClr val="FF9999"/>
    <a:srgbClr val="39873D"/>
    <a:srgbClr val="FF5757"/>
    <a:srgbClr val="FFCCCC"/>
    <a:srgbClr val="002060"/>
    <a:srgbClr val="8FAAD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1980" autoAdjust="0"/>
  </p:normalViewPr>
  <p:slideViewPr>
    <p:cSldViewPr snapToGrid="0">
      <p:cViewPr varScale="1">
        <p:scale>
          <a:sx n="98" d="100"/>
          <a:sy n="98" d="100"/>
        </p:scale>
        <p:origin x="960" y="84"/>
      </p:cViewPr>
      <p:guideLst>
        <p:guide orient="horz" pos="1956"/>
        <p:guide pos="756"/>
      </p:guideLst>
    </p:cSldViewPr>
  </p:slideViewPr>
  <p:notesTextViewPr>
    <p:cViewPr>
      <p:scale>
        <a:sx n="125" d="100"/>
        <a:sy n="125" d="100"/>
      </p:scale>
      <p:origin x="0" y="0"/>
    </p:cViewPr>
  </p:notesTextViewPr>
  <p:sorterViewPr>
    <p:cViewPr>
      <p:scale>
        <a:sx n="100" d="100"/>
        <a:sy n="100" d="100"/>
      </p:scale>
      <p:origin x="0" y="-110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048329\Downloads\rstar_template.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rstar_template.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sppeapp00023\Inversiones\Mesa%20de%20Inversiones\Archivos%20Top%20down\FI_&amp;_FX\PPT_Semestrales%20(FI_&amp;_FX)\2026\1S26\Inflation%20metric.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sppeapp00023\Inversiones\Mesa%20de%20Inversiones\Archivos%20Top%20down\FI_&amp;_FX\PPT_Semestrales%20(FI_&amp;_FX)\2026\1S26\Inflation%20metric.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Home%20sales%20inflation.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Home%20sales%20inflation.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sppeapp00023\Inversiones\Mesa%20de%20Inversiones\Archivos%20Top%20down\FI_&amp;_FX\PPT_Semestrales%20(FI_&amp;_FX)\2026\1S26\Inflation%20metric.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sppeapp00023\Inversiones\Mesa%20de%20Inversiones\Archivos%20Top%20down\FI_&amp;_FX\PPT_Semestrales%20(FI_&amp;_FX)\2026\1S26\Inflation%20metric.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Inflation%20metric.xlsx" TargetMode="External"/><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Inflation%20metric.xlsx" TargetMode="External"/><Relationship Id="rId2" Type="http://schemas.microsoft.com/office/2011/relationships/chartColorStyle" Target="colors8.xml"/><Relationship Id="rId1" Type="http://schemas.microsoft.com/office/2011/relationships/chartStyle" Target="style8.xml"/></Relationships>
</file>

<file path=ppt/charts/_rels/chart11.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225;ficos%20FI.xlsx" TargetMode="External"/><Relationship Id="rId2" Type="http://schemas.microsoft.com/office/2011/relationships/chartColorStyle" Target="colors9.xml"/><Relationship Id="rId1" Type="http://schemas.microsoft.com/office/2011/relationships/chartStyle" Target="style9.xml"/></Relationships>
</file>

<file path=ppt/charts/_rels/chart12.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225;ficos%20FI.xlsx" TargetMode="External"/><Relationship Id="rId2" Type="http://schemas.microsoft.com/office/2011/relationships/chartColorStyle" Target="colors10.xml"/><Relationship Id="rId1" Type="http://schemas.microsoft.com/office/2011/relationships/chartStyle" Target="style10.xml"/></Relationships>
</file>

<file path=ppt/charts/_rels/chart13.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225;ficos%20FI.xlsx" TargetMode="External"/></Relationships>
</file>

<file path=ppt/charts/_rels/chart14.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225;ficos%20FI.xlsx" TargetMode="External"/><Relationship Id="rId2" Type="http://schemas.microsoft.com/office/2011/relationships/chartColorStyle" Target="colors11.xml"/><Relationship Id="rId1" Type="http://schemas.microsoft.com/office/2011/relationships/chartStyle" Target="style11.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p048329\Downloads\CFTC_AssetManager_LeveragedFunds_10yEquiv.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Users\p048329\Downloads\CFTC_AssetManager_LeveragedFunds_10yEquiv.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file:///C:\Users\p048329\Downloads\JPM_Graficos_SURA_Integra.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C:\Users\p048329\Downloads\JPM_Graficos_SURA_Integra.xlsx" TargetMode="External"/></Relationships>
</file>

<file path=ppt/charts/_rels/chart19.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aph%20semestral.xlsx" TargetMode="External"/><Relationship Id="rId2" Type="http://schemas.microsoft.com/office/2011/relationships/chartColorStyle" Target="colors12.xml"/><Relationship Id="rId1" Type="http://schemas.microsoft.com/office/2011/relationships/chartStyle" Target="style12.xml"/></Relationships>
</file>

<file path=ppt/charts/_rels/chart20.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aph%20semestral.xlsx" TargetMode="External"/></Relationships>
</file>

<file path=ppt/charts/_rels/chart21.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The_Mother_of_ALL_Models.xlsx" TargetMode="External"/><Relationship Id="rId2" Type="http://schemas.microsoft.com/office/2011/relationships/chartColorStyle" Target="colors13.xml"/><Relationship Id="rId1" Type="http://schemas.microsoft.com/office/2011/relationships/chartStyle" Target="style13.xml"/></Relationships>
</file>

<file path=ppt/charts/_rels/chart22.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The_Mother_of_ALL_Models.xlsx" TargetMode="External"/><Relationship Id="rId2" Type="http://schemas.microsoft.com/office/2011/relationships/chartColorStyle" Target="colors14.xml"/><Relationship Id="rId1" Type="http://schemas.microsoft.com/office/2011/relationships/chartStyle" Target="style14.xml"/></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29.xml.rels><?xml version="1.0" encoding="UTF-8" standalone="yes"?>
<Relationships xmlns="http://schemas.openxmlformats.org/package/2006/relationships"><Relationship Id="rId3" Type="http://schemas.openxmlformats.org/officeDocument/2006/relationships/oleObject" Target="file:///C:\Users\p048329\Downloads\F1.xlsx" TargetMode="External"/><Relationship Id="rId2" Type="http://schemas.microsoft.com/office/2011/relationships/chartColorStyle" Target="colors21.xml"/><Relationship Id="rId1" Type="http://schemas.microsoft.com/office/2011/relationships/chartStyle" Target="style21.xml"/></Relationships>
</file>

<file path=ppt/charts/_rels/chart30.xml.rels><?xml version="1.0" encoding="UTF-8" standalone="yes"?>
<Relationships xmlns="http://schemas.openxmlformats.org/package/2006/relationships"><Relationship Id="rId1" Type="http://schemas.openxmlformats.org/officeDocument/2006/relationships/oleObject" Target="file:///C:\Users\p048329\Downloads\JPM_Real_rstar_EM_SURA_1.xlsx" TargetMode="External"/></Relationships>
</file>

<file path=ppt/charts/_rels/chart31.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22.xml"/><Relationship Id="rId1" Type="http://schemas.microsoft.com/office/2011/relationships/chartStyle" Target="style22.xml"/><Relationship Id="rId4" Type="http://schemas.openxmlformats.org/officeDocument/2006/relationships/oleObject" Target="file:///\\sppeapp00023\Inversiones\Mesa%20de%20Inversiones\Archivos%20Top%20down\FI_&amp;_FX\Fixed%20Income%20(FI)\Actualizaci&#243;n%20FI\Fundamentals\FI_Fundamentals.xlsm" TargetMode="External"/></Relationships>
</file>

<file path=ppt/charts/_rels/chart32.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Exchange%20Rates%20(FX)\Actualizaci&#243;n%20FX\VRP%20Model.xlsx" TargetMode="External"/></Relationships>
</file>

<file path=ppt/charts/_rels/chart33.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Exchange%20Rates%20(FX)\Actualizaci&#243;n%20FX\VRP%20Model.xlsx" TargetMode="External"/></Relationships>
</file>

<file path=ppt/charts/_rels/chart3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23.xml"/><Relationship Id="rId1" Type="http://schemas.microsoft.com/office/2011/relationships/chartStyle" Target="style23.xml"/></Relationships>
</file>

<file path=ppt/charts/_rels/chart35.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225;ficos%20FI.xlsx" TargetMode="External"/><Relationship Id="rId2" Type="http://schemas.microsoft.com/office/2011/relationships/chartColorStyle" Target="colors24.xml"/><Relationship Id="rId1" Type="http://schemas.microsoft.com/office/2011/relationships/chartStyle" Target="style24.xml"/></Relationships>
</file>

<file path=ppt/charts/_rels/chart36.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225;ficos%20FI.xlsx" TargetMode="External"/></Relationships>
</file>

<file path=ppt/charts/_rels/chart37.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225;ficos%20FI.xlsx" TargetMode="External"/></Relationships>
</file>

<file path=ppt/charts/_rels/chart38.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225;ficos%20FI.xlsx" TargetMode="External"/></Relationships>
</file>

<file path=ppt/charts/_rels/chart39.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oleObject" Target="file:///\\sppeapp00023\Inversiones\Mesa%20de%20Inversiones\Archivos%20Top%20down\FI_&amp;_FX\Fixed%20Income%20(FI)\Actualizaci&#243;n%20FI\Credit%20Monitor.xlsm" TargetMode="External"/></Relationships>
</file>

<file path=ppt/charts/_rels/chart40.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oleObject" Target="file:///\\sppeapp00023\Inversiones\Mesa%20de%20Inversiones\Archivos%20Top%20down\FI_&amp;_FX\Fixed%20Income%20(FI)\Actualizaci&#243;n%20FI\Credit%20Monitor.xlsm" TargetMode="External"/></Relationships>
</file>

<file path=ppt/charts/_rels/chart41.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27.xml"/><Relationship Id="rId1" Type="http://schemas.microsoft.com/office/2011/relationships/chartStyle" Target="style27.xml"/><Relationship Id="rId4" Type="http://schemas.openxmlformats.org/officeDocument/2006/relationships/oleObject" Target="file:///\\sppeapp00023\Inversiones\Mesa%20de%20Inversiones\Archivos%20Top%20down\FI_&amp;_FX\Fixed%20Income%20(FI)\Actualizaci&#243;n%20FI\Credit%20Monitor.xlsm" TargetMode="External"/></Relationships>
</file>

<file path=ppt/charts/_rels/chart42.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FI_&amp;_FX\PPT_Semestrales%20(FI_&amp;_FX)\2026\1S26\Graph%20semestral.xlsx" TargetMode="External"/></Relationships>
</file>

<file path=ppt/charts/_rels/chart43.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PPT_Semestrales%20(FI_&amp;_FX)\2026\1S26\Graph%20semestral.xlsx" TargetMode="External"/><Relationship Id="rId2" Type="http://schemas.microsoft.com/office/2011/relationships/chartColorStyle" Target="colors28.xml"/><Relationship Id="rId1" Type="http://schemas.microsoft.com/office/2011/relationships/chartStyle" Target="style28.xml"/></Relationships>
</file>

<file path=ppt/charts/_rels/chart44.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FI_&amp;_FX\Expected%20Returns%20(input%20para%20Semestral)\Expected_Returns_2026_H1_v5.xlsx" TargetMode="External"/><Relationship Id="rId2" Type="http://schemas.microsoft.com/office/2011/relationships/chartColorStyle" Target="colors29.xml"/><Relationship Id="rId1" Type="http://schemas.microsoft.com/office/2011/relationships/chartStyle" Target="style2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800" b="1" strike="noStrike" spc="-1">
                <a:solidFill>
                  <a:srgbClr val="000000"/>
                </a:solidFill>
                <a:latin typeface="Calibri"/>
              </a:defRPr>
            </a:pPr>
            <a:r>
              <a:rPr lang="es-PE" sz="1200" b="1" kern="1200" dirty="0">
                <a:solidFill>
                  <a:srgbClr val="000000"/>
                </a:solidFill>
                <a:latin typeface="Trebuchet MS" panose="020B0603020202020204" pitchFamily="34" charset="0"/>
                <a:ea typeface="+mn-ea"/>
                <a:cs typeface="+mn-cs"/>
              </a:rPr>
              <a:t>US — Macro </a:t>
            </a:r>
            <a:r>
              <a:rPr lang="es-PE" sz="1200" b="1" kern="1200" dirty="0" err="1">
                <a:solidFill>
                  <a:srgbClr val="000000"/>
                </a:solidFill>
                <a:latin typeface="Trebuchet MS" panose="020B0603020202020204" pitchFamily="34" charset="0"/>
                <a:ea typeface="+mn-ea"/>
                <a:cs typeface="+mn-cs"/>
              </a:rPr>
              <a:t>Models</a:t>
            </a:r>
            <a:r>
              <a:rPr lang="es-PE" sz="1200" b="1" kern="1200" dirty="0">
                <a:solidFill>
                  <a:srgbClr val="000000"/>
                </a:solidFill>
                <a:latin typeface="Trebuchet MS" panose="020B0603020202020204" pitchFamily="34" charset="0"/>
                <a:ea typeface="+mn-ea"/>
                <a:cs typeface="+mn-cs"/>
              </a:rPr>
              <a:t>' </a:t>
            </a:r>
            <a:r>
              <a:rPr lang="es-PE" sz="1200" b="1" kern="1200" dirty="0" err="1">
                <a:solidFill>
                  <a:srgbClr val="000000"/>
                </a:solidFill>
                <a:latin typeface="Trebuchet MS" panose="020B0603020202020204" pitchFamily="34" charset="0"/>
                <a:ea typeface="+mn-ea"/>
                <a:cs typeface="+mn-cs"/>
              </a:rPr>
              <a:t>Estimates</a:t>
            </a:r>
            <a:r>
              <a:rPr lang="es-PE" sz="1200" b="1" kern="1200" dirty="0">
                <a:solidFill>
                  <a:srgbClr val="000000"/>
                </a:solidFill>
                <a:latin typeface="Trebuchet MS" panose="020B0603020202020204" pitchFamily="34" charset="0"/>
                <a:ea typeface="+mn-ea"/>
                <a:cs typeface="+mn-cs"/>
              </a:rPr>
              <a:t> </a:t>
            </a:r>
            <a:r>
              <a:rPr lang="es-PE" sz="1200" b="1" kern="1200" dirty="0" err="1">
                <a:solidFill>
                  <a:srgbClr val="000000"/>
                </a:solidFill>
                <a:latin typeface="Trebuchet MS" panose="020B0603020202020204" pitchFamily="34" charset="0"/>
                <a:ea typeface="+mn-ea"/>
                <a:cs typeface="+mn-cs"/>
              </a:rPr>
              <a:t>for</a:t>
            </a:r>
            <a:r>
              <a:rPr lang="es-PE" sz="1200" b="1" kern="1200" dirty="0">
                <a:solidFill>
                  <a:srgbClr val="000000"/>
                </a:solidFill>
                <a:latin typeface="Trebuchet MS" panose="020B0603020202020204" pitchFamily="34" charset="0"/>
                <a:ea typeface="+mn-ea"/>
                <a:cs typeface="+mn-cs"/>
              </a:rPr>
              <a:t> Neutral Rate (r*), FOMC </a:t>
            </a:r>
            <a:r>
              <a:rPr lang="es-PE" sz="1200" b="1" kern="1200" dirty="0" err="1">
                <a:solidFill>
                  <a:srgbClr val="000000"/>
                </a:solidFill>
                <a:latin typeface="Trebuchet MS" panose="020B0603020202020204" pitchFamily="34" charset="0"/>
                <a:ea typeface="+mn-ea"/>
                <a:cs typeface="+mn-cs"/>
              </a:rPr>
              <a:t>Implied</a:t>
            </a:r>
            <a:r>
              <a:rPr lang="es-PE" sz="1200" b="1" kern="1200" dirty="0">
                <a:solidFill>
                  <a:srgbClr val="000000"/>
                </a:solidFill>
                <a:latin typeface="Trebuchet MS" panose="020B0603020202020204" pitchFamily="34" charset="0"/>
                <a:ea typeface="+mn-ea"/>
                <a:cs typeface="+mn-cs"/>
              </a:rPr>
              <a:t> r* and 5Y5Y Real Swap, 2000-Ytd (%)</a:t>
            </a:r>
          </a:p>
        </c:rich>
      </c:tx>
      <c:overlay val="0"/>
      <c:spPr>
        <a:noFill/>
        <a:ln w="0">
          <a:noFill/>
        </a:ln>
      </c:spPr>
    </c:title>
    <c:autoTitleDeleted val="0"/>
    <c:plotArea>
      <c:layout>
        <c:manualLayout>
          <c:layoutTarget val="inner"/>
          <c:xMode val="edge"/>
          <c:yMode val="edge"/>
          <c:x val="4.4378811139173642E-2"/>
          <c:y val="0.12138022167089034"/>
          <c:w val="0.91870092282874272"/>
          <c:h val="0.71069081293368419"/>
        </c:manualLayout>
      </c:layout>
      <c:lineChart>
        <c:grouping val="standard"/>
        <c:varyColors val="0"/>
        <c:ser>
          <c:idx val="0"/>
          <c:order val="0"/>
          <c:tx>
            <c:strRef>
              <c:f>Data!$C$3</c:f>
              <c:strCache>
                <c:ptCount val="1"/>
                <c:pt idx="0">
                  <c:v>Implied r* FOMC (%)</c:v>
                </c:pt>
              </c:strCache>
            </c:strRef>
          </c:tx>
          <c:spPr>
            <a:ln w="20160">
              <a:solidFill>
                <a:srgbClr val="830051"/>
              </a:solidFill>
              <a:round/>
            </a:ln>
          </c:spPr>
          <c:marker>
            <c:symbol val="none"/>
          </c:marker>
          <c:dLbls>
            <c:spPr>
              <a:noFill/>
              <a:ln>
                <a:noFill/>
              </a:ln>
              <a:effectLst/>
            </c:spPr>
            <c:txPr>
              <a:bodyPr wrap="none"/>
              <a:lstStyle/>
              <a:p>
                <a:pPr>
                  <a:defRPr sz="1000" b="0" strike="noStrike" spc="-1">
                    <a:latin typeface="Arial"/>
                  </a:defRPr>
                </a:pPr>
                <a:endParaRPr lang="es-PE"/>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Data!$A$4:$A$109</c:f>
              <c:strCache>
                <c:ptCount val="105"/>
                <c:pt idx="0">
                  <c:v>2000 Q1</c:v>
                </c:pt>
                <c:pt idx="1">
                  <c:v>2000 Q2</c:v>
                </c:pt>
                <c:pt idx="2">
                  <c:v>2000 Q3</c:v>
                </c:pt>
                <c:pt idx="3">
                  <c:v>2000 Q4</c:v>
                </c:pt>
                <c:pt idx="4">
                  <c:v>2001 Q1</c:v>
                </c:pt>
                <c:pt idx="5">
                  <c:v>2001 Q2</c:v>
                </c:pt>
                <c:pt idx="6">
                  <c:v>2001 Q3</c:v>
                </c:pt>
                <c:pt idx="7">
                  <c:v>2001 Q4</c:v>
                </c:pt>
                <c:pt idx="8">
                  <c:v>2002 Q1</c:v>
                </c:pt>
                <c:pt idx="9">
                  <c:v>2002 Q2</c:v>
                </c:pt>
                <c:pt idx="10">
                  <c:v>2002 Q3</c:v>
                </c:pt>
                <c:pt idx="11">
                  <c:v>2002 Q4</c:v>
                </c:pt>
                <c:pt idx="12">
                  <c:v>2003 Q1</c:v>
                </c:pt>
                <c:pt idx="13">
                  <c:v>2003 Q2</c:v>
                </c:pt>
                <c:pt idx="14">
                  <c:v>2003 Q3</c:v>
                </c:pt>
                <c:pt idx="15">
                  <c:v>2003 Q4</c:v>
                </c:pt>
                <c:pt idx="16">
                  <c:v>2004 Q1</c:v>
                </c:pt>
                <c:pt idx="17">
                  <c:v>2004 Q2</c:v>
                </c:pt>
                <c:pt idx="18">
                  <c:v>2004 Q3</c:v>
                </c:pt>
                <c:pt idx="19">
                  <c:v>2004 Q4</c:v>
                </c:pt>
                <c:pt idx="20">
                  <c:v>2005 Q1</c:v>
                </c:pt>
                <c:pt idx="21">
                  <c:v>2005 Q2</c:v>
                </c:pt>
                <c:pt idx="22">
                  <c:v>2005 Q3</c:v>
                </c:pt>
                <c:pt idx="23">
                  <c:v>2005 Q4</c:v>
                </c:pt>
                <c:pt idx="24">
                  <c:v>2006 Q1</c:v>
                </c:pt>
                <c:pt idx="25">
                  <c:v>2006 Q2</c:v>
                </c:pt>
                <c:pt idx="26">
                  <c:v>2006 Q3</c:v>
                </c:pt>
                <c:pt idx="27">
                  <c:v>2006 Q4</c:v>
                </c:pt>
                <c:pt idx="28">
                  <c:v>2007 Q1</c:v>
                </c:pt>
                <c:pt idx="29">
                  <c:v>2007 Q2</c:v>
                </c:pt>
                <c:pt idx="30">
                  <c:v>2007 Q3</c:v>
                </c:pt>
                <c:pt idx="31">
                  <c:v>2007 Q4</c:v>
                </c:pt>
                <c:pt idx="32">
                  <c:v>2008 Q1</c:v>
                </c:pt>
                <c:pt idx="33">
                  <c:v>2008 Q2</c:v>
                </c:pt>
                <c:pt idx="34">
                  <c:v>2008 Q3</c:v>
                </c:pt>
                <c:pt idx="35">
                  <c:v>2008 Q4</c:v>
                </c:pt>
                <c:pt idx="36">
                  <c:v>2009 Q1</c:v>
                </c:pt>
                <c:pt idx="37">
                  <c:v>2009 Q2</c:v>
                </c:pt>
                <c:pt idx="38">
                  <c:v>2009 Q3</c:v>
                </c:pt>
                <c:pt idx="39">
                  <c:v>2009 Q4</c:v>
                </c:pt>
                <c:pt idx="40">
                  <c:v>2010 Q1</c:v>
                </c:pt>
                <c:pt idx="41">
                  <c:v>2010 Q2</c:v>
                </c:pt>
                <c:pt idx="42">
                  <c:v>2010 Q3</c:v>
                </c:pt>
                <c:pt idx="43">
                  <c:v>2010 Q4</c:v>
                </c:pt>
                <c:pt idx="44">
                  <c:v>2011 Q1</c:v>
                </c:pt>
                <c:pt idx="45">
                  <c:v>2011 Q2</c:v>
                </c:pt>
                <c:pt idx="46">
                  <c:v>2011 Q3</c:v>
                </c:pt>
                <c:pt idx="47">
                  <c:v>2011 Q4</c:v>
                </c:pt>
                <c:pt idx="48">
                  <c:v>2012 Q1</c:v>
                </c:pt>
                <c:pt idx="49">
                  <c:v>2012 Q2</c:v>
                </c:pt>
                <c:pt idx="50">
                  <c:v>2012 Q3</c:v>
                </c:pt>
                <c:pt idx="51">
                  <c:v>2012 Q4</c:v>
                </c:pt>
                <c:pt idx="52">
                  <c:v>2013 Q1</c:v>
                </c:pt>
                <c:pt idx="53">
                  <c:v>2013 Q2</c:v>
                </c:pt>
                <c:pt idx="54">
                  <c:v>2013 Q3</c:v>
                </c:pt>
                <c:pt idx="55">
                  <c:v>2013 Q4</c:v>
                </c:pt>
                <c:pt idx="56">
                  <c:v>2014 Q1</c:v>
                </c:pt>
                <c:pt idx="57">
                  <c:v>2014 Q2</c:v>
                </c:pt>
                <c:pt idx="58">
                  <c:v>2014 Q3</c:v>
                </c:pt>
                <c:pt idx="59">
                  <c:v>2014 Q4</c:v>
                </c:pt>
                <c:pt idx="60">
                  <c:v>2015 Q1</c:v>
                </c:pt>
                <c:pt idx="61">
                  <c:v>2015 Q2</c:v>
                </c:pt>
                <c:pt idx="62">
                  <c:v>2015 Q3</c:v>
                </c:pt>
                <c:pt idx="63">
                  <c:v>2015 Q4</c:v>
                </c:pt>
                <c:pt idx="64">
                  <c:v>2016 Q1</c:v>
                </c:pt>
                <c:pt idx="65">
                  <c:v>2016 Q2</c:v>
                </c:pt>
                <c:pt idx="66">
                  <c:v>2016 Q3</c:v>
                </c:pt>
                <c:pt idx="67">
                  <c:v>2016 Q4</c:v>
                </c:pt>
                <c:pt idx="68">
                  <c:v>2017 Q1</c:v>
                </c:pt>
                <c:pt idx="69">
                  <c:v>2017 Q2</c:v>
                </c:pt>
                <c:pt idx="70">
                  <c:v>2017 Q3</c:v>
                </c:pt>
                <c:pt idx="71">
                  <c:v>2017 Q4</c:v>
                </c:pt>
                <c:pt idx="72">
                  <c:v>2018 Q1</c:v>
                </c:pt>
                <c:pt idx="73">
                  <c:v>2018 Q2</c:v>
                </c:pt>
                <c:pt idx="74">
                  <c:v>2018 Q3</c:v>
                </c:pt>
                <c:pt idx="75">
                  <c:v>2018 Q4</c:v>
                </c:pt>
                <c:pt idx="76">
                  <c:v>2019 Q1</c:v>
                </c:pt>
                <c:pt idx="77">
                  <c:v>2019 Q2</c:v>
                </c:pt>
                <c:pt idx="78">
                  <c:v>2019 Q3</c:v>
                </c:pt>
                <c:pt idx="79">
                  <c:v>2019 Q4</c:v>
                </c:pt>
                <c:pt idx="80">
                  <c:v>2020 Q1</c:v>
                </c:pt>
                <c:pt idx="81">
                  <c:v>2020 Q2</c:v>
                </c:pt>
                <c:pt idx="82">
                  <c:v>2020 Q3</c:v>
                </c:pt>
                <c:pt idx="83">
                  <c:v>2020 Q4</c:v>
                </c:pt>
                <c:pt idx="84">
                  <c:v>2021 Q1</c:v>
                </c:pt>
                <c:pt idx="85">
                  <c:v>2021 Q2</c:v>
                </c:pt>
                <c:pt idx="86">
                  <c:v>2021 Q3</c:v>
                </c:pt>
                <c:pt idx="87">
                  <c:v>2021 Q4</c:v>
                </c:pt>
                <c:pt idx="88">
                  <c:v>2022 Q1</c:v>
                </c:pt>
                <c:pt idx="89">
                  <c:v>2022 Q2</c:v>
                </c:pt>
                <c:pt idx="90">
                  <c:v>2022 Q3</c:v>
                </c:pt>
                <c:pt idx="91">
                  <c:v>2022 Q4</c:v>
                </c:pt>
                <c:pt idx="92">
                  <c:v>2023 Q1</c:v>
                </c:pt>
                <c:pt idx="93">
                  <c:v>2023 Q2</c:v>
                </c:pt>
                <c:pt idx="94">
                  <c:v>2023 Q3</c:v>
                </c:pt>
                <c:pt idx="95">
                  <c:v>2023 Q4</c:v>
                </c:pt>
                <c:pt idx="96">
                  <c:v>2024 Q1</c:v>
                </c:pt>
                <c:pt idx="97">
                  <c:v>2024 Q2</c:v>
                </c:pt>
                <c:pt idx="98">
                  <c:v>2024 Q3</c:v>
                </c:pt>
                <c:pt idx="99">
                  <c:v>2024 Q4</c:v>
                </c:pt>
                <c:pt idx="100">
                  <c:v>2025 Q1</c:v>
                </c:pt>
                <c:pt idx="101">
                  <c:v>2025 Q2</c:v>
                </c:pt>
                <c:pt idx="102">
                  <c:v>2025 Q3</c:v>
                </c:pt>
                <c:pt idx="103">
                  <c:v>2025 Q4</c:v>
                </c:pt>
                <c:pt idx="104">
                  <c:v>2026 Q1</c:v>
                </c:pt>
              </c:strCache>
            </c:strRef>
          </c:cat>
          <c:val>
            <c:numRef>
              <c:f>Data!$C$4:$C$109</c:f>
              <c:numCache>
                <c:formatCode>General</c:formatCode>
                <c:ptCount val="106"/>
                <c:pt idx="48" formatCode="0.00">
                  <c:v>2.2999999999999998</c:v>
                </c:pt>
                <c:pt idx="49" formatCode="0.00">
                  <c:v>2.2999999999999998</c:v>
                </c:pt>
                <c:pt idx="50" formatCode="0.00">
                  <c:v>2</c:v>
                </c:pt>
                <c:pt idx="51" formatCode="0.00">
                  <c:v>2</c:v>
                </c:pt>
                <c:pt idx="52" formatCode="0.00">
                  <c:v>2</c:v>
                </c:pt>
                <c:pt idx="53" formatCode="0.00">
                  <c:v>2</c:v>
                </c:pt>
                <c:pt idx="54" formatCode="0.00">
                  <c:v>2</c:v>
                </c:pt>
                <c:pt idx="55" formatCode="0.00">
                  <c:v>2</c:v>
                </c:pt>
                <c:pt idx="56" formatCode="0.00">
                  <c:v>2</c:v>
                </c:pt>
                <c:pt idx="57" formatCode="0.00">
                  <c:v>1.7999999999999998</c:v>
                </c:pt>
                <c:pt idx="58" formatCode="0.00">
                  <c:v>1.7999999999999998</c:v>
                </c:pt>
                <c:pt idx="59" formatCode="0.00">
                  <c:v>1.7999999999999998</c:v>
                </c:pt>
                <c:pt idx="60" formatCode="0.00">
                  <c:v>1.7999999999999998</c:v>
                </c:pt>
                <c:pt idx="61" formatCode="0.00">
                  <c:v>1.7999999999999998</c:v>
                </c:pt>
                <c:pt idx="62" formatCode="0.00">
                  <c:v>1.5</c:v>
                </c:pt>
                <c:pt idx="63" formatCode="0.00">
                  <c:v>1.5</c:v>
                </c:pt>
                <c:pt idx="64" formatCode="0.00">
                  <c:v>1.2999999999999998</c:v>
                </c:pt>
                <c:pt idx="65" formatCode="0.00">
                  <c:v>1</c:v>
                </c:pt>
                <c:pt idx="66" formatCode="0.00">
                  <c:v>0.89999999999999991</c:v>
                </c:pt>
                <c:pt idx="67" formatCode="0.00">
                  <c:v>1</c:v>
                </c:pt>
                <c:pt idx="68" formatCode="0.00">
                  <c:v>1</c:v>
                </c:pt>
                <c:pt idx="69" formatCode="0.00">
                  <c:v>1</c:v>
                </c:pt>
                <c:pt idx="70" formatCode="0.00">
                  <c:v>0.79999999999999982</c:v>
                </c:pt>
                <c:pt idx="71" formatCode="0.00">
                  <c:v>0.79999999999999982</c:v>
                </c:pt>
                <c:pt idx="72" formatCode="0.00">
                  <c:v>0.89999999999999991</c:v>
                </c:pt>
                <c:pt idx="73" formatCode="0.00">
                  <c:v>0.89999999999999991</c:v>
                </c:pt>
                <c:pt idx="74" formatCode="0.00">
                  <c:v>1</c:v>
                </c:pt>
                <c:pt idx="75" formatCode="0.00">
                  <c:v>0.79999999999999982</c:v>
                </c:pt>
                <c:pt idx="76" formatCode="0.00">
                  <c:v>0.79999999999999982</c:v>
                </c:pt>
                <c:pt idx="77" formatCode="0.00">
                  <c:v>0.5</c:v>
                </c:pt>
                <c:pt idx="78" formatCode="0.00">
                  <c:v>0.5</c:v>
                </c:pt>
                <c:pt idx="79" formatCode="0.00">
                  <c:v>0.5</c:v>
                </c:pt>
                <c:pt idx="80" formatCode="0.00">
                  <c:v>0.5</c:v>
                </c:pt>
                <c:pt idx="81" formatCode="0.00">
                  <c:v>0.5</c:v>
                </c:pt>
                <c:pt idx="82" formatCode="0.00">
                  <c:v>0.5</c:v>
                </c:pt>
                <c:pt idx="83" formatCode="0.00">
                  <c:v>0.5</c:v>
                </c:pt>
                <c:pt idx="84" formatCode="0.00">
                  <c:v>0.5</c:v>
                </c:pt>
                <c:pt idx="85" formatCode="0.00">
                  <c:v>0.5</c:v>
                </c:pt>
                <c:pt idx="86" formatCode="0.00">
                  <c:v>0.5</c:v>
                </c:pt>
                <c:pt idx="87" formatCode="0.00">
                  <c:v>0.5</c:v>
                </c:pt>
                <c:pt idx="88" formatCode="0.00">
                  <c:v>0.39999999999999991</c:v>
                </c:pt>
                <c:pt idx="89" formatCode="0.00">
                  <c:v>0.5</c:v>
                </c:pt>
                <c:pt idx="90" formatCode="0.00">
                  <c:v>0.5</c:v>
                </c:pt>
                <c:pt idx="91" formatCode="0.00">
                  <c:v>0.5</c:v>
                </c:pt>
                <c:pt idx="92" formatCode="0.00">
                  <c:v>0.5</c:v>
                </c:pt>
                <c:pt idx="93" formatCode="0.00">
                  <c:v>0.5</c:v>
                </c:pt>
                <c:pt idx="94" formatCode="0.00">
                  <c:v>0.5</c:v>
                </c:pt>
                <c:pt idx="95" formatCode="0.00">
                  <c:v>0.5</c:v>
                </c:pt>
                <c:pt idx="96" formatCode="0.00">
                  <c:v>0.60000000000000009</c:v>
                </c:pt>
                <c:pt idx="97" formatCode="0.00">
                  <c:v>0.79999999999999982</c:v>
                </c:pt>
                <c:pt idx="98" formatCode="0.00">
                  <c:v>0.89999999999999991</c:v>
                </c:pt>
                <c:pt idx="99" formatCode="0.00">
                  <c:v>1</c:v>
                </c:pt>
                <c:pt idx="100" formatCode="0.00">
                  <c:v>1</c:v>
                </c:pt>
                <c:pt idx="101" formatCode="0.00">
                  <c:v>1</c:v>
                </c:pt>
                <c:pt idx="102" formatCode="0.00">
                  <c:v>1</c:v>
                </c:pt>
                <c:pt idx="103" formatCode="0.00">
                  <c:v>1</c:v>
                </c:pt>
                <c:pt idx="104" formatCode="0.00">
                  <c:v>1.1000000000000001</c:v>
                </c:pt>
              </c:numCache>
            </c:numRef>
          </c:val>
          <c:smooth val="0"/>
          <c:extLst>
            <c:ext xmlns:c16="http://schemas.microsoft.com/office/drawing/2014/chart" uri="{C3380CC4-5D6E-409C-BE32-E72D297353CC}">
              <c16:uniqueId val="{00000000-70DE-4F9D-A3A1-5C4F8EF8DB0D}"/>
            </c:ext>
          </c:extLst>
        </c:ser>
        <c:ser>
          <c:idx val="1"/>
          <c:order val="1"/>
          <c:tx>
            <c:strRef>
              <c:f>Data!$E$3</c:f>
              <c:strCache>
                <c:ptCount val="1"/>
                <c:pt idx="0">
                  <c:v>L-M r*e Median (%) [Richmond Fed]</c:v>
                </c:pt>
              </c:strCache>
            </c:strRef>
          </c:tx>
          <c:spPr>
            <a:ln w="20160">
              <a:solidFill>
                <a:srgbClr val="A6A6A6"/>
              </a:solidFill>
              <a:round/>
            </a:ln>
          </c:spPr>
          <c:marker>
            <c:symbol val="none"/>
          </c:marker>
          <c:dLbls>
            <c:spPr>
              <a:noFill/>
              <a:ln>
                <a:noFill/>
              </a:ln>
              <a:effectLst/>
            </c:spPr>
            <c:txPr>
              <a:bodyPr wrap="none"/>
              <a:lstStyle/>
              <a:p>
                <a:pPr>
                  <a:defRPr sz="1000" b="0" strike="noStrike" spc="-1">
                    <a:latin typeface="Arial"/>
                  </a:defRPr>
                </a:pPr>
                <a:endParaRPr lang="es-PE"/>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Data!$A$4:$A$109</c:f>
              <c:strCache>
                <c:ptCount val="105"/>
                <c:pt idx="0">
                  <c:v>2000 Q1</c:v>
                </c:pt>
                <c:pt idx="1">
                  <c:v>2000 Q2</c:v>
                </c:pt>
                <c:pt idx="2">
                  <c:v>2000 Q3</c:v>
                </c:pt>
                <c:pt idx="3">
                  <c:v>2000 Q4</c:v>
                </c:pt>
                <c:pt idx="4">
                  <c:v>2001 Q1</c:v>
                </c:pt>
                <c:pt idx="5">
                  <c:v>2001 Q2</c:v>
                </c:pt>
                <c:pt idx="6">
                  <c:v>2001 Q3</c:v>
                </c:pt>
                <c:pt idx="7">
                  <c:v>2001 Q4</c:v>
                </c:pt>
                <c:pt idx="8">
                  <c:v>2002 Q1</c:v>
                </c:pt>
                <c:pt idx="9">
                  <c:v>2002 Q2</c:v>
                </c:pt>
                <c:pt idx="10">
                  <c:v>2002 Q3</c:v>
                </c:pt>
                <c:pt idx="11">
                  <c:v>2002 Q4</c:v>
                </c:pt>
                <c:pt idx="12">
                  <c:v>2003 Q1</c:v>
                </c:pt>
                <c:pt idx="13">
                  <c:v>2003 Q2</c:v>
                </c:pt>
                <c:pt idx="14">
                  <c:v>2003 Q3</c:v>
                </c:pt>
                <c:pt idx="15">
                  <c:v>2003 Q4</c:v>
                </c:pt>
                <c:pt idx="16">
                  <c:v>2004 Q1</c:v>
                </c:pt>
                <c:pt idx="17">
                  <c:v>2004 Q2</c:v>
                </c:pt>
                <c:pt idx="18">
                  <c:v>2004 Q3</c:v>
                </c:pt>
                <c:pt idx="19">
                  <c:v>2004 Q4</c:v>
                </c:pt>
                <c:pt idx="20">
                  <c:v>2005 Q1</c:v>
                </c:pt>
                <c:pt idx="21">
                  <c:v>2005 Q2</c:v>
                </c:pt>
                <c:pt idx="22">
                  <c:v>2005 Q3</c:v>
                </c:pt>
                <c:pt idx="23">
                  <c:v>2005 Q4</c:v>
                </c:pt>
                <c:pt idx="24">
                  <c:v>2006 Q1</c:v>
                </c:pt>
                <c:pt idx="25">
                  <c:v>2006 Q2</c:v>
                </c:pt>
                <c:pt idx="26">
                  <c:v>2006 Q3</c:v>
                </c:pt>
                <c:pt idx="27">
                  <c:v>2006 Q4</c:v>
                </c:pt>
                <c:pt idx="28">
                  <c:v>2007 Q1</c:v>
                </c:pt>
                <c:pt idx="29">
                  <c:v>2007 Q2</c:v>
                </c:pt>
                <c:pt idx="30">
                  <c:v>2007 Q3</c:v>
                </c:pt>
                <c:pt idx="31">
                  <c:v>2007 Q4</c:v>
                </c:pt>
                <c:pt idx="32">
                  <c:v>2008 Q1</c:v>
                </c:pt>
                <c:pt idx="33">
                  <c:v>2008 Q2</c:v>
                </c:pt>
                <c:pt idx="34">
                  <c:v>2008 Q3</c:v>
                </c:pt>
                <c:pt idx="35">
                  <c:v>2008 Q4</c:v>
                </c:pt>
                <c:pt idx="36">
                  <c:v>2009 Q1</c:v>
                </c:pt>
                <c:pt idx="37">
                  <c:v>2009 Q2</c:v>
                </c:pt>
                <c:pt idx="38">
                  <c:v>2009 Q3</c:v>
                </c:pt>
                <c:pt idx="39">
                  <c:v>2009 Q4</c:v>
                </c:pt>
                <c:pt idx="40">
                  <c:v>2010 Q1</c:v>
                </c:pt>
                <c:pt idx="41">
                  <c:v>2010 Q2</c:v>
                </c:pt>
                <c:pt idx="42">
                  <c:v>2010 Q3</c:v>
                </c:pt>
                <c:pt idx="43">
                  <c:v>2010 Q4</c:v>
                </c:pt>
                <c:pt idx="44">
                  <c:v>2011 Q1</c:v>
                </c:pt>
                <c:pt idx="45">
                  <c:v>2011 Q2</c:v>
                </c:pt>
                <c:pt idx="46">
                  <c:v>2011 Q3</c:v>
                </c:pt>
                <c:pt idx="47">
                  <c:v>2011 Q4</c:v>
                </c:pt>
                <c:pt idx="48">
                  <c:v>2012 Q1</c:v>
                </c:pt>
                <c:pt idx="49">
                  <c:v>2012 Q2</c:v>
                </c:pt>
                <c:pt idx="50">
                  <c:v>2012 Q3</c:v>
                </c:pt>
                <c:pt idx="51">
                  <c:v>2012 Q4</c:v>
                </c:pt>
                <c:pt idx="52">
                  <c:v>2013 Q1</c:v>
                </c:pt>
                <c:pt idx="53">
                  <c:v>2013 Q2</c:v>
                </c:pt>
                <c:pt idx="54">
                  <c:v>2013 Q3</c:v>
                </c:pt>
                <c:pt idx="55">
                  <c:v>2013 Q4</c:v>
                </c:pt>
                <c:pt idx="56">
                  <c:v>2014 Q1</c:v>
                </c:pt>
                <c:pt idx="57">
                  <c:v>2014 Q2</c:v>
                </c:pt>
                <c:pt idx="58">
                  <c:v>2014 Q3</c:v>
                </c:pt>
                <c:pt idx="59">
                  <c:v>2014 Q4</c:v>
                </c:pt>
                <c:pt idx="60">
                  <c:v>2015 Q1</c:v>
                </c:pt>
                <c:pt idx="61">
                  <c:v>2015 Q2</c:v>
                </c:pt>
                <c:pt idx="62">
                  <c:v>2015 Q3</c:v>
                </c:pt>
                <c:pt idx="63">
                  <c:v>2015 Q4</c:v>
                </c:pt>
                <c:pt idx="64">
                  <c:v>2016 Q1</c:v>
                </c:pt>
                <c:pt idx="65">
                  <c:v>2016 Q2</c:v>
                </c:pt>
                <c:pt idx="66">
                  <c:v>2016 Q3</c:v>
                </c:pt>
                <c:pt idx="67">
                  <c:v>2016 Q4</c:v>
                </c:pt>
                <c:pt idx="68">
                  <c:v>2017 Q1</c:v>
                </c:pt>
                <c:pt idx="69">
                  <c:v>2017 Q2</c:v>
                </c:pt>
                <c:pt idx="70">
                  <c:v>2017 Q3</c:v>
                </c:pt>
                <c:pt idx="71">
                  <c:v>2017 Q4</c:v>
                </c:pt>
                <c:pt idx="72">
                  <c:v>2018 Q1</c:v>
                </c:pt>
                <c:pt idx="73">
                  <c:v>2018 Q2</c:v>
                </c:pt>
                <c:pt idx="74">
                  <c:v>2018 Q3</c:v>
                </c:pt>
                <c:pt idx="75">
                  <c:v>2018 Q4</c:v>
                </c:pt>
                <c:pt idx="76">
                  <c:v>2019 Q1</c:v>
                </c:pt>
                <c:pt idx="77">
                  <c:v>2019 Q2</c:v>
                </c:pt>
                <c:pt idx="78">
                  <c:v>2019 Q3</c:v>
                </c:pt>
                <c:pt idx="79">
                  <c:v>2019 Q4</c:v>
                </c:pt>
                <c:pt idx="80">
                  <c:v>2020 Q1</c:v>
                </c:pt>
                <c:pt idx="81">
                  <c:v>2020 Q2</c:v>
                </c:pt>
                <c:pt idx="82">
                  <c:v>2020 Q3</c:v>
                </c:pt>
                <c:pt idx="83">
                  <c:v>2020 Q4</c:v>
                </c:pt>
                <c:pt idx="84">
                  <c:v>2021 Q1</c:v>
                </c:pt>
                <c:pt idx="85">
                  <c:v>2021 Q2</c:v>
                </c:pt>
                <c:pt idx="86">
                  <c:v>2021 Q3</c:v>
                </c:pt>
                <c:pt idx="87">
                  <c:v>2021 Q4</c:v>
                </c:pt>
                <c:pt idx="88">
                  <c:v>2022 Q1</c:v>
                </c:pt>
                <c:pt idx="89">
                  <c:v>2022 Q2</c:v>
                </c:pt>
                <c:pt idx="90">
                  <c:v>2022 Q3</c:v>
                </c:pt>
                <c:pt idx="91">
                  <c:v>2022 Q4</c:v>
                </c:pt>
                <c:pt idx="92">
                  <c:v>2023 Q1</c:v>
                </c:pt>
                <c:pt idx="93">
                  <c:v>2023 Q2</c:v>
                </c:pt>
                <c:pt idx="94">
                  <c:v>2023 Q3</c:v>
                </c:pt>
                <c:pt idx="95">
                  <c:v>2023 Q4</c:v>
                </c:pt>
                <c:pt idx="96">
                  <c:v>2024 Q1</c:v>
                </c:pt>
                <c:pt idx="97">
                  <c:v>2024 Q2</c:v>
                </c:pt>
                <c:pt idx="98">
                  <c:v>2024 Q3</c:v>
                </c:pt>
                <c:pt idx="99">
                  <c:v>2024 Q4</c:v>
                </c:pt>
                <c:pt idx="100">
                  <c:v>2025 Q1</c:v>
                </c:pt>
                <c:pt idx="101">
                  <c:v>2025 Q2</c:v>
                </c:pt>
                <c:pt idx="102">
                  <c:v>2025 Q3</c:v>
                </c:pt>
                <c:pt idx="103">
                  <c:v>2025 Q4</c:v>
                </c:pt>
                <c:pt idx="104">
                  <c:v>2026 Q1</c:v>
                </c:pt>
              </c:strCache>
            </c:strRef>
          </c:cat>
          <c:val>
            <c:numRef>
              <c:f>Data!$E$4:$E$109</c:f>
              <c:numCache>
                <c:formatCode>0.00</c:formatCode>
                <c:ptCount val="106"/>
                <c:pt idx="0">
                  <c:v>2.2766000000000002</c:v>
                </c:pt>
                <c:pt idx="1">
                  <c:v>2.4619</c:v>
                </c:pt>
                <c:pt idx="2">
                  <c:v>2.2873000000000001</c:v>
                </c:pt>
                <c:pt idx="3">
                  <c:v>2.2262</c:v>
                </c:pt>
                <c:pt idx="4">
                  <c:v>1.8426</c:v>
                </c:pt>
                <c:pt idx="5">
                  <c:v>1.5595000000000001</c:v>
                </c:pt>
                <c:pt idx="6">
                  <c:v>1.3151999999999999</c:v>
                </c:pt>
                <c:pt idx="7">
                  <c:v>1.093</c:v>
                </c:pt>
                <c:pt idx="8">
                  <c:v>1.3248</c:v>
                </c:pt>
                <c:pt idx="9">
                  <c:v>1.5422</c:v>
                </c:pt>
                <c:pt idx="10">
                  <c:v>1.4392</c:v>
                </c:pt>
                <c:pt idx="11">
                  <c:v>1.1592</c:v>
                </c:pt>
                <c:pt idx="12">
                  <c:v>1.2252000000000001</c:v>
                </c:pt>
                <c:pt idx="13">
                  <c:v>1.2825</c:v>
                </c:pt>
                <c:pt idx="14">
                  <c:v>1.3913</c:v>
                </c:pt>
                <c:pt idx="15">
                  <c:v>1.419</c:v>
                </c:pt>
                <c:pt idx="16">
                  <c:v>1.3129999999999999</c:v>
                </c:pt>
                <c:pt idx="17">
                  <c:v>1.2874000000000001</c:v>
                </c:pt>
                <c:pt idx="18">
                  <c:v>1.4259999999999999</c:v>
                </c:pt>
                <c:pt idx="19">
                  <c:v>1.5999000000000001</c:v>
                </c:pt>
                <c:pt idx="20">
                  <c:v>1.7526999999999999</c:v>
                </c:pt>
                <c:pt idx="21">
                  <c:v>1.7390000000000001</c:v>
                </c:pt>
                <c:pt idx="22">
                  <c:v>1.8279000000000001</c:v>
                </c:pt>
                <c:pt idx="23">
                  <c:v>1.8864000000000001</c:v>
                </c:pt>
                <c:pt idx="24">
                  <c:v>2.1036000000000001</c:v>
                </c:pt>
                <c:pt idx="25">
                  <c:v>2.1781999999999999</c:v>
                </c:pt>
                <c:pt idx="26">
                  <c:v>2.0436000000000001</c:v>
                </c:pt>
                <c:pt idx="27">
                  <c:v>1.8944000000000001</c:v>
                </c:pt>
                <c:pt idx="28">
                  <c:v>2.0173000000000001</c:v>
                </c:pt>
                <c:pt idx="29">
                  <c:v>1.9693000000000001</c:v>
                </c:pt>
                <c:pt idx="30">
                  <c:v>1.9977</c:v>
                </c:pt>
                <c:pt idx="31">
                  <c:v>1.7583</c:v>
                </c:pt>
                <c:pt idx="32">
                  <c:v>1.0479000000000001</c:v>
                </c:pt>
                <c:pt idx="33">
                  <c:v>1.0281</c:v>
                </c:pt>
                <c:pt idx="34">
                  <c:v>1.0742</c:v>
                </c:pt>
                <c:pt idx="35">
                  <c:v>4.4200000000000003E-2</c:v>
                </c:pt>
                <c:pt idx="36">
                  <c:v>0.53380000000000005</c:v>
                </c:pt>
                <c:pt idx="37">
                  <c:v>0.92849999999999999</c:v>
                </c:pt>
                <c:pt idx="38">
                  <c:v>1.0273000000000001</c:v>
                </c:pt>
                <c:pt idx="39">
                  <c:v>1.2376</c:v>
                </c:pt>
                <c:pt idx="40">
                  <c:v>0.81930000000000003</c:v>
                </c:pt>
                <c:pt idx="41">
                  <c:v>0.76149999999999995</c:v>
                </c:pt>
                <c:pt idx="42">
                  <c:v>0.82609999999999995</c:v>
                </c:pt>
                <c:pt idx="43">
                  <c:v>0.82969999999999999</c:v>
                </c:pt>
                <c:pt idx="44">
                  <c:v>0.92849999999999999</c:v>
                </c:pt>
                <c:pt idx="45">
                  <c:v>0.94520000000000004</c:v>
                </c:pt>
                <c:pt idx="46">
                  <c:v>0.77690000000000003</c:v>
                </c:pt>
                <c:pt idx="47">
                  <c:v>0.74450000000000005</c:v>
                </c:pt>
                <c:pt idx="48">
                  <c:v>0.84889999999999999</c:v>
                </c:pt>
                <c:pt idx="49">
                  <c:v>0.79430000000000001</c:v>
                </c:pt>
                <c:pt idx="50">
                  <c:v>0.73099999999999998</c:v>
                </c:pt>
                <c:pt idx="51">
                  <c:v>0.74890000000000001</c:v>
                </c:pt>
                <c:pt idx="52">
                  <c:v>0.81879999999999997</c:v>
                </c:pt>
                <c:pt idx="53">
                  <c:v>0.84819999999999995</c:v>
                </c:pt>
                <c:pt idx="54">
                  <c:v>0.87039999999999995</c:v>
                </c:pt>
                <c:pt idx="55">
                  <c:v>0.86499999999999999</c:v>
                </c:pt>
                <c:pt idx="56">
                  <c:v>0.72740000000000005</c:v>
                </c:pt>
                <c:pt idx="57">
                  <c:v>0.95420000000000005</c:v>
                </c:pt>
                <c:pt idx="58">
                  <c:v>0.90869999999999995</c:v>
                </c:pt>
                <c:pt idx="59">
                  <c:v>0.81200000000000006</c:v>
                </c:pt>
                <c:pt idx="60">
                  <c:v>0.85589999999999999</c:v>
                </c:pt>
                <c:pt idx="61">
                  <c:v>0.87350000000000005</c:v>
                </c:pt>
                <c:pt idx="62">
                  <c:v>0.90480000000000005</c:v>
                </c:pt>
                <c:pt idx="63">
                  <c:v>0.82750000000000001</c:v>
                </c:pt>
                <c:pt idx="64">
                  <c:v>0.99399999999999999</c:v>
                </c:pt>
                <c:pt idx="65">
                  <c:v>0.89500000000000002</c:v>
                </c:pt>
                <c:pt idx="66">
                  <c:v>1.0298</c:v>
                </c:pt>
                <c:pt idx="67">
                  <c:v>0.9345</c:v>
                </c:pt>
                <c:pt idx="68">
                  <c:v>1.0313000000000001</c:v>
                </c:pt>
                <c:pt idx="69">
                  <c:v>1.1439999999999999</c:v>
                </c:pt>
                <c:pt idx="70">
                  <c:v>1.2712000000000001</c:v>
                </c:pt>
                <c:pt idx="71">
                  <c:v>1.3131999999999999</c:v>
                </c:pt>
                <c:pt idx="72">
                  <c:v>1.4268000000000001</c:v>
                </c:pt>
                <c:pt idx="73">
                  <c:v>1.4741</c:v>
                </c:pt>
                <c:pt idx="74">
                  <c:v>1.3354999999999999</c:v>
                </c:pt>
                <c:pt idx="75">
                  <c:v>1.3709</c:v>
                </c:pt>
                <c:pt idx="76">
                  <c:v>1.4784999999999999</c:v>
                </c:pt>
                <c:pt idx="77">
                  <c:v>1.5633999999999999</c:v>
                </c:pt>
                <c:pt idx="78">
                  <c:v>1.5028999999999999</c:v>
                </c:pt>
                <c:pt idx="79">
                  <c:v>1.1662999999999999</c:v>
                </c:pt>
                <c:pt idx="80">
                  <c:v>1.0081</c:v>
                </c:pt>
                <c:pt idx="81">
                  <c:v>-0.19489999999999999</c:v>
                </c:pt>
                <c:pt idx="82">
                  <c:v>1.9016999999999999</c:v>
                </c:pt>
                <c:pt idx="83">
                  <c:v>1.4116</c:v>
                </c:pt>
                <c:pt idx="84">
                  <c:v>1.3359000000000001</c:v>
                </c:pt>
                <c:pt idx="85">
                  <c:v>1.5479000000000001</c:v>
                </c:pt>
                <c:pt idx="86">
                  <c:v>1.0940000000000001</c:v>
                </c:pt>
                <c:pt idx="87">
                  <c:v>1.3097000000000001</c:v>
                </c:pt>
                <c:pt idx="88">
                  <c:v>1.0302</c:v>
                </c:pt>
                <c:pt idx="89">
                  <c:v>1.2318</c:v>
                </c:pt>
                <c:pt idx="90">
                  <c:v>1.8349</c:v>
                </c:pt>
                <c:pt idx="91">
                  <c:v>2.0036</c:v>
                </c:pt>
                <c:pt idx="92">
                  <c:v>2.0455999999999999</c:v>
                </c:pt>
                <c:pt idx="93">
                  <c:v>2.0914999999999999</c:v>
                </c:pt>
                <c:pt idx="94">
                  <c:v>1.9903999999999999</c:v>
                </c:pt>
                <c:pt idx="95">
                  <c:v>1.9910000000000001</c:v>
                </c:pt>
                <c:pt idx="96">
                  <c:v>2.0813000000000001</c:v>
                </c:pt>
                <c:pt idx="97">
                  <c:v>2.1728000000000001</c:v>
                </c:pt>
                <c:pt idx="98">
                  <c:v>2.0802999999999998</c:v>
                </c:pt>
                <c:pt idx="99">
                  <c:v>1.7202999999999999</c:v>
                </c:pt>
                <c:pt idx="100">
                  <c:v>1.681</c:v>
                </c:pt>
                <c:pt idx="101">
                  <c:v>1.9662999999999999</c:v>
                </c:pt>
                <c:pt idx="102">
                  <c:v>1.9202999999999999</c:v>
                </c:pt>
                <c:pt idx="103">
                  <c:v>1.627</c:v>
                </c:pt>
                <c:pt idx="104">
                  <c:v>1.7354000000000001</c:v>
                </c:pt>
              </c:numCache>
            </c:numRef>
          </c:val>
          <c:smooth val="0"/>
          <c:extLst>
            <c:ext xmlns:c16="http://schemas.microsoft.com/office/drawing/2014/chart" uri="{C3380CC4-5D6E-409C-BE32-E72D297353CC}">
              <c16:uniqueId val="{00000001-70DE-4F9D-A3A1-5C4F8EF8DB0D}"/>
            </c:ext>
          </c:extLst>
        </c:ser>
        <c:ser>
          <c:idx val="2"/>
          <c:order val="2"/>
          <c:tx>
            <c:strRef>
              <c:f>Data!$D$3</c:f>
              <c:strCache>
                <c:ptCount val="1"/>
                <c:pt idx="0">
                  <c:v>H-L-W r*e (%)</c:v>
                </c:pt>
              </c:strCache>
            </c:strRef>
          </c:tx>
          <c:spPr>
            <a:ln w="20160">
              <a:solidFill>
                <a:srgbClr val="FF0000"/>
              </a:solidFill>
              <a:round/>
            </a:ln>
          </c:spPr>
          <c:marker>
            <c:symbol val="none"/>
          </c:marker>
          <c:dLbls>
            <c:spPr>
              <a:noFill/>
              <a:ln>
                <a:noFill/>
              </a:ln>
              <a:effectLst/>
            </c:spPr>
            <c:txPr>
              <a:bodyPr wrap="none"/>
              <a:lstStyle/>
              <a:p>
                <a:pPr>
                  <a:defRPr sz="1000" b="0" strike="noStrike" spc="-1">
                    <a:latin typeface="Arial"/>
                  </a:defRPr>
                </a:pPr>
                <a:endParaRPr lang="es-PE"/>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Data!$A$4:$A$109</c:f>
              <c:strCache>
                <c:ptCount val="105"/>
                <c:pt idx="0">
                  <c:v>2000 Q1</c:v>
                </c:pt>
                <c:pt idx="1">
                  <c:v>2000 Q2</c:v>
                </c:pt>
                <c:pt idx="2">
                  <c:v>2000 Q3</c:v>
                </c:pt>
                <c:pt idx="3">
                  <c:v>2000 Q4</c:v>
                </c:pt>
                <c:pt idx="4">
                  <c:v>2001 Q1</c:v>
                </c:pt>
                <c:pt idx="5">
                  <c:v>2001 Q2</c:v>
                </c:pt>
                <c:pt idx="6">
                  <c:v>2001 Q3</c:v>
                </c:pt>
                <c:pt idx="7">
                  <c:v>2001 Q4</c:v>
                </c:pt>
                <c:pt idx="8">
                  <c:v>2002 Q1</c:v>
                </c:pt>
                <c:pt idx="9">
                  <c:v>2002 Q2</c:v>
                </c:pt>
                <c:pt idx="10">
                  <c:v>2002 Q3</c:v>
                </c:pt>
                <c:pt idx="11">
                  <c:v>2002 Q4</c:v>
                </c:pt>
                <c:pt idx="12">
                  <c:v>2003 Q1</c:v>
                </c:pt>
                <c:pt idx="13">
                  <c:v>2003 Q2</c:v>
                </c:pt>
                <c:pt idx="14">
                  <c:v>2003 Q3</c:v>
                </c:pt>
                <c:pt idx="15">
                  <c:v>2003 Q4</c:v>
                </c:pt>
                <c:pt idx="16">
                  <c:v>2004 Q1</c:v>
                </c:pt>
                <c:pt idx="17">
                  <c:v>2004 Q2</c:v>
                </c:pt>
                <c:pt idx="18">
                  <c:v>2004 Q3</c:v>
                </c:pt>
                <c:pt idx="19">
                  <c:v>2004 Q4</c:v>
                </c:pt>
                <c:pt idx="20">
                  <c:v>2005 Q1</c:v>
                </c:pt>
                <c:pt idx="21">
                  <c:v>2005 Q2</c:v>
                </c:pt>
                <c:pt idx="22">
                  <c:v>2005 Q3</c:v>
                </c:pt>
                <c:pt idx="23">
                  <c:v>2005 Q4</c:v>
                </c:pt>
                <c:pt idx="24">
                  <c:v>2006 Q1</c:v>
                </c:pt>
                <c:pt idx="25">
                  <c:v>2006 Q2</c:v>
                </c:pt>
                <c:pt idx="26">
                  <c:v>2006 Q3</c:v>
                </c:pt>
                <c:pt idx="27">
                  <c:v>2006 Q4</c:v>
                </c:pt>
                <c:pt idx="28">
                  <c:v>2007 Q1</c:v>
                </c:pt>
                <c:pt idx="29">
                  <c:v>2007 Q2</c:v>
                </c:pt>
                <c:pt idx="30">
                  <c:v>2007 Q3</c:v>
                </c:pt>
                <c:pt idx="31">
                  <c:v>2007 Q4</c:v>
                </c:pt>
                <c:pt idx="32">
                  <c:v>2008 Q1</c:v>
                </c:pt>
                <c:pt idx="33">
                  <c:v>2008 Q2</c:v>
                </c:pt>
                <c:pt idx="34">
                  <c:v>2008 Q3</c:v>
                </c:pt>
                <c:pt idx="35">
                  <c:v>2008 Q4</c:v>
                </c:pt>
                <c:pt idx="36">
                  <c:v>2009 Q1</c:v>
                </c:pt>
                <c:pt idx="37">
                  <c:v>2009 Q2</c:v>
                </c:pt>
                <c:pt idx="38">
                  <c:v>2009 Q3</c:v>
                </c:pt>
                <c:pt idx="39">
                  <c:v>2009 Q4</c:v>
                </c:pt>
                <c:pt idx="40">
                  <c:v>2010 Q1</c:v>
                </c:pt>
                <c:pt idx="41">
                  <c:v>2010 Q2</c:v>
                </c:pt>
                <c:pt idx="42">
                  <c:v>2010 Q3</c:v>
                </c:pt>
                <c:pt idx="43">
                  <c:v>2010 Q4</c:v>
                </c:pt>
                <c:pt idx="44">
                  <c:v>2011 Q1</c:v>
                </c:pt>
                <c:pt idx="45">
                  <c:v>2011 Q2</c:v>
                </c:pt>
                <c:pt idx="46">
                  <c:v>2011 Q3</c:v>
                </c:pt>
                <c:pt idx="47">
                  <c:v>2011 Q4</c:v>
                </c:pt>
                <c:pt idx="48">
                  <c:v>2012 Q1</c:v>
                </c:pt>
                <c:pt idx="49">
                  <c:v>2012 Q2</c:v>
                </c:pt>
                <c:pt idx="50">
                  <c:v>2012 Q3</c:v>
                </c:pt>
                <c:pt idx="51">
                  <c:v>2012 Q4</c:v>
                </c:pt>
                <c:pt idx="52">
                  <c:v>2013 Q1</c:v>
                </c:pt>
                <c:pt idx="53">
                  <c:v>2013 Q2</c:v>
                </c:pt>
                <c:pt idx="54">
                  <c:v>2013 Q3</c:v>
                </c:pt>
                <c:pt idx="55">
                  <c:v>2013 Q4</c:v>
                </c:pt>
                <c:pt idx="56">
                  <c:v>2014 Q1</c:v>
                </c:pt>
                <c:pt idx="57">
                  <c:v>2014 Q2</c:v>
                </c:pt>
                <c:pt idx="58">
                  <c:v>2014 Q3</c:v>
                </c:pt>
                <c:pt idx="59">
                  <c:v>2014 Q4</c:v>
                </c:pt>
                <c:pt idx="60">
                  <c:v>2015 Q1</c:v>
                </c:pt>
                <c:pt idx="61">
                  <c:v>2015 Q2</c:v>
                </c:pt>
                <c:pt idx="62">
                  <c:v>2015 Q3</c:v>
                </c:pt>
                <c:pt idx="63">
                  <c:v>2015 Q4</c:v>
                </c:pt>
                <c:pt idx="64">
                  <c:v>2016 Q1</c:v>
                </c:pt>
                <c:pt idx="65">
                  <c:v>2016 Q2</c:v>
                </c:pt>
                <c:pt idx="66">
                  <c:v>2016 Q3</c:v>
                </c:pt>
                <c:pt idx="67">
                  <c:v>2016 Q4</c:v>
                </c:pt>
                <c:pt idx="68">
                  <c:v>2017 Q1</c:v>
                </c:pt>
                <c:pt idx="69">
                  <c:v>2017 Q2</c:v>
                </c:pt>
                <c:pt idx="70">
                  <c:v>2017 Q3</c:v>
                </c:pt>
                <c:pt idx="71">
                  <c:v>2017 Q4</c:v>
                </c:pt>
                <c:pt idx="72">
                  <c:v>2018 Q1</c:v>
                </c:pt>
                <c:pt idx="73">
                  <c:v>2018 Q2</c:v>
                </c:pt>
                <c:pt idx="74">
                  <c:v>2018 Q3</c:v>
                </c:pt>
                <c:pt idx="75">
                  <c:v>2018 Q4</c:v>
                </c:pt>
                <c:pt idx="76">
                  <c:v>2019 Q1</c:v>
                </c:pt>
                <c:pt idx="77">
                  <c:v>2019 Q2</c:v>
                </c:pt>
                <c:pt idx="78">
                  <c:v>2019 Q3</c:v>
                </c:pt>
                <c:pt idx="79">
                  <c:v>2019 Q4</c:v>
                </c:pt>
                <c:pt idx="80">
                  <c:v>2020 Q1</c:v>
                </c:pt>
                <c:pt idx="81">
                  <c:v>2020 Q2</c:v>
                </c:pt>
                <c:pt idx="82">
                  <c:v>2020 Q3</c:v>
                </c:pt>
                <c:pt idx="83">
                  <c:v>2020 Q4</c:v>
                </c:pt>
                <c:pt idx="84">
                  <c:v>2021 Q1</c:v>
                </c:pt>
                <c:pt idx="85">
                  <c:v>2021 Q2</c:v>
                </c:pt>
                <c:pt idx="86">
                  <c:v>2021 Q3</c:v>
                </c:pt>
                <c:pt idx="87">
                  <c:v>2021 Q4</c:v>
                </c:pt>
                <c:pt idx="88">
                  <c:v>2022 Q1</c:v>
                </c:pt>
                <c:pt idx="89">
                  <c:v>2022 Q2</c:v>
                </c:pt>
                <c:pt idx="90">
                  <c:v>2022 Q3</c:v>
                </c:pt>
                <c:pt idx="91">
                  <c:v>2022 Q4</c:v>
                </c:pt>
                <c:pt idx="92">
                  <c:v>2023 Q1</c:v>
                </c:pt>
                <c:pt idx="93">
                  <c:v>2023 Q2</c:v>
                </c:pt>
                <c:pt idx="94">
                  <c:v>2023 Q3</c:v>
                </c:pt>
                <c:pt idx="95">
                  <c:v>2023 Q4</c:v>
                </c:pt>
                <c:pt idx="96">
                  <c:v>2024 Q1</c:v>
                </c:pt>
                <c:pt idx="97">
                  <c:v>2024 Q2</c:v>
                </c:pt>
                <c:pt idx="98">
                  <c:v>2024 Q3</c:v>
                </c:pt>
                <c:pt idx="99">
                  <c:v>2024 Q4</c:v>
                </c:pt>
                <c:pt idx="100">
                  <c:v>2025 Q1</c:v>
                </c:pt>
                <c:pt idx="101">
                  <c:v>2025 Q2</c:v>
                </c:pt>
                <c:pt idx="102">
                  <c:v>2025 Q3</c:v>
                </c:pt>
                <c:pt idx="103">
                  <c:v>2025 Q4</c:v>
                </c:pt>
                <c:pt idx="104">
                  <c:v>2026 Q1</c:v>
                </c:pt>
              </c:strCache>
            </c:strRef>
          </c:cat>
          <c:val>
            <c:numRef>
              <c:f>Data!$D$4:$D$109</c:f>
              <c:numCache>
                <c:formatCode>0.00</c:formatCode>
                <c:ptCount val="106"/>
                <c:pt idx="0">
                  <c:v>3.7090883651617701</c:v>
                </c:pt>
                <c:pt idx="1">
                  <c:v>3.8988497911025202</c:v>
                </c:pt>
                <c:pt idx="2">
                  <c:v>3.7222066997046501</c:v>
                </c:pt>
                <c:pt idx="3">
                  <c:v>3.72408004660595</c:v>
                </c:pt>
                <c:pt idx="4">
                  <c:v>3.5626468982056401</c:v>
                </c:pt>
                <c:pt idx="5">
                  <c:v>3.5094851984337199</c:v>
                </c:pt>
                <c:pt idx="6">
                  <c:v>3.1643888164985201</c:v>
                </c:pt>
                <c:pt idx="7">
                  <c:v>3.14054932692755</c:v>
                </c:pt>
                <c:pt idx="8">
                  <c:v>3.0749516332759801</c:v>
                </c:pt>
                <c:pt idx="9">
                  <c:v>3.0676553434577301</c:v>
                </c:pt>
                <c:pt idx="10">
                  <c:v>2.9403568360859502</c:v>
                </c:pt>
                <c:pt idx="11">
                  <c:v>2.6807096096239</c:v>
                </c:pt>
                <c:pt idx="12">
                  <c:v>2.5672956677321999</c:v>
                </c:pt>
                <c:pt idx="13">
                  <c:v>2.5641926345905399</c:v>
                </c:pt>
                <c:pt idx="14">
                  <c:v>2.7436111710873301</c:v>
                </c:pt>
                <c:pt idx="15">
                  <c:v>2.7390679522543899</c:v>
                </c:pt>
                <c:pt idx="16">
                  <c:v>2.65734531561271</c:v>
                </c:pt>
                <c:pt idx="17">
                  <c:v>2.6397539353617798</c:v>
                </c:pt>
                <c:pt idx="18">
                  <c:v>2.5524457425469</c:v>
                </c:pt>
                <c:pt idx="19">
                  <c:v>2.6171459769857299</c:v>
                </c:pt>
                <c:pt idx="20">
                  <c:v>2.7303380385065199</c:v>
                </c:pt>
                <c:pt idx="21">
                  <c:v>2.5576571668644199</c:v>
                </c:pt>
                <c:pt idx="22">
                  <c:v>2.5111118454475099</c:v>
                </c:pt>
                <c:pt idx="23">
                  <c:v>2.5649894990093798</c:v>
                </c:pt>
                <c:pt idx="24">
                  <c:v>2.7073574808947298</c:v>
                </c:pt>
                <c:pt idx="25">
                  <c:v>2.6841754918140701</c:v>
                </c:pt>
                <c:pt idx="26">
                  <c:v>2.5150709800052602</c:v>
                </c:pt>
                <c:pt idx="27">
                  <c:v>2.5481469845830298</c:v>
                </c:pt>
                <c:pt idx="28">
                  <c:v>2.5646388488471499</c:v>
                </c:pt>
                <c:pt idx="29">
                  <c:v>2.4869470140314398</c:v>
                </c:pt>
                <c:pt idx="30">
                  <c:v>2.5062817847269598</c:v>
                </c:pt>
                <c:pt idx="31">
                  <c:v>2.6118676416144</c:v>
                </c:pt>
                <c:pt idx="32">
                  <c:v>2.3188124494805402</c:v>
                </c:pt>
                <c:pt idx="33">
                  <c:v>2.3097428196472101</c:v>
                </c:pt>
                <c:pt idx="34">
                  <c:v>2.0364121439802698</c:v>
                </c:pt>
                <c:pt idx="35">
                  <c:v>1.1240941621320599</c:v>
                </c:pt>
                <c:pt idx="36">
                  <c:v>0.80254535027433405</c:v>
                </c:pt>
                <c:pt idx="37">
                  <c:v>0.85773021859423204</c:v>
                </c:pt>
                <c:pt idx="38">
                  <c:v>0.86292425926494698</c:v>
                </c:pt>
                <c:pt idx="39">
                  <c:v>1.1388768460063801</c:v>
                </c:pt>
                <c:pt idx="40">
                  <c:v>0.99102608442260598</c:v>
                </c:pt>
                <c:pt idx="41">
                  <c:v>0.99745441920185096</c:v>
                </c:pt>
                <c:pt idx="42">
                  <c:v>0.90816801160829197</c:v>
                </c:pt>
                <c:pt idx="43">
                  <c:v>0.88831316932191295</c:v>
                </c:pt>
                <c:pt idx="44">
                  <c:v>0.74392418773108304</c:v>
                </c:pt>
                <c:pt idx="45">
                  <c:v>0.90380369094437096</c:v>
                </c:pt>
                <c:pt idx="46">
                  <c:v>0.74605032321357201</c:v>
                </c:pt>
                <c:pt idx="47">
                  <c:v>0.86091127293651604</c:v>
                </c:pt>
                <c:pt idx="48">
                  <c:v>0.99299863918998799</c:v>
                </c:pt>
                <c:pt idx="49">
                  <c:v>0.854957790769869</c:v>
                </c:pt>
                <c:pt idx="50">
                  <c:v>0.680943438656328</c:v>
                </c:pt>
                <c:pt idx="51">
                  <c:v>0.64254165361833004</c:v>
                </c:pt>
                <c:pt idx="52">
                  <c:v>0.75148411519324698</c:v>
                </c:pt>
                <c:pt idx="53">
                  <c:v>0.61972108568029005</c:v>
                </c:pt>
                <c:pt idx="54">
                  <c:v>0.74441827777736302</c:v>
                </c:pt>
                <c:pt idx="55">
                  <c:v>0.83105483254634405</c:v>
                </c:pt>
                <c:pt idx="56">
                  <c:v>0.56079501849024205</c:v>
                </c:pt>
                <c:pt idx="57">
                  <c:v>0.83559309013290595</c:v>
                </c:pt>
                <c:pt idx="58">
                  <c:v>0.94315577694546504</c:v>
                </c:pt>
                <c:pt idx="59">
                  <c:v>0.83607933284329805</c:v>
                </c:pt>
                <c:pt idx="60">
                  <c:v>0.84692201207083095</c:v>
                </c:pt>
                <c:pt idx="61">
                  <c:v>0.94161881728450403</c:v>
                </c:pt>
                <c:pt idx="62">
                  <c:v>0.86884698639499303</c:v>
                </c:pt>
                <c:pt idx="63">
                  <c:v>0.76619617653498295</c:v>
                </c:pt>
                <c:pt idx="64">
                  <c:v>0.87111417089700605</c:v>
                </c:pt>
                <c:pt idx="65">
                  <c:v>0.898626201221839</c:v>
                </c:pt>
                <c:pt idx="66">
                  <c:v>0.93338211525639003</c:v>
                </c:pt>
                <c:pt idx="67">
                  <c:v>0.89404854341260498</c:v>
                </c:pt>
                <c:pt idx="68">
                  <c:v>0.91117250807411798</c:v>
                </c:pt>
                <c:pt idx="69">
                  <c:v>0.86087713228015506</c:v>
                </c:pt>
                <c:pt idx="70">
                  <c:v>0.89251246934989303</c:v>
                </c:pt>
                <c:pt idx="71">
                  <c:v>1.07693457408424</c:v>
                </c:pt>
                <c:pt idx="72">
                  <c:v>1.2094682130263901</c:v>
                </c:pt>
                <c:pt idx="73">
                  <c:v>1.1831036825386001</c:v>
                </c:pt>
                <c:pt idx="74">
                  <c:v>1.1136066802708799</c:v>
                </c:pt>
                <c:pt idx="75">
                  <c:v>1.05763936201919</c:v>
                </c:pt>
                <c:pt idx="76">
                  <c:v>1.0743328843484501</c:v>
                </c:pt>
                <c:pt idx="77">
                  <c:v>1.1612365310398201</c:v>
                </c:pt>
                <c:pt idx="78">
                  <c:v>1.2860187466569899</c:v>
                </c:pt>
                <c:pt idx="79">
                  <c:v>1.2699903560622601</c:v>
                </c:pt>
                <c:pt idx="80">
                  <c:v>1.2948402968710799</c:v>
                </c:pt>
                <c:pt idx="81">
                  <c:v>1.2618211964914099</c:v>
                </c:pt>
                <c:pt idx="82">
                  <c:v>1.3312256068464401</c:v>
                </c:pt>
                <c:pt idx="83">
                  <c:v>1.3114421310353299</c:v>
                </c:pt>
                <c:pt idx="84">
                  <c:v>1.4480255945670499</c:v>
                </c:pt>
                <c:pt idx="85">
                  <c:v>1.5211933986027</c:v>
                </c:pt>
                <c:pt idx="86">
                  <c:v>1.4733069107051</c:v>
                </c:pt>
                <c:pt idx="87">
                  <c:v>1.7308512461675001</c:v>
                </c:pt>
                <c:pt idx="88">
                  <c:v>1.4519274611872299</c:v>
                </c:pt>
                <c:pt idx="89">
                  <c:v>1.22591300491198</c:v>
                </c:pt>
                <c:pt idx="90">
                  <c:v>1.31460058947878</c:v>
                </c:pt>
                <c:pt idx="91">
                  <c:v>1.2494778777015101</c:v>
                </c:pt>
                <c:pt idx="92">
                  <c:v>1.2052259730978301</c:v>
                </c:pt>
                <c:pt idx="93">
                  <c:v>1.0855094045781399</c:v>
                </c:pt>
                <c:pt idx="94">
                  <c:v>1.0257652898079499</c:v>
                </c:pt>
                <c:pt idx="95">
                  <c:v>0.92904925926577098</c:v>
                </c:pt>
                <c:pt idx="96">
                  <c:v>0.92458229587344298</c:v>
                </c:pt>
                <c:pt idx="97">
                  <c:v>0.93336510026127195</c:v>
                </c:pt>
                <c:pt idx="98">
                  <c:v>0.91166901281763901</c:v>
                </c:pt>
                <c:pt idx="99">
                  <c:v>0.86821935121616101</c:v>
                </c:pt>
                <c:pt idx="100">
                  <c:v>0.79206827089933596</c:v>
                </c:pt>
                <c:pt idx="101">
                  <c:v>0.90454649563279999</c:v>
                </c:pt>
                <c:pt idx="102">
                  <c:v>1.0523484688071301</c:v>
                </c:pt>
                <c:pt idx="103">
                  <c:v>0.88843851038652799</c:v>
                </c:pt>
                <c:pt idx="104">
                  <c:v>1.0573466157931199</c:v>
                </c:pt>
              </c:numCache>
            </c:numRef>
          </c:val>
          <c:smooth val="0"/>
          <c:extLst>
            <c:ext xmlns:c16="http://schemas.microsoft.com/office/drawing/2014/chart" uri="{C3380CC4-5D6E-409C-BE32-E72D297353CC}">
              <c16:uniqueId val="{00000002-70DE-4F9D-A3A1-5C4F8EF8DB0D}"/>
            </c:ext>
          </c:extLst>
        </c:ser>
        <c:ser>
          <c:idx val="3"/>
          <c:order val="3"/>
          <c:tx>
            <c:strRef>
              <c:f>Data!$F$3</c:f>
              <c:strCache>
                <c:ptCount val="1"/>
                <c:pt idx="0">
                  <c:v>5Y5Y Real Swap (%)</c:v>
                </c:pt>
              </c:strCache>
            </c:strRef>
          </c:tx>
          <c:spPr>
            <a:ln w="20160">
              <a:solidFill>
                <a:srgbClr val="2E75B6"/>
              </a:solidFill>
              <a:round/>
            </a:ln>
          </c:spPr>
          <c:marker>
            <c:symbol val="none"/>
          </c:marker>
          <c:cat>
            <c:strRef>
              <c:f>Data!$A$4:$A$109</c:f>
              <c:strCache>
                <c:ptCount val="105"/>
                <c:pt idx="0">
                  <c:v>2000 Q1</c:v>
                </c:pt>
                <c:pt idx="1">
                  <c:v>2000 Q2</c:v>
                </c:pt>
                <c:pt idx="2">
                  <c:v>2000 Q3</c:v>
                </c:pt>
                <c:pt idx="3">
                  <c:v>2000 Q4</c:v>
                </c:pt>
                <c:pt idx="4">
                  <c:v>2001 Q1</c:v>
                </c:pt>
                <c:pt idx="5">
                  <c:v>2001 Q2</c:v>
                </c:pt>
                <c:pt idx="6">
                  <c:v>2001 Q3</c:v>
                </c:pt>
                <c:pt idx="7">
                  <c:v>2001 Q4</c:v>
                </c:pt>
                <c:pt idx="8">
                  <c:v>2002 Q1</c:v>
                </c:pt>
                <c:pt idx="9">
                  <c:v>2002 Q2</c:v>
                </c:pt>
                <c:pt idx="10">
                  <c:v>2002 Q3</c:v>
                </c:pt>
                <c:pt idx="11">
                  <c:v>2002 Q4</c:v>
                </c:pt>
                <c:pt idx="12">
                  <c:v>2003 Q1</c:v>
                </c:pt>
                <c:pt idx="13">
                  <c:v>2003 Q2</c:v>
                </c:pt>
                <c:pt idx="14">
                  <c:v>2003 Q3</c:v>
                </c:pt>
                <c:pt idx="15">
                  <c:v>2003 Q4</c:v>
                </c:pt>
                <c:pt idx="16">
                  <c:v>2004 Q1</c:v>
                </c:pt>
                <c:pt idx="17">
                  <c:v>2004 Q2</c:v>
                </c:pt>
                <c:pt idx="18">
                  <c:v>2004 Q3</c:v>
                </c:pt>
                <c:pt idx="19">
                  <c:v>2004 Q4</c:v>
                </c:pt>
                <c:pt idx="20">
                  <c:v>2005 Q1</c:v>
                </c:pt>
                <c:pt idx="21">
                  <c:v>2005 Q2</c:v>
                </c:pt>
                <c:pt idx="22">
                  <c:v>2005 Q3</c:v>
                </c:pt>
                <c:pt idx="23">
                  <c:v>2005 Q4</c:v>
                </c:pt>
                <c:pt idx="24">
                  <c:v>2006 Q1</c:v>
                </c:pt>
                <c:pt idx="25">
                  <c:v>2006 Q2</c:v>
                </c:pt>
                <c:pt idx="26">
                  <c:v>2006 Q3</c:v>
                </c:pt>
                <c:pt idx="27">
                  <c:v>2006 Q4</c:v>
                </c:pt>
                <c:pt idx="28">
                  <c:v>2007 Q1</c:v>
                </c:pt>
                <c:pt idx="29">
                  <c:v>2007 Q2</c:v>
                </c:pt>
                <c:pt idx="30">
                  <c:v>2007 Q3</c:v>
                </c:pt>
                <c:pt idx="31">
                  <c:v>2007 Q4</c:v>
                </c:pt>
                <c:pt idx="32">
                  <c:v>2008 Q1</c:v>
                </c:pt>
                <c:pt idx="33">
                  <c:v>2008 Q2</c:v>
                </c:pt>
                <c:pt idx="34">
                  <c:v>2008 Q3</c:v>
                </c:pt>
                <c:pt idx="35">
                  <c:v>2008 Q4</c:v>
                </c:pt>
                <c:pt idx="36">
                  <c:v>2009 Q1</c:v>
                </c:pt>
                <c:pt idx="37">
                  <c:v>2009 Q2</c:v>
                </c:pt>
                <c:pt idx="38">
                  <c:v>2009 Q3</c:v>
                </c:pt>
                <c:pt idx="39">
                  <c:v>2009 Q4</c:v>
                </c:pt>
                <c:pt idx="40">
                  <c:v>2010 Q1</c:v>
                </c:pt>
                <c:pt idx="41">
                  <c:v>2010 Q2</c:v>
                </c:pt>
                <c:pt idx="42">
                  <c:v>2010 Q3</c:v>
                </c:pt>
                <c:pt idx="43">
                  <c:v>2010 Q4</c:v>
                </c:pt>
                <c:pt idx="44">
                  <c:v>2011 Q1</c:v>
                </c:pt>
                <c:pt idx="45">
                  <c:v>2011 Q2</c:v>
                </c:pt>
                <c:pt idx="46">
                  <c:v>2011 Q3</c:v>
                </c:pt>
                <c:pt idx="47">
                  <c:v>2011 Q4</c:v>
                </c:pt>
                <c:pt idx="48">
                  <c:v>2012 Q1</c:v>
                </c:pt>
                <c:pt idx="49">
                  <c:v>2012 Q2</c:v>
                </c:pt>
                <c:pt idx="50">
                  <c:v>2012 Q3</c:v>
                </c:pt>
                <c:pt idx="51">
                  <c:v>2012 Q4</c:v>
                </c:pt>
                <c:pt idx="52">
                  <c:v>2013 Q1</c:v>
                </c:pt>
                <c:pt idx="53">
                  <c:v>2013 Q2</c:v>
                </c:pt>
                <c:pt idx="54">
                  <c:v>2013 Q3</c:v>
                </c:pt>
                <c:pt idx="55">
                  <c:v>2013 Q4</c:v>
                </c:pt>
                <c:pt idx="56">
                  <c:v>2014 Q1</c:v>
                </c:pt>
                <c:pt idx="57">
                  <c:v>2014 Q2</c:v>
                </c:pt>
                <c:pt idx="58">
                  <c:v>2014 Q3</c:v>
                </c:pt>
                <c:pt idx="59">
                  <c:v>2014 Q4</c:v>
                </c:pt>
                <c:pt idx="60">
                  <c:v>2015 Q1</c:v>
                </c:pt>
                <c:pt idx="61">
                  <c:v>2015 Q2</c:v>
                </c:pt>
                <c:pt idx="62">
                  <c:v>2015 Q3</c:v>
                </c:pt>
                <c:pt idx="63">
                  <c:v>2015 Q4</c:v>
                </c:pt>
                <c:pt idx="64">
                  <c:v>2016 Q1</c:v>
                </c:pt>
                <c:pt idx="65">
                  <c:v>2016 Q2</c:v>
                </c:pt>
                <c:pt idx="66">
                  <c:v>2016 Q3</c:v>
                </c:pt>
                <c:pt idx="67">
                  <c:v>2016 Q4</c:v>
                </c:pt>
                <c:pt idx="68">
                  <c:v>2017 Q1</c:v>
                </c:pt>
                <c:pt idx="69">
                  <c:v>2017 Q2</c:v>
                </c:pt>
                <c:pt idx="70">
                  <c:v>2017 Q3</c:v>
                </c:pt>
                <c:pt idx="71">
                  <c:v>2017 Q4</c:v>
                </c:pt>
                <c:pt idx="72">
                  <c:v>2018 Q1</c:v>
                </c:pt>
                <c:pt idx="73">
                  <c:v>2018 Q2</c:v>
                </c:pt>
                <c:pt idx="74">
                  <c:v>2018 Q3</c:v>
                </c:pt>
                <c:pt idx="75">
                  <c:v>2018 Q4</c:v>
                </c:pt>
                <c:pt idx="76">
                  <c:v>2019 Q1</c:v>
                </c:pt>
                <c:pt idx="77">
                  <c:v>2019 Q2</c:v>
                </c:pt>
                <c:pt idx="78">
                  <c:v>2019 Q3</c:v>
                </c:pt>
                <c:pt idx="79">
                  <c:v>2019 Q4</c:v>
                </c:pt>
                <c:pt idx="80">
                  <c:v>2020 Q1</c:v>
                </c:pt>
                <c:pt idx="81">
                  <c:v>2020 Q2</c:v>
                </c:pt>
                <c:pt idx="82">
                  <c:v>2020 Q3</c:v>
                </c:pt>
                <c:pt idx="83">
                  <c:v>2020 Q4</c:v>
                </c:pt>
                <c:pt idx="84">
                  <c:v>2021 Q1</c:v>
                </c:pt>
                <c:pt idx="85">
                  <c:v>2021 Q2</c:v>
                </c:pt>
                <c:pt idx="86">
                  <c:v>2021 Q3</c:v>
                </c:pt>
                <c:pt idx="87">
                  <c:v>2021 Q4</c:v>
                </c:pt>
                <c:pt idx="88">
                  <c:v>2022 Q1</c:v>
                </c:pt>
                <c:pt idx="89">
                  <c:v>2022 Q2</c:v>
                </c:pt>
                <c:pt idx="90">
                  <c:v>2022 Q3</c:v>
                </c:pt>
                <c:pt idx="91">
                  <c:v>2022 Q4</c:v>
                </c:pt>
                <c:pt idx="92">
                  <c:v>2023 Q1</c:v>
                </c:pt>
                <c:pt idx="93">
                  <c:v>2023 Q2</c:v>
                </c:pt>
                <c:pt idx="94">
                  <c:v>2023 Q3</c:v>
                </c:pt>
                <c:pt idx="95">
                  <c:v>2023 Q4</c:v>
                </c:pt>
                <c:pt idx="96">
                  <c:v>2024 Q1</c:v>
                </c:pt>
                <c:pt idx="97">
                  <c:v>2024 Q2</c:v>
                </c:pt>
                <c:pt idx="98">
                  <c:v>2024 Q3</c:v>
                </c:pt>
                <c:pt idx="99">
                  <c:v>2024 Q4</c:v>
                </c:pt>
                <c:pt idx="100">
                  <c:v>2025 Q1</c:v>
                </c:pt>
                <c:pt idx="101">
                  <c:v>2025 Q2</c:v>
                </c:pt>
                <c:pt idx="102">
                  <c:v>2025 Q3</c:v>
                </c:pt>
                <c:pt idx="103">
                  <c:v>2025 Q4</c:v>
                </c:pt>
                <c:pt idx="104">
                  <c:v>2026 Q1</c:v>
                </c:pt>
              </c:strCache>
            </c:strRef>
          </c:cat>
          <c:val>
            <c:numRef>
              <c:f>Data!$F$4:$F$109</c:f>
              <c:numCache>
                <c:formatCode>General</c:formatCode>
                <c:ptCount val="106"/>
                <c:pt idx="28" formatCode="0.00">
                  <c:v>2.2865000000000002</c:v>
                </c:pt>
                <c:pt idx="29" formatCode="0.00">
                  <c:v>2.7504</c:v>
                </c:pt>
                <c:pt idx="30" formatCode="0.00">
                  <c:v>2.4407999999999999</c:v>
                </c:pt>
                <c:pt idx="31" formatCode="0.00">
                  <c:v>2.2014</c:v>
                </c:pt>
                <c:pt idx="32" formatCode="0.00">
                  <c:v>1.8426</c:v>
                </c:pt>
                <c:pt idx="33" formatCode="0.00">
                  <c:v>2.2153</c:v>
                </c:pt>
                <c:pt idx="34" formatCode="0.00">
                  <c:v>2.3418000000000001</c:v>
                </c:pt>
                <c:pt idx="35" formatCode="0.00">
                  <c:v>-7.4499999999999997E-2</c:v>
                </c:pt>
                <c:pt idx="36" formatCode="0.00">
                  <c:v>0.29880000000000001</c:v>
                </c:pt>
                <c:pt idx="37" formatCode="0.00">
                  <c:v>1.3694999999999999</c:v>
                </c:pt>
                <c:pt idx="38" formatCode="0.00">
                  <c:v>1.2636000000000001</c:v>
                </c:pt>
                <c:pt idx="39" formatCode="0.00">
                  <c:v>1.6843999999999999</c:v>
                </c:pt>
                <c:pt idx="40" formatCode="0.00">
                  <c:v>1.9269000000000001</c:v>
                </c:pt>
                <c:pt idx="41" formatCode="0.00">
                  <c:v>0.95230000000000004</c:v>
                </c:pt>
                <c:pt idx="42" formatCode="0.00">
                  <c:v>0.75239999999999996</c:v>
                </c:pt>
                <c:pt idx="43" formatCode="0.00">
                  <c:v>1.3579000000000001</c:v>
                </c:pt>
                <c:pt idx="44" formatCode="0.00">
                  <c:v>1.5723</c:v>
                </c:pt>
                <c:pt idx="45" formatCode="0.00">
                  <c:v>1.2787999999999999</c:v>
                </c:pt>
                <c:pt idx="46" formatCode="0.00">
                  <c:v>8.77E-2</c:v>
                </c:pt>
                <c:pt idx="47" formatCode="0.00">
                  <c:v>8.9999999999999998E-4</c:v>
                </c:pt>
                <c:pt idx="48" formatCode="0.00">
                  <c:v>0.19259999999999999</c:v>
                </c:pt>
                <c:pt idx="49" formatCode="0.00">
                  <c:v>-0.45760000000000001</c:v>
                </c:pt>
                <c:pt idx="50" formatCode="0.00">
                  <c:v>-0.4526</c:v>
                </c:pt>
                <c:pt idx="51" formatCode="0.00">
                  <c:v>-0.43630000000000002</c:v>
                </c:pt>
                <c:pt idx="52" formatCode="0.00">
                  <c:v>-9.3700000000000006E-2</c:v>
                </c:pt>
                <c:pt idx="53" formatCode="0.00">
                  <c:v>0.87470000000000003</c:v>
                </c:pt>
                <c:pt idx="54" formatCode="0.00">
                  <c:v>0.85070000000000001</c:v>
                </c:pt>
                <c:pt idx="55" formatCode="0.00">
                  <c:v>1.3458000000000001</c:v>
                </c:pt>
                <c:pt idx="56" formatCode="0.00">
                  <c:v>0.89539999999999997</c:v>
                </c:pt>
                <c:pt idx="57" formatCode="0.00">
                  <c:v>0.59799999999999998</c:v>
                </c:pt>
                <c:pt idx="58" formatCode="0.00">
                  <c:v>0.52690000000000003</c:v>
                </c:pt>
                <c:pt idx="59" formatCode="0.00">
                  <c:v>0.2742</c:v>
                </c:pt>
                <c:pt idx="60" formatCode="0.00">
                  <c:v>8.2699999999999996E-2</c:v>
                </c:pt>
                <c:pt idx="61" formatCode="0.00">
                  <c:v>0.56379999999999997</c:v>
                </c:pt>
                <c:pt idx="62" formatCode="0.00">
                  <c:v>0.42749999999999999</c:v>
                </c:pt>
                <c:pt idx="63" formatCode="0.00">
                  <c:v>0.1777</c:v>
                </c:pt>
                <c:pt idx="64" formatCode="0.00">
                  <c:v>-0.30719999999999997</c:v>
                </c:pt>
                <c:pt idx="65" formatCode="0.00">
                  <c:v>-0.4723</c:v>
                </c:pt>
                <c:pt idx="66" formatCode="0.00">
                  <c:v>-0.65100000000000002</c:v>
                </c:pt>
                <c:pt idx="67" formatCode="0.00">
                  <c:v>-5.9700000000000003E-2</c:v>
                </c:pt>
                <c:pt idx="68" formatCode="0.00">
                  <c:v>-3.9600000000000003E-2</c:v>
                </c:pt>
                <c:pt idx="69" formatCode="0.00">
                  <c:v>3.6799999999999999E-2</c:v>
                </c:pt>
                <c:pt idx="70" formatCode="0.00">
                  <c:v>-5.21E-2</c:v>
                </c:pt>
                <c:pt idx="71" formatCode="0.00">
                  <c:v>-0.1489</c:v>
                </c:pt>
                <c:pt idx="72" formatCode="0.00">
                  <c:v>8.0299999999999996E-2</c:v>
                </c:pt>
                <c:pt idx="73" formatCode="0.00">
                  <c:v>0.16289999999999999</c:v>
                </c:pt>
                <c:pt idx="74" formatCode="0.00">
                  <c:v>0.37609999999999999</c:v>
                </c:pt>
                <c:pt idx="75" formatCode="0.00">
                  <c:v>0.41189999999999999</c:v>
                </c:pt>
                <c:pt idx="76" formatCode="0.00">
                  <c:v>3.4200000000000001E-2</c:v>
                </c:pt>
                <c:pt idx="77" formatCode="0.00">
                  <c:v>-0.1108</c:v>
                </c:pt>
                <c:pt idx="78" formatCode="0.00">
                  <c:v>-0.53220000000000001</c:v>
                </c:pt>
                <c:pt idx="79" formatCode="0.00">
                  <c:v>-0.22040000000000001</c:v>
                </c:pt>
                <c:pt idx="80" formatCode="0.00">
                  <c:v>-1.004</c:v>
                </c:pt>
                <c:pt idx="81" formatCode="0.00">
                  <c:v>-1.0672999999999999</c:v>
                </c:pt>
                <c:pt idx="82" formatCode="0.00">
                  <c:v>-1.139</c:v>
                </c:pt>
                <c:pt idx="83" formatCode="0.00">
                  <c:v>-1.0363</c:v>
                </c:pt>
                <c:pt idx="84" formatCode="0.00">
                  <c:v>-6.9199999999999998E-2</c:v>
                </c:pt>
                <c:pt idx="85" formatCode="0.00">
                  <c:v>-0.61829999999999996</c:v>
                </c:pt>
                <c:pt idx="86" formatCode="0.00">
                  <c:v>-0.69750000000000001</c:v>
                </c:pt>
                <c:pt idx="87" formatCode="0.00">
                  <c:v>-1.0068999999999999</c:v>
                </c:pt>
                <c:pt idx="88" formatCode="0.00">
                  <c:v>-0.63360000000000005</c:v>
                </c:pt>
                <c:pt idx="89" formatCode="0.00">
                  <c:v>0.39200000000000002</c:v>
                </c:pt>
                <c:pt idx="90" formatCode="0.00">
                  <c:v>1.1032</c:v>
                </c:pt>
                <c:pt idx="91" formatCode="0.00">
                  <c:v>0.75129999999999997</c:v>
                </c:pt>
                <c:pt idx="92" formatCode="0.00">
                  <c:v>0.3458</c:v>
                </c:pt>
                <c:pt idx="93" formatCode="0.00">
                  <c:v>0.54900000000000004</c:v>
                </c:pt>
                <c:pt idx="94" formatCode="0.00">
                  <c:v>1.3504</c:v>
                </c:pt>
                <c:pt idx="95" formatCode="0.00">
                  <c:v>0.79520000000000002</c:v>
                </c:pt>
                <c:pt idx="96" formatCode="0.00">
                  <c:v>1.0072000000000001</c:v>
                </c:pt>
                <c:pt idx="97" formatCode="0.00">
                  <c:v>1.1571</c:v>
                </c:pt>
                <c:pt idx="98" formatCode="0.00">
                  <c:v>0.84560000000000002</c:v>
                </c:pt>
                <c:pt idx="99" formatCode="0.00">
                  <c:v>1.5369999999999999</c:v>
                </c:pt>
                <c:pt idx="100" formatCode="0.00">
                  <c:v>1.3835999999999999</c:v>
                </c:pt>
                <c:pt idx="101" formatCode="0.00">
                  <c:v>1.4343999999999999</c:v>
                </c:pt>
                <c:pt idx="102" formatCode="0.00">
                  <c:v>1.4114</c:v>
                </c:pt>
                <c:pt idx="103" formatCode="0.00">
                  <c:v>1.6656</c:v>
                </c:pt>
                <c:pt idx="104" formatCode="0.00">
                  <c:v>1.7281</c:v>
                </c:pt>
              </c:numCache>
            </c:numRef>
          </c:val>
          <c:smooth val="0"/>
          <c:extLst>
            <c:ext xmlns:c16="http://schemas.microsoft.com/office/drawing/2014/chart" uri="{C3380CC4-5D6E-409C-BE32-E72D297353CC}">
              <c16:uniqueId val="{00000003-70DE-4F9D-A3A1-5C4F8EF8DB0D}"/>
            </c:ext>
          </c:extLst>
        </c:ser>
        <c:dLbls>
          <c:showLegendKey val="0"/>
          <c:showVal val="0"/>
          <c:showCatName val="0"/>
          <c:showSerName val="0"/>
          <c:showPercent val="0"/>
          <c:showBubbleSize val="0"/>
        </c:dLbls>
        <c:hiLowLines>
          <c:spPr>
            <a:ln w="0">
              <a:noFill/>
            </a:ln>
          </c:spPr>
        </c:hiLowLines>
        <c:smooth val="0"/>
        <c:axId val="46901601"/>
        <c:axId val="12257420"/>
      </c:lineChart>
      <c:catAx>
        <c:axId val="46901601"/>
        <c:scaling>
          <c:orientation val="minMax"/>
        </c:scaling>
        <c:delete val="0"/>
        <c:axPos val="b"/>
        <c:numFmt formatCode="yyyy" sourceLinked="0"/>
        <c:majorTickMark val="none"/>
        <c:minorTickMark val="none"/>
        <c:tickLblPos val="low"/>
        <c:spPr>
          <a:ln w="0">
            <a:solidFill>
              <a:srgbClr val="B3B3B3"/>
            </a:solidFill>
          </a:ln>
        </c:spPr>
        <c:txPr>
          <a:bodyPr/>
          <a:lstStyle/>
          <a:p>
            <a:pPr>
              <a:defRPr sz="1050" b="0" strike="noStrike" spc="-1">
                <a:solidFill>
                  <a:srgbClr val="000000"/>
                </a:solidFill>
                <a:latin typeface="Trebuchet MS" panose="020B0603020202020204" pitchFamily="34" charset="0"/>
              </a:defRPr>
            </a:pPr>
            <a:endParaRPr lang="es-PE"/>
          </a:p>
        </c:txPr>
        <c:crossAx val="12257420"/>
        <c:crosses val="autoZero"/>
        <c:auto val="1"/>
        <c:lblAlgn val="ctr"/>
        <c:lblOffset val="100"/>
        <c:noMultiLvlLbl val="0"/>
      </c:catAx>
      <c:valAx>
        <c:axId val="12257420"/>
        <c:scaling>
          <c:orientation val="minMax"/>
        </c:scaling>
        <c:delete val="0"/>
        <c:axPos val="l"/>
        <c:majorGridlines>
          <c:spPr>
            <a:ln w="0">
              <a:solidFill>
                <a:schemeClr val="bg2"/>
              </a:solidFill>
            </a:ln>
          </c:spPr>
        </c:majorGridlines>
        <c:numFmt formatCode="#,##0.0" sourceLinked="0"/>
        <c:majorTickMark val="none"/>
        <c:minorTickMark val="none"/>
        <c:tickLblPos val="nextTo"/>
        <c:spPr>
          <a:ln w="0">
            <a:solidFill>
              <a:srgbClr val="B3B3B3"/>
            </a:solidFill>
          </a:ln>
        </c:spPr>
        <c:txPr>
          <a:bodyPr/>
          <a:lstStyle/>
          <a:p>
            <a:pPr>
              <a:defRPr sz="1000" b="0" strike="noStrike" spc="-1">
                <a:solidFill>
                  <a:srgbClr val="000000"/>
                </a:solidFill>
                <a:latin typeface="Trebuchet MS" panose="020B0603020202020204" pitchFamily="34" charset="0"/>
              </a:defRPr>
            </a:pPr>
            <a:endParaRPr lang="es-PE"/>
          </a:p>
        </c:txPr>
        <c:crossAx val="46901601"/>
        <c:crosses val="autoZero"/>
        <c:crossBetween val="between"/>
      </c:valAx>
      <c:spPr>
        <a:solidFill>
          <a:schemeClr val="bg1"/>
        </a:solidFill>
        <a:ln w="0">
          <a:solidFill>
            <a:schemeClr val="bg2"/>
          </a:solidFill>
        </a:ln>
      </c:spPr>
    </c:plotArea>
    <c:legend>
      <c:legendPos val="r"/>
      <c:layout>
        <c:manualLayout>
          <c:xMode val="edge"/>
          <c:yMode val="edge"/>
          <c:x val="0.44652984411747609"/>
          <c:y val="0.12298673329948481"/>
          <c:w val="0.49271036224070663"/>
          <c:h val="0.18813055176317409"/>
        </c:manualLayout>
      </c:layout>
      <c:overlay val="0"/>
      <c:spPr>
        <a:noFill/>
        <a:ln w="0">
          <a:noFill/>
        </a:ln>
      </c:spPr>
      <c:txPr>
        <a:bodyPr/>
        <a:lstStyle/>
        <a:p>
          <a:pPr>
            <a:defRPr sz="1050" b="0" strike="noStrike" spc="-1">
              <a:solidFill>
                <a:srgbClr val="000000"/>
              </a:solidFill>
              <a:latin typeface="Trebuchet MS" panose="020B0603020202020204" pitchFamily="34" charset="0"/>
            </a:defRPr>
          </a:pPr>
          <a:endParaRPr lang="es-PE"/>
        </a:p>
      </c:txPr>
    </c:legend>
    <c:plotVisOnly val="1"/>
    <c:dispBlanksAs val="gap"/>
    <c:showDLblsOverMax val="1"/>
  </c:chart>
  <c:spPr>
    <a:solidFill>
      <a:srgbClr val="FFFFFF"/>
    </a:solidFill>
    <a:ln w="9360">
      <a:noFill/>
      <a:roun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r>
              <a:rPr lang="es-PE" sz="1200" b="1" dirty="0"/>
              <a:t>Fed </a:t>
            </a:r>
            <a:r>
              <a:rPr lang="es-PE" sz="1200" b="1" dirty="0" err="1"/>
              <a:t>estimate</a:t>
            </a:r>
            <a:r>
              <a:rPr lang="es-PE" sz="1200" b="1" dirty="0"/>
              <a:t> </a:t>
            </a:r>
            <a:r>
              <a:rPr lang="es-PE" sz="1200" b="1" dirty="0" err="1"/>
              <a:t>of</a:t>
            </a:r>
            <a:r>
              <a:rPr lang="es-PE" sz="1200" b="1" dirty="0"/>
              <a:t> </a:t>
            </a:r>
            <a:r>
              <a:rPr lang="es-PE" sz="1200" b="1" dirty="0" err="1"/>
              <a:t>the</a:t>
            </a:r>
            <a:r>
              <a:rPr lang="es-PE" sz="1200" b="1" dirty="0"/>
              <a:t> neutral </a:t>
            </a:r>
            <a:r>
              <a:rPr lang="es-PE" sz="1200" b="1" dirty="0" err="1"/>
              <a:t>policy</a:t>
            </a:r>
            <a:r>
              <a:rPr lang="es-PE" sz="1200" b="1" dirty="0"/>
              <a:t> </a:t>
            </a:r>
            <a:r>
              <a:rPr lang="es-PE" sz="1200" b="1" dirty="0" err="1"/>
              <a:t>rate</a:t>
            </a:r>
            <a:r>
              <a:rPr lang="es-PE" sz="1200" b="1" dirty="0"/>
              <a:t> vs GDP</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endParaRPr lang="es-PE"/>
        </a:p>
      </c:txPr>
    </c:title>
    <c:autoTitleDeleted val="0"/>
    <c:plotArea>
      <c:layout>
        <c:manualLayout>
          <c:layoutTarget val="inner"/>
          <c:xMode val="edge"/>
          <c:yMode val="edge"/>
          <c:x val="7.4139150327728026E-2"/>
          <c:y val="8.7011866434964114E-2"/>
          <c:w val="0.851721699344544"/>
          <c:h val="0.77047777378722559"/>
        </c:manualLayout>
      </c:layout>
      <c:lineChart>
        <c:grouping val="standard"/>
        <c:varyColors val="0"/>
        <c:ser>
          <c:idx val="0"/>
          <c:order val="0"/>
          <c:tx>
            <c:strRef>
              <c:f>'GDP Long term'!$B$1</c:f>
              <c:strCache>
                <c:ptCount val="1"/>
                <c:pt idx="0">
                  <c:v>Fed Median Longer Run Policy Rate Projection</c:v>
                </c:pt>
              </c:strCache>
            </c:strRef>
          </c:tx>
          <c:spPr>
            <a:ln w="28575" cap="rnd">
              <a:solidFill>
                <a:srgbClr val="002060"/>
              </a:solidFill>
              <a:round/>
            </a:ln>
            <a:effectLst/>
          </c:spPr>
          <c:marker>
            <c:symbol val="none"/>
          </c:marker>
          <c:dLbls>
            <c:dLbl>
              <c:idx val="56"/>
              <c:layout>
                <c:manualLayout>
                  <c:x val="-4.581072935503315E-2"/>
                  <c:y val="-2.5567271315856861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Trebuchet MS" panose="020B0603020202020204" pitchFamily="34" charset="0"/>
                      <a:ea typeface="+mn-ea"/>
                      <a:cs typeface="+mn-cs"/>
                    </a:defRPr>
                  </a:pPr>
                  <a:endParaRPr lang="es-P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4A0-4A11-A164-021CFCABC29B}"/>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ysClr val="windowText" lastClr="000000"/>
                    </a:solidFill>
                    <a:latin typeface="Trebuchet MS" panose="020B0603020202020204" pitchFamily="34" charset="0"/>
                    <a:ea typeface="+mn-ea"/>
                    <a:cs typeface="+mn-cs"/>
                  </a:defRPr>
                </a:pPr>
                <a:endParaRPr lang="es-P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'GDP Long term'!$A$3:$A$59</c:f>
              <c:numCache>
                <c:formatCode>yyyy\-mm\-dd</c:formatCode>
                <c:ptCount val="57"/>
                <c:pt idx="0">
                  <c:v>41024</c:v>
                </c:pt>
                <c:pt idx="1">
                  <c:v>41080</c:v>
                </c:pt>
                <c:pt idx="2">
                  <c:v>41165</c:v>
                </c:pt>
                <c:pt idx="3">
                  <c:v>41255</c:v>
                </c:pt>
                <c:pt idx="4">
                  <c:v>41353</c:v>
                </c:pt>
                <c:pt idx="5">
                  <c:v>41444</c:v>
                </c:pt>
                <c:pt idx="6">
                  <c:v>41535</c:v>
                </c:pt>
                <c:pt idx="7">
                  <c:v>41626</c:v>
                </c:pt>
                <c:pt idx="8">
                  <c:v>41717</c:v>
                </c:pt>
                <c:pt idx="9">
                  <c:v>41808</c:v>
                </c:pt>
                <c:pt idx="10">
                  <c:v>41899</c:v>
                </c:pt>
                <c:pt idx="11">
                  <c:v>41990</c:v>
                </c:pt>
                <c:pt idx="12">
                  <c:v>42081</c:v>
                </c:pt>
                <c:pt idx="13">
                  <c:v>42172</c:v>
                </c:pt>
                <c:pt idx="14">
                  <c:v>42264</c:v>
                </c:pt>
                <c:pt idx="15">
                  <c:v>42354</c:v>
                </c:pt>
                <c:pt idx="16">
                  <c:v>42445</c:v>
                </c:pt>
                <c:pt idx="17">
                  <c:v>42536</c:v>
                </c:pt>
                <c:pt idx="18">
                  <c:v>42634</c:v>
                </c:pt>
                <c:pt idx="19">
                  <c:v>42718</c:v>
                </c:pt>
                <c:pt idx="20">
                  <c:v>42809</c:v>
                </c:pt>
                <c:pt idx="21">
                  <c:v>42900</c:v>
                </c:pt>
                <c:pt idx="22">
                  <c:v>42998</c:v>
                </c:pt>
                <c:pt idx="23">
                  <c:v>43082</c:v>
                </c:pt>
                <c:pt idx="24">
                  <c:v>43180</c:v>
                </c:pt>
                <c:pt idx="25">
                  <c:v>43264</c:v>
                </c:pt>
                <c:pt idx="26">
                  <c:v>43369</c:v>
                </c:pt>
                <c:pt idx="27">
                  <c:v>43453</c:v>
                </c:pt>
                <c:pt idx="28">
                  <c:v>43544</c:v>
                </c:pt>
                <c:pt idx="29">
                  <c:v>43635</c:v>
                </c:pt>
                <c:pt idx="30">
                  <c:v>43726</c:v>
                </c:pt>
                <c:pt idx="31">
                  <c:v>43810</c:v>
                </c:pt>
                <c:pt idx="32">
                  <c:v>43992</c:v>
                </c:pt>
                <c:pt idx="33">
                  <c:v>44090</c:v>
                </c:pt>
                <c:pt idx="34">
                  <c:v>44181</c:v>
                </c:pt>
                <c:pt idx="35">
                  <c:v>44272</c:v>
                </c:pt>
                <c:pt idx="36">
                  <c:v>44363</c:v>
                </c:pt>
                <c:pt idx="37">
                  <c:v>44461</c:v>
                </c:pt>
                <c:pt idx="38">
                  <c:v>44545</c:v>
                </c:pt>
                <c:pt idx="39">
                  <c:v>44636</c:v>
                </c:pt>
                <c:pt idx="40">
                  <c:v>44727</c:v>
                </c:pt>
                <c:pt idx="41">
                  <c:v>44825</c:v>
                </c:pt>
                <c:pt idx="42">
                  <c:v>44909</c:v>
                </c:pt>
                <c:pt idx="43">
                  <c:v>45007</c:v>
                </c:pt>
                <c:pt idx="44">
                  <c:v>45091</c:v>
                </c:pt>
                <c:pt idx="45">
                  <c:v>45189</c:v>
                </c:pt>
                <c:pt idx="46">
                  <c:v>45273</c:v>
                </c:pt>
                <c:pt idx="47">
                  <c:v>45371</c:v>
                </c:pt>
                <c:pt idx="48">
                  <c:v>45455</c:v>
                </c:pt>
                <c:pt idx="49">
                  <c:v>45553</c:v>
                </c:pt>
                <c:pt idx="50">
                  <c:v>45644</c:v>
                </c:pt>
                <c:pt idx="51">
                  <c:v>45735</c:v>
                </c:pt>
                <c:pt idx="52">
                  <c:v>45826</c:v>
                </c:pt>
                <c:pt idx="53">
                  <c:v>45917</c:v>
                </c:pt>
                <c:pt idx="54">
                  <c:v>46001</c:v>
                </c:pt>
                <c:pt idx="55">
                  <c:v>46099</c:v>
                </c:pt>
                <c:pt idx="56">
                  <c:v>46190</c:v>
                </c:pt>
              </c:numCache>
            </c:numRef>
          </c:cat>
          <c:val>
            <c:numRef>
              <c:f>'GDP Long term'!$B$3:$B$59</c:f>
              <c:numCache>
                <c:formatCode>0.0</c:formatCode>
                <c:ptCount val="57"/>
                <c:pt idx="0">
                  <c:v>4.3</c:v>
                </c:pt>
                <c:pt idx="1">
                  <c:v>4.3</c:v>
                </c:pt>
                <c:pt idx="2">
                  <c:v>4</c:v>
                </c:pt>
                <c:pt idx="3">
                  <c:v>4</c:v>
                </c:pt>
                <c:pt idx="4">
                  <c:v>4</c:v>
                </c:pt>
                <c:pt idx="5">
                  <c:v>4</c:v>
                </c:pt>
                <c:pt idx="6">
                  <c:v>4</c:v>
                </c:pt>
                <c:pt idx="7">
                  <c:v>4</c:v>
                </c:pt>
                <c:pt idx="8">
                  <c:v>4</c:v>
                </c:pt>
                <c:pt idx="9">
                  <c:v>3.8</c:v>
                </c:pt>
                <c:pt idx="10">
                  <c:v>3.8</c:v>
                </c:pt>
                <c:pt idx="11">
                  <c:v>3.8</c:v>
                </c:pt>
                <c:pt idx="12">
                  <c:v>3.8</c:v>
                </c:pt>
                <c:pt idx="13">
                  <c:v>3.8</c:v>
                </c:pt>
                <c:pt idx="14">
                  <c:v>3.5</c:v>
                </c:pt>
                <c:pt idx="15">
                  <c:v>3.5</c:v>
                </c:pt>
                <c:pt idx="16">
                  <c:v>3.3</c:v>
                </c:pt>
                <c:pt idx="17">
                  <c:v>3</c:v>
                </c:pt>
                <c:pt idx="18">
                  <c:v>2.9</c:v>
                </c:pt>
                <c:pt idx="19">
                  <c:v>3</c:v>
                </c:pt>
                <c:pt idx="20">
                  <c:v>3</c:v>
                </c:pt>
                <c:pt idx="21">
                  <c:v>3</c:v>
                </c:pt>
                <c:pt idx="22">
                  <c:v>2.8</c:v>
                </c:pt>
                <c:pt idx="23">
                  <c:v>2.8</c:v>
                </c:pt>
                <c:pt idx="24">
                  <c:v>2.9</c:v>
                </c:pt>
                <c:pt idx="25">
                  <c:v>2.9</c:v>
                </c:pt>
                <c:pt idx="26">
                  <c:v>3</c:v>
                </c:pt>
                <c:pt idx="27">
                  <c:v>2.8</c:v>
                </c:pt>
                <c:pt idx="28">
                  <c:v>2.8</c:v>
                </c:pt>
                <c:pt idx="29">
                  <c:v>2.5</c:v>
                </c:pt>
                <c:pt idx="30">
                  <c:v>2.5</c:v>
                </c:pt>
                <c:pt idx="31">
                  <c:v>2.5</c:v>
                </c:pt>
                <c:pt idx="32">
                  <c:v>2.5</c:v>
                </c:pt>
                <c:pt idx="33">
                  <c:v>2.5</c:v>
                </c:pt>
                <c:pt idx="34">
                  <c:v>2.5</c:v>
                </c:pt>
                <c:pt idx="35">
                  <c:v>2.5</c:v>
                </c:pt>
                <c:pt idx="36">
                  <c:v>2.5</c:v>
                </c:pt>
                <c:pt idx="37">
                  <c:v>2.5</c:v>
                </c:pt>
                <c:pt idx="38">
                  <c:v>2.5</c:v>
                </c:pt>
                <c:pt idx="39">
                  <c:v>2.4</c:v>
                </c:pt>
                <c:pt idx="40">
                  <c:v>2.5</c:v>
                </c:pt>
                <c:pt idx="41">
                  <c:v>2.5</c:v>
                </c:pt>
                <c:pt idx="42">
                  <c:v>2.5</c:v>
                </c:pt>
                <c:pt idx="43">
                  <c:v>2.5</c:v>
                </c:pt>
                <c:pt idx="44">
                  <c:v>2.5</c:v>
                </c:pt>
                <c:pt idx="45">
                  <c:v>2.5</c:v>
                </c:pt>
                <c:pt idx="46">
                  <c:v>2.5</c:v>
                </c:pt>
                <c:pt idx="47">
                  <c:v>2.6</c:v>
                </c:pt>
                <c:pt idx="48">
                  <c:v>2.8</c:v>
                </c:pt>
                <c:pt idx="49">
                  <c:v>2.9</c:v>
                </c:pt>
                <c:pt idx="50">
                  <c:v>3</c:v>
                </c:pt>
                <c:pt idx="51">
                  <c:v>3</c:v>
                </c:pt>
                <c:pt idx="52">
                  <c:v>3</c:v>
                </c:pt>
                <c:pt idx="53">
                  <c:v>3</c:v>
                </c:pt>
                <c:pt idx="54">
                  <c:v>3</c:v>
                </c:pt>
                <c:pt idx="55">
                  <c:v>3.1</c:v>
                </c:pt>
                <c:pt idx="56">
                  <c:v>3.1</c:v>
                </c:pt>
              </c:numCache>
            </c:numRef>
          </c:val>
          <c:smooth val="0"/>
          <c:extLst>
            <c:ext xmlns:c16="http://schemas.microsoft.com/office/drawing/2014/chart" uri="{C3380CC4-5D6E-409C-BE32-E72D297353CC}">
              <c16:uniqueId val="{00000000-04A0-4A11-A164-021CFCABC29B}"/>
            </c:ext>
          </c:extLst>
        </c:ser>
        <c:dLbls>
          <c:showLegendKey val="0"/>
          <c:showVal val="0"/>
          <c:showCatName val="0"/>
          <c:showSerName val="0"/>
          <c:showPercent val="0"/>
          <c:showBubbleSize val="0"/>
        </c:dLbls>
        <c:marker val="1"/>
        <c:smooth val="0"/>
        <c:axId val="676790256"/>
        <c:axId val="676785456"/>
      </c:lineChart>
      <c:lineChart>
        <c:grouping val="standard"/>
        <c:varyColors val="0"/>
        <c:ser>
          <c:idx val="1"/>
          <c:order val="1"/>
          <c:tx>
            <c:strRef>
              <c:f>'GDP Long term'!$F$1</c:f>
              <c:strCache>
                <c:ptCount val="1"/>
                <c:pt idx="0">
                  <c:v>Fed-Longer-Run Nominal GDP Projection</c:v>
                </c:pt>
              </c:strCache>
            </c:strRef>
          </c:tx>
          <c:spPr>
            <a:ln w="28575" cap="rnd">
              <a:solidFill>
                <a:srgbClr val="C00000"/>
              </a:solidFill>
              <a:round/>
            </a:ln>
            <a:effectLst/>
          </c:spPr>
          <c:marker>
            <c:symbol val="none"/>
          </c:marker>
          <c:dLbls>
            <c:dLbl>
              <c:idx val="5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4A0-4A11-A164-021CFCABC29B}"/>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Trebuchet MS" panose="020B0603020202020204" pitchFamily="34" charset="0"/>
                    <a:ea typeface="+mn-ea"/>
                    <a:cs typeface="+mn-cs"/>
                  </a:defRPr>
                </a:pPr>
                <a:endParaRPr lang="es-P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'GDP Long term'!$A$3:$A$59</c:f>
              <c:numCache>
                <c:formatCode>yyyy\-mm\-dd</c:formatCode>
                <c:ptCount val="57"/>
                <c:pt idx="0">
                  <c:v>41024</c:v>
                </c:pt>
                <c:pt idx="1">
                  <c:v>41080</c:v>
                </c:pt>
                <c:pt idx="2">
                  <c:v>41165</c:v>
                </c:pt>
                <c:pt idx="3">
                  <c:v>41255</c:v>
                </c:pt>
                <c:pt idx="4">
                  <c:v>41353</c:v>
                </c:pt>
                <c:pt idx="5">
                  <c:v>41444</c:v>
                </c:pt>
                <c:pt idx="6">
                  <c:v>41535</c:v>
                </c:pt>
                <c:pt idx="7">
                  <c:v>41626</c:v>
                </c:pt>
                <c:pt idx="8">
                  <c:v>41717</c:v>
                </c:pt>
                <c:pt idx="9">
                  <c:v>41808</c:v>
                </c:pt>
                <c:pt idx="10">
                  <c:v>41899</c:v>
                </c:pt>
                <c:pt idx="11">
                  <c:v>41990</c:v>
                </c:pt>
                <c:pt idx="12">
                  <c:v>42081</c:v>
                </c:pt>
                <c:pt idx="13">
                  <c:v>42172</c:v>
                </c:pt>
                <c:pt idx="14">
                  <c:v>42264</c:v>
                </c:pt>
                <c:pt idx="15">
                  <c:v>42354</c:v>
                </c:pt>
                <c:pt idx="16">
                  <c:v>42445</c:v>
                </c:pt>
                <c:pt idx="17">
                  <c:v>42536</c:v>
                </c:pt>
                <c:pt idx="18">
                  <c:v>42634</c:v>
                </c:pt>
                <c:pt idx="19">
                  <c:v>42718</c:v>
                </c:pt>
                <c:pt idx="20">
                  <c:v>42809</c:v>
                </c:pt>
                <c:pt idx="21">
                  <c:v>42900</c:v>
                </c:pt>
                <c:pt idx="22">
                  <c:v>42998</c:v>
                </c:pt>
                <c:pt idx="23">
                  <c:v>43082</c:v>
                </c:pt>
                <c:pt idx="24">
                  <c:v>43180</c:v>
                </c:pt>
                <c:pt idx="25">
                  <c:v>43264</c:v>
                </c:pt>
                <c:pt idx="26">
                  <c:v>43369</c:v>
                </c:pt>
                <c:pt idx="27">
                  <c:v>43453</c:v>
                </c:pt>
                <c:pt idx="28">
                  <c:v>43544</c:v>
                </c:pt>
                <c:pt idx="29">
                  <c:v>43635</c:v>
                </c:pt>
                <c:pt idx="30">
                  <c:v>43726</c:v>
                </c:pt>
                <c:pt idx="31">
                  <c:v>43810</c:v>
                </c:pt>
                <c:pt idx="32">
                  <c:v>43992</c:v>
                </c:pt>
                <c:pt idx="33">
                  <c:v>44090</c:v>
                </c:pt>
                <c:pt idx="34">
                  <c:v>44181</c:v>
                </c:pt>
                <c:pt idx="35">
                  <c:v>44272</c:v>
                </c:pt>
                <c:pt idx="36">
                  <c:v>44363</c:v>
                </c:pt>
                <c:pt idx="37">
                  <c:v>44461</c:v>
                </c:pt>
                <c:pt idx="38">
                  <c:v>44545</c:v>
                </c:pt>
                <c:pt idx="39">
                  <c:v>44636</c:v>
                </c:pt>
                <c:pt idx="40">
                  <c:v>44727</c:v>
                </c:pt>
                <c:pt idx="41">
                  <c:v>44825</c:v>
                </c:pt>
                <c:pt idx="42">
                  <c:v>44909</c:v>
                </c:pt>
                <c:pt idx="43">
                  <c:v>45007</c:v>
                </c:pt>
                <c:pt idx="44">
                  <c:v>45091</c:v>
                </c:pt>
                <c:pt idx="45">
                  <c:v>45189</c:v>
                </c:pt>
                <c:pt idx="46">
                  <c:v>45273</c:v>
                </c:pt>
                <c:pt idx="47">
                  <c:v>45371</c:v>
                </c:pt>
                <c:pt idx="48">
                  <c:v>45455</c:v>
                </c:pt>
                <c:pt idx="49">
                  <c:v>45553</c:v>
                </c:pt>
                <c:pt idx="50">
                  <c:v>45644</c:v>
                </c:pt>
                <c:pt idx="51">
                  <c:v>45735</c:v>
                </c:pt>
                <c:pt idx="52">
                  <c:v>45826</c:v>
                </c:pt>
                <c:pt idx="53">
                  <c:v>45917</c:v>
                </c:pt>
                <c:pt idx="54">
                  <c:v>46001</c:v>
                </c:pt>
                <c:pt idx="55">
                  <c:v>46099</c:v>
                </c:pt>
                <c:pt idx="56">
                  <c:v>46190</c:v>
                </c:pt>
              </c:numCache>
            </c:numRef>
          </c:cat>
          <c:val>
            <c:numRef>
              <c:f>'GDP Long term'!$F$3:$F$59</c:f>
              <c:numCache>
                <c:formatCode>0.0</c:formatCode>
                <c:ptCount val="57"/>
                <c:pt idx="0">
                  <c:v>4.2</c:v>
                </c:pt>
                <c:pt idx="1">
                  <c:v>4.2</c:v>
                </c:pt>
                <c:pt idx="2">
                  <c:v>4.2</c:v>
                </c:pt>
                <c:pt idx="3">
                  <c:v>4.2</c:v>
                </c:pt>
                <c:pt idx="4">
                  <c:v>4</c:v>
                </c:pt>
                <c:pt idx="5">
                  <c:v>4</c:v>
                </c:pt>
                <c:pt idx="6">
                  <c:v>4.0999999999999996</c:v>
                </c:pt>
                <c:pt idx="7">
                  <c:v>3.8</c:v>
                </c:pt>
                <c:pt idx="8">
                  <c:v>3.8</c:v>
                </c:pt>
                <c:pt idx="9">
                  <c:v>3.8</c:v>
                </c:pt>
                <c:pt idx="10">
                  <c:v>3.8</c:v>
                </c:pt>
                <c:pt idx="11">
                  <c:v>3.8</c:v>
                </c:pt>
                <c:pt idx="12">
                  <c:v>3.8</c:v>
                </c:pt>
                <c:pt idx="13">
                  <c:v>3.8</c:v>
                </c:pt>
                <c:pt idx="14">
                  <c:v>3.8</c:v>
                </c:pt>
                <c:pt idx="15">
                  <c:v>3.8</c:v>
                </c:pt>
                <c:pt idx="16">
                  <c:v>3.8</c:v>
                </c:pt>
                <c:pt idx="17">
                  <c:v>3.6</c:v>
                </c:pt>
                <c:pt idx="18">
                  <c:v>3.6</c:v>
                </c:pt>
                <c:pt idx="19">
                  <c:v>3.6</c:v>
                </c:pt>
                <c:pt idx="20">
                  <c:v>3.6</c:v>
                </c:pt>
                <c:pt idx="21">
                  <c:v>3.5</c:v>
                </c:pt>
                <c:pt idx="22">
                  <c:v>3.5</c:v>
                </c:pt>
                <c:pt idx="23">
                  <c:v>3.7</c:v>
                </c:pt>
                <c:pt idx="24">
                  <c:v>3.7</c:v>
                </c:pt>
                <c:pt idx="25">
                  <c:v>3.7</c:v>
                </c:pt>
                <c:pt idx="26">
                  <c:v>3.7</c:v>
                </c:pt>
                <c:pt idx="27">
                  <c:v>3.7</c:v>
                </c:pt>
                <c:pt idx="28">
                  <c:v>3.7</c:v>
                </c:pt>
                <c:pt idx="29">
                  <c:v>3.7</c:v>
                </c:pt>
                <c:pt idx="30">
                  <c:v>3.7</c:v>
                </c:pt>
                <c:pt idx="31">
                  <c:v>3.7</c:v>
                </c:pt>
                <c:pt idx="32">
                  <c:v>3.6</c:v>
                </c:pt>
                <c:pt idx="33">
                  <c:v>3.6</c:v>
                </c:pt>
                <c:pt idx="34">
                  <c:v>3.6</c:v>
                </c:pt>
                <c:pt idx="35">
                  <c:v>3.6</c:v>
                </c:pt>
                <c:pt idx="36">
                  <c:v>3.6</c:v>
                </c:pt>
                <c:pt idx="37">
                  <c:v>3.6</c:v>
                </c:pt>
                <c:pt idx="38">
                  <c:v>3.6</c:v>
                </c:pt>
                <c:pt idx="39">
                  <c:v>3.6</c:v>
                </c:pt>
                <c:pt idx="40">
                  <c:v>3.6</c:v>
                </c:pt>
                <c:pt idx="41">
                  <c:v>3.6</c:v>
                </c:pt>
                <c:pt idx="42">
                  <c:v>3.6</c:v>
                </c:pt>
                <c:pt idx="43">
                  <c:v>3.6</c:v>
                </c:pt>
                <c:pt idx="44">
                  <c:v>3.6</c:v>
                </c:pt>
                <c:pt idx="45">
                  <c:v>3.6</c:v>
                </c:pt>
                <c:pt idx="46">
                  <c:v>3.6</c:v>
                </c:pt>
                <c:pt idx="47">
                  <c:v>3.6</c:v>
                </c:pt>
                <c:pt idx="48">
                  <c:v>3.6</c:v>
                </c:pt>
                <c:pt idx="49">
                  <c:v>3.7</c:v>
                </c:pt>
                <c:pt idx="50">
                  <c:v>3.7</c:v>
                </c:pt>
                <c:pt idx="51">
                  <c:v>3.5</c:v>
                </c:pt>
                <c:pt idx="52">
                  <c:v>3.5</c:v>
                </c:pt>
                <c:pt idx="53">
                  <c:v>3.7</c:v>
                </c:pt>
                <c:pt idx="54">
                  <c:v>3.7</c:v>
                </c:pt>
                <c:pt idx="55">
                  <c:v>3.7</c:v>
                </c:pt>
                <c:pt idx="56">
                  <c:v>3.7</c:v>
                </c:pt>
              </c:numCache>
            </c:numRef>
          </c:val>
          <c:smooth val="0"/>
          <c:extLst>
            <c:ext xmlns:c16="http://schemas.microsoft.com/office/drawing/2014/chart" uri="{C3380CC4-5D6E-409C-BE32-E72D297353CC}">
              <c16:uniqueId val="{00000001-04A0-4A11-A164-021CFCABC29B}"/>
            </c:ext>
          </c:extLst>
        </c:ser>
        <c:dLbls>
          <c:showLegendKey val="0"/>
          <c:showVal val="0"/>
          <c:showCatName val="0"/>
          <c:showSerName val="0"/>
          <c:showPercent val="0"/>
          <c:showBubbleSize val="0"/>
        </c:dLbls>
        <c:marker val="1"/>
        <c:smooth val="0"/>
        <c:axId val="1967709360"/>
        <c:axId val="1967707440"/>
      </c:lineChart>
      <c:dateAx>
        <c:axId val="676790256"/>
        <c:scaling>
          <c:orientation val="minMax"/>
        </c:scaling>
        <c:delete val="0"/>
        <c:axPos val="b"/>
        <c:numFmt formatCode="yyyy" sourceLinked="0"/>
        <c:majorTickMark val="none"/>
        <c:minorTickMark val="none"/>
        <c:tickLblPos val="nextTo"/>
        <c:spPr>
          <a:noFill/>
          <a:ln w="9525" cap="flat" cmpd="sng" algn="ctr">
            <a:solidFill>
              <a:schemeClr val="bg2"/>
            </a:solidFill>
            <a:round/>
          </a:ln>
          <a:effectLst/>
        </c:spPr>
        <c:txPr>
          <a:bodyPr rot="-5400000" spcFirstLastPara="1" vertOverflow="ellipsis" wrap="square" anchor="ctr" anchorCtr="1"/>
          <a:lstStyle/>
          <a:p>
            <a:pPr>
              <a:defRPr sz="1050" b="0" i="0" u="none" strike="noStrike" kern="1200" baseline="0">
                <a:solidFill>
                  <a:sysClr val="windowText" lastClr="000000"/>
                </a:solidFill>
                <a:latin typeface="Trebuchet MS" panose="020B0603020202020204" pitchFamily="34" charset="0"/>
                <a:ea typeface="+mn-ea"/>
                <a:cs typeface="+mn-cs"/>
              </a:defRPr>
            </a:pPr>
            <a:endParaRPr lang="es-PE"/>
          </a:p>
        </c:txPr>
        <c:crossAx val="676785456"/>
        <c:crosses val="autoZero"/>
        <c:auto val="1"/>
        <c:lblOffset val="100"/>
        <c:baseTimeUnit val="months"/>
        <c:majorUnit val="12"/>
        <c:majorTimeUnit val="months"/>
      </c:dateAx>
      <c:valAx>
        <c:axId val="676785456"/>
        <c:scaling>
          <c:orientation val="minMax"/>
          <c:max val="5"/>
          <c:min val="2"/>
        </c:scaling>
        <c:delete val="0"/>
        <c:axPos val="l"/>
        <c:majorGridlines>
          <c:spPr>
            <a:ln w="9525" cap="flat" cmpd="sng" algn="ctr">
              <a:solidFill>
                <a:schemeClr val="bg2"/>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Trebuchet MS" panose="020B0603020202020204" pitchFamily="34" charset="0"/>
                <a:ea typeface="+mn-ea"/>
                <a:cs typeface="+mn-cs"/>
              </a:defRPr>
            </a:pPr>
            <a:endParaRPr lang="es-PE"/>
          </a:p>
        </c:txPr>
        <c:crossAx val="676790256"/>
        <c:crosses val="autoZero"/>
        <c:crossBetween val="between"/>
      </c:valAx>
      <c:valAx>
        <c:axId val="1967707440"/>
        <c:scaling>
          <c:orientation val="minMax"/>
          <c:max val="4.5"/>
          <c:min val="2"/>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Trebuchet MS" panose="020B0603020202020204" pitchFamily="34" charset="0"/>
                <a:ea typeface="+mn-ea"/>
                <a:cs typeface="+mn-cs"/>
              </a:defRPr>
            </a:pPr>
            <a:endParaRPr lang="es-PE"/>
          </a:p>
        </c:txPr>
        <c:crossAx val="1967709360"/>
        <c:crosses val="max"/>
        <c:crossBetween val="between"/>
        <c:majorUnit val="0.5"/>
      </c:valAx>
      <c:dateAx>
        <c:axId val="1967709360"/>
        <c:scaling>
          <c:orientation val="minMax"/>
        </c:scaling>
        <c:delete val="1"/>
        <c:axPos val="b"/>
        <c:numFmt formatCode="yyyy\-mm\-dd" sourceLinked="1"/>
        <c:majorTickMark val="out"/>
        <c:minorTickMark val="none"/>
        <c:tickLblPos val="nextTo"/>
        <c:crossAx val="1967707440"/>
        <c:crosses val="autoZero"/>
        <c:auto val="1"/>
        <c:lblOffset val="100"/>
        <c:baseTimeUnit val="months"/>
      </c:dateAx>
      <c:spPr>
        <a:noFill/>
        <a:ln>
          <a:noFill/>
        </a:ln>
        <a:effectLst/>
      </c:spPr>
    </c:plotArea>
    <c:legend>
      <c:legendPos val="b"/>
      <c:layout>
        <c:manualLayout>
          <c:xMode val="edge"/>
          <c:yMode val="edge"/>
          <c:x val="0.51562833126871799"/>
          <c:y val="9.838044421825351E-2"/>
          <c:w val="0.40515062199503543"/>
          <c:h val="0.17550905041141165"/>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857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r>
              <a:rPr lang="es-PE" sz="1100" dirty="0"/>
              <a:t>U.S. PPI: </a:t>
            </a:r>
            <a:r>
              <a:rPr lang="es-PE" sz="1100" dirty="0" err="1"/>
              <a:t>Computer</a:t>
            </a:r>
            <a:r>
              <a:rPr lang="es-PE" sz="1100" dirty="0"/>
              <a:t> &amp; </a:t>
            </a:r>
            <a:r>
              <a:rPr lang="es-PE" sz="1100" dirty="0" err="1"/>
              <a:t>Electronics</a:t>
            </a:r>
            <a:r>
              <a:rPr lang="es-PE" sz="1100" dirty="0"/>
              <a:t> </a:t>
            </a:r>
            <a:r>
              <a:rPr lang="es-PE" sz="1100" dirty="0" err="1"/>
              <a:t>Manufacturing</a:t>
            </a:r>
            <a:r>
              <a:rPr lang="es-PE" sz="1100" dirty="0"/>
              <a:t> (%YoY) </a:t>
            </a:r>
            <a:endParaRPr lang="en-US" sz="11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endParaRPr lang="en-US"/>
        </a:p>
      </c:txPr>
    </c:title>
    <c:autoTitleDeleted val="0"/>
    <c:plotArea>
      <c:layout/>
      <c:lineChart>
        <c:grouping val="standard"/>
        <c:varyColors val="0"/>
        <c:ser>
          <c:idx val="0"/>
          <c:order val="0"/>
          <c:spPr>
            <a:ln w="28575" cap="rnd">
              <a:solidFill>
                <a:schemeClr val="tx2"/>
              </a:solidFill>
              <a:round/>
            </a:ln>
            <a:effectLst/>
          </c:spPr>
          <c:marker>
            <c:symbol val="none"/>
          </c:marker>
          <c:cat>
            <c:numRef>
              <c:f>PPI!$B$8:$B$87</c:f>
              <c:numCache>
                <c:formatCode>mmm\-yyyy</c:formatCode>
                <c:ptCount val="80"/>
                <c:pt idx="0">
                  <c:v>38989</c:v>
                </c:pt>
                <c:pt idx="1">
                  <c:v>39080</c:v>
                </c:pt>
                <c:pt idx="2">
                  <c:v>39171</c:v>
                </c:pt>
                <c:pt idx="3">
                  <c:v>39262</c:v>
                </c:pt>
                <c:pt idx="4">
                  <c:v>39353</c:v>
                </c:pt>
                <c:pt idx="5">
                  <c:v>39447</c:v>
                </c:pt>
                <c:pt idx="6">
                  <c:v>39538</c:v>
                </c:pt>
                <c:pt idx="7">
                  <c:v>39629</c:v>
                </c:pt>
                <c:pt idx="8">
                  <c:v>39721</c:v>
                </c:pt>
                <c:pt idx="9">
                  <c:v>39813</c:v>
                </c:pt>
                <c:pt idx="10">
                  <c:v>39903</c:v>
                </c:pt>
                <c:pt idx="11">
                  <c:v>39994</c:v>
                </c:pt>
                <c:pt idx="12">
                  <c:v>40086</c:v>
                </c:pt>
                <c:pt idx="13">
                  <c:v>40178</c:v>
                </c:pt>
                <c:pt idx="14">
                  <c:v>40268</c:v>
                </c:pt>
                <c:pt idx="15">
                  <c:v>40359</c:v>
                </c:pt>
                <c:pt idx="16">
                  <c:v>40451</c:v>
                </c:pt>
                <c:pt idx="17">
                  <c:v>40543</c:v>
                </c:pt>
                <c:pt idx="18">
                  <c:v>40633</c:v>
                </c:pt>
                <c:pt idx="19">
                  <c:v>40724</c:v>
                </c:pt>
                <c:pt idx="20">
                  <c:v>40816</c:v>
                </c:pt>
                <c:pt idx="21">
                  <c:v>40907</c:v>
                </c:pt>
                <c:pt idx="22">
                  <c:v>40998</c:v>
                </c:pt>
                <c:pt idx="23">
                  <c:v>41089</c:v>
                </c:pt>
                <c:pt idx="24">
                  <c:v>41180</c:v>
                </c:pt>
                <c:pt idx="25">
                  <c:v>41274</c:v>
                </c:pt>
                <c:pt idx="26">
                  <c:v>41362</c:v>
                </c:pt>
                <c:pt idx="27">
                  <c:v>41453</c:v>
                </c:pt>
                <c:pt idx="28">
                  <c:v>41547</c:v>
                </c:pt>
                <c:pt idx="29">
                  <c:v>41639</c:v>
                </c:pt>
                <c:pt idx="30">
                  <c:v>41729</c:v>
                </c:pt>
                <c:pt idx="31">
                  <c:v>41820</c:v>
                </c:pt>
                <c:pt idx="32">
                  <c:v>41912</c:v>
                </c:pt>
                <c:pt idx="33">
                  <c:v>42004</c:v>
                </c:pt>
                <c:pt idx="34">
                  <c:v>42094</c:v>
                </c:pt>
                <c:pt idx="35">
                  <c:v>42185</c:v>
                </c:pt>
                <c:pt idx="36">
                  <c:v>42277</c:v>
                </c:pt>
                <c:pt idx="37">
                  <c:v>42369</c:v>
                </c:pt>
                <c:pt idx="38">
                  <c:v>42460</c:v>
                </c:pt>
                <c:pt idx="39">
                  <c:v>42551</c:v>
                </c:pt>
                <c:pt idx="40">
                  <c:v>42643</c:v>
                </c:pt>
                <c:pt idx="41">
                  <c:v>42734</c:v>
                </c:pt>
                <c:pt idx="42">
                  <c:v>42825</c:v>
                </c:pt>
                <c:pt idx="43">
                  <c:v>42916</c:v>
                </c:pt>
                <c:pt idx="44">
                  <c:v>43007</c:v>
                </c:pt>
                <c:pt idx="45">
                  <c:v>43098</c:v>
                </c:pt>
                <c:pt idx="46">
                  <c:v>43189</c:v>
                </c:pt>
                <c:pt idx="47">
                  <c:v>43280</c:v>
                </c:pt>
                <c:pt idx="48">
                  <c:v>43371</c:v>
                </c:pt>
                <c:pt idx="49">
                  <c:v>43465</c:v>
                </c:pt>
                <c:pt idx="50">
                  <c:v>43553</c:v>
                </c:pt>
                <c:pt idx="51">
                  <c:v>43644</c:v>
                </c:pt>
                <c:pt idx="52">
                  <c:v>43738</c:v>
                </c:pt>
                <c:pt idx="53">
                  <c:v>43830</c:v>
                </c:pt>
                <c:pt idx="54">
                  <c:v>43921</c:v>
                </c:pt>
                <c:pt idx="55">
                  <c:v>44012</c:v>
                </c:pt>
                <c:pt idx="56">
                  <c:v>44104</c:v>
                </c:pt>
                <c:pt idx="57">
                  <c:v>44196</c:v>
                </c:pt>
                <c:pt idx="58">
                  <c:v>44286</c:v>
                </c:pt>
                <c:pt idx="59">
                  <c:v>44377</c:v>
                </c:pt>
                <c:pt idx="60">
                  <c:v>44469</c:v>
                </c:pt>
                <c:pt idx="61">
                  <c:v>44561</c:v>
                </c:pt>
                <c:pt idx="62">
                  <c:v>44651</c:v>
                </c:pt>
                <c:pt idx="63">
                  <c:v>44742</c:v>
                </c:pt>
                <c:pt idx="64">
                  <c:v>44834</c:v>
                </c:pt>
                <c:pt idx="65">
                  <c:v>44925</c:v>
                </c:pt>
                <c:pt idx="66">
                  <c:v>45016</c:v>
                </c:pt>
                <c:pt idx="67">
                  <c:v>45107</c:v>
                </c:pt>
                <c:pt idx="68">
                  <c:v>45198</c:v>
                </c:pt>
                <c:pt idx="69">
                  <c:v>45289</c:v>
                </c:pt>
                <c:pt idx="70">
                  <c:v>45380</c:v>
                </c:pt>
                <c:pt idx="71">
                  <c:v>45471</c:v>
                </c:pt>
                <c:pt idx="72">
                  <c:v>45565</c:v>
                </c:pt>
                <c:pt idx="73">
                  <c:v>45657</c:v>
                </c:pt>
                <c:pt idx="74">
                  <c:v>45747</c:v>
                </c:pt>
                <c:pt idx="75">
                  <c:v>45838</c:v>
                </c:pt>
                <c:pt idx="76">
                  <c:v>45930</c:v>
                </c:pt>
                <c:pt idx="77">
                  <c:v>46022</c:v>
                </c:pt>
                <c:pt idx="78">
                  <c:v>46112</c:v>
                </c:pt>
                <c:pt idx="79">
                  <c:v>46203</c:v>
                </c:pt>
              </c:numCache>
            </c:numRef>
          </c:cat>
          <c:val>
            <c:numRef>
              <c:f>PPI!$D$8:$D$87</c:f>
              <c:numCache>
                <c:formatCode>0.0%</c:formatCode>
                <c:ptCount val="80"/>
                <c:pt idx="0">
                  <c:v>-5.1493305870237149E-3</c:v>
                </c:pt>
                <c:pt idx="1">
                  <c:v>-4.1407867494822614E-3</c:v>
                </c:pt>
                <c:pt idx="2">
                  <c:v>-1.4507772020725396E-2</c:v>
                </c:pt>
                <c:pt idx="3">
                  <c:v>-1.9689119170984481E-2</c:v>
                </c:pt>
                <c:pt idx="4">
                  <c:v>-3.4161490683229823E-2</c:v>
                </c:pt>
                <c:pt idx="5">
                  <c:v>-3.7422037422037535E-2</c:v>
                </c:pt>
                <c:pt idx="6">
                  <c:v>-2.5236593059936863E-2</c:v>
                </c:pt>
                <c:pt idx="7">
                  <c:v>-1.9027484143763207E-2</c:v>
                </c:pt>
                <c:pt idx="8">
                  <c:v>-6.4308681672025081E-3</c:v>
                </c:pt>
                <c:pt idx="9">
                  <c:v>-2.1598272138227959E-3</c:v>
                </c:pt>
                <c:pt idx="10">
                  <c:v>-3.2362459546925182E-3</c:v>
                </c:pt>
                <c:pt idx="11">
                  <c:v>-7.5431034482759118E-3</c:v>
                </c:pt>
                <c:pt idx="12">
                  <c:v>-8.6299892125134559E-3</c:v>
                </c:pt>
                <c:pt idx="13">
                  <c:v>-7.575757575757569E-3</c:v>
                </c:pt>
                <c:pt idx="14">
                  <c:v>-8.6580086580088089E-3</c:v>
                </c:pt>
                <c:pt idx="15">
                  <c:v>-1.0857763300760048E-2</c:v>
                </c:pt>
                <c:pt idx="16">
                  <c:v>-1.3057671381936919E-2</c:v>
                </c:pt>
                <c:pt idx="17">
                  <c:v>-1.7448200654307633E-2</c:v>
                </c:pt>
                <c:pt idx="18">
                  <c:v>-1.4192139737991272E-2</c:v>
                </c:pt>
                <c:pt idx="19">
                  <c:v>-9.8792535675081838E-3</c:v>
                </c:pt>
                <c:pt idx="20">
                  <c:v>-9.9228224917310426E-3</c:v>
                </c:pt>
                <c:pt idx="21">
                  <c:v>-6.6592674805771024E-3</c:v>
                </c:pt>
                <c:pt idx="22">
                  <c:v>-6.6445182724251817E-3</c:v>
                </c:pt>
                <c:pt idx="23">
                  <c:v>-6.6518847006652448E-3</c:v>
                </c:pt>
                <c:pt idx="24">
                  <c:v>-7.7951002227172328E-3</c:v>
                </c:pt>
                <c:pt idx="25">
                  <c:v>-6.7039106145250216E-3</c:v>
                </c:pt>
                <c:pt idx="26">
                  <c:v>-5.5741360089186509E-3</c:v>
                </c:pt>
                <c:pt idx="27">
                  <c:v>-2.2321428571426827E-3</c:v>
                </c:pt>
                <c:pt idx="28">
                  <c:v>4.4893378226711356E-3</c:v>
                </c:pt>
                <c:pt idx="29">
                  <c:v>5.6242969628796935E-3</c:v>
                </c:pt>
                <c:pt idx="30">
                  <c:v>2.2421524663678305E-3</c:v>
                </c:pt>
                <c:pt idx="31">
                  <c:v>0</c:v>
                </c:pt>
                <c:pt idx="32">
                  <c:v>-1.1173184357541333E-3</c:v>
                </c:pt>
                <c:pt idx="33">
                  <c:v>0</c:v>
                </c:pt>
                <c:pt idx="34">
                  <c:v>0</c:v>
                </c:pt>
                <c:pt idx="35">
                  <c:v>-2.2371364653244186E-3</c:v>
                </c:pt>
                <c:pt idx="36">
                  <c:v>-3.3557046979867389E-3</c:v>
                </c:pt>
                <c:pt idx="37">
                  <c:v>-3.3557046979867389E-3</c:v>
                </c:pt>
                <c:pt idx="38">
                  <c:v>-7.829977628635354E-3</c:v>
                </c:pt>
                <c:pt idx="39">
                  <c:v>-4.484304932735439E-3</c:v>
                </c:pt>
                <c:pt idx="40">
                  <c:v>-6.7340067340067034E-3</c:v>
                </c:pt>
                <c:pt idx="41">
                  <c:v>-1.0101010101010055E-2</c:v>
                </c:pt>
                <c:pt idx="42">
                  <c:v>1.1273957158961512E-3</c:v>
                </c:pt>
                <c:pt idx="43">
                  <c:v>1.1261261261261701E-3</c:v>
                </c:pt>
                <c:pt idx="44">
                  <c:v>-2.2598870056497189E-3</c:v>
                </c:pt>
                <c:pt idx="45">
                  <c:v>1.1337868480725266E-3</c:v>
                </c:pt>
                <c:pt idx="46">
                  <c:v>2.2522522522523403E-3</c:v>
                </c:pt>
                <c:pt idx="47">
                  <c:v>2.2497187851517886E-3</c:v>
                </c:pt>
                <c:pt idx="48">
                  <c:v>6.7950169875425903E-3</c:v>
                </c:pt>
                <c:pt idx="49">
                  <c:v>5.6625141562853809E-3</c:v>
                </c:pt>
                <c:pt idx="50">
                  <c:v>8.9887640449437534E-3</c:v>
                </c:pt>
                <c:pt idx="51">
                  <c:v>8.9786756453424932E-3</c:v>
                </c:pt>
                <c:pt idx="52">
                  <c:v>1.1248593925759387E-2</c:v>
                </c:pt>
                <c:pt idx="53">
                  <c:v>1.5765765765765938E-2</c:v>
                </c:pt>
                <c:pt idx="54">
                  <c:v>1.3363028953229383E-2</c:v>
                </c:pt>
                <c:pt idx="55">
                  <c:v>8.8987764182424378E-3</c:v>
                </c:pt>
                <c:pt idx="56">
                  <c:v>8.8987764182424378E-3</c:v>
                </c:pt>
                <c:pt idx="57">
                  <c:v>2.2172949002217113E-3</c:v>
                </c:pt>
                <c:pt idx="58">
                  <c:v>-4.395604395604491E-3</c:v>
                </c:pt>
                <c:pt idx="59">
                  <c:v>5.5126791620727644E-3</c:v>
                </c:pt>
                <c:pt idx="60">
                  <c:v>1.6394707828004451E-2</c:v>
                </c:pt>
                <c:pt idx="61">
                  <c:v>2.8783185840707937E-2</c:v>
                </c:pt>
                <c:pt idx="62">
                  <c:v>5.1997792494481443E-2</c:v>
                </c:pt>
                <c:pt idx="63">
                  <c:v>5.7752192982456041E-2</c:v>
                </c:pt>
                <c:pt idx="64">
                  <c:v>5.1428075542104601E-2</c:v>
                </c:pt>
                <c:pt idx="65">
                  <c:v>5.1902109632050886E-2</c:v>
                </c:pt>
                <c:pt idx="66">
                  <c:v>3.8369128432185207E-2</c:v>
                </c:pt>
                <c:pt idx="67">
                  <c:v>2.5532047228586041E-2</c:v>
                </c:pt>
                <c:pt idx="68">
                  <c:v>2.6834351271046497E-2</c:v>
                </c:pt>
                <c:pt idx="69">
                  <c:v>2.0229175397888266E-2</c:v>
                </c:pt>
                <c:pt idx="70">
                  <c:v>2.7231024169428464E-2</c:v>
                </c:pt>
                <c:pt idx="71">
                  <c:v>3.1294854947942818E-2</c:v>
                </c:pt>
                <c:pt idx="72">
                  <c:v>2.767032724130658E-2</c:v>
                </c:pt>
                <c:pt idx="73">
                  <c:v>3.6730522603398486E-2</c:v>
                </c:pt>
                <c:pt idx="74">
                  <c:v>2.8289544868831396E-2</c:v>
                </c:pt>
                <c:pt idx="75">
                  <c:v>2.9404269499931468E-2</c:v>
                </c:pt>
                <c:pt idx="76">
                  <c:v>4.1101649345443469E-2</c:v>
                </c:pt>
                <c:pt idx="77">
                  <c:v>4.6001894195643267E-2</c:v>
                </c:pt>
                <c:pt idx="78">
                  <c:v>0.10675441701183286</c:v>
                </c:pt>
                <c:pt idx="79">
                  <c:v>0.12644488031535039</c:v>
                </c:pt>
              </c:numCache>
            </c:numRef>
          </c:val>
          <c:smooth val="0"/>
          <c:extLst>
            <c:ext xmlns:c16="http://schemas.microsoft.com/office/drawing/2014/chart" uri="{C3380CC4-5D6E-409C-BE32-E72D297353CC}">
              <c16:uniqueId val="{00000000-DFF9-498E-BC77-150F22C53815}"/>
            </c:ext>
          </c:extLst>
        </c:ser>
        <c:dLbls>
          <c:showLegendKey val="0"/>
          <c:showVal val="0"/>
          <c:showCatName val="0"/>
          <c:showSerName val="0"/>
          <c:showPercent val="0"/>
          <c:showBubbleSize val="0"/>
        </c:dLbls>
        <c:smooth val="0"/>
        <c:axId val="680906352"/>
        <c:axId val="680907792"/>
      </c:lineChart>
      <c:dateAx>
        <c:axId val="680906352"/>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07792"/>
        <c:crosses val="autoZero"/>
        <c:auto val="1"/>
        <c:lblOffset val="100"/>
        <c:baseTimeUnit val="months"/>
      </c:dateAx>
      <c:valAx>
        <c:axId val="680907792"/>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06352"/>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r>
              <a:rPr lang="es-PE" sz="1100" dirty="0"/>
              <a:t>Private</a:t>
            </a:r>
            <a:r>
              <a:rPr lang="es-PE" sz="1100" baseline="0" dirty="0"/>
              <a:t> Capital </a:t>
            </a:r>
            <a:r>
              <a:rPr lang="es-PE" sz="1100" baseline="0" dirty="0" err="1"/>
              <a:t>Equipment</a:t>
            </a:r>
            <a:r>
              <a:rPr lang="es-PE" sz="1100" baseline="0" dirty="0"/>
              <a:t> </a:t>
            </a:r>
            <a:r>
              <a:rPr lang="es-PE" sz="1100" dirty="0"/>
              <a:t>(%YoY) </a:t>
            </a:r>
            <a:endParaRPr lang="en-US" sz="11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Trebuchet MS" panose="020B0603020202020204" pitchFamily="34" charset="0"/>
              <a:ea typeface="+mn-ea"/>
              <a:cs typeface="+mn-cs"/>
            </a:defRPr>
          </a:pPr>
          <a:endParaRPr lang="en-US"/>
        </a:p>
      </c:txPr>
    </c:title>
    <c:autoTitleDeleted val="0"/>
    <c:plotArea>
      <c:layout/>
      <c:lineChart>
        <c:grouping val="standard"/>
        <c:varyColors val="0"/>
        <c:ser>
          <c:idx val="0"/>
          <c:order val="0"/>
          <c:spPr>
            <a:ln w="28575" cap="rnd">
              <a:solidFill>
                <a:schemeClr val="tx2"/>
              </a:solidFill>
              <a:round/>
            </a:ln>
            <a:effectLst/>
          </c:spPr>
          <c:marker>
            <c:symbol val="none"/>
          </c:marker>
          <c:cat>
            <c:numRef>
              <c:f>PPI!$L$717:$L$955</c:f>
              <c:numCache>
                <c:formatCode>mmm\-yyyy</c:formatCode>
                <c:ptCount val="239"/>
                <c:pt idx="0">
                  <c:v>38961</c:v>
                </c:pt>
                <c:pt idx="1">
                  <c:v>38991</c:v>
                </c:pt>
                <c:pt idx="2">
                  <c:v>39022</c:v>
                </c:pt>
                <c:pt idx="3">
                  <c:v>39052</c:v>
                </c:pt>
                <c:pt idx="4">
                  <c:v>39083</c:v>
                </c:pt>
                <c:pt idx="5">
                  <c:v>39114</c:v>
                </c:pt>
                <c:pt idx="6">
                  <c:v>39142</c:v>
                </c:pt>
                <c:pt idx="7">
                  <c:v>39173</c:v>
                </c:pt>
                <c:pt idx="8">
                  <c:v>39203</c:v>
                </c:pt>
                <c:pt idx="9">
                  <c:v>39234</c:v>
                </c:pt>
                <c:pt idx="10">
                  <c:v>39264</c:v>
                </c:pt>
                <c:pt idx="11">
                  <c:v>39295</c:v>
                </c:pt>
                <c:pt idx="12">
                  <c:v>39326</c:v>
                </c:pt>
                <c:pt idx="13">
                  <c:v>39356</c:v>
                </c:pt>
                <c:pt idx="14">
                  <c:v>39387</c:v>
                </c:pt>
                <c:pt idx="15">
                  <c:v>39417</c:v>
                </c:pt>
                <c:pt idx="16">
                  <c:v>39448</c:v>
                </c:pt>
                <c:pt idx="17">
                  <c:v>39479</c:v>
                </c:pt>
                <c:pt idx="18">
                  <c:v>39508</c:v>
                </c:pt>
                <c:pt idx="19">
                  <c:v>39539</c:v>
                </c:pt>
                <c:pt idx="20">
                  <c:v>39569</c:v>
                </c:pt>
                <c:pt idx="21">
                  <c:v>39600</c:v>
                </c:pt>
                <c:pt idx="22">
                  <c:v>39630</c:v>
                </c:pt>
                <c:pt idx="23">
                  <c:v>39661</c:v>
                </c:pt>
                <c:pt idx="24">
                  <c:v>39692</c:v>
                </c:pt>
                <c:pt idx="25">
                  <c:v>39722</c:v>
                </c:pt>
                <c:pt idx="26">
                  <c:v>39753</c:v>
                </c:pt>
                <c:pt idx="27">
                  <c:v>39783</c:v>
                </c:pt>
                <c:pt idx="28">
                  <c:v>39814</c:v>
                </c:pt>
                <c:pt idx="29">
                  <c:v>39845</c:v>
                </c:pt>
                <c:pt idx="30">
                  <c:v>39873</c:v>
                </c:pt>
                <c:pt idx="31">
                  <c:v>39904</c:v>
                </c:pt>
                <c:pt idx="32">
                  <c:v>39934</c:v>
                </c:pt>
                <c:pt idx="33">
                  <c:v>39965</c:v>
                </c:pt>
                <c:pt idx="34">
                  <c:v>39995</c:v>
                </c:pt>
                <c:pt idx="35">
                  <c:v>40026</c:v>
                </c:pt>
                <c:pt idx="36">
                  <c:v>40057</c:v>
                </c:pt>
                <c:pt idx="37">
                  <c:v>40087</c:v>
                </c:pt>
                <c:pt idx="38">
                  <c:v>40118</c:v>
                </c:pt>
                <c:pt idx="39">
                  <c:v>40148</c:v>
                </c:pt>
                <c:pt idx="40">
                  <c:v>40179</c:v>
                </c:pt>
                <c:pt idx="41">
                  <c:v>40210</c:v>
                </c:pt>
                <c:pt idx="42">
                  <c:v>40238</c:v>
                </c:pt>
                <c:pt idx="43">
                  <c:v>40269</c:v>
                </c:pt>
                <c:pt idx="44">
                  <c:v>40299</c:v>
                </c:pt>
                <c:pt idx="45">
                  <c:v>40330</c:v>
                </c:pt>
                <c:pt idx="46">
                  <c:v>40360</c:v>
                </c:pt>
                <c:pt idx="47">
                  <c:v>40391</c:v>
                </c:pt>
                <c:pt idx="48">
                  <c:v>40422</c:v>
                </c:pt>
                <c:pt idx="49">
                  <c:v>40452</c:v>
                </c:pt>
                <c:pt idx="50">
                  <c:v>40483</c:v>
                </c:pt>
                <c:pt idx="51">
                  <c:v>40513</c:v>
                </c:pt>
                <c:pt idx="52">
                  <c:v>40544</c:v>
                </c:pt>
                <c:pt idx="53">
                  <c:v>40575</c:v>
                </c:pt>
                <c:pt idx="54">
                  <c:v>40603</c:v>
                </c:pt>
                <c:pt idx="55">
                  <c:v>40634</c:v>
                </c:pt>
                <c:pt idx="56">
                  <c:v>40664</c:v>
                </c:pt>
                <c:pt idx="57">
                  <c:v>40695</c:v>
                </c:pt>
                <c:pt idx="58">
                  <c:v>40725</c:v>
                </c:pt>
                <c:pt idx="59">
                  <c:v>40756</c:v>
                </c:pt>
                <c:pt idx="60">
                  <c:v>40787</c:v>
                </c:pt>
                <c:pt idx="61">
                  <c:v>40817</c:v>
                </c:pt>
                <c:pt idx="62">
                  <c:v>40848</c:v>
                </c:pt>
                <c:pt idx="63">
                  <c:v>40878</c:v>
                </c:pt>
                <c:pt idx="64">
                  <c:v>40909</c:v>
                </c:pt>
                <c:pt idx="65">
                  <c:v>40940</c:v>
                </c:pt>
                <c:pt idx="66">
                  <c:v>40969</c:v>
                </c:pt>
                <c:pt idx="67">
                  <c:v>41000</c:v>
                </c:pt>
                <c:pt idx="68">
                  <c:v>41030</c:v>
                </c:pt>
                <c:pt idx="69">
                  <c:v>41061</c:v>
                </c:pt>
                <c:pt idx="70">
                  <c:v>41091</c:v>
                </c:pt>
                <c:pt idx="71">
                  <c:v>41122</c:v>
                </c:pt>
                <c:pt idx="72">
                  <c:v>41153</c:v>
                </c:pt>
                <c:pt idx="73">
                  <c:v>41183</c:v>
                </c:pt>
                <c:pt idx="74">
                  <c:v>41214</c:v>
                </c:pt>
                <c:pt idx="75">
                  <c:v>41244</c:v>
                </c:pt>
                <c:pt idx="76">
                  <c:v>41275</c:v>
                </c:pt>
                <c:pt idx="77">
                  <c:v>41306</c:v>
                </c:pt>
                <c:pt idx="78">
                  <c:v>41334</c:v>
                </c:pt>
                <c:pt idx="79">
                  <c:v>41365</c:v>
                </c:pt>
                <c:pt idx="80">
                  <c:v>41395</c:v>
                </c:pt>
                <c:pt idx="81">
                  <c:v>41426</c:v>
                </c:pt>
                <c:pt idx="82">
                  <c:v>41456</c:v>
                </c:pt>
                <c:pt idx="83">
                  <c:v>41487</c:v>
                </c:pt>
                <c:pt idx="84">
                  <c:v>41518</c:v>
                </c:pt>
                <c:pt idx="85">
                  <c:v>41548</c:v>
                </c:pt>
                <c:pt idx="86">
                  <c:v>41579</c:v>
                </c:pt>
                <c:pt idx="87">
                  <c:v>41609</c:v>
                </c:pt>
                <c:pt idx="88">
                  <c:v>41640</c:v>
                </c:pt>
                <c:pt idx="89">
                  <c:v>41671</c:v>
                </c:pt>
                <c:pt idx="90">
                  <c:v>41699</c:v>
                </c:pt>
                <c:pt idx="91">
                  <c:v>41730</c:v>
                </c:pt>
                <c:pt idx="92">
                  <c:v>41760</c:v>
                </c:pt>
                <c:pt idx="93">
                  <c:v>41791</c:v>
                </c:pt>
                <c:pt idx="94">
                  <c:v>41821</c:v>
                </c:pt>
                <c:pt idx="95">
                  <c:v>41852</c:v>
                </c:pt>
                <c:pt idx="96">
                  <c:v>41883</c:v>
                </c:pt>
                <c:pt idx="97">
                  <c:v>41913</c:v>
                </c:pt>
                <c:pt idx="98">
                  <c:v>41944</c:v>
                </c:pt>
                <c:pt idx="99">
                  <c:v>41974</c:v>
                </c:pt>
                <c:pt idx="100">
                  <c:v>42005</c:v>
                </c:pt>
                <c:pt idx="101">
                  <c:v>42036</c:v>
                </c:pt>
                <c:pt idx="102">
                  <c:v>42064</c:v>
                </c:pt>
                <c:pt idx="103">
                  <c:v>42095</c:v>
                </c:pt>
                <c:pt idx="104">
                  <c:v>42125</c:v>
                </c:pt>
                <c:pt idx="105">
                  <c:v>42156</c:v>
                </c:pt>
                <c:pt idx="106">
                  <c:v>42186</c:v>
                </c:pt>
                <c:pt idx="107">
                  <c:v>42217</c:v>
                </c:pt>
                <c:pt idx="108">
                  <c:v>42248</c:v>
                </c:pt>
                <c:pt idx="109">
                  <c:v>42278</c:v>
                </c:pt>
                <c:pt idx="110">
                  <c:v>42309</c:v>
                </c:pt>
                <c:pt idx="111">
                  <c:v>42339</c:v>
                </c:pt>
                <c:pt idx="112">
                  <c:v>42370</c:v>
                </c:pt>
                <c:pt idx="113">
                  <c:v>42401</c:v>
                </c:pt>
                <c:pt idx="114">
                  <c:v>42430</c:v>
                </c:pt>
                <c:pt idx="115">
                  <c:v>42461</c:v>
                </c:pt>
                <c:pt idx="116">
                  <c:v>42491</c:v>
                </c:pt>
                <c:pt idx="117">
                  <c:v>42522</c:v>
                </c:pt>
                <c:pt idx="118">
                  <c:v>42552</c:v>
                </c:pt>
                <c:pt idx="119">
                  <c:v>42583</c:v>
                </c:pt>
                <c:pt idx="120">
                  <c:v>42614</c:v>
                </c:pt>
                <c:pt idx="121">
                  <c:v>42644</c:v>
                </c:pt>
                <c:pt idx="122">
                  <c:v>42675</c:v>
                </c:pt>
                <c:pt idx="123">
                  <c:v>42705</c:v>
                </c:pt>
                <c:pt idx="124">
                  <c:v>42736</c:v>
                </c:pt>
                <c:pt idx="125">
                  <c:v>42767</c:v>
                </c:pt>
                <c:pt idx="126">
                  <c:v>42795</c:v>
                </c:pt>
                <c:pt idx="127">
                  <c:v>42826</c:v>
                </c:pt>
                <c:pt idx="128">
                  <c:v>42856</c:v>
                </c:pt>
                <c:pt idx="129">
                  <c:v>42887</c:v>
                </c:pt>
                <c:pt idx="130">
                  <c:v>42917</c:v>
                </c:pt>
                <c:pt idx="131">
                  <c:v>42948</c:v>
                </c:pt>
                <c:pt idx="132">
                  <c:v>42979</c:v>
                </c:pt>
                <c:pt idx="133">
                  <c:v>43009</c:v>
                </c:pt>
                <c:pt idx="134">
                  <c:v>43040</c:v>
                </c:pt>
                <c:pt idx="135">
                  <c:v>43070</c:v>
                </c:pt>
                <c:pt idx="136">
                  <c:v>43101</c:v>
                </c:pt>
                <c:pt idx="137">
                  <c:v>43132</c:v>
                </c:pt>
                <c:pt idx="138">
                  <c:v>43160</c:v>
                </c:pt>
                <c:pt idx="139">
                  <c:v>43191</c:v>
                </c:pt>
                <c:pt idx="140">
                  <c:v>43221</c:v>
                </c:pt>
                <c:pt idx="141">
                  <c:v>43252</c:v>
                </c:pt>
                <c:pt idx="142">
                  <c:v>43282</c:v>
                </c:pt>
                <c:pt idx="143">
                  <c:v>43313</c:v>
                </c:pt>
                <c:pt idx="144">
                  <c:v>43344</c:v>
                </c:pt>
                <c:pt idx="145">
                  <c:v>43374</c:v>
                </c:pt>
                <c:pt idx="146">
                  <c:v>43405</c:v>
                </c:pt>
                <c:pt idx="147">
                  <c:v>43435</c:v>
                </c:pt>
                <c:pt idx="148">
                  <c:v>43466</c:v>
                </c:pt>
                <c:pt idx="149">
                  <c:v>43497</c:v>
                </c:pt>
                <c:pt idx="150">
                  <c:v>43525</c:v>
                </c:pt>
                <c:pt idx="151">
                  <c:v>43556</c:v>
                </c:pt>
                <c:pt idx="152">
                  <c:v>43586</c:v>
                </c:pt>
                <c:pt idx="153">
                  <c:v>43617</c:v>
                </c:pt>
                <c:pt idx="154">
                  <c:v>43647</c:v>
                </c:pt>
                <c:pt idx="155">
                  <c:v>43678</c:v>
                </c:pt>
                <c:pt idx="156">
                  <c:v>43709</c:v>
                </c:pt>
                <c:pt idx="157">
                  <c:v>43739</c:v>
                </c:pt>
                <c:pt idx="158">
                  <c:v>43770</c:v>
                </c:pt>
                <c:pt idx="159">
                  <c:v>43800</c:v>
                </c:pt>
                <c:pt idx="160">
                  <c:v>43831</c:v>
                </c:pt>
                <c:pt idx="161">
                  <c:v>43862</c:v>
                </c:pt>
                <c:pt idx="162">
                  <c:v>43891</c:v>
                </c:pt>
                <c:pt idx="163">
                  <c:v>43922</c:v>
                </c:pt>
                <c:pt idx="164">
                  <c:v>43952</c:v>
                </c:pt>
                <c:pt idx="165">
                  <c:v>43983</c:v>
                </c:pt>
                <c:pt idx="166">
                  <c:v>44013</c:v>
                </c:pt>
                <c:pt idx="167">
                  <c:v>44044</c:v>
                </c:pt>
                <c:pt idx="168">
                  <c:v>44075</c:v>
                </c:pt>
                <c:pt idx="169">
                  <c:v>44105</c:v>
                </c:pt>
                <c:pt idx="170">
                  <c:v>44136</c:v>
                </c:pt>
                <c:pt idx="171">
                  <c:v>44166</c:v>
                </c:pt>
                <c:pt idx="172">
                  <c:v>44197</c:v>
                </c:pt>
                <c:pt idx="173">
                  <c:v>44228</c:v>
                </c:pt>
                <c:pt idx="174">
                  <c:v>44256</c:v>
                </c:pt>
                <c:pt idx="175">
                  <c:v>44287</c:v>
                </c:pt>
                <c:pt idx="176">
                  <c:v>44317</c:v>
                </c:pt>
                <c:pt idx="177">
                  <c:v>44348</c:v>
                </c:pt>
                <c:pt idx="178">
                  <c:v>44378</c:v>
                </c:pt>
                <c:pt idx="179">
                  <c:v>44409</c:v>
                </c:pt>
                <c:pt idx="180">
                  <c:v>44440</c:v>
                </c:pt>
                <c:pt idx="181">
                  <c:v>44470</c:v>
                </c:pt>
                <c:pt idx="182">
                  <c:v>44501</c:v>
                </c:pt>
                <c:pt idx="183">
                  <c:v>44531</c:v>
                </c:pt>
                <c:pt idx="184">
                  <c:v>44562</c:v>
                </c:pt>
                <c:pt idx="185">
                  <c:v>44593</c:v>
                </c:pt>
                <c:pt idx="186">
                  <c:v>44621</c:v>
                </c:pt>
                <c:pt idx="187">
                  <c:v>44652</c:v>
                </c:pt>
                <c:pt idx="188">
                  <c:v>44682</c:v>
                </c:pt>
                <c:pt idx="189">
                  <c:v>44713</c:v>
                </c:pt>
                <c:pt idx="190">
                  <c:v>44743</c:v>
                </c:pt>
                <c:pt idx="191">
                  <c:v>44774</c:v>
                </c:pt>
                <c:pt idx="192">
                  <c:v>44805</c:v>
                </c:pt>
                <c:pt idx="193">
                  <c:v>44835</c:v>
                </c:pt>
                <c:pt idx="194">
                  <c:v>44866</c:v>
                </c:pt>
                <c:pt idx="195">
                  <c:v>44896</c:v>
                </c:pt>
                <c:pt idx="196">
                  <c:v>44927</c:v>
                </c:pt>
                <c:pt idx="197">
                  <c:v>44958</c:v>
                </c:pt>
                <c:pt idx="198">
                  <c:v>44986</c:v>
                </c:pt>
                <c:pt idx="199">
                  <c:v>45017</c:v>
                </c:pt>
                <c:pt idx="200">
                  <c:v>45047</c:v>
                </c:pt>
                <c:pt idx="201">
                  <c:v>45078</c:v>
                </c:pt>
                <c:pt idx="202">
                  <c:v>45108</c:v>
                </c:pt>
                <c:pt idx="203">
                  <c:v>45139</c:v>
                </c:pt>
                <c:pt idx="204">
                  <c:v>45170</c:v>
                </c:pt>
                <c:pt idx="205">
                  <c:v>45200</c:v>
                </c:pt>
                <c:pt idx="206">
                  <c:v>45231</c:v>
                </c:pt>
                <c:pt idx="207">
                  <c:v>45261</c:v>
                </c:pt>
                <c:pt idx="208">
                  <c:v>45292</c:v>
                </c:pt>
                <c:pt idx="209">
                  <c:v>45323</c:v>
                </c:pt>
                <c:pt idx="210">
                  <c:v>45352</c:v>
                </c:pt>
                <c:pt idx="211">
                  <c:v>45383</c:v>
                </c:pt>
                <c:pt idx="212">
                  <c:v>45413</c:v>
                </c:pt>
                <c:pt idx="213">
                  <c:v>45444</c:v>
                </c:pt>
                <c:pt idx="214">
                  <c:v>45474</c:v>
                </c:pt>
                <c:pt idx="215">
                  <c:v>45505</c:v>
                </c:pt>
                <c:pt idx="216">
                  <c:v>45536</c:v>
                </c:pt>
                <c:pt idx="217">
                  <c:v>45566</c:v>
                </c:pt>
                <c:pt idx="218">
                  <c:v>45597</c:v>
                </c:pt>
                <c:pt idx="219">
                  <c:v>45627</c:v>
                </c:pt>
                <c:pt idx="220">
                  <c:v>45658</c:v>
                </c:pt>
                <c:pt idx="221">
                  <c:v>45689</c:v>
                </c:pt>
                <c:pt idx="222">
                  <c:v>45717</c:v>
                </c:pt>
                <c:pt idx="223">
                  <c:v>45748</c:v>
                </c:pt>
                <c:pt idx="224">
                  <c:v>45778</c:v>
                </c:pt>
                <c:pt idx="225">
                  <c:v>45809</c:v>
                </c:pt>
                <c:pt idx="226">
                  <c:v>45839</c:v>
                </c:pt>
                <c:pt idx="227">
                  <c:v>45870</c:v>
                </c:pt>
                <c:pt idx="228">
                  <c:v>45901</c:v>
                </c:pt>
                <c:pt idx="229">
                  <c:v>45931</c:v>
                </c:pt>
                <c:pt idx="230">
                  <c:v>45962</c:v>
                </c:pt>
                <c:pt idx="231">
                  <c:v>45992</c:v>
                </c:pt>
                <c:pt idx="232">
                  <c:v>46023</c:v>
                </c:pt>
                <c:pt idx="233">
                  <c:v>46054</c:v>
                </c:pt>
                <c:pt idx="234">
                  <c:v>46082</c:v>
                </c:pt>
                <c:pt idx="235">
                  <c:v>46113</c:v>
                </c:pt>
                <c:pt idx="236">
                  <c:v>46143</c:v>
                </c:pt>
                <c:pt idx="237">
                  <c:v>46174</c:v>
                </c:pt>
                <c:pt idx="238">
                  <c:v>46204</c:v>
                </c:pt>
              </c:numCache>
            </c:numRef>
          </c:cat>
          <c:val>
            <c:numRef>
              <c:f>PPI!$N$717:$N$955</c:f>
              <c:numCache>
                <c:formatCode>0.0%</c:formatCode>
                <c:ptCount val="239"/>
                <c:pt idx="0">
                  <c:v>1.5141087405368125E-2</c:v>
                </c:pt>
                <c:pt idx="1">
                  <c:v>1.1707988980716344E-2</c:v>
                </c:pt>
                <c:pt idx="2">
                  <c:v>2.2758620689655285E-2</c:v>
                </c:pt>
                <c:pt idx="3">
                  <c:v>2.2758620689655285E-2</c:v>
                </c:pt>
                <c:pt idx="4">
                  <c:v>2.130584192439855E-2</c:v>
                </c:pt>
                <c:pt idx="5">
                  <c:v>2.0547945205479534E-2</c:v>
                </c:pt>
                <c:pt idx="6">
                  <c:v>1.9138755980861122E-2</c:v>
                </c:pt>
                <c:pt idx="7">
                  <c:v>1.7735334242837686E-2</c:v>
                </c:pt>
                <c:pt idx="8">
                  <c:v>1.7018379850238352E-2</c:v>
                </c:pt>
                <c:pt idx="9">
                  <c:v>1.6315431679129855E-2</c:v>
                </c:pt>
                <c:pt idx="10">
                  <c:v>2.3224043715847076E-2</c:v>
                </c:pt>
                <c:pt idx="11">
                  <c:v>1.8354860639021142E-2</c:v>
                </c:pt>
                <c:pt idx="12">
                  <c:v>1.5593220338983027E-2</c:v>
                </c:pt>
                <c:pt idx="13">
                  <c:v>2.3144996596323963E-2</c:v>
                </c:pt>
                <c:pt idx="14">
                  <c:v>1.6183412002697128E-2</c:v>
                </c:pt>
                <c:pt idx="15">
                  <c:v>1.4834794335805812E-2</c:v>
                </c:pt>
                <c:pt idx="16">
                  <c:v>1.7496635262449489E-2</c:v>
                </c:pt>
                <c:pt idx="17">
                  <c:v>1.8120805369127524E-2</c:v>
                </c:pt>
                <c:pt idx="18">
                  <c:v>1.8779342723004744E-2</c:v>
                </c:pt>
                <c:pt idx="19">
                  <c:v>2.2788203753351333E-2</c:v>
                </c:pt>
                <c:pt idx="20">
                  <c:v>2.409638554216853E-2</c:v>
                </c:pt>
                <c:pt idx="21">
                  <c:v>2.474916387959869E-2</c:v>
                </c:pt>
                <c:pt idx="22">
                  <c:v>2.8037383177569986E-2</c:v>
                </c:pt>
                <c:pt idx="23">
                  <c:v>3.2042723631508618E-2</c:v>
                </c:pt>
                <c:pt idx="24">
                  <c:v>3.5380507343124146E-2</c:v>
                </c:pt>
                <c:pt idx="25">
                  <c:v>4.2581503659347764E-2</c:v>
                </c:pt>
                <c:pt idx="26">
                  <c:v>3.9150630391506347E-2</c:v>
                </c:pt>
                <c:pt idx="27">
                  <c:v>4.3189368770764069E-2</c:v>
                </c:pt>
                <c:pt idx="28">
                  <c:v>3.7698412698412787E-2</c:v>
                </c:pt>
                <c:pt idx="29">
                  <c:v>3.3618984838497123E-2</c:v>
                </c:pt>
                <c:pt idx="30">
                  <c:v>3.2258064516129004E-2</c:v>
                </c:pt>
                <c:pt idx="31">
                  <c:v>2.6867627785059023E-2</c:v>
                </c:pt>
                <c:pt idx="32">
                  <c:v>2.2875816993463971E-2</c:v>
                </c:pt>
                <c:pt idx="33">
                  <c:v>2.4804177545691974E-2</c:v>
                </c:pt>
                <c:pt idx="34">
                  <c:v>1.6233766233766156E-2</c:v>
                </c:pt>
                <c:pt idx="35">
                  <c:v>1.487710219922378E-2</c:v>
                </c:pt>
                <c:pt idx="36">
                  <c:v>1.0315925209542165E-2</c:v>
                </c:pt>
                <c:pt idx="37">
                  <c:v>-1.2763241863432695E-3</c:v>
                </c:pt>
                <c:pt idx="38">
                  <c:v>1.9157088122605526E-3</c:v>
                </c:pt>
                <c:pt idx="39">
                  <c:v>-1.27388535031836E-3</c:v>
                </c:pt>
                <c:pt idx="40">
                  <c:v>1.274697259400881E-3</c:v>
                </c:pt>
                <c:pt idx="41">
                  <c:v>1.2755102040815647E-3</c:v>
                </c:pt>
                <c:pt idx="42">
                  <c:v>1.913265306122236E-3</c:v>
                </c:pt>
                <c:pt idx="43">
                  <c:v>2.552648372686761E-3</c:v>
                </c:pt>
                <c:pt idx="44">
                  <c:v>5.7507987220448697E-3</c:v>
                </c:pt>
                <c:pt idx="45">
                  <c:v>1.9108280254778176E-3</c:v>
                </c:pt>
                <c:pt idx="46">
                  <c:v>5.7507987220448697E-3</c:v>
                </c:pt>
                <c:pt idx="47">
                  <c:v>3.8240917782026429E-3</c:v>
                </c:pt>
                <c:pt idx="48">
                  <c:v>6.3816209317166805E-3</c:v>
                </c:pt>
                <c:pt idx="49">
                  <c:v>6.389776357827559E-3</c:v>
                </c:pt>
                <c:pt idx="50">
                  <c:v>3.1867431485022024E-3</c:v>
                </c:pt>
                <c:pt idx="51">
                  <c:v>4.4642857142855874E-3</c:v>
                </c:pt>
                <c:pt idx="52">
                  <c:v>5.7288351368556256E-3</c:v>
                </c:pt>
                <c:pt idx="53">
                  <c:v>8.2802547770701729E-3</c:v>
                </c:pt>
                <c:pt idx="54">
                  <c:v>1.0184595798854224E-2</c:v>
                </c:pt>
                <c:pt idx="55">
                  <c:v>1.3367281985996238E-2</c:v>
                </c:pt>
                <c:pt idx="56">
                  <c:v>1.2071156289707785E-2</c:v>
                </c:pt>
                <c:pt idx="57">
                  <c:v>1.5893197711379425E-2</c:v>
                </c:pt>
                <c:pt idx="58">
                  <c:v>1.7153748411689929E-2</c:v>
                </c:pt>
                <c:pt idx="59">
                  <c:v>1.6507936507936583E-2</c:v>
                </c:pt>
                <c:pt idx="60">
                  <c:v>1.7121116043119944E-2</c:v>
                </c:pt>
                <c:pt idx="61">
                  <c:v>2.031746031746029E-2</c:v>
                </c:pt>
                <c:pt idx="62">
                  <c:v>2.2236340533672072E-2</c:v>
                </c:pt>
                <c:pt idx="63">
                  <c:v>2.3492063492063453E-2</c:v>
                </c:pt>
                <c:pt idx="64">
                  <c:v>2.3417721518987245E-2</c:v>
                </c:pt>
                <c:pt idx="65">
                  <c:v>2.3373341756159016E-2</c:v>
                </c:pt>
                <c:pt idx="66">
                  <c:v>2.2054190296156184E-2</c:v>
                </c:pt>
                <c:pt idx="67">
                  <c:v>2.0100502512562901E-2</c:v>
                </c:pt>
                <c:pt idx="68">
                  <c:v>2.0715630885122405E-2</c:v>
                </c:pt>
                <c:pt idx="69">
                  <c:v>1.8773466833541974E-2</c:v>
                </c:pt>
                <c:pt idx="70">
                  <c:v>1.9362898188632016E-2</c:v>
                </c:pt>
                <c:pt idx="71">
                  <c:v>1.9987507807620375E-2</c:v>
                </c:pt>
                <c:pt idx="72">
                  <c:v>1.7456359102244301E-2</c:v>
                </c:pt>
                <c:pt idx="73">
                  <c:v>1.5556938394523989E-2</c:v>
                </c:pt>
                <c:pt idx="74">
                  <c:v>1.5537600994406375E-2</c:v>
                </c:pt>
                <c:pt idx="75">
                  <c:v>1.3027295285359841E-2</c:v>
                </c:pt>
                <c:pt idx="76">
                  <c:v>1.0513296227582014E-2</c:v>
                </c:pt>
                <c:pt idx="77">
                  <c:v>9.2592592592593004E-3</c:v>
                </c:pt>
                <c:pt idx="78">
                  <c:v>8.6313193588163362E-3</c:v>
                </c:pt>
                <c:pt idx="79">
                  <c:v>8.6206896551723755E-3</c:v>
                </c:pt>
                <c:pt idx="80">
                  <c:v>7.9950799507995107E-3</c:v>
                </c:pt>
                <c:pt idx="81">
                  <c:v>7.9852579852579542E-3</c:v>
                </c:pt>
                <c:pt idx="82">
                  <c:v>5.5147058823530326E-3</c:v>
                </c:pt>
                <c:pt idx="83">
                  <c:v>5.511328842620733E-3</c:v>
                </c:pt>
                <c:pt idx="84">
                  <c:v>9.1911764705883137E-3</c:v>
                </c:pt>
                <c:pt idx="85">
                  <c:v>9.8039215686276382E-3</c:v>
                </c:pt>
                <c:pt idx="86">
                  <c:v>9.7919216646267238E-3</c:v>
                </c:pt>
                <c:pt idx="87">
                  <c:v>1.2247397428046591E-2</c:v>
                </c:pt>
                <c:pt idx="88">
                  <c:v>1.4687882496940086E-2</c:v>
                </c:pt>
                <c:pt idx="89">
                  <c:v>1.5290519877675823E-2</c:v>
                </c:pt>
                <c:pt idx="90">
                  <c:v>1.4058679706601573E-2</c:v>
                </c:pt>
                <c:pt idx="91">
                  <c:v>1.4041514041513992E-2</c:v>
                </c:pt>
                <c:pt idx="92">
                  <c:v>1.4032946918852929E-2</c:v>
                </c:pt>
                <c:pt idx="93">
                  <c:v>1.4015843997562616E-2</c:v>
                </c:pt>
                <c:pt idx="94">
                  <c:v>1.4625228519195677E-2</c:v>
                </c:pt>
                <c:pt idx="95">
                  <c:v>1.4616321559074441E-2</c:v>
                </c:pt>
                <c:pt idx="96">
                  <c:v>1.2750455373406355E-2</c:v>
                </c:pt>
                <c:pt idx="97">
                  <c:v>1.395631067961145E-2</c:v>
                </c:pt>
                <c:pt idx="98">
                  <c:v>1.2727272727272698E-2</c:v>
                </c:pt>
                <c:pt idx="99">
                  <c:v>9.6793708408953183E-3</c:v>
                </c:pt>
                <c:pt idx="100">
                  <c:v>1.1459589867309772E-2</c:v>
                </c:pt>
                <c:pt idx="101">
                  <c:v>1.2650602409638445E-2</c:v>
                </c:pt>
                <c:pt idx="102">
                  <c:v>1.4466546112115841E-2</c:v>
                </c:pt>
                <c:pt idx="103">
                  <c:v>1.3245033112582849E-2</c:v>
                </c:pt>
                <c:pt idx="104">
                  <c:v>1.3838748495788256E-2</c:v>
                </c:pt>
                <c:pt idx="105">
                  <c:v>1.2620192307692291E-2</c:v>
                </c:pt>
                <c:pt idx="106">
                  <c:v>1.3813813813813969E-2</c:v>
                </c:pt>
                <c:pt idx="107">
                  <c:v>1.3205282112845218E-2</c:v>
                </c:pt>
                <c:pt idx="108">
                  <c:v>1.2589928057553879E-2</c:v>
                </c:pt>
                <c:pt idx="109">
                  <c:v>9.5751047277079504E-3</c:v>
                </c:pt>
                <c:pt idx="110">
                  <c:v>9.5751047277079504E-3</c:v>
                </c:pt>
                <c:pt idx="111">
                  <c:v>1.1384062312762122E-2</c:v>
                </c:pt>
                <c:pt idx="112">
                  <c:v>6.5593321407275695E-3</c:v>
                </c:pt>
                <c:pt idx="113">
                  <c:v>4.1641879833433926E-3</c:v>
                </c:pt>
                <c:pt idx="114">
                  <c:v>3.5650623885916666E-3</c:v>
                </c:pt>
                <c:pt idx="115">
                  <c:v>4.1592394533569443E-3</c:v>
                </c:pt>
                <c:pt idx="116">
                  <c:v>4.1543026706230002E-3</c:v>
                </c:pt>
                <c:pt idx="117">
                  <c:v>5.9347181008901906E-3</c:v>
                </c:pt>
                <c:pt idx="118">
                  <c:v>2.962085308056972E-3</c:v>
                </c:pt>
                <c:pt idx="119">
                  <c:v>2.962085308056972E-3</c:v>
                </c:pt>
                <c:pt idx="120">
                  <c:v>2.3682652457075459E-3</c:v>
                </c:pt>
                <c:pt idx="121">
                  <c:v>4.1493775933612032E-3</c:v>
                </c:pt>
                <c:pt idx="122">
                  <c:v>4.7421458209839784E-3</c:v>
                </c:pt>
                <c:pt idx="123">
                  <c:v>6.5165876777251164E-3</c:v>
                </c:pt>
                <c:pt idx="124">
                  <c:v>7.7014218009476831E-3</c:v>
                </c:pt>
                <c:pt idx="125">
                  <c:v>8.886255924170694E-3</c:v>
                </c:pt>
                <c:pt idx="126">
                  <c:v>1.0065127294256904E-2</c:v>
                </c:pt>
                <c:pt idx="127">
                  <c:v>1.1242603550295938E-2</c:v>
                </c:pt>
                <c:pt idx="128">
                  <c:v>8.8652482269504507E-3</c:v>
                </c:pt>
                <c:pt idx="129">
                  <c:v>7.6696165191740828E-3</c:v>
                </c:pt>
                <c:pt idx="130">
                  <c:v>9.4506792675723705E-3</c:v>
                </c:pt>
                <c:pt idx="131">
                  <c:v>9.4506792675723705E-3</c:v>
                </c:pt>
                <c:pt idx="132">
                  <c:v>1.0041346721795463E-2</c:v>
                </c:pt>
                <c:pt idx="133">
                  <c:v>1.0035419126328105E-2</c:v>
                </c:pt>
                <c:pt idx="134">
                  <c:v>1.1799410029498469E-2</c:v>
                </c:pt>
                <c:pt idx="135">
                  <c:v>9.4173042966450016E-3</c:v>
                </c:pt>
                <c:pt idx="136">
                  <c:v>8.818342151675429E-3</c:v>
                </c:pt>
                <c:pt idx="137">
                  <c:v>9.9823840281854093E-3</c:v>
                </c:pt>
                <c:pt idx="138">
                  <c:v>1.0550996483001285E-2</c:v>
                </c:pt>
                <c:pt idx="139">
                  <c:v>9.9473376243417455E-3</c:v>
                </c:pt>
                <c:pt idx="140">
                  <c:v>1.2888107791447112E-2</c:v>
                </c:pt>
                <c:pt idx="141">
                  <c:v>1.4637002341920446E-2</c:v>
                </c:pt>
                <c:pt idx="142">
                  <c:v>1.6383850204797934E-2</c:v>
                </c:pt>
                <c:pt idx="143">
                  <c:v>2.0479812755997751E-2</c:v>
                </c:pt>
                <c:pt idx="144">
                  <c:v>2.1637426900584789E-2</c:v>
                </c:pt>
                <c:pt idx="145">
                  <c:v>2.3378141437755628E-2</c:v>
                </c:pt>
                <c:pt idx="146">
                  <c:v>2.2740524781341032E-2</c:v>
                </c:pt>
                <c:pt idx="147">
                  <c:v>2.3906705539358475E-2</c:v>
                </c:pt>
                <c:pt idx="148">
                  <c:v>2.8554778554778615E-2</c:v>
                </c:pt>
                <c:pt idx="149">
                  <c:v>2.7906976744186185E-2</c:v>
                </c:pt>
                <c:pt idx="150">
                  <c:v>2.6102088167053283E-2</c:v>
                </c:pt>
                <c:pt idx="151">
                  <c:v>2.4913093858632829E-2</c:v>
                </c:pt>
                <c:pt idx="152">
                  <c:v>2.4869866975129939E-2</c:v>
                </c:pt>
                <c:pt idx="153">
                  <c:v>2.2504327755337394E-2</c:v>
                </c:pt>
                <c:pt idx="154">
                  <c:v>2.1876799078871745E-2</c:v>
                </c:pt>
                <c:pt idx="155">
                  <c:v>1.7775229357798183E-2</c:v>
                </c:pt>
                <c:pt idx="156">
                  <c:v>1.6599885518030932E-2</c:v>
                </c:pt>
                <c:pt idx="157">
                  <c:v>1.5419760137064698E-2</c:v>
                </c:pt>
                <c:pt idx="158">
                  <c:v>1.5393386545039744E-2</c:v>
                </c:pt>
                <c:pt idx="159">
                  <c:v>1.4236902050113853E-2</c:v>
                </c:pt>
                <c:pt idx="160">
                  <c:v>1.0198300283286166E-2</c:v>
                </c:pt>
                <c:pt idx="161">
                  <c:v>1.1312217194570096E-2</c:v>
                </c:pt>
                <c:pt idx="162">
                  <c:v>1.1305822498586693E-2</c:v>
                </c:pt>
                <c:pt idx="163">
                  <c:v>1.2436404748445318E-2</c:v>
                </c:pt>
                <c:pt idx="164">
                  <c:v>1.0158013544018019E-2</c:v>
                </c:pt>
                <c:pt idx="165">
                  <c:v>9.5936794582394125E-3</c:v>
                </c:pt>
                <c:pt idx="166">
                  <c:v>9.5774647887323372E-3</c:v>
                </c:pt>
                <c:pt idx="167">
                  <c:v>1.0704225352112795E-2</c:v>
                </c:pt>
                <c:pt idx="168">
                  <c:v>1.1824324324324342E-2</c:v>
                </c:pt>
                <c:pt idx="169">
                  <c:v>1.1248593925759387E-2</c:v>
                </c:pt>
                <c:pt idx="170">
                  <c:v>1.1791128579449639E-2</c:v>
                </c:pt>
                <c:pt idx="171">
                  <c:v>1.3475575519371175E-2</c:v>
                </c:pt>
                <c:pt idx="172">
                  <c:v>1.5143017386427315E-2</c:v>
                </c:pt>
                <c:pt idx="173">
                  <c:v>1.4541387024608499E-2</c:v>
                </c:pt>
                <c:pt idx="174">
                  <c:v>1.6210173281162588E-2</c:v>
                </c:pt>
                <c:pt idx="175">
                  <c:v>2.1217197096594198E-2</c:v>
                </c:pt>
                <c:pt idx="176">
                  <c:v>2.7932960893854775E-2</c:v>
                </c:pt>
                <c:pt idx="177">
                  <c:v>3.7451089994410269E-2</c:v>
                </c:pt>
                <c:pt idx="178">
                  <c:v>4.256696428571427E-2</c:v>
                </c:pt>
                <c:pt idx="179">
                  <c:v>4.5434782608695601E-2</c:v>
                </c:pt>
                <c:pt idx="180">
                  <c:v>5.0623260990539931E-2</c:v>
                </c:pt>
                <c:pt idx="181">
                  <c:v>5.7625139043381512E-2</c:v>
                </c:pt>
                <c:pt idx="182">
                  <c:v>6.1420643729189761E-2</c:v>
                </c:pt>
                <c:pt idx="183">
                  <c:v>6.580055401662066E-2</c:v>
                </c:pt>
                <c:pt idx="184">
                  <c:v>7.2635359116022036E-2</c:v>
                </c:pt>
                <c:pt idx="185">
                  <c:v>8.0981256890849007E-2</c:v>
                </c:pt>
                <c:pt idx="186">
                  <c:v>8.6270627062706273E-2</c:v>
                </c:pt>
                <c:pt idx="187">
                  <c:v>9.3521049753963803E-2</c:v>
                </c:pt>
                <c:pt idx="188">
                  <c:v>9.4733695652174044E-2</c:v>
                </c:pt>
                <c:pt idx="189">
                  <c:v>9.3189655172413843E-2</c:v>
                </c:pt>
                <c:pt idx="190">
                  <c:v>9.1961590339777688E-2</c:v>
                </c:pt>
                <c:pt idx="191">
                  <c:v>9.3238639090167608E-2</c:v>
                </c:pt>
                <c:pt idx="192">
                  <c:v>8.9858419360477226E-2</c:v>
                </c:pt>
                <c:pt idx="193">
                  <c:v>8.7383848423178145E-2</c:v>
                </c:pt>
                <c:pt idx="194">
                  <c:v>8.4828617437312959E-2</c:v>
                </c:pt>
                <c:pt idx="195">
                  <c:v>8.2530655951595033E-2</c:v>
                </c:pt>
                <c:pt idx="196">
                  <c:v>7.9408901502469709E-2</c:v>
                </c:pt>
                <c:pt idx="197">
                  <c:v>7.0610433984394927E-2</c:v>
                </c:pt>
                <c:pt idx="198">
                  <c:v>6.7078851957626862E-2</c:v>
                </c:pt>
                <c:pt idx="199">
                  <c:v>5.5233619159521075E-2</c:v>
                </c:pt>
                <c:pt idx="200">
                  <c:v>5.1575973906697437E-2</c:v>
                </c:pt>
                <c:pt idx="201">
                  <c:v>4.4988565570538652E-2</c:v>
                </c:pt>
                <c:pt idx="202">
                  <c:v>4.2434402403815463E-2</c:v>
                </c:pt>
                <c:pt idx="203">
                  <c:v>3.8846457729786454E-2</c:v>
                </c:pt>
                <c:pt idx="204">
                  <c:v>3.6979617227670847E-2</c:v>
                </c:pt>
                <c:pt idx="205">
                  <c:v>3.3393301028155742E-2</c:v>
                </c:pt>
                <c:pt idx="206">
                  <c:v>3.1740829811126137E-2</c:v>
                </c:pt>
                <c:pt idx="207">
                  <c:v>2.8335590192745341E-2</c:v>
                </c:pt>
                <c:pt idx="208">
                  <c:v>2.6831898608539628E-2</c:v>
                </c:pt>
                <c:pt idx="209">
                  <c:v>2.8241940400884014E-2</c:v>
                </c:pt>
                <c:pt idx="210">
                  <c:v>2.7713055981322121E-2</c:v>
                </c:pt>
                <c:pt idx="211">
                  <c:v>2.7723025605064233E-2</c:v>
                </c:pt>
                <c:pt idx="212">
                  <c:v>2.579076574450001E-2</c:v>
                </c:pt>
                <c:pt idx="213">
                  <c:v>2.6577179941893236E-2</c:v>
                </c:pt>
                <c:pt idx="214">
                  <c:v>2.5138009837021524E-2</c:v>
                </c:pt>
                <c:pt idx="215">
                  <c:v>2.5750811021441056E-2</c:v>
                </c:pt>
                <c:pt idx="216">
                  <c:v>2.654999976566641E-2</c:v>
                </c:pt>
                <c:pt idx="217">
                  <c:v>2.6754585062920277E-2</c:v>
                </c:pt>
                <c:pt idx="218">
                  <c:v>2.6756477748868246E-2</c:v>
                </c:pt>
                <c:pt idx="219">
                  <c:v>2.8591440778874988E-2</c:v>
                </c:pt>
                <c:pt idx="220">
                  <c:v>2.7213539851385082E-2</c:v>
                </c:pt>
                <c:pt idx="221">
                  <c:v>2.6271049035276661E-2</c:v>
                </c:pt>
                <c:pt idx="222">
                  <c:v>2.5612847518827531E-2</c:v>
                </c:pt>
                <c:pt idx="223">
                  <c:v>2.778661429302498E-2</c:v>
                </c:pt>
                <c:pt idx="224">
                  <c:v>2.948228807591935E-2</c:v>
                </c:pt>
                <c:pt idx="225">
                  <c:v>3.1062349822428725E-2</c:v>
                </c:pt>
                <c:pt idx="226">
                  <c:v>3.2722969377832367E-2</c:v>
                </c:pt>
                <c:pt idx="227">
                  <c:v>3.2935447255684425E-2</c:v>
                </c:pt>
                <c:pt idx="228">
                  <c:v>3.3117843642140876E-2</c:v>
                </c:pt>
                <c:pt idx="229">
                  <c:v>3.6554238833181429E-2</c:v>
                </c:pt>
                <c:pt idx="230">
                  <c:v>3.6886905330585584E-2</c:v>
                </c:pt>
                <c:pt idx="231">
                  <c:v>3.8070075086935606E-2</c:v>
                </c:pt>
                <c:pt idx="232">
                  <c:v>4.0942260103237649E-2</c:v>
                </c:pt>
                <c:pt idx="233">
                  <c:v>4.0359128990322235E-2</c:v>
                </c:pt>
                <c:pt idx="234">
                  <c:v>4.0158834493377427E-2</c:v>
                </c:pt>
                <c:pt idx="235">
                  <c:v>3.9487731574933793E-2</c:v>
                </c:pt>
                <c:pt idx="236">
                  <c:v>3.8982694723477707E-2</c:v>
                </c:pt>
                <c:pt idx="237">
                  <c:v>3.6850548079493839E-2</c:v>
                </c:pt>
                <c:pt idx="238">
                  <c:v>3.7175876986488721E-2</c:v>
                </c:pt>
              </c:numCache>
            </c:numRef>
          </c:val>
          <c:smooth val="0"/>
          <c:extLst>
            <c:ext xmlns:c16="http://schemas.microsoft.com/office/drawing/2014/chart" uri="{C3380CC4-5D6E-409C-BE32-E72D297353CC}">
              <c16:uniqueId val="{00000000-4F6C-434B-BE3E-E44E6EFFC9D4}"/>
            </c:ext>
          </c:extLst>
        </c:ser>
        <c:dLbls>
          <c:showLegendKey val="0"/>
          <c:showVal val="0"/>
          <c:showCatName val="0"/>
          <c:showSerName val="0"/>
          <c:showPercent val="0"/>
          <c:showBubbleSize val="0"/>
        </c:dLbls>
        <c:smooth val="0"/>
        <c:axId val="680906352"/>
        <c:axId val="680907792"/>
      </c:lineChart>
      <c:dateAx>
        <c:axId val="680906352"/>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07792"/>
        <c:crosses val="autoZero"/>
        <c:auto val="1"/>
        <c:lblOffset val="100"/>
        <c:baseTimeUnit val="months"/>
      </c:dateAx>
      <c:valAx>
        <c:axId val="680907792"/>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06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83930966119489"/>
          <c:y val="0.1421020958070757"/>
          <c:w val="0.73894753735037311"/>
          <c:h val="0.80015721828448649"/>
        </c:manualLayout>
      </c:layout>
      <c:lineChart>
        <c:grouping val="standard"/>
        <c:varyColors val="0"/>
        <c:ser>
          <c:idx val="0"/>
          <c:order val="0"/>
          <c:tx>
            <c:v>CPI Owner's equivalent rent (LS)</c:v>
          </c:tx>
          <c:spPr>
            <a:ln w="19050">
              <a:solidFill>
                <a:srgbClr val="1F3864"/>
              </a:solidFill>
              <a:round/>
            </a:ln>
          </c:spPr>
          <c:marker>
            <c:symbol val="none"/>
          </c:marker>
          <c:dLbls>
            <c:spPr>
              <a:noFill/>
              <a:ln>
                <a:noFill/>
              </a:ln>
              <a:effectLst/>
            </c:spPr>
            <c:txPr>
              <a:bodyPr wrap="none"/>
              <a:lstStyle/>
              <a:p>
                <a:pPr>
                  <a:defRPr sz="1000" b="0" strike="noStrike" spc="-1">
                    <a:latin typeface="Arial"/>
                  </a:defRPr>
                </a:pPr>
                <a:endParaRPr lang="es-PE"/>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Chart!$A$27:$A$116</c:f>
              <c:numCache>
                <c:formatCode>mm/dd/yyyy</c:formatCode>
                <c:ptCount val="90"/>
                <c:pt idx="0">
                  <c:v>38441</c:v>
                </c:pt>
                <c:pt idx="1">
                  <c:v>38533</c:v>
                </c:pt>
                <c:pt idx="2">
                  <c:v>38625</c:v>
                </c:pt>
                <c:pt idx="3">
                  <c:v>38716</c:v>
                </c:pt>
                <c:pt idx="4">
                  <c:v>38806</c:v>
                </c:pt>
                <c:pt idx="5">
                  <c:v>38898</c:v>
                </c:pt>
                <c:pt idx="6">
                  <c:v>38990</c:v>
                </c:pt>
                <c:pt idx="7">
                  <c:v>39081</c:v>
                </c:pt>
                <c:pt idx="8">
                  <c:v>39171</c:v>
                </c:pt>
                <c:pt idx="9">
                  <c:v>39263</c:v>
                </c:pt>
                <c:pt idx="10">
                  <c:v>39355</c:v>
                </c:pt>
                <c:pt idx="11">
                  <c:v>39446</c:v>
                </c:pt>
                <c:pt idx="12">
                  <c:v>39537</c:v>
                </c:pt>
                <c:pt idx="13">
                  <c:v>39629</c:v>
                </c:pt>
                <c:pt idx="14">
                  <c:v>39721</c:v>
                </c:pt>
                <c:pt idx="15">
                  <c:v>39812</c:v>
                </c:pt>
                <c:pt idx="16">
                  <c:v>39902</c:v>
                </c:pt>
                <c:pt idx="17">
                  <c:v>39994</c:v>
                </c:pt>
                <c:pt idx="18">
                  <c:v>40086</c:v>
                </c:pt>
                <c:pt idx="19">
                  <c:v>40177</c:v>
                </c:pt>
                <c:pt idx="20">
                  <c:v>40267</c:v>
                </c:pt>
                <c:pt idx="21">
                  <c:v>40359</c:v>
                </c:pt>
                <c:pt idx="22">
                  <c:v>40451</c:v>
                </c:pt>
                <c:pt idx="23">
                  <c:v>40542</c:v>
                </c:pt>
                <c:pt idx="24">
                  <c:v>40632</c:v>
                </c:pt>
                <c:pt idx="25">
                  <c:v>40724</c:v>
                </c:pt>
                <c:pt idx="26">
                  <c:v>40816</c:v>
                </c:pt>
                <c:pt idx="27">
                  <c:v>40907</c:v>
                </c:pt>
                <c:pt idx="28">
                  <c:v>40998</c:v>
                </c:pt>
                <c:pt idx="29">
                  <c:v>41090</c:v>
                </c:pt>
                <c:pt idx="30">
                  <c:v>41182</c:v>
                </c:pt>
                <c:pt idx="31">
                  <c:v>41273</c:v>
                </c:pt>
                <c:pt idx="32">
                  <c:v>41363</c:v>
                </c:pt>
                <c:pt idx="33">
                  <c:v>41455</c:v>
                </c:pt>
                <c:pt idx="34">
                  <c:v>41547</c:v>
                </c:pt>
                <c:pt idx="35">
                  <c:v>41638</c:v>
                </c:pt>
                <c:pt idx="36">
                  <c:v>41728</c:v>
                </c:pt>
                <c:pt idx="37">
                  <c:v>41820</c:v>
                </c:pt>
                <c:pt idx="38">
                  <c:v>41912</c:v>
                </c:pt>
                <c:pt idx="39">
                  <c:v>42003</c:v>
                </c:pt>
                <c:pt idx="40">
                  <c:v>42093</c:v>
                </c:pt>
                <c:pt idx="41">
                  <c:v>42185</c:v>
                </c:pt>
                <c:pt idx="42">
                  <c:v>42277</c:v>
                </c:pt>
                <c:pt idx="43">
                  <c:v>42368</c:v>
                </c:pt>
                <c:pt idx="44">
                  <c:v>42459</c:v>
                </c:pt>
                <c:pt idx="45">
                  <c:v>42551</c:v>
                </c:pt>
                <c:pt idx="46">
                  <c:v>42643</c:v>
                </c:pt>
                <c:pt idx="47">
                  <c:v>42734</c:v>
                </c:pt>
                <c:pt idx="48">
                  <c:v>42824</c:v>
                </c:pt>
                <c:pt idx="49">
                  <c:v>42916</c:v>
                </c:pt>
                <c:pt idx="50">
                  <c:v>43008</c:v>
                </c:pt>
                <c:pt idx="51">
                  <c:v>43099</c:v>
                </c:pt>
                <c:pt idx="52">
                  <c:v>43189</c:v>
                </c:pt>
                <c:pt idx="53">
                  <c:v>43281</c:v>
                </c:pt>
                <c:pt idx="54">
                  <c:v>43373</c:v>
                </c:pt>
                <c:pt idx="55">
                  <c:v>43464</c:v>
                </c:pt>
                <c:pt idx="56">
                  <c:v>43554</c:v>
                </c:pt>
                <c:pt idx="57">
                  <c:v>43646</c:v>
                </c:pt>
                <c:pt idx="58">
                  <c:v>43738</c:v>
                </c:pt>
                <c:pt idx="59">
                  <c:v>43829</c:v>
                </c:pt>
                <c:pt idx="60">
                  <c:v>43920</c:v>
                </c:pt>
                <c:pt idx="61">
                  <c:v>44012</c:v>
                </c:pt>
                <c:pt idx="62">
                  <c:v>44104</c:v>
                </c:pt>
                <c:pt idx="63">
                  <c:v>44195</c:v>
                </c:pt>
                <c:pt idx="64">
                  <c:v>44285</c:v>
                </c:pt>
                <c:pt idx="65">
                  <c:v>44377</c:v>
                </c:pt>
                <c:pt idx="66">
                  <c:v>44469</c:v>
                </c:pt>
                <c:pt idx="67">
                  <c:v>44560</c:v>
                </c:pt>
                <c:pt idx="68">
                  <c:v>44650</c:v>
                </c:pt>
                <c:pt idx="69">
                  <c:v>44742</c:v>
                </c:pt>
                <c:pt idx="70">
                  <c:v>44834</c:v>
                </c:pt>
                <c:pt idx="71">
                  <c:v>44925</c:v>
                </c:pt>
                <c:pt idx="72">
                  <c:v>45015</c:v>
                </c:pt>
                <c:pt idx="73">
                  <c:v>45107</c:v>
                </c:pt>
                <c:pt idx="74">
                  <c:v>45199</c:v>
                </c:pt>
                <c:pt idx="75">
                  <c:v>45290</c:v>
                </c:pt>
                <c:pt idx="76">
                  <c:v>45381</c:v>
                </c:pt>
                <c:pt idx="77">
                  <c:v>45473</c:v>
                </c:pt>
                <c:pt idx="78">
                  <c:v>45565</c:v>
                </c:pt>
                <c:pt idx="79">
                  <c:v>45656</c:v>
                </c:pt>
                <c:pt idx="80">
                  <c:v>45746</c:v>
                </c:pt>
                <c:pt idx="81">
                  <c:v>45838</c:v>
                </c:pt>
                <c:pt idx="82">
                  <c:v>45930</c:v>
                </c:pt>
                <c:pt idx="83">
                  <c:v>46021</c:v>
                </c:pt>
                <c:pt idx="84">
                  <c:v>46111</c:v>
                </c:pt>
                <c:pt idx="85">
                  <c:v>46203</c:v>
                </c:pt>
                <c:pt idx="86">
                  <c:v>46295</c:v>
                </c:pt>
                <c:pt idx="87">
                  <c:v>46386</c:v>
                </c:pt>
                <c:pt idx="88">
                  <c:v>46476</c:v>
                </c:pt>
                <c:pt idx="89">
                  <c:v>46568</c:v>
                </c:pt>
              </c:numCache>
            </c:numRef>
          </c:cat>
          <c:val>
            <c:numRef>
              <c:f>Chart!$F$27:$F$116</c:f>
              <c:numCache>
                <c:formatCode>0.0</c:formatCode>
                <c:ptCount val="90"/>
                <c:pt idx="0">
                  <c:v>2.4182713837886061</c:v>
                </c:pt>
                <c:pt idx="1">
                  <c:v>2.1787461093819571</c:v>
                </c:pt>
                <c:pt idx="2">
                  <c:v>2.2556390977443552</c:v>
                </c:pt>
                <c:pt idx="3">
                  <c:v>2.4658740642888644</c:v>
                </c:pt>
                <c:pt idx="4">
                  <c:v>2.7109750765194729</c:v>
                </c:pt>
                <c:pt idx="5">
                  <c:v>3.5683202785030455</c:v>
                </c:pt>
                <c:pt idx="6">
                  <c:v>3.979238754325265</c:v>
                </c:pt>
                <c:pt idx="7">
                  <c:v>4.2973785990545688</c:v>
                </c:pt>
                <c:pt idx="8">
                  <c:v>4.130268199233722</c:v>
                </c:pt>
                <c:pt idx="9">
                  <c:v>3.2310924369747918</c:v>
                </c:pt>
                <c:pt idx="10">
                  <c:v>2.9480033277870188</c:v>
                </c:pt>
                <c:pt idx="11">
                  <c:v>2.8149979398434333</c:v>
                </c:pt>
                <c:pt idx="12">
                  <c:v>2.574386145657015</c:v>
                </c:pt>
                <c:pt idx="13">
                  <c:v>2.6614839838821291</c:v>
                </c:pt>
                <c:pt idx="14">
                  <c:v>2.4587150032122862</c:v>
                </c:pt>
                <c:pt idx="15">
                  <c:v>2.0999310709648444</c:v>
                </c:pt>
                <c:pt idx="16">
                  <c:v>2.1243607985683477</c:v>
                </c:pt>
                <c:pt idx="17">
                  <c:v>1.9204770268287819</c:v>
                </c:pt>
                <c:pt idx="18">
                  <c:v>1.335320934488049</c:v>
                </c:pt>
                <c:pt idx="19">
                  <c:v>0.71671926271332786</c:v>
                </c:pt>
                <c:pt idx="20">
                  <c:v>-1.7172138985044327E-2</c:v>
                </c:pt>
                <c:pt idx="21">
                  <c:v>-0.24351059815693743</c:v>
                </c:pt>
                <c:pt idx="22">
                  <c:v>-0.10585387495234411</c:v>
                </c:pt>
                <c:pt idx="23">
                  <c:v>0.28682998308637853</c:v>
                </c:pt>
                <c:pt idx="24">
                  <c:v>0.78927337666139241</c:v>
                </c:pt>
                <c:pt idx="25">
                  <c:v>1.0454401884209874</c:v>
                </c:pt>
                <c:pt idx="26">
                  <c:v>1.4936537247843606</c:v>
                </c:pt>
                <c:pt idx="27">
                  <c:v>1.7642441340825599</c:v>
                </c:pt>
                <c:pt idx="28">
                  <c:v>1.9670264555182504</c:v>
                </c:pt>
                <c:pt idx="29">
                  <c:v>2.0642308048532065</c:v>
                </c:pt>
                <c:pt idx="30">
                  <c:v>2.1146169200061404</c:v>
                </c:pt>
                <c:pt idx="31">
                  <c:v>2.0845902991515119</c:v>
                </c:pt>
                <c:pt idx="32">
                  <c:v>2.0783482600669867</c:v>
                </c:pt>
                <c:pt idx="33">
                  <c:v>2.2266586508467689</c:v>
                </c:pt>
                <c:pt idx="34">
                  <c:v>2.2170515244578581</c:v>
                </c:pt>
                <c:pt idx="35">
                  <c:v>2.477808575821161</c:v>
                </c:pt>
                <c:pt idx="36">
                  <c:v>2.6198289911369965</c:v>
                </c:pt>
                <c:pt idx="37">
                  <c:v>2.6349467018782047</c:v>
                </c:pt>
                <c:pt idx="38">
                  <c:v>2.7032990471707485</c:v>
                </c:pt>
                <c:pt idx="39">
                  <c:v>2.5938377190581008</c:v>
                </c:pt>
                <c:pt idx="40">
                  <c:v>2.7088568123887269</c:v>
                </c:pt>
                <c:pt idx="41">
                  <c:v>2.9471332300263109</c:v>
                </c:pt>
                <c:pt idx="42">
                  <c:v>3.0808012088313408</c:v>
                </c:pt>
                <c:pt idx="43">
                  <c:v>3.1380864788321361</c:v>
                </c:pt>
                <c:pt idx="44">
                  <c:v>3.1327002506442714</c:v>
                </c:pt>
                <c:pt idx="45">
                  <c:v>3.2362742764327823</c:v>
                </c:pt>
                <c:pt idx="46">
                  <c:v>3.3843727638407373</c:v>
                </c:pt>
                <c:pt idx="47">
                  <c:v>3.584894595405741</c:v>
                </c:pt>
                <c:pt idx="48">
                  <c:v>3.4986171203242211</c:v>
                </c:pt>
                <c:pt idx="49">
                  <c:v>3.2294269835510869</c:v>
                </c:pt>
                <c:pt idx="50">
                  <c:v>3.1704325913481712</c:v>
                </c:pt>
                <c:pt idx="51">
                  <c:v>3.179418866039474</c:v>
                </c:pt>
                <c:pt idx="52">
                  <c:v>3.2550063664775974</c:v>
                </c:pt>
                <c:pt idx="53">
                  <c:v>3.3612865716059481</c:v>
                </c:pt>
                <c:pt idx="54">
                  <c:v>3.274267979326595</c:v>
                </c:pt>
                <c:pt idx="55">
                  <c:v>3.2131352841308747</c:v>
                </c:pt>
                <c:pt idx="56">
                  <c:v>3.3090225395330686</c:v>
                </c:pt>
                <c:pt idx="57">
                  <c:v>3.4156417834556807</c:v>
                </c:pt>
                <c:pt idx="58">
                  <c:v>3.4176875896756664</c:v>
                </c:pt>
                <c:pt idx="59">
                  <c:v>3.2766584213373751</c:v>
                </c:pt>
                <c:pt idx="60">
                  <c:v>3.2055137689202429</c:v>
                </c:pt>
                <c:pt idx="61">
                  <c:v>2.8268258055792916</c:v>
                </c:pt>
                <c:pt idx="62">
                  <c:v>2.4921253960171086</c:v>
                </c:pt>
                <c:pt idx="63">
                  <c:v>2.1804363295029772</c:v>
                </c:pt>
                <c:pt idx="64">
                  <c:v>2.0073480594934523</c:v>
                </c:pt>
                <c:pt idx="65">
                  <c:v>2.3495518757265632</c:v>
                </c:pt>
                <c:pt idx="66">
                  <c:v>2.8879051308140502</c:v>
                </c:pt>
                <c:pt idx="67">
                  <c:v>3.8004954720022743</c:v>
                </c:pt>
                <c:pt idx="68">
                  <c:v>4.5320548122711912</c:v>
                </c:pt>
                <c:pt idx="69">
                  <c:v>5.4899716478966631</c:v>
                </c:pt>
                <c:pt idx="70">
                  <c:v>6.6731630584704105</c:v>
                </c:pt>
                <c:pt idx="71">
                  <c:v>7.5245303056688639</c:v>
                </c:pt>
                <c:pt idx="72">
                  <c:v>8.0363884287276033</c:v>
                </c:pt>
                <c:pt idx="73">
                  <c:v>7.8199517826843978</c:v>
                </c:pt>
                <c:pt idx="74">
                  <c:v>7.066202959521406</c:v>
                </c:pt>
                <c:pt idx="75">
                  <c:v>6.3474742325522193</c:v>
                </c:pt>
                <c:pt idx="76">
                  <c:v>5.9060220667426222</c:v>
                </c:pt>
                <c:pt idx="77">
                  <c:v>5.450629343341884</c:v>
                </c:pt>
                <c:pt idx="78">
                  <c:v>5.1972383341899242</c:v>
                </c:pt>
                <c:pt idx="79">
                  <c:v>4.8054525708721929</c:v>
                </c:pt>
                <c:pt idx="80">
                  <c:v>4.3829302104545276</c:v>
                </c:pt>
                <c:pt idx="81">
                  <c:v>4.1551738828770723</c:v>
                </c:pt>
                <c:pt idx="82">
                  <c:v>3.7604661293311636</c:v>
                </c:pt>
                <c:pt idx="83">
                  <c:v>3.3566543510730407</c:v>
                </c:pt>
                <c:pt idx="84">
                  <c:v>3.0972751998603609</c:v>
                </c:pt>
                <c:pt idx="85">
                  <c:v>3.2508011303475692</c:v>
                </c:pt>
              </c:numCache>
            </c:numRef>
          </c:val>
          <c:smooth val="0"/>
          <c:extLst>
            <c:ext xmlns:c16="http://schemas.microsoft.com/office/drawing/2014/chart" uri="{C3380CC4-5D6E-409C-BE32-E72D297353CC}">
              <c16:uniqueId val="{00000000-07EB-41EA-A28E-6F22EDF70323}"/>
            </c:ext>
          </c:extLst>
        </c:ser>
        <c:dLbls>
          <c:showLegendKey val="0"/>
          <c:showVal val="0"/>
          <c:showCatName val="0"/>
          <c:showSerName val="0"/>
          <c:showPercent val="0"/>
          <c:showBubbleSize val="0"/>
        </c:dLbls>
        <c:hiLowLines>
          <c:spPr>
            <a:ln w="0">
              <a:noFill/>
            </a:ln>
          </c:spPr>
        </c:hiLowLines>
        <c:marker val="1"/>
        <c:smooth val="0"/>
        <c:axId val="19043986"/>
        <c:axId val="95765055"/>
      </c:lineChart>
      <c:lineChart>
        <c:grouping val="standard"/>
        <c:varyColors val="0"/>
        <c:ser>
          <c:idx val="1"/>
          <c:order val="1"/>
          <c:tx>
            <c:v>New and existing home sales (Adv., RS)</c:v>
          </c:tx>
          <c:spPr>
            <a:ln w="19050">
              <a:solidFill>
                <a:srgbClr val="C00000"/>
              </a:solidFill>
              <a:round/>
            </a:ln>
          </c:spPr>
          <c:marker>
            <c:symbol val="none"/>
          </c:marker>
          <c:dLbls>
            <c:spPr>
              <a:noFill/>
              <a:ln>
                <a:noFill/>
              </a:ln>
              <a:effectLst/>
            </c:spPr>
            <c:txPr>
              <a:bodyPr wrap="none"/>
              <a:lstStyle/>
              <a:p>
                <a:pPr>
                  <a:defRPr sz="1000" b="0" strike="noStrike" spc="-1">
                    <a:latin typeface="Arial"/>
                  </a:defRPr>
                </a:pPr>
                <a:endParaRPr lang="es-PE"/>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Chart!$A$27:$A$116</c:f>
              <c:numCache>
                <c:formatCode>mm/dd/yyyy</c:formatCode>
                <c:ptCount val="90"/>
                <c:pt idx="0">
                  <c:v>38441</c:v>
                </c:pt>
                <c:pt idx="1">
                  <c:v>38533</c:v>
                </c:pt>
                <c:pt idx="2">
                  <c:v>38625</c:v>
                </c:pt>
                <c:pt idx="3">
                  <c:v>38716</c:v>
                </c:pt>
                <c:pt idx="4">
                  <c:v>38806</c:v>
                </c:pt>
                <c:pt idx="5">
                  <c:v>38898</c:v>
                </c:pt>
                <c:pt idx="6">
                  <c:v>38990</c:v>
                </c:pt>
                <c:pt idx="7">
                  <c:v>39081</c:v>
                </c:pt>
                <c:pt idx="8">
                  <c:v>39171</c:v>
                </c:pt>
                <c:pt idx="9">
                  <c:v>39263</c:v>
                </c:pt>
                <c:pt idx="10">
                  <c:v>39355</c:v>
                </c:pt>
                <c:pt idx="11">
                  <c:v>39446</c:v>
                </c:pt>
                <c:pt idx="12">
                  <c:v>39537</c:v>
                </c:pt>
                <c:pt idx="13">
                  <c:v>39629</c:v>
                </c:pt>
                <c:pt idx="14">
                  <c:v>39721</c:v>
                </c:pt>
                <c:pt idx="15">
                  <c:v>39812</c:v>
                </c:pt>
                <c:pt idx="16">
                  <c:v>39902</c:v>
                </c:pt>
                <c:pt idx="17">
                  <c:v>39994</c:v>
                </c:pt>
                <c:pt idx="18">
                  <c:v>40086</c:v>
                </c:pt>
                <c:pt idx="19">
                  <c:v>40177</c:v>
                </c:pt>
                <c:pt idx="20">
                  <c:v>40267</c:v>
                </c:pt>
                <c:pt idx="21">
                  <c:v>40359</c:v>
                </c:pt>
                <c:pt idx="22">
                  <c:v>40451</c:v>
                </c:pt>
                <c:pt idx="23">
                  <c:v>40542</c:v>
                </c:pt>
                <c:pt idx="24">
                  <c:v>40632</c:v>
                </c:pt>
                <c:pt idx="25">
                  <c:v>40724</c:v>
                </c:pt>
                <c:pt idx="26">
                  <c:v>40816</c:v>
                </c:pt>
                <c:pt idx="27">
                  <c:v>40907</c:v>
                </c:pt>
                <c:pt idx="28">
                  <c:v>40998</c:v>
                </c:pt>
                <c:pt idx="29">
                  <c:v>41090</c:v>
                </c:pt>
                <c:pt idx="30">
                  <c:v>41182</c:v>
                </c:pt>
                <c:pt idx="31">
                  <c:v>41273</c:v>
                </c:pt>
                <c:pt idx="32">
                  <c:v>41363</c:v>
                </c:pt>
                <c:pt idx="33">
                  <c:v>41455</c:v>
                </c:pt>
                <c:pt idx="34">
                  <c:v>41547</c:v>
                </c:pt>
                <c:pt idx="35">
                  <c:v>41638</c:v>
                </c:pt>
                <c:pt idx="36">
                  <c:v>41728</c:v>
                </c:pt>
                <c:pt idx="37">
                  <c:v>41820</c:v>
                </c:pt>
                <c:pt idx="38">
                  <c:v>41912</c:v>
                </c:pt>
                <c:pt idx="39">
                  <c:v>42003</c:v>
                </c:pt>
                <c:pt idx="40">
                  <c:v>42093</c:v>
                </c:pt>
                <c:pt idx="41">
                  <c:v>42185</c:v>
                </c:pt>
                <c:pt idx="42">
                  <c:v>42277</c:v>
                </c:pt>
                <c:pt idx="43">
                  <c:v>42368</c:v>
                </c:pt>
                <c:pt idx="44">
                  <c:v>42459</c:v>
                </c:pt>
                <c:pt idx="45">
                  <c:v>42551</c:v>
                </c:pt>
                <c:pt idx="46">
                  <c:v>42643</c:v>
                </c:pt>
                <c:pt idx="47">
                  <c:v>42734</c:v>
                </c:pt>
                <c:pt idx="48">
                  <c:v>42824</c:v>
                </c:pt>
                <c:pt idx="49">
                  <c:v>42916</c:v>
                </c:pt>
                <c:pt idx="50">
                  <c:v>43008</c:v>
                </c:pt>
                <c:pt idx="51">
                  <c:v>43099</c:v>
                </c:pt>
                <c:pt idx="52">
                  <c:v>43189</c:v>
                </c:pt>
                <c:pt idx="53">
                  <c:v>43281</c:v>
                </c:pt>
                <c:pt idx="54">
                  <c:v>43373</c:v>
                </c:pt>
                <c:pt idx="55">
                  <c:v>43464</c:v>
                </c:pt>
                <c:pt idx="56">
                  <c:v>43554</c:v>
                </c:pt>
                <c:pt idx="57">
                  <c:v>43646</c:v>
                </c:pt>
                <c:pt idx="58">
                  <c:v>43738</c:v>
                </c:pt>
                <c:pt idx="59">
                  <c:v>43829</c:v>
                </c:pt>
                <c:pt idx="60">
                  <c:v>43920</c:v>
                </c:pt>
                <c:pt idx="61">
                  <c:v>44012</c:v>
                </c:pt>
                <c:pt idx="62">
                  <c:v>44104</c:v>
                </c:pt>
                <c:pt idx="63">
                  <c:v>44195</c:v>
                </c:pt>
                <c:pt idx="64">
                  <c:v>44285</c:v>
                </c:pt>
                <c:pt idx="65">
                  <c:v>44377</c:v>
                </c:pt>
                <c:pt idx="66">
                  <c:v>44469</c:v>
                </c:pt>
                <c:pt idx="67">
                  <c:v>44560</c:v>
                </c:pt>
                <c:pt idx="68">
                  <c:v>44650</c:v>
                </c:pt>
                <c:pt idx="69">
                  <c:v>44742</c:v>
                </c:pt>
                <c:pt idx="70">
                  <c:v>44834</c:v>
                </c:pt>
                <c:pt idx="71">
                  <c:v>44925</c:v>
                </c:pt>
                <c:pt idx="72">
                  <c:v>45015</c:v>
                </c:pt>
                <c:pt idx="73">
                  <c:v>45107</c:v>
                </c:pt>
                <c:pt idx="74">
                  <c:v>45199</c:v>
                </c:pt>
                <c:pt idx="75">
                  <c:v>45290</c:v>
                </c:pt>
                <c:pt idx="76">
                  <c:v>45381</c:v>
                </c:pt>
                <c:pt idx="77">
                  <c:v>45473</c:v>
                </c:pt>
                <c:pt idx="78">
                  <c:v>45565</c:v>
                </c:pt>
                <c:pt idx="79">
                  <c:v>45656</c:v>
                </c:pt>
                <c:pt idx="80">
                  <c:v>45746</c:v>
                </c:pt>
                <c:pt idx="81">
                  <c:v>45838</c:v>
                </c:pt>
                <c:pt idx="82">
                  <c:v>45930</c:v>
                </c:pt>
                <c:pt idx="83">
                  <c:v>46021</c:v>
                </c:pt>
                <c:pt idx="84">
                  <c:v>46111</c:v>
                </c:pt>
                <c:pt idx="85">
                  <c:v>46203</c:v>
                </c:pt>
                <c:pt idx="86">
                  <c:v>46295</c:v>
                </c:pt>
                <c:pt idx="87">
                  <c:v>46386</c:v>
                </c:pt>
                <c:pt idx="88">
                  <c:v>46476</c:v>
                </c:pt>
                <c:pt idx="89">
                  <c:v>46568</c:v>
                </c:pt>
              </c:numCache>
            </c:numRef>
          </c:cat>
          <c:val>
            <c:numRef>
              <c:f>Chart!$I$27:$I$116</c:f>
              <c:numCache>
                <c:formatCode>0.00</c:formatCode>
                <c:ptCount val="90"/>
                <c:pt idx="0">
                  <c:v>7.9359999999999999</c:v>
                </c:pt>
                <c:pt idx="1">
                  <c:v>8.1</c:v>
                </c:pt>
                <c:pt idx="2">
                  <c:v>7.8940000000000001</c:v>
                </c:pt>
                <c:pt idx="3">
                  <c:v>8.1319999999999997</c:v>
                </c:pt>
                <c:pt idx="4">
                  <c:v>8.2880000000000003</c:v>
                </c:pt>
                <c:pt idx="5">
                  <c:v>8.4540000000000006</c:v>
                </c:pt>
                <c:pt idx="6">
                  <c:v>8.4939999999999998</c:v>
                </c:pt>
                <c:pt idx="7">
                  <c:v>8.0790000000000006</c:v>
                </c:pt>
                <c:pt idx="8">
                  <c:v>7.9459999999999997</c:v>
                </c:pt>
                <c:pt idx="9">
                  <c:v>7.5540000000000003</c:v>
                </c:pt>
                <c:pt idx="10">
                  <c:v>7.2960000000000003</c:v>
                </c:pt>
                <c:pt idx="11">
                  <c:v>7.3980000000000006</c:v>
                </c:pt>
                <c:pt idx="12">
                  <c:v>6.2930000000000001</c:v>
                </c:pt>
                <c:pt idx="13">
                  <c:v>5.9130000000000003</c:v>
                </c:pt>
                <c:pt idx="14">
                  <c:v>5.266</c:v>
                </c:pt>
                <c:pt idx="15">
                  <c:v>5.0289999999999999</c:v>
                </c:pt>
                <c:pt idx="16">
                  <c:v>4.6950000000000003</c:v>
                </c:pt>
                <c:pt idx="17">
                  <c:v>4.577</c:v>
                </c:pt>
                <c:pt idx="18">
                  <c:v>4.7029999999999994</c:v>
                </c:pt>
                <c:pt idx="19">
                  <c:v>4.3869999999999996</c:v>
                </c:pt>
                <c:pt idx="20">
                  <c:v>4.1989999999999998</c:v>
                </c:pt>
                <c:pt idx="21">
                  <c:v>4.4929999999999994</c:v>
                </c:pt>
                <c:pt idx="22">
                  <c:v>5.0060000000000002</c:v>
                </c:pt>
                <c:pt idx="23">
                  <c:v>4.7520000000000007</c:v>
                </c:pt>
                <c:pt idx="24">
                  <c:v>4.8710000000000004</c:v>
                </c:pt>
                <c:pt idx="25">
                  <c:v>4.7549999999999999</c:v>
                </c:pt>
                <c:pt idx="26">
                  <c:v>4.157</c:v>
                </c:pt>
                <c:pt idx="27">
                  <c:v>4.5959999999999992</c:v>
                </c:pt>
                <c:pt idx="28">
                  <c:v>4.5599999999999996</c:v>
                </c:pt>
                <c:pt idx="29">
                  <c:v>4.5310000000000006</c:v>
                </c:pt>
                <c:pt idx="30">
                  <c:v>4.6340000000000003</c:v>
                </c:pt>
                <c:pt idx="31">
                  <c:v>4.6909999999999998</c:v>
                </c:pt>
                <c:pt idx="32">
                  <c:v>4.8739999999999997</c:v>
                </c:pt>
                <c:pt idx="33">
                  <c:v>4.83</c:v>
                </c:pt>
                <c:pt idx="34">
                  <c:v>5.0949999999999998</c:v>
                </c:pt>
                <c:pt idx="35">
                  <c:v>5.2889999999999997</c:v>
                </c:pt>
                <c:pt idx="36">
                  <c:v>5.5140000000000002</c:v>
                </c:pt>
                <c:pt idx="37">
                  <c:v>5.58</c:v>
                </c:pt>
                <c:pt idx="38">
                  <c:v>5.5429999999999993</c:v>
                </c:pt>
                <c:pt idx="39">
                  <c:v>5.2930000000000001</c:v>
                </c:pt>
                <c:pt idx="40">
                  <c:v>5.1550000000000002</c:v>
                </c:pt>
                <c:pt idx="41">
                  <c:v>5.3580000000000005</c:v>
                </c:pt>
                <c:pt idx="42">
                  <c:v>5.47</c:v>
                </c:pt>
                <c:pt idx="43">
                  <c:v>5.5869999999999997</c:v>
                </c:pt>
                <c:pt idx="44">
                  <c:v>5.73</c:v>
                </c:pt>
                <c:pt idx="45">
                  <c:v>5.84</c:v>
                </c:pt>
                <c:pt idx="46">
                  <c:v>5.8660000000000005</c:v>
                </c:pt>
                <c:pt idx="47">
                  <c:v>5.9860000000000007</c:v>
                </c:pt>
                <c:pt idx="48">
                  <c:v>5.8719999999999999</c:v>
                </c:pt>
                <c:pt idx="49">
                  <c:v>6.0270000000000001</c:v>
                </c:pt>
                <c:pt idx="50">
                  <c:v>6.0279999999999996</c:v>
                </c:pt>
                <c:pt idx="51">
                  <c:v>6.0809999999999995</c:v>
                </c:pt>
                <c:pt idx="52">
                  <c:v>6.242</c:v>
                </c:pt>
                <c:pt idx="53">
                  <c:v>6.109</c:v>
                </c:pt>
                <c:pt idx="54">
                  <c:v>6.0869999999999997</c:v>
                </c:pt>
                <c:pt idx="55">
                  <c:v>6.2</c:v>
                </c:pt>
                <c:pt idx="56">
                  <c:v>6.2090000000000005</c:v>
                </c:pt>
                <c:pt idx="57">
                  <c:v>6.0860000000000003</c:v>
                </c:pt>
                <c:pt idx="58">
                  <c:v>5.7949999999999999</c:v>
                </c:pt>
                <c:pt idx="59">
                  <c:v>5.556</c:v>
                </c:pt>
                <c:pt idx="60">
                  <c:v>5.968</c:v>
                </c:pt>
                <c:pt idx="61">
                  <c:v>6.1189999999999998</c:v>
                </c:pt>
                <c:pt idx="62">
                  <c:v>6.0219999999999994</c:v>
                </c:pt>
                <c:pt idx="63">
                  <c:v>6.15</c:v>
                </c:pt>
                <c:pt idx="64">
                  <c:v>5.9660000000000002</c:v>
                </c:pt>
                <c:pt idx="65">
                  <c:v>5.7709999999999999</c:v>
                </c:pt>
                <c:pt idx="66">
                  <c:v>7.3289999999999997</c:v>
                </c:pt>
                <c:pt idx="67">
                  <c:v>7.3839999999999995</c:v>
                </c:pt>
                <c:pt idx="68">
                  <c:v>6.8320000000000007</c:v>
                </c:pt>
                <c:pt idx="69">
                  <c:v>6.7040000000000006</c:v>
                </c:pt>
                <c:pt idx="70">
                  <c:v>6.9029999999999996</c:v>
                </c:pt>
                <c:pt idx="71">
                  <c:v>7.0259999999999998</c:v>
                </c:pt>
                <c:pt idx="72">
                  <c:v>6.28</c:v>
                </c:pt>
                <c:pt idx="73">
                  <c:v>5.6740000000000004</c:v>
                </c:pt>
                <c:pt idx="74">
                  <c:v>5.2919999999999998</c:v>
                </c:pt>
                <c:pt idx="75">
                  <c:v>4.7549999999999999</c:v>
                </c:pt>
                <c:pt idx="76">
                  <c:v>4.899</c:v>
                </c:pt>
                <c:pt idx="77">
                  <c:v>4.8470000000000004</c:v>
                </c:pt>
                <c:pt idx="78">
                  <c:v>4.7120000000000006</c:v>
                </c:pt>
                <c:pt idx="79">
                  <c:v>4.4939999999999998</c:v>
                </c:pt>
                <c:pt idx="80">
                  <c:v>4.8109999999999999</c:v>
                </c:pt>
                <c:pt idx="81">
                  <c:v>4.6429999999999998</c:v>
                </c:pt>
                <c:pt idx="82">
                  <c:v>4.625</c:v>
                </c:pt>
                <c:pt idx="83">
                  <c:v>4.8920000000000003</c:v>
                </c:pt>
                <c:pt idx="84">
                  <c:v>4.6759999999999993</c:v>
                </c:pt>
                <c:pt idx="85">
                  <c:v>4.6449999999999996</c:v>
                </c:pt>
                <c:pt idx="86">
                  <c:v>4.7940000000000005</c:v>
                </c:pt>
                <c:pt idx="87">
                  <c:v>4.9929999999999994</c:v>
                </c:pt>
                <c:pt idx="88">
                  <c:v>4.6689999999999996</c:v>
                </c:pt>
                <c:pt idx="89">
                  <c:v>4.758</c:v>
                </c:pt>
              </c:numCache>
            </c:numRef>
          </c:val>
          <c:smooth val="0"/>
          <c:extLst>
            <c:ext xmlns:c16="http://schemas.microsoft.com/office/drawing/2014/chart" uri="{C3380CC4-5D6E-409C-BE32-E72D297353CC}">
              <c16:uniqueId val="{00000001-07EB-41EA-A28E-6F22EDF70323}"/>
            </c:ext>
          </c:extLst>
        </c:ser>
        <c:dLbls>
          <c:showLegendKey val="0"/>
          <c:showVal val="0"/>
          <c:showCatName val="0"/>
          <c:showSerName val="0"/>
          <c:showPercent val="0"/>
          <c:showBubbleSize val="0"/>
        </c:dLbls>
        <c:hiLowLines>
          <c:spPr>
            <a:ln w="0">
              <a:noFill/>
            </a:ln>
          </c:spPr>
        </c:hiLowLines>
        <c:marker val="1"/>
        <c:smooth val="0"/>
        <c:axId val="48882346"/>
        <c:axId val="25875614"/>
      </c:lineChart>
      <c:dateAx>
        <c:axId val="19043986"/>
        <c:scaling>
          <c:orientation val="minMax"/>
        </c:scaling>
        <c:delete val="0"/>
        <c:axPos val="b"/>
        <c:numFmt formatCode="yyyy" sourceLinked="0"/>
        <c:majorTickMark val="none"/>
        <c:minorTickMark val="none"/>
        <c:tickLblPos val="low"/>
        <c:spPr>
          <a:ln w="0">
            <a:noFill/>
          </a:ln>
        </c:spPr>
        <c:txPr>
          <a:bodyPr/>
          <a:lstStyle/>
          <a:p>
            <a:pPr>
              <a:defRPr sz="1000" b="0" strike="noStrike" spc="-1">
                <a:solidFill>
                  <a:srgbClr val="000000"/>
                </a:solidFill>
                <a:latin typeface="Trebuchet MS" panose="020B0603020202020204" pitchFamily="34" charset="0"/>
              </a:defRPr>
            </a:pPr>
            <a:endParaRPr lang="es-PE"/>
          </a:p>
        </c:txPr>
        <c:crossAx val="95765055"/>
        <c:crosses val="autoZero"/>
        <c:auto val="1"/>
        <c:lblOffset val="100"/>
        <c:baseTimeUnit val="months"/>
      </c:dateAx>
      <c:valAx>
        <c:axId val="95765055"/>
        <c:scaling>
          <c:orientation val="minMax"/>
          <c:min val="-2"/>
        </c:scaling>
        <c:delete val="0"/>
        <c:axPos val="l"/>
        <c:title>
          <c:tx>
            <c:rich>
              <a:bodyPr rot="-5400000"/>
              <a:lstStyle/>
              <a:p>
                <a:pPr>
                  <a:defRPr sz="1000" b="1" strike="noStrike" spc="-1">
                    <a:solidFill>
                      <a:srgbClr val="000000"/>
                    </a:solidFill>
                    <a:latin typeface="Calibri"/>
                  </a:defRPr>
                </a:pPr>
                <a:r>
                  <a:rPr lang="es-PE" sz="1000" b="1" strike="noStrike" spc="-1">
                    <a:solidFill>
                      <a:srgbClr val="000000"/>
                    </a:solidFill>
                    <a:latin typeface="Calibri"/>
                  </a:rPr>
                  <a:t>Ann. % Chg (OER YoY)</a:t>
                </a:r>
              </a:p>
            </c:rich>
          </c:tx>
          <c:overlay val="0"/>
          <c:spPr>
            <a:noFill/>
            <a:ln w="0">
              <a:noFill/>
            </a:ln>
          </c:spPr>
        </c:title>
        <c:numFmt formatCode="0.0" sourceLinked="1"/>
        <c:majorTickMark val="none"/>
        <c:minorTickMark val="none"/>
        <c:tickLblPos val="nextTo"/>
        <c:spPr>
          <a:ln w="0">
            <a:solidFill>
              <a:srgbClr val="B3B3B3"/>
            </a:solidFill>
          </a:ln>
        </c:spPr>
        <c:txPr>
          <a:bodyPr/>
          <a:lstStyle/>
          <a:p>
            <a:pPr>
              <a:defRPr sz="1050" b="0" strike="noStrike" spc="-1">
                <a:solidFill>
                  <a:srgbClr val="000000"/>
                </a:solidFill>
                <a:latin typeface="Trebuchet MS" panose="020B0603020202020204" pitchFamily="34" charset="0"/>
              </a:defRPr>
            </a:pPr>
            <a:endParaRPr lang="es-PE"/>
          </a:p>
        </c:txPr>
        <c:crossAx val="19043986"/>
        <c:crosses val="autoZero"/>
        <c:crossBetween val="between"/>
      </c:valAx>
      <c:dateAx>
        <c:axId val="48882346"/>
        <c:scaling>
          <c:orientation val="minMax"/>
        </c:scaling>
        <c:delete val="1"/>
        <c:axPos val="b"/>
        <c:numFmt formatCode="mm/dd/yyyy" sourceLinked="1"/>
        <c:majorTickMark val="none"/>
        <c:minorTickMark val="none"/>
        <c:tickLblPos val="nextTo"/>
        <c:crossAx val="25875614"/>
        <c:crosses val="autoZero"/>
        <c:auto val="1"/>
        <c:lblOffset val="100"/>
        <c:baseTimeUnit val="months"/>
      </c:dateAx>
      <c:valAx>
        <c:axId val="25875614"/>
        <c:scaling>
          <c:orientation val="minMax"/>
          <c:max val="10"/>
          <c:min val="4"/>
        </c:scaling>
        <c:delete val="0"/>
        <c:axPos val="r"/>
        <c:title>
          <c:tx>
            <c:rich>
              <a:bodyPr rot="-5400000"/>
              <a:lstStyle/>
              <a:p>
                <a:pPr>
                  <a:defRPr sz="1000" b="1" strike="noStrike" spc="-1">
                    <a:solidFill>
                      <a:srgbClr val="000000"/>
                    </a:solidFill>
                    <a:latin typeface="Calibri"/>
                  </a:defRPr>
                </a:pPr>
                <a:r>
                  <a:rPr lang="es-PE" sz="1000" b="1" strike="noStrike" spc="-1">
                    <a:solidFill>
                      <a:srgbClr val="000000"/>
                    </a:solidFill>
                    <a:latin typeface="Calibri"/>
                  </a:rPr>
                  <a:t>Mn (Home Sales, Adv.)</a:t>
                </a:r>
              </a:p>
            </c:rich>
          </c:tx>
          <c:overlay val="0"/>
          <c:spPr>
            <a:noFill/>
            <a:ln w="0">
              <a:noFill/>
            </a:ln>
          </c:spPr>
        </c:title>
        <c:numFmt formatCode="0.0" sourceLinked="0"/>
        <c:majorTickMark val="none"/>
        <c:minorTickMark val="none"/>
        <c:tickLblPos val="nextTo"/>
        <c:spPr>
          <a:ln w="0">
            <a:solidFill>
              <a:srgbClr val="B3B3B3"/>
            </a:solidFill>
          </a:ln>
        </c:spPr>
        <c:txPr>
          <a:bodyPr/>
          <a:lstStyle/>
          <a:p>
            <a:pPr>
              <a:defRPr sz="1000" b="0" strike="noStrike" spc="-1">
                <a:solidFill>
                  <a:srgbClr val="000000"/>
                </a:solidFill>
                <a:latin typeface="Trebuchet MS" panose="020B0603020202020204" pitchFamily="34" charset="0"/>
              </a:defRPr>
            </a:pPr>
            <a:endParaRPr lang="es-PE"/>
          </a:p>
        </c:txPr>
        <c:crossAx val="48882346"/>
        <c:crosses val="max"/>
        <c:crossBetween val="between"/>
      </c:valAx>
      <c:spPr>
        <a:noFill/>
        <a:ln w="0">
          <a:noFill/>
        </a:ln>
      </c:spPr>
    </c:plotArea>
    <c:legend>
      <c:legendPos val="r"/>
      <c:layout>
        <c:manualLayout>
          <c:xMode val="edge"/>
          <c:yMode val="edge"/>
          <c:x val="0.1400723146751196"/>
          <c:y val="3.1046918325562087E-2"/>
          <c:w val="0.6152061527178555"/>
          <c:h val="0.16213919581307606"/>
        </c:manualLayout>
      </c:layout>
      <c:overlay val="0"/>
      <c:spPr>
        <a:noFill/>
        <a:ln w="0">
          <a:noFill/>
        </a:ln>
      </c:spPr>
      <c:txPr>
        <a:bodyPr/>
        <a:lstStyle/>
        <a:p>
          <a:pPr>
            <a:defRPr sz="1000" b="0" strike="noStrike" spc="-1">
              <a:solidFill>
                <a:srgbClr val="000000"/>
              </a:solidFill>
              <a:latin typeface="Trebuchet MS" panose="020B0603020202020204" pitchFamily="34" charset="0"/>
            </a:defRPr>
          </a:pPr>
          <a:endParaRPr lang="es-PE"/>
        </a:p>
      </c:txPr>
    </c:legend>
    <c:plotVisOnly val="1"/>
    <c:dispBlanksAs val="gap"/>
    <c:showDLblsOverMax val="1"/>
  </c:chart>
  <c:spPr>
    <a:solidFill>
      <a:srgbClr val="FFFFFF"/>
    </a:solidFill>
    <a:ln w="9360">
      <a:noFill/>
      <a:roun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Trebuchet MS" panose="020B0603020202020204" pitchFamily="34" charset="0"/>
                <a:ea typeface="+mn-ea"/>
                <a:cs typeface="+mn-cs"/>
              </a:defRPr>
            </a:pPr>
            <a:r>
              <a:rPr lang="es-PE" sz="1200" b="1" dirty="0" err="1"/>
              <a:t>Zillow</a:t>
            </a:r>
            <a:r>
              <a:rPr lang="es-PE" sz="1200" b="1" dirty="0"/>
              <a:t> Rent </a:t>
            </a:r>
            <a:r>
              <a:rPr lang="es-PE" sz="1200" b="1" dirty="0" err="1"/>
              <a:t>Index</a:t>
            </a:r>
            <a:endParaRPr lang="es-PE" sz="1200"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lineChart>
        <c:grouping val="standard"/>
        <c:varyColors val="0"/>
        <c:ser>
          <c:idx val="0"/>
          <c:order val="0"/>
          <c:spPr>
            <a:ln w="28575" cap="rnd">
              <a:solidFill>
                <a:schemeClr val="accent1"/>
              </a:solidFill>
              <a:round/>
            </a:ln>
            <a:effectLst/>
          </c:spPr>
          <c:marker>
            <c:symbol val="none"/>
          </c:marker>
          <c:cat>
            <c:numRef>
              <c:f>Chart!$Z$54:$Z$180</c:f>
              <c:numCache>
                <c:formatCode>m/d/yyyy</c:formatCode>
                <c:ptCount val="127"/>
                <c:pt idx="0">
                  <c:v>42400</c:v>
                </c:pt>
                <c:pt idx="1">
                  <c:v>42429</c:v>
                </c:pt>
                <c:pt idx="2">
                  <c:v>42460</c:v>
                </c:pt>
                <c:pt idx="3">
                  <c:v>42490</c:v>
                </c:pt>
                <c:pt idx="4">
                  <c:v>42521</c:v>
                </c:pt>
                <c:pt idx="5">
                  <c:v>42551</c:v>
                </c:pt>
                <c:pt idx="6">
                  <c:v>42582</c:v>
                </c:pt>
                <c:pt idx="7">
                  <c:v>42613</c:v>
                </c:pt>
                <c:pt idx="8">
                  <c:v>42643</c:v>
                </c:pt>
                <c:pt idx="9">
                  <c:v>42674</c:v>
                </c:pt>
                <c:pt idx="10">
                  <c:v>42704</c:v>
                </c:pt>
                <c:pt idx="11">
                  <c:v>42735</c:v>
                </c:pt>
                <c:pt idx="12">
                  <c:v>42766</c:v>
                </c:pt>
                <c:pt idx="13">
                  <c:v>42794</c:v>
                </c:pt>
                <c:pt idx="14">
                  <c:v>42825</c:v>
                </c:pt>
                <c:pt idx="15">
                  <c:v>42855</c:v>
                </c:pt>
                <c:pt idx="16">
                  <c:v>42886</c:v>
                </c:pt>
                <c:pt idx="17">
                  <c:v>42916</c:v>
                </c:pt>
                <c:pt idx="18">
                  <c:v>42947</c:v>
                </c:pt>
                <c:pt idx="19">
                  <c:v>42978</c:v>
                </c:pt>
                <c:pt idx="20">
                  <c:v>43008</c:v>
                </c:pt>
                <c:pt idx="21">
                  <c:v>43039</c:v>
                </c:pt>
                <c:pt idx="22">
                  <c:v>43069</c:v>
                </c:pt>
                <c:pt idx="23">
                  <c:v>43100</c:v>
                </c:pt>
                <c:pt idx="24">
                  <c:v>43131</c:v>
                </c:pt>
                <c:pt idx="25">
                  <c:v>43159</c:v>
                </c:pt>
                <c:pt idx="26">
                  <c:v>43190</c:v>
                </c:pt>
                <c:pt idx="27">
                  <c:v>43220</c:v>
                </c:pt>
                <c:pt idx="28">
                  <c:v>43251</c:v>
                </c:pt>
                <c:pt idx="29">
                  <c:v>43281</c:v>
                </c:pt>
                <c:pt idx="30">
                  <c:v>43312</c:v>
                </c:pt>
                <c:pt idx="31">
                  <c:v>43343</c:v>
                </c:pt>
                <c:pt idx="32">
                  <c:v>43373</c:v>
                </c:pt>
                <c:pt idx="33">
                  <c:v>43404</c:v>
                </c:pt>
                <c:pt idx="34">
                  <c:v>43434</c:v>
                </c:pt>
                <c:pt idx="35">
                  <c:v>43465</c:v>
                </c:pt>
                <c:pt idx="36">
                  <c:v>43496</c:v>
                </c:pt>
                <c:pt idx="37">
                  <c:v>43524</c:v>
                </c:pt>
                <c:pt idx="38">
                  <c:v>43555</c:v>
                </c:pt>
                <c:pt idx="39">
                  <c:v>43585</c:v>
                </c:pt>
                <c:pt idx="40">
                  <c:v>43616</c:v>
                </c:pt>
                <c:pt idx="41">
                  <c:v>43646</c:v>
                </c:pt>
                <c:pt idx="42">
                  <c:v>43677</c:v>
                </c:pt>
                <c:pt idx="43">
                  <c:v>43708</c:v>
                </c:pt>
                <c:pt idx="44">
                  <c:v>43738</c:v>
                </c:pt>
                <c:pt idx="45">
                  <c:v>43769</c:v>
                </c:pt>
                <c:pt idx="46">
                  <c:v>43799</c:v>
                </c:pt>
                <c:pt idx="47">
                  <c:v>43830</c:v>
                </c:pt>
                <c:pt idx="48">
                  <c:v>43861</c:v>
                </c:pt>
                <c:pt idx="49">
                  <c:v>43890</c:v>
                </c:pt>
                <c:pt idx="50">
                  <c:v>43921</c:v>
                </c:pt>
                <c:pt idx="51">
                  <c:v>43951</c:v>
                </c:pt>
                <c:pt idx="52">
                  <c:v>43982</c:v>
                </c:pt>
                <c:pt idx="53">
                  <c:v>44012</c:v>
                </c:pt>
                <c:pt idx="54">
                  <c:v>44043</c:v>
                </c:pt>
                <c:pt idx="55">
                  <c:v>44074</c:v>
                </c:pt>
                <c:pt idx="56">
                  <c:v>44104</c:v>
                </c:pt>
                <c:pt idx="57">
                  <c:v>44135</c:v>
                </c:pt>
                <c:pt idx="58">
                  <c:v>44165</c:v>
                </c:pt>
                <c:pt idx="59">
                  <c:v>44196</c:v>
                </c:pt>
                <c:pt idx="60">
                  <c:v>44227</c:v>
                </c:pt>
                <c:pt idx="61">
                  <c:v>44255</c:v>
                </c:pt>
                <c:pt idx="62">
                  <c:v>44286</c:v>
                </c:pt>
                <c:pt idx="63">
                  <c:v>44316</c:v>
                </c:pt>
                <c:pt idx="64">
                  <c:v>44347</c:v>
                </c:pt>
                <c:pt idx="65">
                  <c:v>44377</c:v>
                </c:pt>
                <c:pt idx="66">
                  <c:v>44408</c:v>
                </c:pt>
                <c:pt idx="67">
                  <c:v>44439</c:v>
                </c:pt>
                <c:pt idx="68">
                  <c:v>44469</c:v>
                </c:pt>
                <c:pt idx="69">
                  <c:v>44500</c:v>
                </c:pt>
                <c:pt idx="70">
                  <c:v>44530</c:v>
                </c:pt>
                <c:pt idx="71">
                  <c:v>44561</c:v>
                </c:pt>
                <c:pt idx="72">
                  <c:v>44592</c:v>
                </c:pt>
                <c:pt idx="73">
                  <c:v>44620</c:v>
                </c:pt>
                <c:pt idx="74">
                  <c:v>44651</c:v>
                </c:pt>
                <c:pt idx="75">
                  <c:v>44681</c:v>
                </c:pt>
                <c:pt idx="76">
                  <c:v>44712</c:v>
                </c:pt>
                <c:pt idx="77">
                  <c:v>44742</c:v>
                </c:pt>
                <c:pt idx="78">
                  <c:v>44773</c:v>
                </c:pt>
                <c:pt idx="79">
                  <c:v>44804</c:v>
                </c:pt>
                <c:pt idx="80">
                  <c:v>44834</c:v>
                </c:pt>
                <c:pt idx="81">
                  <c:v>44865</c:v>
                </c:pt>
                <c:pt idx="82">
                  <c:v>44895</c:v>
                </c:pt>
                <c:pt idx="83">
                  <c:v>44926</c:v>
                </c:pt>
                <c:pt idx="84">
                  <c:v>44957</c:v>
                </c:pt>
                <c:pt idx="85">
                  <c:v>44985</c:v>
                </c:pt>
                <c:pt idx="86">
                  <c:v>45016</c:v>
                </c:pt>
                <c:pt idx="87">
                  <c:v>45046</c:v>
                </c:pt>
                <c:pt idx="88">
                  <c:v>45077</c:v>
                </c:pt>
                <c:pt idx="89">
                  <c:v>45107</c:v>
                </c:pt>
                <c:pt idx="90">
                  <c:v>45138</c:v>
                </c:pt>
                <c:pt idx="91">
                  <c:v>45169</c:v>
                </c:pt>
                <c:pt idx="92">
                  <c:v>45199</c:v>
                </c:pt>
                <c:pt idx="93">
                  <c:v>45230</c:v>
                </c:pt>
                <c:pt idx="94">
                  <c:v>45260</c:v>
                </c:pt>
                <c:pt idx="95">
                  <c:v>45291</c:v>
                </c:pt>
                <c:pt idx="96">
                  <c:v>45322</c:v>
                </c:pt>
                <c:pt idx="97">
                  <c:v>45351</c:v>
                </c:pt>
                <c:pt idx="98">
                  <c:v>45382</c:v>
                </c:pt>
                <c:pt idx="99">
                  <c:v>45412</c:v>
                </c:pt>
                <c:pt idx="100">
                  <c:v>45443</c:v>
                </c:pt>
                <c:pt idx="101">
                  <c:v>45473</c:v>
                </c:pt>
                <c:pt idx="102">
                  <c:v>45504</c:v>
                </c:pt>
                <c:pt idx="103">
                  <c:v>45535</c:v>
                </c:pt>
                <c:pt idx="104">
                  <c:v>45565</c:v>
                </c:pt>
                <c:pt idx="105">
                  <c:v>45596</c:v>
                </c:pt>
                <c:pt idx="106">
                  <c:v>45626</c:v>
                </c:pt>
                <c:pt idx="107">
                  <c:v>45657</c:v>
                </c:pt>
                <c:pt idx="108">
                  <c:v>45688</c:v>
                </c:pt>
                <c:pt idx="109">
                  <c:v>45716</c:v>
                </c:pt>
                <c:pt idx="110">
                  <c:v>45747</c:v>
                </c:pt>
                <c:pt idx="111">
                  <c:v>45777</c:v>
                </c:pt>
                <c:pt idx="112">
                  <c:v>45808</c:v>
                </c:pt>
                <c:pt idx="113">
                  <c:v>45838</c:v>
                </c:pt>
                <c:pt idx="114">
                  <c:v>45869</c:v>
                </c:pt>
                <c:pt idx="115">
                  <c:v>45900</c:v>
                </c:pt>
                <c:pt idx="116">
                  <c:v>45930</c:v>
                </c:pt>
                <c:pt idx="117">
                  <c:v>45961</c:v>
                </c:pt>
                <c:pt idx="118">
                  <c:v>45991</c:v>
                </c:pt>
                <c:pt idx="119">
                  <c:v>46022</c:v>
                </c:pt>
                <c:pt idx="120">
                  <c:v>46053</c:v>
                </c:pt>
                <c:pt idx="121">
                  <c:v>46081</c:v>
                </c:pt>
                <c:pt idx="122">
                  <c:v>46112</c:v>
                </c:pt>
                <c:pt idx="123">
                  <c:v>46142</c:v>
                </c:pt>
                <c:pt idx="124">
                  <c:v>46173</c:v>
                </c:pt>
                <c:pt idx="125">
                  <c:v>46203</c:v>
                </c:pt>
                <c:pt idx="126">
                  <c:v>46234</c:v>
                </c:pt>
              </c:numCache>
            </c:numRef>
          </c:cat>
          <c:val>
            <c:numRef>
              <c:f>Chart!$AA$54:$AA$180</c:f>
              <c:numCache>
                <c:formatCode>General</c:formatCode>
                <c:ptCount val="127"/>
                <c:pt idx="0">
                  <c:v>4.8632</c:v>
                </c:pt>
                <c:pt idx="1">
                  <c:v>4.6372</c:v>
                </c:pt>
                <c:pt idx="2">
                  <c:v>4.2771999999999997</c:v>
                </c:pt>
                <c:pt idx="3">
                  <c:v>4.1548999999999996</c:v>
                </c:pt>
                <c:pt idx="4">
                  <c:v>4.1024000000000003</c:v>
                </c:pt>
                <c:pt idx="5">
                  <c:v>4.1555</c:v>
                </c:pt>
                <c:pt idx="6">
                  <c:v>4.0620000000000003</c:v>
                </c:pt>
                <c:pt idx="7">
                  <c:v>3.9456000000000002</c:v>
                </c:pt>
                <c:pt idx="8">
                  <c:v>3.7879999999999998</c:v>
                </c:pt>
                <c:pt idx="9">
                  <c:v>3.6657999999999999</c:v>
                </c:pt>
                <c:pt idx="10">
                  <c:v>3.5282</c:v>
                </c:pt>
                <c:pt idx="11">
                  <c:v>3.4251</c:v>
                </c:pt>
                <c:pt idx="12">
                  <c:v>3.5082</c:v>
                </c:pt>
                <c:pt idx="13">
                  <c:v>3.7038000000000002</c:v>
                </c:pt>
                <c:pt idx="14">
                  <c:v>4.1044999999999998</c:v>
                </c:pt>
                <c:pt idx="15">
                  <c:v>4.2084999999999999</c:v>
                </c:pt>
                <c:pt idx="16">
                  <c:v>4.2840999999999996</c:v>
                </c:pt>
                <c:pt idx="17">
                  <c:v>4.1938000000000004</c:v>
                </c:pt>
                <c:pt idx="18">
                  <c:v>4.2149999999999999</c:v>
                </c:pt>
                <c:pt idx="19">
                  <c:v>4.1673</c:v>
                </c:pt>
                <c:pt idx="20">
                  <c:v>4.2396000000000003</c:v>
                </c:pt>
                <c:pt idx="21">
                  <c:v>4.2267000000000001</c:v>
                </c:pt>
                <c:pt idx="22">
                  <c:v>4.3182</c:v>
                </c:pt>
                <c:pt idx="23">
                  <c:v>4.3929</c:v>
                </c:pt>
                <c:pt idx="24">
                  <c:v>4.3975</c:v>
                </c:pt>
                <c:pt idx="25">
                  <c:v>4.3385999999999996</c:v>
                </c:pt>
                <c:pt idx="26">
                  <c:v>4.1040000000000001</c:v>
                </c:pt>
                <c:pt idx="27">
                  <c:v>4.0419</c:v>
                </c:pt>
                <c:pt idx="28">
                  <c:v>3.9306000000000001</c:v>
                </c:pt>
                <c:pt idx="29">
                  <c:v>3.9634999999999998</c:v>
                </c:pt>
                <c:pt idx="30">
                  <c:v>3.9937999999999998</c:v>
                </c:pt>
                <c:pt idx="31">
                  <c:v>4.1101000000000001</c:v>
                </c:pt>
                <c:pt idx="32">
                  <c:v>4.0503999999999998</c:v>
                </c:pt>
                <c:pt idx="33">
                  <c:v>4.1448999999999998</c:v>
                </c:pt>
                <c:pt idx="34">
                  <c:v>4.2051999999999996</c:v>
                </c:pt>
                <c:pt idx="35">
                  <c:v>4.2767999999999997</c:v>
                </c:pt>
                <c:pt idx="36">
                  <c:v>4.1803999999999997</c:v>
                </c:pt>
                <c:pt idx="37">
                  <c:v>4.0410000000000004</c:v>
                </c:pt>
                <c:pt idx="38">
                  <c:v>4.0301999999999998</c:v>
                </c:pt>
                <c:pt idx="39">
                  <c:v>4.0465</c:v>
                </c:pt>
                <c:pt idx="40">
                  <c:v>4.1700999999999997</c:v>
                </c:pt>
                <c:pt idx="41">
                  <c:v>4.2030000000000003</c:v>
                </c:pt>
                <c:pt idx="42">
                  <c:v>4.2182000000000004</c:v>
                </c:pt>
                <c:pt idx="43">
                  <c:v>4.1879999999999997</c:v>
                </c:pt>
                <c:pt idx="44">
                  <c:v>4.2491000000000003</c:v>
                </c:pt>
                <c:pt idx="45">
                  <c:v>4.1843000000000004</c:v>
                </c:pt>
                <c:pt idx="46">
                  <c:v>4.0536000000000003</c:v>
                </c:pt>
                <c:pt idx="47">
                  <c:v>3.9449000000000001</c:v>
                </c:pt>
                <c:pt idx="48">
                  <c:v>4.0099</c:v>
                </c:pt>
                <c:pt idx="49">
                  <c:v>4.1387</c:v>
                </c:pt>
                <c:pt idx="50">
                  <c:v>4.1310000000000002</c:v>
                </c:pt>
                <c:pt idx="51">
                  <c:v>3.6652</c:v>
                </c:pt>
                <c:pt idx="52">
                  <c:v>3.0070999999999999</c:v>
                </c:pt>
                <c:pt idx="53">
                  <c:v>2.4136000000000002</c:v>
                </c:pt>
                <c:pt idx="54">
                  <c:v>2.1177999999999999</c:v>
                </c:pt>
                <c:pt idx="55">
                  <c:v>1.7966</c:v>
                </c:pt>
                <c:pt idx="56">
                  <c:v>1.4996</c:v>
                </c:pt>
                <c:pt idx="57">
                  <c:v>1.4196</c:v>
                </c:pt>
                <c:pt idx="58">
                  <c:v>1.5206999999999999</c:v>
                </c:pt>
                <c:pt idx="59">
                  <c:v>1.7314000000000001</c:v>
                </c:pt>
                <c:pt idx="60">
                  <c:v>2.0931999999999999</c:v>
                </c:pt>
                <c:pt idx="61">
                  <c:v>2.4809000000000001</c:v>
                </c:pt>
                <c:pt idx="62">
                  <c:v>3.0141</c:v>
                </c:pt>
                <c:pt idx="63">
                  <c:v>4.1586999999999996</c:v>
                </c:pt>
                <c:pt idx="64">
                  <c:v>5.7838000000000003</c:v>
                </c:pt>
                <c:pt idx="65">
                  <c:v>7.6205999999999996</c:v>
                </c:pt>
                <c:pt idx="66">
                  <c:v>9.1981000000000002</c:v>
                </c:pt>
                <c:pt idx="67">
                  <c:v>10.9518</c:v>
                </c:pt>
                <c:pt idx="68">
                  <c:v>12.6587</c:v>
                </c:pt>
                <c:pt idx="69">
                  <c:v>13.9114</c:v>
                </c:pt>
                <c:pt idx="70">
                  <c:v>14.7768</c:v>
                </c:pt>
                <c:pt idx="71">
                  <c:v>15.3353</c:v>
                </c:pt>
                <c:pt idx="72">
                  <c:v>15.461499999999999</c:v>
                </c:pt>
                <c:pt idx="73">
                  <c:v>15.516999999999999</c:v>
                </c:pt>
                <c:pt idx="74">
                  <c:v>15.3399</c:v>
                </c:pt>
                <c:pt idx="75">
                  <c:v>15.2041</c:v>
                </c:pt>
                <c:pt idx="76">
                  <c:v>14.6084</c:v>
                </c:pt>
                <c:pt idx="77">
                  <c:v>13.7958</c:v>
                </c:pt>
                <c:pt idx="78">
                  <c:v>12.7301</c:v>
                </c:pt>
                <c:pt idx="79">
                  <c:v>11.3756</c:v>
                </c:pt>
                <c:pt idx="80">
                  <c:v>9.9351000000000003</c:v>
                </c:pt>
                <c:pt idx="81">
                  <c:v>8.7081</c:v>
                </c:pt>
                <c:pt idx="82">
                  <c:v>7.7423999999999999</c:v>
                </c:pt>
                <c:pt idx="83">
                  <c:v>6.9992000000000001</c:v>
                </c:pt>
                <c:pt idx="84">
                  <c:v>6.4462999999999999</c:v>
                </c:pt>
                <c:pt idx="85">
                  <c:v>5.9172000000000002</c:v>
                </c:pt>
                <c:pt idx="86">
                  <c:v>5.6828000000000003</c:v>
                </c:pt>
                <c:pt idx="87">
                  <c:v>5.0406000000000004</c:v>
                </c:pt>
                <c:pt idx="88">
                  <c:v>4.4866000000000001</c:v>
                </c:pt>
                <c:pt idx="89">
                  <c:v>3.6964999999999999</c:v>
                </c:pt>
                <c:pt idx="90">
                  <c:v>3.2801999999999998</c:v>
                </c:pt>
                <c:pt idx="91">
                  <c:v>3.0474999999999999</c:v>
                </c:pt>
                <c:pt idx="92">
                  <c:v>2.9624999999999999</c:v>
                </c:pt>
                <c:pt idx="93">
                  <c:v>2.9805000000000001</c:v>
                </c:pt>
                <c:pt idx="94">
                  <c:v>2.9683999999999999</c:v>
                </c:pt>
                <c:pt idx="95">
                  <c:v>2.9447999999999999</c:v>
                </c:pt>
                <c:pt idx="96">
                  <c:v>2.9403000000000001</c:v>
                </c:pt>
                <c:pt idx="97">
                  <c:v>2.9215</c:v>
                </c:pt>
                <c:pt idx="98">
                  <c:v>2.7119</c:v>
                </c:pt>
                <c:pt idx="99">
                  <c:v>2.6766999999999999</c:v>
                </c:pt>
                <c:pt idx="100">
                  <c:v>2.6654</c:v>
                </c:pt>
                <c:pt idx="101">
                  <c:v>2.8994</c:v>
                </c:pt>
                <c:pt idx="102">
                  <c:v>2.9308999999999998</c:v>
                </c:pt>
                <c:pt idx="103">
                  <c:v>2.9493</c:v>
                </c:pt>
                <c:pt idx="104">
                  <c:v>2.9344000000000001</c:v>
                </c:pt>
                <c:pt idx="105">
                  <c:v>2.8752</c:v>
                </c:pt>
                <c:pt idx="106">
                  <c:v>2.9003000000000001</c:v>
                </c:pt>
                <c:pt idx="107">
                  <c:v>2.8675999999999999</c:v>
                </c:pt>
                <c:pt idx="108">
                  <c:v>2.8675999999999999</c:v>
                </c:pt>
                <c:pt idx="109">
                  <c:v>2.8228</c:v>
                </c:pt>
                <c:pt idx="110">
                  <c:v>2.8083</c:v>
                </c:pt>
                <c:pt idx="111">
                  <c:v>2.7151999999999998</c:v>
                </c:pt>
                <c:pt idx="112">
                  <c:v>2.5710000000000002</c:v>
                </c:pt>
                <c:pt idx="113">
                  <c:v>2.4047000000000001</c:v>
                </c:pt>
                <c:pt idx="114">
                  <c:v>2.2736000000000001</c:v>
                </c:pt>
                <c:pt idx="115">
                  <c:v>2.2654999999999998</c:v>
                </c:pt>
                <c:pt idx="116">
                  <c:v>2.2825000000000002</c:v>
                </c:pt>
                <c:pt idx="117">
                  <c:v>2.3073999999999999</c:v>
                </c:pt>
                <c:pt idx="118">
                  <c:v>2.1953</c:v>
                </c:pt>
                <c:pt idx="119">
                  <c:v>2.0804</c:v>
                </c:pt>
                <c:pt idx="120">
                  <c:v>1.8769</c:v>
                </c:pt>
                <c:pt idx="121">
                  <c:v>1.772</c:v>
                </c:pt>
                <c:pt idx="122">
                  <c:v>1.6959</c:v>
                </c:pt>
                <c:pt idx="123">
                  <c:v>1.7815000000000001</c:v>
                </c:pt>
                <c:pt idx="124">
                  <c:v>1.9555</c:v>
                </c:pt>
                <c:pt idx="125">
                  <c:v>2.1617000000000002</c:v>
                </c:pt>
                <c:pt idx="126">
                  <c:v>2.3994</c:v>
                </c:pt>
              </c:numCache>
            </c:numRef>
          </c:val>
          <c:smooth val="0"/>
          <c:extLst>
            <c:ext xmlns:c16="http://schemas.microsoft.com/office/drawing/2014/chart" uri="{C3380CC4-5D6E-409C-BE32-E72D297353CC}">
              <c16:uniqueId val="{00000000-4F1A-4AB6-A836-5CF9058F2D40}"/>
            </c:ext>
          </c:extLst>
        </c:ser>
        <c:dLbls>
          <c:showLegendKey val="0"/>
          <c:showVal val="0"/>
          <c:showCatName val="0"/>
          <c:showSerName val="0"/>
          <c:showPercent val="0"/>
          <c:showBubbleSize val="0"/>
        </c:dLbls>
        <c:smooth val="0"/>
        <c:axId val="1662377040"/>
        <c:axId val="1662377520"/>
      </c:lineChart>
      <c:dateAx>
        <c:axId val="1662377040"/>
        <c:scaling>
          <c:orientation val="minMax"/>
        </c:scaling>
        <c:delete val="0"/>
        <c:axPos val="b"/>
        <c:numFmt formatCode="yyyy"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rgbClr val="000000"/>
                </a:solidFill>
                <a:latin typeface="Trebuchet MS" panose="020B0603020202020204" pitchFamily="34" charset="0"/>
                <a:ea typeface="+mn-ea"/>
                <a:cs typeface="+mn-cs"/>
              </a:defRPr>
            </a:pPr>
            <a:endParaRPr lang="es-PE"/>
          </a:p>
        </c:txPr>
        <c:crossAx val="1662377520"/>
        <c:crosses val="autoZero"/>
        <c:auto val="1"/>
        <c:lblOffset val="100"/>
        <c:baseTimeUnit val="months"/>
        <c:majorUnit val="12"/>
        <c:majorTimeUnit val="months"/>
      </c:dateAx>
      <c:valAx>
        <c:axId val="1662377520"/>
        <c:scaling>
          <c:orientation val="minMax"/>
          <c:max val="16"/>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rgbClr val="000000"/>
                </a:solidFill>
                <a:latin typeface="Trebuchet MS" panose="020B0603020202020204" pitchFamily="34" charset="0"/>
                <a:ea typeface="+mn-ea"/>
                <a:cs typeface="+mn-cs"/>
              </a:defRPr>
            </a:pPr>
            <a:endParaRPr lang="es-PE"/>
          </a:p>
        </c:txPr>
        <c:crossAx val="1662377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0000"/>
          </a:solidFill>
          <a:latin typeface="Trebuchet MS" panose="020B0603020202020204" pitchFamily="34" charset="0"/>
        </a:defRPr>
      </a:pPr>
      <a:endParaRPr lang="es-P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0649150621196828E-2"/>
          <c:y val="4.7101996558216314E-2"/>
          <c:w val="0.86137469562410185"/>
          <c:h val="0.85356302833807163"/>
        </c:manualLayout>
      </c:layout>
      <c:lineChart>
        <c:grouping val="standard"/>
        <c:varyColors val="0"/>
        <c:ser>
          <c:idx val="0"/>
          <c:order val="0"/>
          <c:tx>
            <c:strRef>
              <c:f>Economy!$K$4</c:f>
              <c:strCache>
                <c:ptCount val="1"/>
                <c:pt idx="0">
                  <c:v>Participation Rate (%)</c:v>
                </c:pt>
              </c:strCache>
            </c:strRef>
          </c:tx>
          <c:spPr>
            <a:ln w="28575" cap="rnd">
              <a:solidFill>
                <a:srgbClr val="0070C0"/>
              </a:solidFill>
              <a:round/>
            </a:ln>
            <a:effectLst/>
          </c:spPr>
          <c:marker>
            <c:symbol val="none"/>
          </c:marker>
          <c:cat>
            <c:numRef>
              <c:f>Economy!$J$5:$J$59</c:f>
              <c:numCache>
                <c:formatCode>mmm\-yyyy</c:formatCode>
                <c:ptCount val="55"/>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pt idx="22">
                  <c:v>45231</c:v>
                </c:pt>
                <c:pt idx="23">
                  <c:v>45261</c:v>
                </c:pt>
                <c:pt idx="24">
                  <c:v>45292</c:v>
                </c:pt>
                <c:pt idx="25">
                  <c:v>45323</c:v>
                </c:pt>
                <c:pt idx="26">
                  <c:v>45352</c:v>
                </c:pt>
                <c:pt idx="27">
                  <c:v>45383</c:v>
                </c:pt>
                <c:pt idx="28">
                  <c:v>45413</c:v>
                </c:pt>
                <c:pt idx="29">
                  <c:v>45444</c:v>
                </c:pt>
                <c:pt idx="30">
                  <c:v>45474</c:v>
                </c:pt>
                <c:pt idx="31">
                  <c:v>45505</c:v>
                </c:pt>
                <c:pt idx="32">
                  <c:v>45536</c:v>
                </c:pt>
                <c:pt idx="33">
                  <c:v>45566</c:v>
                </c:pt>
                <c:pt idx="34">
                  <c:v>45597</c:v>
                </c:pt>
                <c:pt idx="35">
                  <c:v>45627</c:v>
                </c:pt>
                <c:pt idx="36">
                  <c:v>45658</c:v>
                </c:pt>
                <c:pt idx="37">
                  <c:v>45689</c:v>
                </c:pt>
                <c:pt idx="38">
                  <c:v>45717</c:v>
                </c:pt>
                <c:pt idx="39">
                  <c:v>45748</c:v>
                </c:pt>
                <c:pt idx="40">
                  <c:v>45778</c:v>
                </c:pt>
                <c:pt idx="41">
                  <c:v>45809</c:v>
                </c:pt>
                <c:pt idx="42">
                  <c:v>45839</c:v>
                </c:pt>
                <c:pt idx="43">
                  <c:v>45870</c:v>
                </c:pt>
                <c:pt idx="44">
                  <c:v>45901</c:v>
                </c:pt>
                <c:pt idx="45">
                  <c:v>45931</c:v>
                </c:pt>
                <c:pt idx="46">
                  <c:v>45962</c:v>
                </c:pt>
                <c:pt idx="47">
                  <c:v>45992</c:v>
                </c:pt>
                <c:pt idx="48">
                  <c:v>46023</c:v>
                </c:pt>
                <c:pt idx="49">
                  <c:v>46054</c:v>
                </c:pt>
                <c:pt idx="50">
                  <c:v>46082</c:v>
                </c:pt>
                <c:pt idx="51">
                  <c:v>46113</c:v>
                </c:pt>
                <c:pt idx="52">
                  <c:v>46143</c:v>
                </c:pt>
                <c:pt idx="53">
                  <c:v>46174</c:v>
                </c:pt>
                <c:pt idx="54">
                  <c:v>46204</c:v>
                </c:pt>
              </c:numCache>
            </c:numRef>
          </c:cat>
          <c:val>
            <c:numRef>
              <c:f>Economy!$K$5:$K$59</c:f>
              <c:numCache>
                <c:formatCode>0.0</c:formatCode>
                <c:ptCount val="55"/>
                <c:pt idx="0">
                  <c:v>62.2</c:v>
                </c:pt>
                <c:pt idx="1">
                  <c:v>62.3</c:v>
                </c:pt>
                <c:pt idx="2">
                  <c:v>62.4</c:v>
                </c:pt>
                <c:pt idx="3">
                  <c:v>62.2</c:v>
                </c:pt>
                <c:pt idx="4">
                  <c:v>62.3</c:v>
                </c:pt>
                <c:pt idx="5">
                  <c:v>62.2</c:v>
                </c:pt>
                <c:pt idx="6">
                  <c:v>62.1</c:v>
                </c:pt>
                <c:pt idx="7">
                  <c:v>62.3</c:v>
                </c:pt>
                <c:pt idx="8">
                  <c:v>62.2</c:v>
                </c:pt>
                <c:pt idx="9">
                  <c:v>62.2</c:v>
                </c:pt>
                <c:pt idx="10">
                  <c:v>62.1</c:v>
                </c:pt>
                <c:pt idx="11">
                  <c:v>62.3</c:v>
                </c:pt>
                <c:pt idx="12">
                  <c:v>62.4</c:v>
                </c:pt>
                <c:pt idx="13">
                  <c:v>62.5</c:v>
                </c:pt>
                <c:pt idx="14">
                  <c:v>62.6</c:v>
                </c:pt>
                <c:pt idx="15">
                  <c:v>62.6</c:v>
                </c:pt>
                <c:pt idx="16">
                  <c:v>62.6</c:v>
                </c:pt>
                <c:pt idx="17">
                  <c:v>62.6</c:v>
                </c:pt>
                <c:pt idx="18">
                  <c:v>62.6</c:v>
                </c:pt>
                <c:pt idx="19">
                  <c:v>62.8</c:v>
                </c:pt>
                <c:pt idx="20">
                  <c:v>62.7</c:v>
                </c:pt>
                <c:pt idx="21">
                  <c:v>62.6</c:v>
                </c:pt>
                <c:pt idx="22">
                  <c:v>62.8</c:v>
                </c:pt>
                <c:pt idx="23">
                  <c:v>62.5</c:v>
                </c:pt>
                <c:pt idx="24">
                  <c:v>62.5</c:v>
                </c:pt>
                <c:pt idx="25">
                  <c:v>62.6</c:v>
                </c:pt>
                <c:pt idx="26">
                  <c:v>62.7</c:v>
                </c:pt>
                <c:pt idx="27">
                  <c:v>62.6</c:v>
                </c:pt>
                <c:pt idx="28">
                  <c:v>62.6</c:v>
                </c:pt>
                <c:pt idx="29">
                  <c:v>62.6</c:v>
                </c:pt>
                <c:pt idx="30">
                  <c:v>62.7</c:v>
                </c:pt>
                <c:pt idx="31">
                  <c:v>62.7</c:v>
                </c:pt>
                <c:pt idx="32">
                  <c:v>62.7</c:v>
                </c:pt>
                <c:pt idx="33">
                  <c:v>62.5</c:v>
                </c:pt>
                <c:pt idx="34">
                  <c:v>62.4</c:v>
                </c:pt>
                <c:pt idx="35">
                  <c:v>62.5</c:v>
                </c:pt>
                <c:pt idx="36">
                  <c:v>62.6</c:v>
                </c:pt>
                <c:pt idx="37">
                  <c:v>62.5</c:v>
                </c:pt>
                <c:pt idx="38">
                  <c:v>62.5</c:v>
                </c:pt>
                <c:pt idx="39">
                  <c:v>62.6</c:v>
                </c:pt>
                <c:pt idx="40">
                  <c:v>62.4</c:v>
                </c:pt>
                <c:pt idx="41">
                  <c:v>62.3</c:v>
                </c:pt>
                <c:pt idx="42">
                  <c:v>62.2</c:v>
                </c:pt>
                <c:pt idx="43">
                  <c:v>62.3</c:v>
                </c:pt>
                <c:pt idx="44">
                  <c:v>62.5</c:v>
                </c:pt>
                <c:pt idx="45">
                  <c:v>62.5</c:v>
                </c:pt>
                <c:pt idx="46">
                  <c:v>62.5</c:v>
                </c:pt>
                <c:pt idx="47">
                  <c:v>62.4</c:v>
                </c:pt>
                <c:pt idx="48">
                  <c:v>62.1</c:v>
                </c:pt>
                <c:pt idx="49">
                  <c:v>62</c:v>
                </c:pt>
                <c:pt idx="50">
                  <c:v>61.9</c:v>
                </c:pt>
                <c:pt idx="51">
                  <c:v>61.8</c:v>
                </c:pt>
                <c:pt idx="52">
                  <c:v>61.8</c:v>
                </c:pt>
                <c:pt idx="53">
                  <c:v>61.5</c:v>
                </c:pt>
                <c:pt idx="54">
                  <c:v>61.4</c:v>
                </c:pt>
              </c:numCache>
            </c:numRef>
          </c:val>
          <c:smooth val="1"/>
          <c:extLst>
            <c:ext xmlns:c16="http://schemas.microsoft.com/office/drawing/2014/chart" uri="{C3380CC4-5D6E-409C-BE32-E72D297353CC}">
              <c16:uniqueId val="{00000000-3A24-4217-8F4E-1906306ED5D1}"/>
            </c:ext>
          </c:extLst>
        </c:ser>
        <c:dLbls>
          <c:showLegendKey val="0"/>
          <c:showVal val="0"/>
          <c:showCatName val="0"/>
          <c:showSerName val="0"/>
          <c:showPercent val="0"/>
          <c:showBubbleSize val="0"/>
        </c:dLbls>
        <c:smooth val="0"/>
        <c:axId val="106122575"/>
        <c:axId val="106113455"/>
      </c:lineChart>
      <c:dateAx>
        <c:axId val="106122575"/>
        <c:scaling>
          <c:orientation val="minMax"/>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106113455"/>
        <c:crosses val="autoZero"/>
        <c:auto val="1"/>
        <c:lblOffset val="100"/>
        <c:baseTimeUnit val="months"/>
        <c:majorUnit val="12"/>
        <c:majorTimeUnit val="months"/>
      </c:dateAx>
      <c:valAx>
        <c:axId val="106113455"/>
        <c:scaling>
          <c:orientation val="minMax"/>
          <c:min val="61.3"/>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106122575"/>
        <c:crosses val="autoZero"/>
        <c:crossBetween val="between"/>
      </c:valAx>
      <c:spPr>
        <a:noFill/>
        <a:ln>
          <a:noFill/>
        </a:ln>
        <a:effectLst/>
      </c:spPr>
    </c:plotArea>
    <c:legend>
      <c:legendPos val="r"/>
      <c:layout>
        <c:manualLayout>
          <c:xMode val="edge"/>
          <c:yMode val="edge"/>
          <c:x val="0.1559626588613425"/>
          <c:y val="0.65509650174159606"/>
          <c:w val="0.41588077989755212"/>
          <c:h val="7.2259250467985481E-2"/>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722798985950563E-2"/>
          <c:y val="4.7101996558216314E-2"/>
          <c:w val="0.87882855459020981"/>
          <c:h val="0.85356302833807163"/>
        </c:manualLayout>
      </c:layout>
      <c:lineChart>
        <c:grouping val="standard"/>
        <c:varyColors val="0"/>
        <c:ser>
          <c:idx val="0"/>
          <c:order val="0"/>
          <c:tx>
            <c:strRef>
              <c:f>Economy!$L$4</c:f>
              <c:strCache>
                <c:ptCount val="1"/>
                <c:pt idx="0">
                  <c:v>Unemployment Rate (%)</c:v>
                </c:pt>
              </c:strCache>
            </c:strRef>
          </c:tx>
          <c:spPr>
            <a:ln w="28575" cap="rnd">
              <a:solidFill>
                <a:srgbClr val="002060"/>
              </a:solidFill>
              <a:round/>
            </a:ln>
            <a:effectLst/>
          </c:spPr>
          <c:marker>
            <c:symbol val="none"/>
          </c:marker>
          <c:cat>
            <c:numRef>
              <c:f>Economy!$R$5:$R$59</c:f>
              <c:numCache>
                <c:formatCode>mmm\-yyyy</c:formatCode>
                <c:ptCount val="55"/>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pt idx="22">
                  <c:v>45231</c:v>
                </c:pt>
                <c:pt idx="23">
                  <c:v>45261</c:v>
                </c:pt>
                <c:pt idx="24">
                  <c:v>45292</c:v>
                </c:pt>
                <c:pt idx="25">
                  <c:v>45323</c:v>
                </c:pt>
                <c:pt idx="26">
                  <c:v>45352</c:v>
                </c:pt>
                <c:pt idx="27">
                  <c:v>45383</c:v>
                </c:pt>
                <c:pt idx="28">
                  <c:v>45413</c:v>
                </c:pt>
                <c:pt idx="29">
                  <c:v>45444</c:v>
                </c:pt>
                <c:pt idx="30">
                  <c:v>45474</c:v>
                </c:pt>
                <c:pt idx="31">
                  <c:v>45505</c:v>
                </c:pt>
                <c:pt idx="32">
                  <c:v>45536</c:v>
                </c:pt>
                <c:pt idx="33">
                  <c:v>45566</c:v>
                </c:pt>
                <c:pt idx="34">
                  <c:v>45597</c:v>
                </c:pt>
                <c:pt idx="35">
                  <c:v>45627</c:v>
                </c:pt>
                <c:pt idx="36">
                  <c:v>45658</c:v>
                </c:pt>
                <c:pt idx="37">
                  <c:v>45689</c:v>
                </c:pt>
                <c:pt idx="38">
                  <c:v>45717</c:v>
                </c:pt>
                <c:pt idx="39">
                  <c:v>45748</c:v>
                </c:pt>
                <c:pt idx="40">
                  <c:v>45778</c:v>
                </c:pt>
                <c:pt idx="41">
                  <c:v>45809</c:v>
                </c:pt>
                <c:pt idx="42">
                  <c:v>45839</c:v>
                </c:pt>
                <c:pt idx="43">
                  <c:v>45870</c:v>
                </c:pt>
                <c:pt idx="44">
                  <c:v>45901</c:v>
                </c:pt>
                <c:pt idx="45">
                  <c:v>45931</c:v>
                </c:pt>
                <c:pt idx="46">
                  <c:v>45962</c:v>
                </c:pt>
                <c:pt idx="47">
                  <c:v>45992</c:v>
                </c:pt>
                <c:pt idx="48">
                  <c:v>46023</c:v>
                </c:pt>
                <c:pt idx="49">
                  <c:v>46054</c:v>
                </c:pt>
                <c:pt idx="50">
                  <c:v>46082</c:v>
                </c:pt>
                <c:pt idx="51">
                  <c:v>46113</c:v>
                </c:pt>
                <c:pt idx="52">
                  <c:v>46143</c:v>
                </c:pt>
                <c:pt idx="53">
                  <c:v>46174</c:v>
                </c:pt>
                <c:pt idx="54">
                  <c:v>46204</c:v>
                </c:pt>
              </c:numCache>
            </c:numRef>
          </c:cat>
          <c:val>
            <c:numRef>
              <c:f>Economy!$L$5:$L$59</c:f>
              <c:numCache>
                <c:formatCode>0.0</c:formatCode>
                <c:ptCount val="55"/>
                <c:pt idx="0">
                  <c:v>4</c:v>
                </c:pt>
                <c:pt idx="1">
                  <c:v>3.9</c:v>
                </c:pt>
                <c:pt idx="2">
                  <c:v>3.7</c:v>
                </c:pt>
                <c:pt idx="3">
                  <c:v>3.7</c:v>
                </c:pt>
                <c:pt idx="4">
                  <c:v>3.6</c:v>
                </c:pt>
                <c:pt idx="5">
                  <c:v>3.6</c:v>
                </c:pt>
                <c:pt idx="6">
                  <c:v>3.5</c:v>
                </c:pt>
                <c:pt idx="7">
                  <c:v>3.6</c:v>
                </c:pt>
                <c:pt idx="8">
                  <c:v>3.5</c:v>
                </c:pt>
                <c:pt idx="9">
                  <c:v>3.6</c:v>
                </c:pt>
                <c:pt idx="10">
                  <c:v>3.6</c:v>
                </c:pt>
                <c:pt idx="11">
                  <c:v>3.5</c:v>
                </c:pt>
                <c:pt idx="12">
                  <c:v>3.5</c:v>
                </c:pt>
                <c:pt idx="13">
                  <c:v>3.6</c:v>
                </c:pt>
                <c:pt idx="14">
                  <c:v>3.5</c:v>
                </c:pt>
                <c:pt idx="15">
                  <c:v>3.4</c:v>
                </c:pt>
                <c:pt idx="16">
                  <c:v>3.6</c:v>
                </c:pt>
                <c:pt idx="17">
                  <c:v>3.6</c:v>
                </c:pt>
                <c:pt idx="18">
                  <c:v>3.5</c:v>
                </c:pt>
                <c:pt idx="19">
                  <c:v>3.7</c:v>
                </c:pt>
                <c:pt idx="20">
                  <c:v>3.7</c:v>
                </c:pt>
                <c:pt idx="21">
                  <c:v>3.9</c:v>
                </c:pt>
                <c:pt idx="22">
                  <c:v>3.7</c:v>
                </c:pt>
                <c:pt idx="23">
                  <c:v>3.8</c:v>
                </c:pt>
                <c:pt idx="24">
                  <c:v>3.7</c:v>
                </c:pt>
                <c:pt idx="25">
                  <c:v>3.9</c:v>
                </c:pt>
                <c:pt idx="26">
                  <c:v>3.9</c:v>
                </c:pt>
                <c:pt idx="27">
                  <c:v>3.9</c:v>
                </c:pt>
                <c:pt idx="28">
                  <c:v>3.9</c:v>
                </c:pt>
                <c:pt idx="29">
                  <c:v>4.0999999999999996</c:v>
                </c:pt>
                <c:pt idx="30">
                  <c:v>4.2</c:v>
                </c:pt>
                <c:pt idx="31">
                  <c:v>4.2</c:v>
                </c:pt>
                <c:pt idx="32">
                  <c:v>4.0999999999999996</c:v>
                </c:pt>
                <c:pt idx="33">
                  <c:v>4.0999999999999996</c:v>
                </c:pt>
                <c:pt idx="34">
                  <c:v>4.2</c:v>
                </c:pt>
                <c:pt idx="35">
                  <c:v>4.0999999999999996</c:v>
                </c:pt>
                <c:pt idx="36">
                  <c:v>4</c:v>
                </c:pt>
                <c:pt idx="37">
                  <c:v>4.2</c:v>
                </c:pt>
                <c:pt idx="38">
                  <c:v>4.2</c:v>
                </c:pt>
                <c:pt idx="39">
                  <c:v>4.2</c:v>
                </c:pt>
                <c:pt idx="40">
                  <c:v>4.3</c:v>
                </c:pt>
                <c:pt idx="41">
                  <c:v>4.0999999999999996</c:v>
                </c:pt>
                <c:pt idx="42">
                  <c:v>4.3</c:v>
                </c:pt>
                <c:pt idx="43">
                  <c:v>4.3</c:v>
                </c:pt>
                <c:pt idx="44">
                  <c:v>4.4000000000000004</c:v>
                </c:pt>
                <c:pt idx="45">
                  <c:v>4.4000000000000004</c:v>
                </c:pt>
                <c:pt idx="46">
                  <c:v>4.5</c:v>
                </c:pt>
                <c:pt idx="47">
                  <c:v>4.4000000000000004</c:v>
                </c:pt>
                <c:pt idx="48">
                  <c:v>4.3</c:v>
                </c:pt>
                <c:pt idx="49">
                  <c:v>4.4000000000000004</c:v>
                </c:pt>
                <c:pt idx="50">
                  <c:v>4.3</c:v>
                </c:pt>
                <c:pt idx="51">
                  <c:v>4.3</c:v>
                </c:pt>
                <c:pt idx="52">
                  <c:v>4.3</c:v>
                </c:pt>
                <c:pt idx="53">
                  <c:v>4.2</c:v>
                </c:pt>
                <c:pt idx="54">
                  <c:v>4.0999999999999996</c:v>
                </c:pt>
              </c:numCache>
            </c:numRef>
          </c:val>
          <c:smooth val="1"/>
          <c:extLst>
            <c:ext xmlns:c16="http://schemas.microsoft.com/office/drawing/2014/chart" uri="{C3380CC4-5D6E-409C-BE32-E72D297353CC}">
              <c16:uniqueId val="{00000000-CF4C-4CFD-8D92-C611729B2A83}"/>
            </c:ext>
          </c:extLst>
        </c:ser>
        <c:ser>
          <c:idx val="1"/>
          <c:order val="1"/>
          <c:tx>
            <c:strRef>
              <c:f>Economy!$X$4</c:f>
              <c:strCache>
                <c:ptCount val="1"/>
                <c:pt idx="0">
                  <c:v>Participation Rate At Jan 2025</c:v>
                </c:pt>
              </c:strCache>
            </c:strRef>
          </c:tx>
          <c:spPr>
            <a:ln w="28575" cap="rnd">
              <a:solidFill>
                <a:schemeClr val="accent2"/>
              </a:solidFill>
              <a:prstDash val="lgDash"/>
              <a:round/>
            </a:ln>
            <a:effectLst/>
          </c:spPr>
          <c:marker>
            <c:symbol val="none"/>
          </c:marker>
          <c:cat>
            <c:numRef>
              <c:f>Economy!$R$5:$R$59</c:f>
              <c:numCache>
                <c:formatCode>mmm\-yyyy</c:formatCode>
                <c:ptCount val="55"/>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pt idx="22">
                  <c:v>45231</c:v>
                </c:pt>
                <c:pt idx="23">
                  <c:v>45261</c:v>
                </c:pt>
                <c:pt idx="24">
                  <c:v>45292</c:v>
                </c:pt>
                <c:pt idx="25">
                  <c:v>45323</c:v>
                </c:pt>
                <c:pt idx="26">
                  <c:v>45352</c:v>
                </c:pt>
                <c:pt idx="27">
                  <c:v>45383</c:v>
                </c:pt>
                <c:pt idx="28">
                  <c:v>45413</c:v>
                </c:pt>
                <c:pt idx="29">
                  <c:v>45444</c:v>
                </c:pt>
                <c:pt idx="30">
                  <c:v>45474</c:v>
                </c:pt>
                <c:pt idx="31">
                  <c:v>45505</c:v>
                </c:pt>
                <c:pt idx="32">
                  <c:v>45536</c:v>
                </c:pt>
                <c:pt idx="33">
                  <c:v>45566</c:v>
                </c:pt>
                <c:pt idx="34">
                  <c:v>45597</c:v>
                </c:pt>
                <c:pt idx="35">
                  <c:v>45627</c:v>
                </c:pt>
                <c:pt idx="36">
                  <c:v>45658</c:v>
                </c:pt>
                <c:pt idx="37">
                  <c:v>45689</c:v>
                </c:pt>
                <c:pt idx="38">
                  <c:v>45717</c:v>
                </c:pt>
                <c:pt idx="39">
                  <c:v>45748</c:v>
                </c:pt>
                <c:pt idx="40">
                  <c:v>45778</c:v>
                </c:pt>
                <c:pt idx="41">
                  <c:v>45809</c:v>
                </c:pt>
                <c:pt idx="42">
                  <c:v>45839</c:v>
                </c:pt>
                <c:pt idx="43">
                  <c:v>45870</c:v>
                </c:pt>
                <c:pt idx="44">
                  <c:v>45901</c:v>
                </c:pt>
                <c:pt idx="45">
                  <c:v>45931</c:v>
                </c:pt>
                <c:pt idx="46">
                  <c:v>45962</c:v>
                </c:pt>
                <c:pt idx="47">
                  <c:v>45992</c:v>
                </c:pt>
                <c:pt idx="48">
                  <c:v>46023</c:v>
                </c:pt>
                <c:pt idx="49">
                  <c:v>46054</c:v>
                </c:pt>
                <c:pt idx="50">
                  <c:v>46082</c:v>
                </c:pt>
                <c:pt idx="51">
                  <c:v>46113</c:v>
                </c:pt>
                <c:pt idx="52">
                  <c:v>46143</c:v>
                </c:pt>
                <c:pt idx="53">
                  <c:v>46174</c:v>
                </c:pt>
                <c:pt idx="54">
                  <c:v>46204</c:v>
                </c:pt>
              </c:numCache>
            </c:numRef>
          </c:cat>
          <c:val>
            <c:numRef>
              <c:f>Economy!$X$5:$X$59</c:f>
              <c:numCache>
                <c:formatCode>General</c:formatCode>
                <c:ptCount val="55"/>
                <c:pt idx="36" formatCode="0.00">
                  <c:v>4.0244741662327188</c:v>
                </c:pt>
                <c:pt idx="37" formatCode="0.00">
                  <c:v>4.3700965435918091</c:v>
                </c:pt>
                <c:pt idx="38" formatCode="0.00">
                  <c:v>4.3316916072993061</c:v>
                </c:pt>
                <c:pt idx="39" formatCode="0.00">
                  <c:v>4.1651660253216924</c:v>
                </c:pt>
                <c:pt idx="40" formatCode="0.00">
                  <c:v>4.6132147194260442</c:v>
                </c:pt>
                <c:pt idx="41" formatCode="0.00">
                  <c:v>4.6344825927144919</c:v>
                </c:pt>
                <c:pt idx="42" formatCode="0.00">
                  <c:v>4.8132553814147574</c:v>
                </c:pt>
                <c:pt idx="43" formatCode="0.00">
                  <c:v>4.7542013005176234</c:v>
                </c:pt>
                <c:pt idx="44" formatCode="0.00">
                  <c:v>4.6657465360128647</c:v>
                </c:pt>
                <c:pt idx="45" formatCode="0.00">
                  <c:v>4.6657465360128647</c:v>
                </c:pt>
                <c:pt idx="46" formatCode="0.00">
                  <c:v>4.7465366181570072</c:v>
                </c:pt>
                <c:pt idx="47" formatCode="0.00">
                  <c:v>4.6751094848149757</c:v>
                </c:pt>
                <c:pt idx="48" formatCode="0.00">
                  <c:v>5.1470319000761062</c:v>
                </c:pt>
                <c:pt idx="49" formatCode="0.00">
                  <c:v>5.2856570676148289</c:v>
                </c:pt>
                <c:pt idx="50" formatCode="0.00">
                  <c:v>5.3545557779390833</c:v>
                </c:pt>
                <c:pt idx="51" formatCode="0.00">
                  <c:v>5.5192476166445523</c:v>
                </c:pt>
                <c:pt idx="52" formatCode="0.00">
                  <c:v>5.4667185770852198</c:v>
                </c:pt>
                <c:pt idx="53" formatCode="0.00">
                  <c:v>5.799529109108903</c:v>
                </c:pt>
                <c:pt idx="54" formatCode="0.00">
                  <c:v>5.8897094267526988</c:v>
                </c:pt>
              </c:numCache>
            </c:numRef>
          </c:val>
          <c:smooth val="1"/>
          <c:extLst>
            <c:ext xmlns:c16="http://schemas.microsoft.com/office/drawing/2014/chart" uri="{C3380CC4-5D6E-409C-BE32-E72D297353CC}">
              <c16:uniqueId val="{00000001-CF4C-4CFD-8D92-C611729B2A83}"/>
            </c:ext>
          </c:extLst>
        </c:ser>
        <c:dLbls>
          <c:showLegendKey val="0"/>
          <c:showVal val="0"/>
          <c:showCatName val="0"/>
          <c:showSerName val="0"/>
          <c:showPercent val="0"/>
          <c:showBubbleSize val="0"/>
        </c:dLbls>
        <c:smooth val="0"/>
        <c:axId val="106122575"/>
        <c:axId val="106113455"/>
      </c:lineChart>
      <c:dateAx>
        <c:axId val="106122575"/>
        <c:scaling>
          <c:orientation val="minMax"/>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106113455"/>
        <c:crosses val="autoZero"/>
        <c:auto val="1"/>
        <c:lblOffset val="100"/>
        <c:baseTimeUnit val="months"/>
        <c:majorUnit val="12"/>
        <c:majorTimeUnit val="months"/>
      </c:dateAx>
      <c:valAx>
        <c:axId val="106113455"/>
        <c:scaling>
          <c:orientation val="minMax"/>
          <c:max val="6"/>
          <c:min val="3"/>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106122575"/>
        <c:crosses val="autoZero"/>
        <c:crossBetween val="between"/>
        <c:majorUnit val="1"/>
      </c:valAx>
      <c:spPr>
        <a:noFill/>
        <a:ln>
          <a:noFill/>
        </a:ln>
        <a:effectLst/>
      </c:spPr>
    </c:plotArea>
    <c:legend>
      <c:legendPos val="r"/>
      <c:layout>
        <c:manualLayout>
          <c:xMode val="edge"/>
          <c:yMode val="edge"/>
          <c:x val="0.11410879433213941"/>
          <c:y val="0.1156895165858369"/>
          <c:w val="0.50484440693242993"/>
          <c:h val="0.17770501000706698"/>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26889643400475"/>
          <c:y val="4.7101996558216314E-2"/>
          <c:w val="0.83391099171440908"/>
          <c:h val="0.85114952730981164"/>
        </c:manualLayout>
      </c:layout>
      <c:lineChart>
        <c:grouping val="standard"/>
        <c:varyColors val="0"/>
        <c:ser>
          <c:idx val="0"/>
          <c:order val="0"/>
          <c:tx>
            <c:strRef>
              <c:f>Economy!$D$4</c:f>
              <c:strCache>
                <c:ptCount val="1"/>
                <c:pt idx="0">
                  <c:v>Core CPI %YoY</c:v>
                </c:pt>
              </c:strCache>
            </c:strRef>
          </c:tx>
          <c:spPr>
            <a:ln w="28575" cap="rnd">
              <a:solidFill>
                <a:schemeClr val="tx1">
                  <a:lumMod val="50000"/>
                  <a:lumOff val="50000"/>
                </a:schemeClr>
              </a:solidFill>
              <a:round/>
            </a:ln>
            <a:effectLst/>
          </c:spPr>
          <c:marker>
            <c:symbol val="none"/>
          </c:marker>
          <c:cat>
            <c:numRef>
              <c:f>Economy!$B$9:$B$38</c:f>
              <c:numCache>
                <c:formatCode>mmm\-yyyy</c:formatCode>
                <c:ptCount val="30"/>
                <c:pt idx="0">
                  <c:v>43466</c:v>
                </c:pt>
                <c:pt idx="1">
                  <c:v>43556</c:v>
                </c:pt>
                <c:pt idx="2">
                  <c:v>43647</c:v>
                </c:pt>
                <c:pt idx="3">
                  <c:v>43739</c:v>
                </c:pt>
                <c:pt idx="4">
                  <c:v>43831</c:v>
                </c:pt>
                <c:pt idx="5">
                  <c:v>43922</c:v>
                </c:pt>
                <c:pt idx="6">
                  <c:v>44013</c:v>
                </c:pt>
                <c:pt idx="7">
                  <c:v>44105</c:v>
                </c:pt>
                <c:pt idx="8">
                  <c:v>44197</c:v>
                </c:pt>
                <c:pt idx="9">
                  <c:v>44287</c:v>
                </c:pt>
                <c:pt idx="10">
                  <c:v>44378</c:v>
                </c:pt>
                <c:pt idx="11">
                  <c:v>44470</c:v>
                </c:pt>
                <c:pt idx="12">
                  <c:v>44562</c:v>
                </c:pt>
                <c:pt idx="13">
                  <c:v>44652</c:v>
                </c:pt>
                <c:pt idx="14">
                  <c:v>44743</c:v>
                </c:pt>
                <c:pt idx="15">
                  <c:v>44835</c:v>
                </c:pt>
                <c:pt idx="16">
                  <c:v>44927</c:v>
                </c:pt>
                <c:pt idx="17">
                  <c:v>45017</c:v>
                </c:pt>
                <c:pt idx="18">
                  <c:v>45108</c:v>
                </c:pt>
                <c:pt idx="19">
                  <c:v>45200</c:v>
                </c:pt>
                <c:pt idx="20">
                  <c:v>45292</c:v>
                </c:pt>
                <c:pt idx="21">
                  <c:v>45383</c:v>
                </c:pt>
                <c:pt idx="22">
                  <c:v>45474</c:v>
                </c:pt>
                <c:pt idx="23">
                  <c:v>45566</c:v>
                </c:pt>
                <c:pt idx="24">
                  <c:v>45658</c:v>
                </c:pt>
                <c:pt idx="25">
                  <c:v>45748</c:v>
                </c:pt>
                <c:pt idx="26">
                  <c:v>45839</c:v>
                </c:pt>
                <c:pt idx="27">
                  <c:v>45931</c:v>
                </c:pt>
                <c:pt idx="28">
                  <c:v>46023</c:v>
                </c:pt>
                <c:pt idx="29">
                  <c:v>46113</c:v>
                </c:pt>
              </c:numCache>
            </c:numRef>
          </c:cat>
          <c:val>
            <c:numRef>
              <c:f>Economy!$D$9:$D$38</c:f>
              <c:numCache>
                <c:formatCode>0.0%</c:formatCode>
                <c:ptCount val="30"/>
                <c:pt idx="0">
                  <c:v>2.1794329242488475E-2</c:v>
                </c:pt>
                <c:pt idx="1">
                  <c:v>2.0913377235709074E-2</c:v>
                </c:pt>
                <c:pt idx="2">
                  <c:v>2.1657049503490455E-2</c:v>
                </c:pt>
                <c:pt idx="3">
                  <c:v>2.3378148209658223E-2</c:v>
                </c:pt>
                <c:pt idx="4">
                  <c:v>2.2817391837892886E-2</c:v>
                </c:pt>
                <c:pt idx="5">
                  <c:v>1.4309324152566472E-2</c:v>
                </c:pt>
                <c:pt idx="6">
                  <c:v>1.5606958371315871E-2</c:v>
                </c:pt>
                <c:pt idx="7">
                  <c:v>1.6364116692455521E-2</c:v>
                </c:pt>
                <c:pt idx="8">
                  <c:v>1.3763703714812836E-2</c:v>
                </c:pt>
                <c:pt idx="9">
                  <c:v>2.9780316542864504E-2</c:v>
                </c:pt>
                <c:pt idx="10">
                  <c:v>4.2107192143281846E-2</c:v>
                </c:pt>
                <c:pt idx="11">
                  <c:v>4.5903173341849124E-2</c:v>
                </c:pt>
                <c:pt idx="12">
                  <c:v>6.0542851542418896E-2</c:v>
                </c:pt>
                <c:pt idx="13">
                  <c:v>6.1587371190528373E-2</c:v>
                </c:pt>
                <c:pt idx="14">
                  <c:v>5.8999167408343212E-2</c:v>
                </c:pt>
                <c:pt idx="15">
                  <c:v>6.2949997869832464E-2</c:v>
                </c:pt>
                <c:pt idx="16">
                  <c:v>5.5395334725917733E-2</c:v>
                </c:pt>
                <c:pt idx="17">
                  <c:v>5.5143641958735223E-2</c:v>
                </c:pt>
                <c:pt idx="18">
                  <c:v>4.7009705579352357E-2</c:v>
                </c:pt>
                <c:pt idx="19">
                  <c:v>4.0274015611274638E-2</c:v>
                </c:pt>
                <c:pt idx="20">
                  <c:v>3.8583540949372663E-2</c:v>
                </c:pt>
                <c:pt idx="21">
                  <c:v>3.6260251717590952E-2</c:v>
                </c:pt>
                <c:pt idx="22">
                  <c:v>3.2301916105644812E-2</c:v>
                </c:pt>
                <c:pt idx="23">
                  <c:v>3.2986897067653009E-2</c:v>
                </c:pt>
                <c:pt idx="24">
                  <c:v>3.2829704853985842E-2</c:v>
                </c:pt>
                <c:pt idx="25">
                  <c:v>2.7760200724699313E-2</c:v>
                </c:pt>
                <c:pt idx="26">
                  <c:v>3.0544930080893096E-2</c:v>
                </c:pt>
                <c:pt idx="27">
                  <c:v>2.8943434111105226E-2</c:v>
                </c:pt>
                <c:pt idx="28">
                  <c:v>2.512028782828879E-2</c:v>
                </c:pt>
                <c:pt idx="29">
                  <c:v>2.7433094309685213E-2</c:v>
                </c:pt>
              </c:numCache>
            </c:numRef>
          </c:val>
          <c:smooth val="0"/>
          <c:extLst>
            <c:ext xmlns:c16="http://schemas.microsoft.com/office/drawing/2014/chart" uri="{C3380CC4-5D6E-409C-BE32-E72D297353CC}">
              <c16:uniqueId val="{00000000-9C6D-41BE-AF06-860BBF4EFC2E}"/>
            </c:ext>
          </c:extLst>
        </c:ser>
        <c:ser>
          <c:idx val="1"/>
          <c:order val="1"/>
          <c:tx>
            <c:strRef>
              <c:f>Economy!$G$4</c:f>
              <c:strCache>
                <c:ptCount val="1"/>
                <c:pt idx="0">
                  <c:v>Unit Labor Cost %YoY</c:v>
                </c:pt>
              </c:strCache>
            </c:strRef>
          </c:tx>
          <c:spPr>
            <a:ln w="28575" cap="rnd">
              <a:solidFill>
                <a:schemeClr val="bg1">
                  <a:lumMod val="65000"/>
                </a:schemeClr>
              </a:solidFill>
              <a:round/>
            </a:ln>
            <a:effectLst/>
          </c:spPr>
          <c:marker>
            <c:symbol val="none"/>
          </c:marker>
          <c:cat>
            <c:numRef>
              <c:f>Economy!$B$9:$B$38</c:f>
              <c:numCache>
                <c:formatCode>mmm\-yyyy</c:formatCode>
                <c:ptCount val="30"/>
                <c:pt idx="0">
                  <c:v>43466</c:v>
                </c:pt>
                <c:pt idx="1">
                  <c:v>43556</c:v>
                </c:pt>
                <c:pt idx="2">
                  <c:v>43647</c:v>
                </c:pt>
                <c:pt idx="3">
                  <c:v>43739</c:v>
                </c:pt>
                <c:pt idx="4">
                  <c:v>43831</c:v>
                </c:pt>
                <c:pt idx="5">
                  <c:v>43922</c:v>
                </c:pt>
                <c:pt idx="6">
                  <c:v>44013</c:v>
                </c:pt>
                <c:pt idx="7">
                  <c:v>44105</c:v>
                </c:pt>
                <c:pt idx="8">
                  <c:v>44197</c:v>
                </c:pt>
                <c:pt idx="9">
                  <c:v>44287</c:v>
                </c:pt>
                <c:pt idx="10">
                  <c:v>44378</c:v>
                </c:pt>
                <c:pt idx="11">
                  <c:v>44470</c:v>
                </c:pt>
                <c:pt idx="12">
                  <c:v>44562</c:v>
                </c:pt>
                <c:pt idx="13">
                  <c:v>44652</c:v>
                </c:pt>
                <c:pt idx="14">
                  <c:v>44743</c:v>
                </c:pt>
                <c:pt idx="15">
                  <c:v>44835</c:v>
                </c:pt>
                <c:pt idx="16">
                  <c:v>44927</c:v>
                </c:pt>
                <c:pt idx="17">
                  <c:v>45017</c:v>
                </c:pt>
                <c:pt idx="18">
                  <c:v>45108</c:v>
                </c:pt>
                <c:pt idx="19">
                  <c:v>45200</c:v>
                </c:pt>
                <c:pt idx="20">
                  <c:v>45292</c:v>
                </c:pt>
                <c:pt idx="21">
                  <c:v>45383</c:v>
                </c:pt>
                <c:pt idx="22">
                  <c:v>45474</c:v>
                </c:pt>
                <c:pt idx="23">
                  <c:v>45566</c:v>
                </c:pt>
                <c:pt idx="24">
                  <c:v>45658</c:v>
                </c:pt>
                <c:pt idx="25">
                  <c:v>45748</c:v>
                </c:pt>
                <c:pt idx="26">
                  <c:v>45839</c:v>
                </c:pt>
                <c:pt idx="27">
                  <c:v>45931</c:v>
                </c:pt>
                <c:pt idx="28">
                  <c:v>46023</c:v>
                </c:pt>
                <c:pt idx="29">
                  <c:v>46113</c:v>
                </c:pt>
              </c:numCache>
            </c:numRef>
          </c:cat>
          <c:val>
            <c:numRef>
              <c:f>Economy!$G$9:$G$38</c:f>
              <c:numCache>
                <c:formatCode>0.0%</c:formatCode>
                <c:ptCount val="30"/>
                <c:pt idx="0">
                  <c:v>3.2422060452603318E-2</c:v>
                </c:pt>
                <c:pt idx="1">
                  <c:v>2.6725899639200912E-2</c:v>
                </c:pt>
                <c:pt idx="2">
                  <c:v>1.8915193721844508E-2</c:v>
                </c:pt>
                <c:pt idx="3">
                  <c:v>1.5696080615588914E-2</c:v>
                </c:pt>
                <c:pt idx="4">
                  <c:v>1.2234565425796484E-2</c:v>
                </c:pt>
                <c:pt idx="5">
                  <c:v>1.559599246094967E-2</c:v>
                </c:pt>
                <c:pt idx="6">
                  <c:v>1.8352638756416961E-2</c:v>
                </c:pt>
                <c:pt idx="7">
                  <c:v>2.6914770708954427E-2</c:v>
                </c:pt>
                <c:pt idx="8">
                  <c:v>2.371921464899085E-2</c:v>
                </c:pt>
                <c:pt idx="9">
                  <c:v>1.7702093301678656E-2</c:v>
                </c:pt>
                <c:pt idx="10">
                  <c:v>2.9543962522125433E-2</c:v>
                </c:pt>
                <c:pt idx="11">
                  <c:v>2.8470983805196581E-2</c:v>
                </c:pt>
                <c:pt idx="12">
                  <c:v>4.2248794652519295E-2</c:v>
                </c:pt>
                <c:pt idx="13">
                  <c:v>5.3462303822540025E-2</c:v>
                </c:pt>
                <c:pt idx="14">
                  <c:v>5.129976894571292E-2</c:v>
                </c:pt>
                <c:pt idx="15">
                  <c:v>5.2166489718269482E-2</c:v>
                </c:pt>
                <c:pt idx="16">
                  <c:v>4.3758216497194968E-2</c:v>
                </c:pt>
                <c:pt idx="17">
                  <c:v>3.6035572794368032E-2</c:v>
                </c:pt>
                <c:pt idx="18">
                  <c:v>2.5275996348896268E-2</c:v>
                </c:pt>
                <c:pt idx="19">
                  <c:v>1.9791406653882238E-2</c:v>
                </c:pt>
                <c:pt idx="20">
                  <c:v>1.9380876427281535E-2</c:v>
                </c:pt>
                <c:pt idx="21">
                  <c:v>1.8860602116325564E-2</c:v>
                </c:pt>
                <c:pt idx="22">
                  <c:v>2.1889326674162768E-2</c:v>
                </c:pt>
                <c:pt idx="23">
                  <c:v>2.4084291913427813E-2</c:v>
                </c:pt>
                <c:pt idx="24">
                  <c:v>2.5287836960965981E-2</c:v>
                </c:pt>
                <c:pt idx="25">
                  <c:v>2.4776251046430997E-2</c:v>
                </c:pt>
                <c:pt idx="26">
                  <c:v>2.4238481593065242E-2</c:v>
                </c:pt>
                <c:pt idx="27">
                  <c:v>2.2173750365065359E-2</c:v>
                </c:pt>
                <c:pt idx="28">
                  <c:v>1.5476125817089403E-2</c:v>
                </c:pt>
                <c:pt idx="29">
                  <c:v>1.4328944140018063E-2</c:v>
                </c:pt>
              </c:numCache>
            </c:numRef>
          </c:val>
          <c:smooth val="0"/>
          <c:extLst>
            <c:ext xmlns:c16="http://schemas.microsoft.com/office/drawing/2014/chart" uri="{C3380CC4-5D6E-409C-BE32-E72D297353CC}">
              <c16:uniqueId val="{00000001-9C6D-41BE-AF06-860BBF4EFC2E}"/>
            </c:ext>
          </c:extLst>
        </c:ser>
        <c:dLbls>
          <c:showLegendKey val="0"/>
          <c:showVal val="0"/>
          <c:showCatName val="0"/>
          <c:showSerName val="0"/>
          <c:showPercent val="0"/>
          <c:showBubbleSize val="0"/>
        </c:dLbls>
        <c:smooth val="0"/>
        <c:axId val="732508896"/>
        <c:axId val="732510336"/>
      </c:lineChart>
      <c:dateAx>
        <c:axId val="732508896"/>
        <c:scaling>
          <c:orientation val="minMax"/>
        </c:scaling>
        <c:delete val="0"/>
        <c:axPos val="b"/>
        <c:numFmt formatCode="yyyy" sourceLinked="0"/>
        <c:majorTickMark val="out"/>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732510336"/>
        <c:crosses val="autoZero"/>
        <c:auto val="1"/>
        <c:lblOffset val="100"/>
        <c:baseTimeUnit val="months"/>
        <c:majorUnit val="12"/>
        <c:majorTimeUnit val="months"/>
      </c:dateAx>
      <c:valAx>
        <c:axId val="73251033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732508896"/>
        <c:crosses val="autoZero"/>
        <c:crossBetween val="between"/>
      </c:valAx>
      <c:spPr>
        <a:noFill/>
        <a:ln>
          <a:noFill/>
        </a:ln>
        <a:effectLst/>
      </c:spPr>
    </c:plotArea>
    <c:legend>
      <c:legendPos val="b"/>
      <c:layout>
        <c:manualLayout>
          <c:xMode val="edge"/>
          <c:yMode val="edge"/>
          <c:x val="0.10606083284588107"/>
          <c:y val="7.5855702506602368E-2"/>
          <c:w val="0.28603669273264043"/>
          <c:h val="0.23885874447298436"/>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0000"/>
          </a:solidFill>
          <a:latin typeface="Trebuchet MS" panose="020B0603020202020204" pitchFamily="34" charset="0"/>
        </a:defRPr>
      </a:pPr>
      <a:endParaRPr lang="es-P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772000254335401E-2"/>
          <c:y val="3.8528896672504379E-2"/>
          <c:w val="0.91554660647825836"/>
          <c:h val="0.83042624488051076"/>
        </c:manualLayout>
      </c:layout>
      <c:barChart>
        <c:barDir val="col"/>
        <c:grouping val="clustered"/>
        <c:varyColors val="0"/>
        <c:ser>
          <c:idx val="0"/>
          <c:order val="0"/>
          <c:tx>
            <c:strRef>
              <c:f>Economy!$AA$4</c:f>
              <c:strCache>
                <c:ptCount val="1"/>
                <c:pt idx="0">
                  <c:v>ADP Weekly Employment Change</c:v>
                </c:pt>
              </c:strCache>
            </c:strRef>
          </c:tx>
          <c:spPr>
            <a:solidFill>
              <a:schemeClr val="bg2">
                <a:lumMod val="75000"/>
              </a:schemeClr>
            </a:solidFill>
            <a:ln>
              <a:noFill/>
            </a:ln>
            <a:effectLst/>
          </c:spPr>
          <c:invertIfNegative val="0"/>
          <c:cat>
            <c:numRef>
              <c:f>Economy!$Z$5:$Z$45</c:f>
              <c:numCache>
                <c:formatCode>dd\-mmm\-yyyy</c:formatCode>
                <c:ptCount val="41"/>
                <c:pt idx="0">
                  <c:v>45913</c:v>
                </c:pt>
                <c:pt idx="1">
                  <c:v>45920</c:v>
                </c:pt>
                <c:pt idx="2">
                  <c:v>45927</c:v>
                </c:pt>
                <c:pt idx="3">
                  <c:v>45934</c:v>
                </c:pt>
                <c:pt idx="4">
                  <c:v>45941</c:v>
                </c:pt>
                <c:pt idx="5">
                  <c:v>45948</c:v>
                </c:pt>
                <c:pt idx="6">
                  <c:v>45955</c:v>
                </c:pt>
                <c:pt idx="7">
                  <c:v>45962</c:v>
                </c:pt>
                <c:pt idx="8">
                  <c:v>45969</c:v>
                </c:pt>
                <c:pt idx="9">
                  <c:v>45976</c:v>
                </c:pt>
                <c:pt idx="10">
                  <c:v>45983</c:v>
                </c:pt>
                <c:pt idx="11">
                  <c:v>45990</c:v>
                </c:pt>
                <c:pt idx="12">
                  <c:v>45997</c:v>
                </c:pt>
                <c:pt idx="13">
                  <c:v>46004</c:v>
                </c:pt>
                <c:pt idx="14">
                  <c:v>46011</c:v>
                </c:pt>
                <c:pt idx="15">
                  <c:v>46018</c:v>
                </c:pt>
                <c:pt idx="16">
                  <c:v>46025</c:v>
                </c:pt>
                <c:pt idx="17">
                  <c:v>46032</c:v>
                </c:pt>
                <c:pt idx="18">
                  <c:v>46039</c:v>
                </c:pt>
                <c:pt idx="19">
                  <c:v>46046</c:v>
                </c:pt>
                <c:pt idx="20">
                  <c:v>46053</c:v>
                </c:pt>
                <c:pt idx="21">
                  <c:v>46060</c:v>
                </c:pt>
                <c:pt idx="22">
                  <c:v>46067</c:v>
                </c:pt>
                <c:pt idx="23">
                  <c:v>46074</c:v>
                </c:pt>
                <c:pt idx="24">
                  <c:v>46081</c:v>
                </c:pt>
                <c:pt idx="25">
                  <c:v>46102</c:v>
                </c:pt>
                <c:pt idx="26">
                  <c:v>46109</c:v>
                </c:pt>
                <c:pt idx="27">
                  <c:v>46116</c:v>
                </c:pt>
                <c:pt idx="28">
                  <c:v>46123</c:v>
                </c:pt>
                <c:pt idx="29">
                  <c:v>46137</c:v>
                </c:pt>
                <c:pt idx="30">
                  <c:v>46144</c:v>
                </c:pt>
                <c:pt idx="31">
                  <c:v>46151</c:v>
                </c:pt>
                <c:pt idx="32">
                  <c:v>46172</c:v>
                </c:pt>
                <c:pt idx="33">
                  <c:v>46179</c:v>
                </c:pt>
                <c:pt idx="34">
                  <c:v>46193</c:v>
                </c:pt>
                <c:pt idx="35">
                  <c:v>46200</c:v>
                </c:pt>
                <c:pt idx="36">
                  <c:v>46207</c:v>
                </c:pt>
                <c:pt idx="37">
                  <c:v>46214</c:v>
                </c:pt>
                <c:pt idx="38">
                  <c:v>46228</c:v>
                </c:pt>
                <c:pt idx="39">
                  <c:v>46235</c:v>
                </c:pt>
                <c:pt idx="40">
                  <c:v>46242</c:v>
                </c:pt>
              </c:numCache>
            </c:numRef>
          </c:cat>
          <c:val>
            <c:numRef>
              <c:f>Economy!$AA$5:$AA$45</c:f>
              <c:numCache>
                <c:formatCode>0.00</c:formatCode>
                <c:ptCount val="41"/>
                <c:pt idx="0">
                  <c:v>-9.5</c:v>
                </c:pt>
                <c:pt idx="1">
                  <c:v>-7.75</c:v>
                </c:pt>
                <c:pt idx="2">
                  <c:v>11.75</c:v>
                </c:pt>
                <c:pt idx="3">
                  <c:v>4.25</c:v>
                </c:pt>
                <c:pt idx="4">
                  <c:v>10.25</c:v>
                </c:pt>
                <c:pt idx="5">
                  <c:v>11.5</c:v>
                </c:pt>
                <c:pt idx="6">
                  <c:v>-4.75</c:v>
                </c:pt>
                <c:pt idx="7">
                  <c:v>-7.5</c:v>
                </c:pt>
                <c:pt idx="8">
                  <c:v>1</c:v>
                </c:pt>
                <c:pt idx="9">
                  <c:v>18.25</c:v>
                </c:pt>
                <c:pt idx="10">
                  <c:v>20</c:v>
                </c:pt>
                <c:pt idx="11">
                  <c:v>17</c:v>
                </c:pt>
                <c:pt idx="12">
                  <c:v>2.5</c:v>
                </c:pt>
                <c:pt idx="13">
                  <c:v>9.5</c:v>
                </c:pt>
                <c:pt idx="14">
                  <c:v>8</c:v>
                </c:pt>
                <c:pt idx="15">
                  <c:v>4.25</c:v>
                </c:pt>
                <c:pt idx="16">
                  <c:v>8</c:v>
                </c:pt>
                <c:pt idx="17">
                  <c:v>4.25</c:v>
                </c:pt>
                <c:pt idx="18">
                  <c:v>5.5</c:v>
                </c:pt>
                <c:pt idx="19">
                  <c:v>7.25</c:v>
                </c:pt>
                <c:pt idx="20">
                  <c:v>11.5</c:v>
                </c:pt>
                <c:pt idx="21">
                  <c:v>12</c:v>
                </c:pt>
                <c:pt idx="22">
                  <c:v>15.5</c:v>
                </c:pt>
                <c:pt idx="23">
                  <c:v>14.75</c:v>
                </c:pt>
                <c:pt idx="24">
                  <c:v>9</c:v>
                </c:pt>
                <c:pt idx="25">
                  <c:v>26</c:v>
                </c:pt>
                <c:pt idx="26">
                  <c:v>39.25</c:v>
                </c:pt>
                <c:pt idx="27">
                  <c:v>54.75</c:v>
                </c:pt>
                <c:pt idx="28">
                  <c:v>39.25</c:v>
                </c:pt>
                <c:pt idx="29">
                  <c:v>33</c:v>
                </c:pt>
                <c:pt idx="30">
                  <c:v>42.25</c:v>
                </c:pt>
                <c:pt idx="31">
                  <c:v>35.75</c:v>
                </c:pt>
                <c:pt idx="32">
                  <c:v>25.5</c:v>
                </c:pt>
                <c:pt idx="33">
                  <c:v>30.75</c:v>
                </c:pt>
                <c:pt idx="34">
                  <c:v>21</c:v>
                </c:pt>
                <c:pt idx="35">
                  <c:v>19.75</c:v>
                </c:pt>
                <c:pt idx="36">
                  <c:v>16.5</c:v>
                </c:pt>
                <c:pt idx="37">
                  <c:v>15</c:v>
                </c:pt>
                <c:pt idx="38">
                  <c:v>8.25</c:v>
                </c:pt>
                <c:pt idx="39">
                  <c:v>8.3000000000000007</c:v>
                </c:pt>
                <c:pt idx="40">
                  <c:v>9.5</c:v>
                </c:pt>
              </c:numCache>
            </c:numRef>
          </c:val>
          <c:extLst>
            <c:ext xmlns:c16="http://schemas.microsoft.com/office/drawing/2014/chart" uri="{C3380CC4-5D6E-409C-BE32-E72D297353CC}">
              <c16:uniqueId val="{00000000-C3D8-44A1-97DF-D5E7AAFD5513}"/>
            </c:ext>
          </c:extLst>
        </c:ser>
        <c:dLbls>
          <c:showLegendKey val="0"/>
          <c:showVal val="0"/>
          <c:showCatName val="0"/>
          <c:showSerName val="0"/>
          <c:showPercent val="0"/>
          <c:showBubbleSize val="0"/>
        </c:dLbls>
        <c:gapWidth val="50"/>
        <c:axId val="680922192"/>
        <c:axId val="680914512"/>
      </c:barChart>
      <c:catAx>
        <c:axId val="680922192"/>
        <c:scaling>
          <c:orientation val="minMax"/>
        </c:scaling>
        <c:delete val="0"/>
        <c:axPos val="b"/>
        <c:numFmt formatCode="mmmyy" sourceLinked="0"/>
        <c:majorTickMark val="out"/>
        <c:minorTickMark val="none"/>
        <c:tickLblPos val="low"/>
        <c:spPr>
          <a:noFill/>
          <a:ln>
            <a:noFill/>
          </a:ln>
          <a:effectLst/>
        </c:spPr>
        <c:txPr>
          <a:bodyPr rot="-5400000" spcFirstLastPara="1" vertOverflow="ellipsis"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14512"/>
        <c:crosses val="autoZero"/>
        <c:auto val="0"/>
        <c:lblAlgn val="ctr"/>
        <c:lblOffset val="100"/>
        <c:tickMarkSkip val="4"/>
        <c:noMultiLvlLbl val="0"/>
      </c:catAx>
      <c:valAx>
        <c:axId val="68091451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crossAx val="680922192"/>
        <c:crossesAt val="1"/>
        <c:crossBetween val="between"/>
      </c:valAx>
      <c:spPr>
        <a:noFill/>
        <a:ln>
          <a:noFill/>
        </a:ln>
        <a:effectLst/>
      </c:spPr>
    </c:plotArea>
    <c:legend>
      <c:legendPos val="r"/>
      <c:layout>
        <c:manualLayout>
          <c:xMode val="edge"/>
          <c:yMode val="edge"/>
          <c:x val="0.11155098232770823"/>
          <c:y val="9.841014106597816E-2"/>
          <c:w val="0.35265310043656861"/>
          <c:h val="0.20586235161087524"/>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ysClr val="windowText" lastClr="000000"/>
          </a:solidFill>
          <a:latin typeface="Trebuchet MS" panose="020B0603020202020204" pitchFamily="34" charset="0"/>
        </a:defRPr>
      </a:pPr>
      <a:endParaRPr lang="es-PE"/>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100" b="0" i="0" u="none" strike="noStrike" kern="1200" spc="0" baseline="0">
                <a:solidFill>
                  <a:srgbClr val="000000"/>
                </a:solidFill>
                <a:latin typeface="Trebuchet MS" panose="020B0603020202020204" pitchFamily="34" charset="0"/>
                <a:ea typeface="+mn-ea"/>
                <a:cs typeface="+mn-cs"/>
              </a:defRPr>
            </a:pPr>
            <a:r>
              <a:rPr lang="es-PE" sz="1100" b="1" dirty="0"/>
              <a:t>US </a:t>
            </a:r>
            <a:r>
              <a:rPr lang="es-PE" sz="1100" b="1" dirty="0" err="1"/>
              <a:t>Deficit</a:t>
            </a:r>
            <a:r>
              <a:rPr lang="es-PE" sz="1100" b="1" dirty="0"/>
              <a:t> (% </a:t>
            </a:r>
            <a:r>
              <a:rPr lang="es-PE" sz="1100" b="1" dirty="0" err="1"/>
              <a:t>of</a:t>
            </a:r>
            <a:r>
              <a:rPr lang="es-PE" sz="1100" b="1" dirty="0"/>
              <a:t> GDP, </a:t>
            </a:r>
            <a:r>
              <a:rPr lang="es-PE" sz="1100" b="1" dirty="0" err="1"/>
              <a:t>monthly</a:t>
            </a:r>
            <a:r>
              <a:rPr lang="es-PE" sz="1100" b="1" dirty="0"/>
              <a:t> cumulative), FY22-YtD (*)</a:t>
            </a:r>
          </a:p>
        </c:rich>
      </c:tx>
      <c:layout>
        <c:manualLayout>
          <c:xMode val="edge"/>
          <c:yMode val="edge"/>
          <c:x val="0.19503879989698317"/>
          <c:y val="2.1497328137542831E-2"/>
        </c:manualLayout>
      </c:layout>
      <c:overlay val="0"/>
      <c:spPr>
        <a:noFill/>
        <a:ln>
          <a:noFill/>
        </a:ln>
        <a:effectLst/>
      </c:spPr>
      <c:txPr>
        <a:bodyPr rot="0" spcFirstLastPara="1" vertOverflow="ellipsis" vert="horz" wrap="square" anchor="ctr" anchorCtr="1"/>
        <a:lstStyle/>
        <a:p>
          <a:pPr algn="ctr">
            <a:defRPr sz="110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manualLayout>
          <c:layoutTarget val="inner"/>
          <c:xMode val="edge"/>
          <c:yMode val="edge"/>
          <c:x val="5.8880890369031789E-2"/>
          <c:y val="0.14820921271546594"/>
          <c:w val="0.91950781611027299"/>
          <c:h val="0.68244114548388146"/>
        </c:manualLayout>
      </c:layout>
      <c:lineChart>
        <c:grouping val="standard"/>
        <c:varyColors val="0"/>
        <c:ser>
          <c:idx val="5"/>
          <c:order val="0"/>
          <c:tx>
            <c:v>2022</c:v>
          </c:tx>
          <c:spPr>
            <a:ln w="28575" cap="rnd">
              <a:solidFill>
                <a:srgbClr val="FF5757"/>
              </a:solidFill>
              <a:round/>
            </a:ln>
            <a:effectLst/>
          </c:spPr>
          <c:marker>
            <c:symbol val="none"/>
          </c:marker>
          <c:cat>
            <c:numRef>
              <c:f>Deficit!$A$159:$A$170</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Deficit!$B$159:$B$170</c:f>
              <c:numCache>
                <c:formatCode>0.00%</c:formatCode>
                <c:ptCount val="12"/>
                <c:pt idx="0">
                  <c:v>8.2480255201920177E-2</c:v>
                </c:pt>
                <c:pt idx="1">
                  <c:v>8.9046397898441418E-2</c:v>
                </c:pt>
                <c:pt idx="2">
                  <c:v>6.2912746368745553E-2</c:v>
                </c:pt>
                <c:pt idx="3">
                  <c:v>3.2355729454567925E-2</c:v>
                </c:pt>
                <c:pt idx="4">
                  <c:v>4.7531111459870094E-2</c:v>
                </c:pt>
                <c:pt idx="5">
                  <c:v>5.5656897300850917E-2</c:v>
                </c:pt>
                <c:pt idx="6">
                  <c:v>2.5703202628826166E-2</c:v>
                </c:pt>
                <c:pt idx="7">
                  <c:v>2.6626833764010319E-2</c:v>
                </c:pt>
                <c:pt idx="8">
                  <c:v>2.8601099797665463E-2</c:v>
                </c:pt>
                <c:pt idx="9">
                  <c:v>3.6287513298592318E-2</c:v>
                </c:pt>
                <c:pt idx="10">
                  <c:v>4.2964559364218911E-2</c:v>
                </c:pt>
                <c:pt idx="11">
                  <c:v>5.7276952236781045E-2</c:v>
                </c:pt>
              </c:numCache>
            </c:numRef>
          </c:val>
          <c:smooth val="0"/>
          <c:extLst>
            <c:ext xmlns:c16="http://schemas.microsoft.com/office/drawing/2014/chart" uri="{C3380CC4-5D6E-409C-BE32-E72D297353CC}">
              <c16:uniqueId val="{00000000-E695-45B7-8887-6CE355EC7A0A}"/>
            </c:ext>
          </c:extLst>
        </c:ser>
        <c:ser>
          <c:idx val="0"/>
          <c:order val="1"/>
          <c:tx>
            <c:v>2023</c:v>
          </c:tx>
          <c:spPr>
            <a:ln w="28575" cap="rnd">
              <a:solidFill>
                <a:srgbClr val="D8CABA"/>
              </a:solidFill>
              <a:round/>
            </a:ln>
            <a:effectLst/>
          </c:spPr>
          <c:marker>
            <c:symbol val="none"/>
          </c:marker>
          <c:val>
            <c:numRef>
              <c:f>Deficit!$D$159:$D$170</c:f>
              <c:numCache>
                <c:formatCode>0.00%</c:formatCode>
                <c:ptCount val="12"/>
                <c:pt idx="0">
                  <c:v>4.2343821783379108E-2</c:v>
                </c:pt>
                <c:pt idx="1">
                  <c:v>8.1104576293496142E-2</c:v>
                </c:pt>
                <c:pt idx="2">
                  <c:v>6.7734655802055885E-2</c:v>
                </c:pt>
                <c:pt idx="3">
                  <c:v>5.5477226460053895E-2</c:v>
                </c:pt>
                <c:pt idx="4">
                  <c:v>6.9695507230110365E-2</c:v>
                </c:pt>
                <c:pt idx="5">
                  <c:v>8.8469852637838492E-2</c:v>
                </c:pt>
                <c:pt idx="6">
                  <c:v>6.3692753877551495E-2</c:v>
                </c:pt>
                <c:pt idx="7">
                  <c:v>7.0220786400212246E-2</c:v>
                </c:pt>
                <c:pt idx="8">
                  <c:v>7.4624023180104485E-2</c:v>
                </c:pt>
                <c:pt idx="9">
                  <c:v>7.780967117411372E-2</c:v>
                </c:pt>
                <c:pt idx="10">
                  <c:v>6.6822712867604453E-2</c:v>
                </c:pt>
                <c:pt idx="11">
                  <c:v>6.8126038679708886E-2</c:v>
                </c:pt>
              </c:numCache>
            </c:numRef>
          </c:val>
          <c:smooth val="0"/>
          <c:extLst>
            <c:ext xmlns:c16="http://schemas.microsoft.com/office/drawing/2014/chart" uri="{C3380CC4-5D6E-409C-BE32-E72D297353CC}">
              <c16:uniqueId val="{00000001-E695-45B7-8887-6CE355EC7A0A}"/>
            </c:ext>
          </c:extLst>
        </c:ser>
        <c:ser>
          <c:idx val="1"/>
          <c:order val="2"/>
          <c:tx>
            <c:v>2024</c:v>
          </c:tx>
          <c:spPr>
            <a:ln w="28575" cap="rnd">
              <a:solidFill>
                <a:srgbClr val="9C9187"/>
              </a:solidFill>
              <a:round/>
            </a:ln>
            <a:effectLst/>
          </c:spPr>
          <c:marker>
            <c:symbol val="none"/>
          </c:marker>
          <c:val>
            <c:numRef>
              <c:f>Deficit!$E$159:$E$170</c:f>
              <c:numCache>
                <c:formatCode>0.00%</c:formatCode>
                <c:ptCount val="12"/>
                <c:pt idx="0">
                  <c:v>3.0967690846916886E-2</c:v>
                </c:pt>
                <c:pt idx="1">
                  <c:v>8.8528525612589198E-2</c:v>
                </c:pt>
                <c:pt idx="2">
                  <c:v>7.9080788157110782E-2</c:v>
                </c:pt>
                <c:pt idx="3">
                  <c:v>6.1861283213940424E-2</c:v>
                </c:pt>
                <c:pt idx="4">
                  <c:v>7.7056491202465355E-2</c:v>
                </c:pt>
                <c:pt idx="5">
                  <c:v>8.2548406055450371E-2</c:v>
                </c:pt>
                <c:pt idx="6">
                  <c:v>5.6830011196685723E-2</c:v>
                </c:pt>
                <c:pt idx="7">
                  <c:v>6.9913438096650779E-2</c:v>
                </c:pt>
                <c:pt idx="8">
                  <c:v>6.5555207197916063E-2</c:v>
                </c:pt>
                <c:pt idx="9">
                  <c:v>7.0339373904666977E-2</c:v>
                </c:pt>
                <c:pt idx="10">
                  <c:v>8.0020039101962731E-2</c:v>
                </c:pt>
                <c:pt idx="11">
                  <c:v>7.0860252662915235E-2</c:v>
                </c:pt>
              </c:numCache>
            </c:numRef>
          </c:val>
          <c:smooth val="0"/>
          <c:extLst>
            <c:ext xmlns:c16="http://schemas.microsoft.com/office/drawing/2014/chart" uri="{C3380CC4-5D6E-409C-BE32-E72D297353CC}">
              <c16:uniqueId val="{00000002-E695-45B7-8887-6CE355EC7A0A}"/>
            </c:ext>
          </c:extLst>
        </c:ser>
        <c:ser>
          <c:idx val="2"/>
          <c:order val="3"/>
          <c:tx>
            <c:v>2025</c:v>
          </c:tx>
          <c:spPr>
            <a:ln w="28575" cap="rnd">
              <a:solidFill>
                <a:srgbClr val="579AB5"/>
              </a:solidFill>
              <a:round/>
            </a:ln>
            <a:effectLst/>
          </c:spPr>
          <c:marker>
            <c:symbol val="none"/>
          </c:marker>
          <c:val>
            <c:numRef>
              <c:f>Deficit!$F$159:$F$170</c:f>
              <c:numCache>
                <c:formatCode>0.00%</c:formatCode>
                <c:ptCount val="12"/>
                <c:pt idx="0">
                  <c:v>0.1017590289296087</c:v>
                </c:pt>
                <c:pt idx="1">
                  <c:v>0.12336233350987746</c:v>
                </c:pt>
                <c:pt idx="2">
                  <c:v>9.3668646452341228E-2</c:v>
                </c:pt>
                <c:pt idx="3">
                  <c:v>8.2962967712130437E-2</c:v>
                </c:pt>
                <c:pt idx="4">
                  <c:v>9.0640508138026071E-2</c:v>
                </c:pt>
                <c:pt idx="5">
                  <c:v>8.6108876775058629E-2</c:v>
                </c:pt>
                <c:pt idx="6">
                  <c:v>5.921698477303388E-2</c:v>
                </c:pt>
                <c:pt idx="7">
                  <c:v>6.7427695727266312E-2</c:v>
                </c:pt>
                <c:pt idx="8">
                  <c:v>5.8749518640408435E-2</c:v>
                </c:pt>
                <c:pt idx="9">
                  <c:v>6.4382181807500785E-2</c:v>
                </c:pt>
                <c:pt idx="10">
                  <c:v>7.0918472568734819E-2</c:v>
                </c:pt>
                <c:pt idx="11">
                  <c:v>5.8488519803219043E-2</c:v>
                </c:pt>
              </c:numCache>
            </c:numRef>
          </c:val>
          <c:smooth val="0"/>
          <c:extLst>
            <c:ext xmlns:c16="http://schemas.microsoft.com/office/drawing/2014/chart" uri="{C3380CC4-5D6E-409C-BE32-E72D297353CC}">
              <c16:uniqueId val="{00000003-E695-45B7-8887-6CE355EC7A0A}"/>
            </c:ext>
          </c:extLst>
        </c:ser>
        <c:ser>
          <c:idx val="3"/>
          <c:order val="4"/>
          <c:tx>
            <c:strRef>
              <c:f>Deficit!$G$158</c:f>
              <c:strCache>
                <c:ptCount val="1"/>
                <c:pt idx="0">
                  <c:v>2026</c:v>
                </c:pt>
              </c:strCache>
            </c:strRef>
          </c:tx>
          <c:spPr>
            <a:ln w="28575" cap="rnd">
              <a:solidFill>
                <a:srgbClr val="96000D"/>
              </a:solidFill>
              <a:round/>
            </a:ln>
            <a:effectLst/>
          </c:spPr>
          <c:marker>
            <c:symbol val="none"/>
          </c:marker>
          <c:val>
            <c:numRef>
              <c:f>Deficit!$G$159:$G$170</c:f>
              <c:numCache>
                <c:formatCode>0.00%</c:formatCode>
                <c:ptCount val="12"/>
                <c:pt idx="0">
                  <c:v>0.11239132442007907</c:v>
                </c:pt>
                <c:pt idx="1">
                  <c:v>9.0440163213383398E-2</c:v>
                </c:pt>
                <c:pt idx="2">
                  <c:v>7.9364487677075102E-2</c:v>
                </c:pt>
                <c:pt idx="3">
                  <c:v>6.8872690102589923E-2</c:v>
                </c:pt>
                <c:pt idx="4">
                  <c:v>7.9406565791650591E-2</c:v>
                </c:pt>
                <c:pt idx="5">
                  <c:v>7.698243715956786E-2</c:v>
                </c:pt>
                <c:pt idx="6">
                  <c:v>5.3843549174730103E-2</c:v>
                </c:pt>
                <c:pt idx="7">
                  <c:v>6.1572021638745561E-2</c:v>
                </c:pt>
                <c:pt idx="8">
                  <c:v>6.0014185048510318E-2</c:v>
                </c:pt>
                <c:pt idx="9">
                  <c:v>7.1100034315259297E-2</c:v>
                </c:pt>
              </c:numCache>
            </c:numRef>
          </c:val>
          <c:smooth val="0"/>
          <c:extLst>
            <c:ext xmlns:c16="http://schemas.microsoft.com/office/drawing/2014/chart" uri="{C3380CC4-5D6E-409C-BE32-E72D297353CC}">
              <c16:uniqueId val="{00000004-E695-45B7-8887-6CE355EC7A0A}"/>
            </c:ext>
          </c:extLst>
        </c:ser>
        <c:dLbls>
          <c:showLegendKey val="0"/>
          <c:showVal val="0"/>
          <c:showCatName val="0"/>
          <c:showSerName val="0"/>
          <c:showPercent val="0"/>
          <c:showBubbleSize val="0"/>
        </c:dLbls>
        <c:smooth val="0"/>
        <c:axId val="393628703"/>
        <c:axId val="393627263"/>
      </c:lineChart>
      <c:catAx>
        <c:axId val="393628703"/>
        <c:scaling>
          <c:orientation val="minMax"/>
        </c:scaling>
        <c:delete val="0"/>
        <c:axPos val="b"/>
        <c:title>
          <c:tx>
            <c:rich>
              <a:bodyPr rot="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r>
                  <a:rPr lang="es-PE" sz="900"/>
                  <a:t>Months</a:t>
                </a:r>
              </a:p>
            </c:rich>
          </c:tx>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title>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393627263"/>
        <c:crosses val="autoZero"/>
        <c:auto val="1"/>
        <c:lblAlgn val="ctr"/>
        <c:lblOffset val="100"/>
        <c:noMultiLvlLbl val="0"/>
      </c:catAx>
      <c:valAx>
        <c:axId val="393627263"/>
        <c:scaling>
          <c:orientation val="minMax"/>
        </c:scaling>
        <c:delete val="0"/>
        <c:axPos val="l"/>
        <c:majorGridlines>
          <c:spPr>
            <a:ln w="12700" cap="flat" cmpd="sng" algn="ctr">
              <a:solidFill>
                <a:schemeClr val="bg1">
                  <a:lumMod val="50000"/>
                </a:schemeClr>
              </a:solidFill>
              <a:prstDash val="sysDash"/>
              <a:round/>
            </a:ln>
            <a:effectLst/>
          </c:spPr>
        </c:majorGridlines>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393628703"/>
        <c:crosses val="autoZero"/>
        <c:crossBetween val="between"/>
      </c:valAx>
      <c:spPr>
        <a:noFill/>
        <a:ln>
          <a:noFill/>
        </a:ln>
        <a:effectLst/>
      </c:spPr>
    </c:plotArea>
    <c:legend>
      <c:legendPos val="b"/>
      <c:layout>
        <c:manualLayout>
          <c:xMode val="edge"/>
          <c:yMode val="edge"/>
          <c:x val="0.33160747862006229"/>
          <c:y val="0.16702201069301473"/>
          <c:w val="0.58295213189361528"/>
          <c:h val="7.5911919588919366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0000"/>
          </a:solidFill>
          <a:latin typeface="Trebuchet MS" panose="020B0603020202020204" pitchFamily="34" charset="0"/>
        </a:defRPr>
      </a:pPr>
      <a:endParaRPr lang="es-PE"/>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80" b="0" i="0" u="none" strike="noStrike" kern="1200" spc="0" baseline="0">
                <a:solidFill>
                  <a:srgbClr val="000000"/>
                </a:solidFill>
                <a:latin typeface="Trebuchet MS" panose="020B0603020202020204" pitchFamily="34" charset="0"/>
                <a:ea typeface="+mn-ea"/>
                <a:cs typeface="+mn-cs"/>
              </a:defRPr>
            </a:pPr>
            <a:r>
              <a:rPr lang="es-PE" sz="1100" b="1" dirty="0"/>
              <a:t>US – </a:t>
            </a:r>
            <a:r>
              <a:rPr lang="es-PE" sz="1100" b="1" dirty="0" err="1"/>
              <a:t>Government</a:t>
            </a:r>
            <a:r>
              <a:rPr lang="es-PE" sz="1100" b="1" dirty="0"/>
              <a:t> </a:t>
            </a:r>
            <a:r>
              <a:rPr lang="es-PE" sz="1100" b="1" dirty="0" err="1"/>
              <a:t>Revenue</a:t>
            </a:r>
            <a:r>
              <a:rPr lang="es-PE" sz="1100" b="1" dirty="0"/>
              <a:t> (% </a:t>
            </a:r>
            <a:r>
              <a:rPr lang="es-PE" sz="1100" b="1" dirty="0" err="1"/>
              <a:t>of</a:t>
            </a:r>
            <a:r>
              <a:rPr lang="es-PE" sz="1100" b="1" dirty="0"/>
              <a:t> GDP, </a:t>
            </a:r>
            <a:r>
              <a:rPr lang="es-PE" sz="1100" b="1" dirty="0" err="1"/>
              <a:t>monthly</a:t>
            </a:r>
            <a:r>
              <a:rPr lang="es-PE" sz="1100" b="1" dirty="0"/>
              <a:t> cumulative), FY22-YtD (*)</a:t>
            </a:r>
          </a:p>
        </c:rich>
      </c:tx>
      <c:layout>
        <c:manualLayout>
          <c:xMode val="edge"/>
          <c:yMode val="edge"/>
          <c:x val="0.1308570436573262"/>
          <c:y val="2.6219912799378846E-2"/>
        </c:manualLayout>
      </c:layout>
      <c:overlay val="0"/>
      <c:spPr>
        <a:noFill/>
        <a:ln>
          <a:noFill/>
        </a:ln>
        <a:effectLst/>
      </c:spPr>
      <c:txPr>
        <a:bodyPr rot="0" spcFirstLastPara="1" vertOverflow="ellipsis" vert="horz" wrap="square" anchor="ctr" anchorCtr="1"/>
        <a:lstStyle/>
        <a:p>
          <a:pPr>
            <a:defRPr lang="en-US" sz="108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manualLayout>
          <c:layoutTarget val="inner"/>
          <c:xMode val="edge"/>
          <c:yMode val="edge"/>
          <c:x val="5.8880890369031789E-2"/>
          <c:y val="0.1868601042892343"/>
          <c:w val="0.91950781611027299"/>
          <c:h val="0.64379029395686227"/>
        </c:manualLayout>
      </c:layout>
      <c:lineChart>
        <c:grouping val="standard"/>
        <c:varyColors val="0"/>
        <c:ser>
          <c:idx val="5"/>
          <c:order val="0"/>
          <c:tx>
            <c:v>2022</c:v>
          </c:tx>
          <c:spPr>
            <a:ln w="28575" cap="rnd">
              <a:solidFill>
                <a:srgbClr val="FF0000"/>
              </a:solidFill>
              <a:round/>
            </a:ln>
            <a:effectLst/>
          </c:spPr>
          <c:marker>
            <c:symbol val="none"/>
          </c:marker>
          <c:cat>
            <c:numRef>
              <c:f>Deficit!$A$159:$A$170</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Deficit!$Q$159:$Q$170</c:f>
              <c:numCache>
                <c:formatCode>0.00%</c:formatCode>
                <c:ptCount val="12"/>
                <c:pt idx="0">
                  <c:v>0.14188209476348607</c:v>
                </c:pt>
                <c:pt idx="1">
                  <c:v>0.14120265311169539</c:v>
                </c:pt>
                <c:pt idx="2">
                  <c:v>0.17521146467697651</c:v>
                </c:pt>
                <c:pt idx="3">
                  <c:v>0.18951003522060489</c:v>
                </c:pt>
                <c:pt idx="4">
                  <c:v>0.18057994292643931</c:v>
                </c:pt>
                <c:pt idx="5">
                  <c:v>0.17673253812495013</c:v>
                </c:pt>
                <c:pt idx="6">
                  <c:v>0.21313876652433178</c:v>
                </c:pt>
                <c:pt idx="7">
                  <c:v>0.2107945204145967</c:v>
                </c:pt>
                <c:pt idx="8">
                  <c:v>0.21295605228460249</c:v>
                </c:pt>
                <c:pt idx="9">
                  <c:v>0.20511946047240048</c:v>
                </c:pt>
                <c:pt idx="10">
                  <c:v>0.20027004817882205</c:v>
                </c:pt>
                <c:pt idx="11">
                  <c:v>0.20389098567318897</c:v>
                </c:pt>
              </c:numCache>
            </c:numRef>
          </c:val>
          <c:smooth val="0"/>
          <c:extLst>
            <c:ext xmlns:c16="http://schemas.microsoft.com/office/drawing/2014/chart" uri="{C3380CC4-5D6E-409C-BE32-E72D297353CC}">
              <c16:uniqueId val="{00000000-817D-4699-AFF6-6CD42DF78001}"/>
            </c:ext>
          </c:extLst>
        </c:ser>
        <c:ser>
          <c:idx val="0"/>
          <c:order val="1"/>
          <c:tx>
            <c:v>2023</c:v>
          </c:tx>
          <c:spPr>
            <a:ln w="28575" cap="rnd">
              <a:solidFill>
                <a:srgbClr val="D8CABA"/>
              </a:solidFill>
              <a:round/>
            </a:ln>
            <a:effectLst/>
          </c:spPr>
          <c:marker>
            <c:symbol val="none"/>
          </c:marker>
          <c:val>
            <c:numRef>
              <c:f>Deficit!$R$159:$R$170</c:f>
              <c:numCache>
                <c:formatCode>0.00%</c:formatCode>
                <c:ptCount val="12"/>
                <c:pt idx="0">
                  <c:v>0.15364550195220458</c:v>
                </c:pt>
                <c:pt idx="1">
                  <c:v>0.13761772960947305</c:v>
                </c:pt>
                <c:pt idx="2">
                  <c:v>0.16488286548362913</c:v>
                </c:pt>
                <c:pt idx="3">
                  <c:v>0.17759256931809297</c:v>
                </c:pt>
                <c:pt idx="4">
                  <c:v>0.16735692149521403</c:v>
                </c:pt>
                <c:pt idx="5">
                  <c:v>0.16464276684736262</c:v>
                </c:pt>
                <c:pt idx="6">
                  <c:v>0.18511530794378897</c:v>
                </c:pt>
                <c:pt idx="7">
                  <c:v>0.18051303928446866</c:v>
                </c:pt>
                <c:pt idx="8">
                  <c:v>0.18287260399718291</c:v>
                </c:pt>
                <c:pt idx="9">
                  <c:v>0.17790424356436038</c:v>
                </c:pt>
                <c:pt idx="10">
                  <c:v>0.17414478804380443</c:v>
                </c:pt>
                <c:pt idx="11">
                  <c:v>0.17842075180644015</c:v>
                </c:pt>
              </c:numCache>
            </c:numRef>
          </c:val>
          <c:smooth val="0"/>
          <c:extLst>
            <c:ext xmlns:c16="http://schemas.microsoft.com/office/drawing/2014/chart" uri="{C3380CC4-5D6E-409C-BE32-E72D297353CC}">
              <c16:uniqueId val="{00000001-817D-4699-AFF6-6CD42DF78001}"/>
            </c:ext>
          </c:extLst>
        </c:ser>
        <c:ser>
          <c:idx val="1"/>
          <c:order val="2"/>
          <c:tx>
            <c:v>2024</c:v>
          </c:tx>
          <c:spPr>
            <a:ln w="28575" cap="rnd">
              <a:solidFill>
                <a:srgbClr val="9C9187"/>
              </a:solidFill>
              <a:round/>
            </a:ln>
            <a:effectLst/>
          </c:spPr>
          <c:marker>
            <c:symbol val="none"/>
          </c:marker>
          <c:val>
            <c:numRef>
              <c:f>Deficit!$S$159:$S$170</c:f>
              <c:numCache>
                <c:formatCode>0.00%</c:formatCode>
                <c:ptCount val="12"/>
                <c:pt idx="0">
                  <c:v>0.18769138605799676</c:v>
                </c:pt>
                <c:pt idx="1">
                  <c:v>0.15777596296704913</c:v>
                </c:pt>
                <c:pt idx="2">
                  <c:v>0.17176074994877927</c:v>
                </c:pt>
                <c:pt idx="3">
                  <c:v>0.18433700980581352</c:v>
                </c:pt>
                <c:pt idx="4">
                  <c:v>0.17269707283223129</c:v>
                </c:pt>
                <c:pt idx="5">
                  <c:v>0.16966428508646222</c:v>
                </c:pt>
                <c:pt idx="6">
                  <c:v>0.19701431385905413</c:v>
                </c:pt>
                <c:pt idx="7">
                  <c:v>0.19120901113501221</c:v>
                </c:pt>
                <c:pt idx="8">
                  <c:v>0.19406557511016173</c:v>
                </c:pt>
                <c:pt idx="9">
                  <c:v>0.19002933046369921</c:v>
                </c:pt>
                <c:pt idx="10">
                  <c:v>0.18571875509134433</c:v>
                </c:pt>
                <c:pt idx="11">
                  <c:v>0.19069778662900749</c:v>
                </c:pt>
              </c:numCache>
            </c:numRef>
          </c:val>
          <c:smooth val="0"/>
          <c:extLst>
            <c:ext xmlns:c16="http://schemas.microsoft.com/office/drawing/2014/chart" uri="{C3380CC4-5D6E-409C-BE32-E72D297353CC}">
              <c16:uniqueId val="{00000002-817D-4699-AFF6-6CD42DF78001}"/>
            </c:ext>
          </c:extLst>
        </c:ser>
        <c:ser>
          <c:idx val="2"/>
          <c:order val="3"/>
          <c:tx>
            <c:v>2025</c:v>
          </c:tx>
          <c:spPr>
            <a:ln w="28575" cap="rnd">
              <a:solidFill>
                <a:srgbClr val="579AB5"/>
              </a:solidFill>
              <a:round/>
            </a:ln>
            <a:effectLst/>
          </c:spPr>
          <c:marker>
            <c:symbol val="none"/>
          </c:marker>
          <c:val>
            <c:numRef>
              <c:f>Deficit!$T$159:$T$170</c:f>
              <c:numCache>
                <c:formatCode>0.00%</c:formatCode>
                <c:ptCount val="12"/>
                <c:pt idx="0">
                  <c:v>0.12915819607039525</c:v>
                </c:pt>
                <c:pt idx="1">
                  <c:v>0.12421433515234979</c:v>
                </c:pt>
                <c:pt idx="2">
                  <c:v>0.1426797423402319</c:v>
                </c:pt>
                <c:pt idx="3">
                  <c:v>0.1577305916022026</c:v>
                </c:pt>
                <c:pt idx="4">
                  <c:v>0.14961717556022608</c:v>
                </c:pt>
                <c:pt idx="5">
                  <c:v>0.1488993703443465</c:v>
                </c:pt>
                <c:pt idx="6">
                  <c:v>0.17563307507622755</c:v>
                </c:pt>
                <c:pt idx="7">
                  <c:v>0.17202028738689476</c:v>
                </c:pt>
                <c:pt idx="8">
                  <c:v>0.17602705175527975</c:v>
                </c:pt>
                <c:pt idx="9">
                  <c:v>0.17180347102335533</c:v>
                </c:pt>
                <c:pt idx="10">
                  <c:v>0.16855706571689577</c:v>
                </c:pt>
                <c:pt idx="11">
                  <c:v>0.17241785659955303</c:v>
                </c:pt>
              </c:numCache>
            </c:numRef>
          </c:val>
          <c:smooth val="0"/>
          <c:extLst>
            <c:ext xmlns:c16="http://schemas.microsoft.com/office/drawing/2014/chart" uri="{C3380CC4-5D6E-409C-BE32-E72D297353CC}">
              <c16:uniqueId val="{00000003-817D-4699-AFF6-6CD42DF78001}"/>
            </c:ext>
          </c:extLst>
        </c:ser>
        <c:ser>
          <c:idx val="3"/>
          <c:order val="4"/>
          <c:tx>
            <c:strRef>
              <c:f>Deficit!$G$158</c:f>
              <c:strCache>
                <c:ptCount val="1"/>
                <c:pt idx="0">
                  <c:v>2026</c:v>
                </c:pt>
              </c:strCache>
            </c:strRef>
          </c:tx>
          <c:spPr>
            <a:ln w="28575" cap="rnd">
              <a:solidFill>
                <a:srgbClr val="96000D"/>
              </a:solidFill>
              <a:round/>
            </a:ln>
            <a:effectLst/>
          </c:spPr>
          <c:marker>
            <c:symbol val="none"/>
          </c:marker>
          <c:val>
            <c:numRef>
              <c:f>Deficit!$U$159:$U$170</c:f>
              <c:numCache>
                <c:formatCode>0.00%</c:formatCode>
                <c:ptCount val="12"/>
                <c:pt idx="0">
                  <c:v>0.15983057271687748</c:v>
                </c:pt>
                <c:pt idx="1">
                  <c:v>0.14631868472009094</c:v>
                </c:pt>
                <c:pt idx="2">
                  <c:v>0.16136450068813044</c:v>
                </c:pt>
                <c:pt idx="3">
                  <c:v>0.17635296503494266</c:v>
                </c:pt>
                <c:pt idx="4">
                  <c:v>0.16583507441900869</c:v>
                </c:pt>
                <c:pt idx="5">
                  <c:v>0.16354916129356059</c:v>
                </c:pt>
                <c:pt idx="6">
                  <c:v>0.18746563482127498</c:v>
                </c:pt>
                <c:pt idx="7">
                  <c:v>0.180609119363251</c:v>
                </c:pt>
                <c:pt idx="8">
                  <c:v>0.18231401218624946</c:v>
                </c:pt>
                <c:pt idx="9">
                  <c:v>0.177284582333466</c:v>
                </c:pt>
              </c:numCache>
            </c:numRef>
          </c:val>
          <c:smooth val="0"/>
          <c:extLst>
            <c:ext xmlns:c16="http://schemas.microsoft.com/office/drawing/2014/chart" uri="{C3380CC4-5D6E-409C-BE32-E72D297353CC}">
              <c16:uniqueId val="{00000004-817D-4699-AFF6-6CD42DF78001}"/>
            </c:ext>
          </c:extLst>
        </c:ser>
        <c:dLbls>
          <c:showLegendKey val="0"/>
          <c:showVal val="0"/>
          <c:showCatName val="0"/>
          <c:showSerName val="0"/>
          <c:showPercent val="0"/>
          <c:showBubbleSize val="0"/>
        </c:dLbls>
        <c:smooth val="0"/>
        <c:axId val="393628703"/>
        <c:axId val="393627263"/>
      </c:lineChart>
      <c:catAx>
        <c:axId val="393628703"/>
        <c:scaling>
          <c:orientation val="minMax"/>
        </c:scaling>
        <c:delete val="0"/>
        <c:axPos val="b"/>
        <c:title>
          <c:tx>
            <c:rich>
              <a:bodyPr rot="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r>
                  <a:rPr lang="es-PE"/>
                  <a:t>Months</a:t>
                </a:r>
              </a:p>
            </c:rich>
          </c:tx>
          <c:overlay val="0"/>
          <c:spPr>
            <a:noFill/>
            <a:ln>
              <a:noFill/>
            </a:ln>
            <a:effectLst/>
          </c:spPr>
          <c:txPr>
            <a:bodyPr rot="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title>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crossAx val="393627263"/>
        <c:crosses val="autoZero"/>
        <c:auto val="1"/>
        <c:lblAlgn val="ctr"/>
        <c:lblOffset val="100"/>
        <c:noMultiLvlLbl val="0"/>
      </c:catAx>
      <c:valAx>
        <c:axId val="393627263"/>
        <c:scaling>
          <c:orientation val="minMax"/>
          <c:min val="0.1"/>
        </c:scaling>
        <c:delete val="0"/>
        <c:axPos val="l"/>
        <c:majorGridlines>
          <c:spPr>
            <a:ln w="12700" cap="flat" cmpd="sng" algn="ctr">
              <a:solidFill>
                <a:schemeClr val="bg1">
                  <a:lumMod val="50000"/>
                </a:schemeClr>
              </a:solidFill>
              <a:prstDash val="sysDash"/>
              <a:round/>
            </a:ln>
            <a:effectLst/>
          </c:spPr>
        </c:majorGridlines>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crossAx val="393628703"/>
        <c:crosses val="autoZero"/>
        <c:crossBetween val="between"/>
      </c:valAx>
      <c:spPr>
        <a:noFill/>
        <a:ln>
          <a:noFill/>
        </a:ln>
        <a:effectLst/>
      </c:spPr>
    </c:plotArea>
    <c:legend>
      <c:legendPos val="b"/>
      <c:layout>
        <c:manualLayout>
          <c:xMode val="edge"/>
          <c:yMode val="edge"/>
          <c:x val="0.3776778342557422"/>
          <c:y val="0.73565548872578534"/>
          <c:w val="0.58295213189361528"/>
          <c:h val="7.5911919588919366E-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10"/>
    </mc:Choice>
    <mc:Fallback>
      <c:style val="10"/>
    </mc:Fallback>
  </mc:AlternateContent>
  <c:chart>
    <c:title>
      <c:tx>
        <c:rich>
          <a:bodyPr/>
          <a:lstStyle/>
          <a:p>
            <a:pPr algn="ctr">
              <a:defRPr/>
            </a:pPr>
            <a:r>
              <a:rPr lang="en-US" sz="1100" dirty="0"/>
              <a:t>US - CBO Estimates of Government Debt Held by the Public (% of GDP), 2021-30E</a:t>
            </a:r>
          </a:p>
        </c:rich>
      </c:tx>
      <c:layout>
        <c:manualLayout>
          <c:xMode val="edge"/>
          <c:yMode val="edge"/>
          <c:x val="0.15780977364817789"/>
          <c:y val="1.259854248329049E-2"/>
        </c:manualLayout>
      </c:layout>
      <c:overlay val="1"/>
    </c:title>
    <c:autoTitleDeleted val="0"/>
    <c:plotArea>
      <c:layout>
        <c:manualLayout>
          <c:layoutTarget val="inner"/>
          <c:xMode val="edge"/>
          <c:yMode val="edge"/>
          <c:x val="5.3956264775413716E-2"/>
          <c:y val="0.19790261927270753"/>
          <c:w val="0.92953073286052024"/>
          <c:h val="0.69010765999763213"/>
        </c:manualLayout>
      </c:layout>
      <c:barChart>
        <c:barDir val="col"/>
        <c:grouping val="clustered"/>
        <c:varyColors val="1"/>
        <c:ser>
          <c:idx val="0"/>
          <c:order val="0"/>
          <c:tx>
            <c:strRef>
              <c:f>Deficit!$B$197</c:f>
              <c:strCache>
                <c:ptCount val="1"/>
                <c:pt idx="0">
                  <c:v>2021-02</c:v>
                </c:pt>
              </c:strCache>
            </c:strRef>
          </c:tx>
          <c:spPr>
            <a:solidFill>
              <a:srgbClr val="E60000"/>
            </a:solidFill>
            <a:ln>
              <a:solidFill>
                <a:srgbClr val="E60000"/>
              </a:solidFill>
              <a:prstDash val="solid"/>
            </a:ln>
          </c:spPr>
          <c:invertIfNegative val="1"/>
          <c:dLbls>
            <c:delete val="1"/>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Deficit!$B$198:$B$207</c:f>
              <c:numCache>
                <c:formatCode>0.00</c:formatCode>
                <c:ptCount val="10"/>
                <c:pt idx="0">
                  <c:v>102.324</c:v>
                </c:pt>
                <c:pt idx="1">
                  <c:v>101.988</c:v>
                </c:pt>
                <c:pt idx="2">
                  <c:v>101.998</c:v>
                </c:pt>
                <c:pt idx="3">
                  <c:v>101.43600000000001</c:v>
                </c:pt>
                <c:pt idx="4">
                  <c:v>101.181</c:v>
                </c:pt>
                <c:pt idx="5">
                  <c:v>100.867</c:v>
                </c:pt>
                <c:pt idx="6">
                  <c:v>100.974</c:v>
                </c:pt>
                <c:pt idx="7">
                  <c:v>102.22199999999999</c:v>
                </c:pt>
                <c:pt idx="8">
                  <c:v>103.169</c:v>
                </c:pt>
                <c:pt idx="9">
                  <c:v>104.976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E60000"/>
                    </a:solidFill>
                    <a:prstDash val="solid"/>
                  </a:ln>
                </c14:spPr>
              </c14:invertSolidFillFmt>
            </c:ext>
            <c:ext xmlns:c16="http://schemas.microsoft.com/office/drawing/2014/chart" uri="{C3380CC4-5D6E-409C-BE32-E72D297353CC}">
              <c16:uniqueId val="{00000000-152D-45CD-964D-BBD7D80E0B1D}"/>
            </c:ext>
          </c:extLst>
        </c:ser>
        <c:ser>
          <c:idx val="1"/>
          <c:order val="1"/>
          <c:tx>
            <c:strRef>
              <c:f>Deficit!$C$197</c:f>
              <c:strCache>
                <c:ptCount val="1"/>
                <c:pt idx="0">
                  <c:v>2022-05</c:v>
                </c:pt>
              </c:strCache>
            </c:strRef>
          </c:tx>
          <c:spPr>
            <a:solidFill>
              <a:srgbClr val="D9C8B1"/>
            </a:solidFill>
            <a:ln>
              <a:solidFill>
                <a:srgbClr val="D9C8B1"/>
              </a:solidFill>
              <a:prstDash val="solid"/>
            </a:ln>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1-152D-45CD-964D-BBD7D80E0B1D}"/>
                </c:ext>
              </c:extLst>
            </c:dLbl>
            <c:dLbl>
              <c:idx val="2"/>
              <c:delete val="1"/>
              <c:extLst>
                <c:ext xmlns:c15="http://schemas.microsoft.com/office/drawing/2012/chart" uri="{CE6537A1-D6FC-4f65-9D91-7224C49458BB}"/>
                <c:ext xmlns:c16="http://schemas.microsoft.com/office/drawing/2014/chart" uri="{C3380CC4-5D6E-409C-BE32-E72D297353CC}">
                  <c16:uniqueId val="{00000002-152D-45CD-964D-BBD7D80E0B1D}"/>
                </c:ext>
              </c:extLst>
            </c:dLbl>
            <c:dLbl>
              <c:idx val="3"/>
              <c:delete val="1"/>
              <c:extLst>
                <c:ext xmlns:c15="http://schemas.microsoft.com/office/drawing/2012/chart" uri="{CE6537A1-D6FC-4f65-9D91-7224C49458BB}"/>
                <c:ext xmlns:c16="http://schemas.microsoft.com/office/drawing/2014/chart" uri="{C3380CC4-5D6E-409C-BE32-E72D297353CC}">
                  <c16:uniqueId val="{00000003-152D-45CD-964D-BBD7D80E0B1D}"/>
                </c:ext>
              </c:extLst>
            </c:dLbl>
            <c:dLbl>
              <c:idx val="4"/>
              <c:delete val="1"/>
              <c:extLst>
                <c:ext xmlns:c15="http://schemas.microsoft.com/office/drawing/2012/chart" uri="{CE6537A1-D6FC-4f65-9D91-7224C49458BB}"/>
                <c:ext xmlns:c16="http://schemas.microsoft.com/office/drawing/2014/chart" uri="{C3380CC4-5D6E-409C-BE32-E72D297353CC}">
                  <c16:uniqueId val="{00000004-152D-45CD-964D-BBD7D80E0B1D}"/>
                </c:ext>
              </c:extLst>
            </c:dLbl>
            <c:dLbl>
              <c:idx val="5"/>
              <c:delete val="1"/>
              <c:extLst>
                <c:ext xmlns:c15="http://schemas.microsoft.com/office/drawing/2012/chart" uri="{CE6537A1-D6FC-4f65-9D91-7224C49458BB}"/>
                <c:ext xmlns:c16="http://schemas.microsoft.com/office/drawing/2014/chart" uri="{C3380CC4-5D6E-409C-BE32-E72D297353CC}">
                  <c16:uniqueId val="{00000005-152D-45CD-964D-BBD7D80E0B1D}"/>
                </c:ext>
              </c:extLst>
            </c:dLbl>
            <c:dLbl>
              <c:idx val="6"/>
              <c:delete val="1"/>
              <c:extLst>
                <c:ext xmlns:c15="http://schemas.microsoft.com/office/drawing/2012/chart" uri="{CE6537A1-D6FC-4f65-9D91-7224C49458BB}"/>
                <c:ext xmlns:c16="http://schemas.microsoft.com/office/drawing/2014/chart" uri="{C3380CC4-5D6E-409C-BE32-E72D297353CC}">
                  <c16:uniqueId val="{00000006-152D-45CD-964D-BBD7D80E0B1D}"/>
                </c:ext>
              </c:extLst>
            </c:dLbl>
            <c:dLbl>
              <c:idx val="7"/>
              <c:delete val="1"/>
              <c:extLst>
                <c:ext xmlns:c15="http://schemas.microsoft.com/office/drawing/2012/chart" uri="{CE6537A1-D6FC-4f65-9D91-7224C49458BB}"/>
                <c:ext xmlns:c16="http://schemas.microsoft.com/office/drawing/2014/chart" uri="{C3380CC4-5D6E-409C-BE32-E72D297353CC}">
                  <c16:uniqueId val="{00000007-152D-45CD-964D-BBD7D80E0B1D}"/>
                </c:ext>
              </c:extLst>
            </c:dLbl>
            <c:dLbl>
              <c:idx val="8"/>
              <c:delete val="1"/>
              <c:extLst>
                <c:ext xmlns:c15="http://schemas.microsoft.com/office/drawing/2012/chart" uri="{CE6537A1-D6FC-4f65-9D91-7224C49458BB}"/>
                <c:ext xmlns:c16="http://schemas.microsoft.com/office/drawing/2014/chart" uri="{C3380CC4-5D6E-409C-BE32-E72D297353CC}">
                  <c16:uniqueId val="{00000008-152D-45CD-964D-BBD7D80E0B1D}"/>
                </c:ext>
              </c:extLst>
            </c:dLbl>
            <c:dLbl>
              <c:idx val="9"/>
              <c:delete val="1"/>
              <c:extLst>
                <c:ext xmlns:c15="http://schemas.microsoft.com/office/drawing/2012/chart" uri="{CE6537A1-D6FC-4f65-9D91-7224C49458BB}"/>
                <c:ext xmlns:c16="http://schemas.microsoft.com/office/drawing/2014/chart" uri="{C3380CC4-5D6E-409C-BE32-E72D297353CC}">
                  <c16:uniqueId val="{00000009-152D-45CD-964D-BBD7D80E0B1D}"/>
                </c:ext>
              </c:extLst>
            </c:dLbl>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Deficit!$C$198:$C$207</c:f>
              <c:numCache>
                <c:formatCode>0.00</c:formatCode>
                <c:ptCount val="10"/>
                <c:pt idx="1">
                  <c:v>97.888000000000005</c:v>
                </c:pt>
                <c:pt idx="2">
                  <c:v>96.01</c:v>
                </c:pt>
                <c:pt idx="3">
                  <c:v>96.066000000000003</c:v>
                </c:pt>
                <c:pt idx="4">
                  <c:v>97.489000000000004</c:v>
                </c:pt>
                <c:pt idx="5">
                  <c:v>98.832999999999998</c:v>
                </c:pt>
                <c:pt idx="6">
                  <c:v>99.980999999999995</c:v>
                </c:pt>
                <c:pt idx="7">
                  <c:v>101.964</c:v>
                </c:pt>
                <c:pt idx="8">
                  <c:v>103.191</c:v>
                </c:pt>
                <c:pt idx="9">
                  <c:v>105.32899999999999</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D9C8B1"/>
                    </a:solidFill>
                    <a:prstDash val="solid"/>
                  </a:ln>
                </c14:spPr>
              </c14:invertSolidFillFmt>
            </c:ext>
            <c:ext xmlns:c16="http://schemas.microsoft.com/office/drawing/2014/chart" uri="{C3380CC4-5D6E-409C-BE32-E72D297353CC}">
              <c16:uniqueId val="{0000000A-152D-45CD-964D-BBD7D80E0B1D}"/>
            </c:ext>
          </c:extLst>
        </c:ser>
        <c:ser>
          <c:idx val="2"/>
          <c:order val="2"/>
          <c:tx>
            <c:strRef>
              <c:f>Deficit!$D$197</c:f>
              <c:strCache>
                <c:ptCount val="1"/>
                <c:pt idx="0">
                  <c:v>2023-05</c:v>
                </c:pt>
              </c:strCache>
            </c:strRef>
          </c:tx>
          <c:spPr>
            <a:solidFill>
              <a:srgbClr val="247899"/>
            </a:solidFill>
            <a:ln>
              <a:solidFill>
                <a:srgbClr val="247899"/>
              </a:solidFill>
              <a:prstDash val="solid"/>
            </a:ln>
          </c:spPr>
          <c:invertIfNegative val="1"/>
          <c:dLbls>
            <c:dLbl>
              <c:idx val="2"/>
              <c:delete val="1"/>
              <c:extLst>
                <c:ext xmlns:c15="http://schemas.microsoft.com/office/drawing/2012/chart" uri="{CE6537A1-D6FC-4f65-9D91-7224C49458BB}"/>
                <c:ext xmlns:c16="http://schemas.microsoft.com/office/drawing/2014/chart" uri="{C3380CC4-5D6E-409C-BE32-E72D297353CC}">
                  <c16:uniqueId val="{0000000B-152D-45CD-964D-BBD7D80E0B1D}"/>
                </c:ext>
              </c:extLst>
            </c:dLbl>
            <c:dLbl>
              <c:idx val="3"/>
              <c:delete val="1"/>
              <c:extLst>
                <c:ext xmlns:c15="http://schemas.microsoft.com/office/drawing/2012/chart" uri="{CE6537A1-D6FC-4f65-9D91-7224C49458BB}"/>
                <c:ext xmlns:c16="http://schemas.microsoft.com/office/drawing/2014/chart" uri="{C3380CC4-5D6E-409C-BE32-E72D297353CC}">
                  <c16:uniqueId val="{0000000C-152D-45CD-964D-BBD7D80E0B1D}"/>
                </c:ext>
              </c:extLst>
            </c:dLbl>
            <c:dLbl>
              <c:idx val="4"/>
              <c:delete val="1"/>
              <c:extLst>
                <c:ext xmlns:c15="http://schemas.microsoft.com/office/drawing/2012/chart" uri="{CE6537A1-D6FC-4f65-9D91-7224C49458BB}"/>
                <c:ext xmlns:c16="http://schemas.microsoft.com/office/drawing/2014/chart" uri="{C3380CC4-5D6E-409C-BE32-E72D297353CC}">
                  <c16:uniqueId val="{0000000D-152D-45CD-964D-BBD7D80E0B1D}"/>
                </c:ext>
              </c:extLst>
            </c:dLbl>
            <c:dLbl>
              <c:idx val="5"/>
              <c:delete val="1"/>
              <c:extLst>
                <c:ext xmlns:c15="http://schemas.microsoft.com/office/drawing/2012/chart" uri="{CE6537A1-D6FC-4f65-9D91-7224C49458BB}"/>
                <c:ext xmlns:c16="http://schemas.microsoft.com/office/drawing/2014/chart" uri="{C3380CC4-5D6E-409C-BE32-E72D297353CC}">
                  <c16:uniqueId val="{0000000E-152D-45CD-964D-BBD7D80E0B1D}"/>
                </c:ext>
              </c:extLst>
            </c:dLbl>
            <c:dLbl>
              <c:idx val="6"/>
              <c:delete val="1"/>
              <c:extLst>
                <c:ext xmlns:c15="http://schemas.microsoft.com/office/drawing/2012/chart" uri="{CE6537A1-D6FC-4f65-9D91-7224C49458BB}"/>
                <c:ext xmlns:c16="http://schemas.microsoft.com/office/drawing/2014/chart" uri="{C3380CC4-5D6E-409C-BE32-E72D297353CC}">
                  <c16:uniqueId val="{0000000F-152D-45CD-964D-BBD7D80E0B1D}"/>
                </c:ext>
              </c:extLst>
            </c:dLbl>
            <c:dLbl>
              <c:idx val="7"/>
              <c:delete val="1"/>
              <c:extLst>
                <c:ext xmlns:c15="http://schemas.microsoft.com/office/drawing/2012/chart" uri="{CE6537A1-D6FC-4f65-9D91-7224C49458BB}"/>
                <c:ext xmlns:c16="http://schemas.microsoft.com/office/drawing/2014/chart" uri="{C3380CC4-5D6E-409C-BE32-E72D297353CC}">
                  <c16:uniqueId val="{00000010-152D-45CD-964D-BBD7D80E0B1D}"/>
                </c:ext>
              </c:extLst>
            </c:dLbl>
            <c:dLbl>
              <c:idx val="8"/>
              <c:delete val="1"/>
              <c:extLst>
                <c:ext xmlns:c15="http://schemas.microsoft.com/office/drawing/2012/chart" uri="{CE6537A1-D6FC-4f65-9D91-7224C49458BB}"/>
                <c:ext xmlns:c16="http://schemas.microsoft.com/office/drawing/2014/chart" uri="{C3380CC4-5D6E-409C-BE32-E72D297353CC}">
                  <c16:uniqueId val="{00000011-152D-45CD-964D-BBD7D80E0B1D}"/>
                </c:ext>
              </c:extLst>
            </c:dLbl>
            <c:dLbl>
              <c:idx val="9"/>
              <c:delete val="1"/>
              <c:extLst>
                <c:ext xmlns:c15="http://schemas.microsoft.com/office/drawing/2012/chart" uri="{CE6537A1-D6FC-4f65-9D91-7224C49458BB}"/>
                <c:ext xmlns:c16="http://schemas.microsoft.com/office/drawing/2014/chart" uri="{C3380CC4-5D6E-409C-BE32-E72D297353CC}">
                  <c16:uniqueId val="{00000012-152D-45CD-964D-BBD7D80E0B1D}"/>
                </c:ext>
              </c:extLst>
            </c:dLbl>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Deficit!$D$198:$D$207</c:f>
              <c:numCache>
                <c:formatCode>General</c:formatCode>
                <c:ptCount val="10"/>
                <c:pt idx="2" formatCode="0.00">
                  <c:v>98.206000000000003</c:v>
                </c:pt>
                <c:pt idx="3" formatCode="0.00">
                  <c:v>100.446</c:v>
                </c:pt>
                <c:pt idx="4" formatCode="0.00">
                  <c:v>102.22199999999999</c:v>
                </c:pt>
                <c:pt idx="5" formatCode="0.00">
                  <c:v>103.748</c:v>
                </c:pt>
                <c:pt idx="6" formatCode="0.00">
                  <c:v>105.166</c:v>
                </c:pt>
                <c:pt idx="7" formatCode="0.00">
                  <c:v>107.28700000000001</c:v>
                </c:pt>
                <c:pt idx="8" formatCode="0.00">
                  <c:v>108.929</c:v>
                </c:pt>
                <c:pt idx="9" formatCode="0.00">
                  <c:v>111.04900000000001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47899"/>
                    </a:solidFill>
                    <a:prstDash val="solid"/>
                  </a:ln>
                </c14:spPr>
              </c14:invertSolidFillFmt>
            </c:ext>
            <c:ext xmlns:c16="http://schemas.microsoft.com/office/drawing/2014/chart" uri="{C3380CC4-5D6E-409C-BE32-E72D297353CC}">
              <c16:uniqueId val="{00000013-152D-45CD-964D-BBD7D80E0B1D}"/>
            </c:ext>
          </c:extLst>
        </c:ser>
        <c:ser>
          <c:idx val="3"/>
          <c:order val="3"/>
          <c:tx>
            <c:strRef>
              <c:f>Deficit!$E$197</c:f>
              <c:strCache>
                <c:ptCount val="1"/>
                <c:pt idx="0">
                  <c:v>2024-06</c:v>
                </c:pt>
              </c:strCache>
            </c:strRef>
          </c:tx>
          <c:spPr>
            <a:solidFill>
              <a:srgbClr val="990000"/>
            </a:solidFill>
            <a:ln>
              <a:solidFill>
                <a:srgbClr val="990000"/>
              </a:solidFill>
              <a:prstDash val="solid"/>
            </a:ln>
          </c:spPr>
          <c:invertIfNegative val="1"/>
          <c:dLbls>
            <c:dLbl>
              <c:idx val="3"/>
              <c:layout>
                <c:manualLayout>
                  <c:x val="-6.7553191489361702E-2"/>
                  <c:y val="-9.202898550724637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152D-45CD-964D-BBD7D80E0B1D}"/>
                </c:ext>
              </c:extLst>
            </c:dLbl>
            <c:dLbl>
              <c:idx val="4"/>
              <c:layout>
                <c:manualLayout>
                  <c:x val="-4.3534278959810928E-2"/>
                  <c:y val="-6.135265700483091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152D-45CD-964D-BBD7D80E0B1D}"/>
                </c:ext>
              </c:extLst>
            </c:dLbl>
            <c:dLbl>
              <c:idx val="5"/>
              <c:layout>
                <c:manualLayout>
                  <c:x val="-6.0047281323878168E-3"/>
                  <c:y val="9.202898550724581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152D-45CD-964D-BBD7D80E0B1D}"/>
                </c:ext>
              </c:extLst>
            </c:dLbl>
            <c:dLbl>
              <c:idx val="6"/>
              <c:layout>
                <c:manualLayout>
                  <c:x val="-4.5035460992907802E-3"/>
                  <c:y val="3.06763285024148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152D-45CD-964D-BBD7D80E0B1D}"/>
                </c:ext>
              </c:extLst>
            </c:dLbl>
            <c:dLbl>
              <c:idx val="7"/>
              <c:layout>
                <c:manualLayout>
                  <c:x val="-3.3026004728132385E-2"/>
                  <c:y val="-6.135265700483091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152D-45CD-964D-BBD7D80E0B1D}"/>
                </c:ext>
              </c:extLst>
            </c:dLbl>
            <c:dLbl>
              <c:idx val="8"/>
              <c:layout>
                <c:manualLayout>
                  <c:x val="-3.042352952940625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152D-45CD-964D-BBD7D80E0B1D}"/>
                </c:ext>
              </c:extLst>
            </c:dLbl>
            <c:dLbl>
              <c:idx val="9"/>
              <c:layout>
                <c:manualLayout>
                  <c:x val="-1.2009456264775524E-2"/>
                  <c:y val="-3.067632850241545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152D-45CD-964D-BBD7D80E0B1D}"/>
                </c:ext>
              </c:extLst>
            </c:dLbl>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Deficit!$E$198:$E$207</c:f>
              <c:numCache>
                <c:formatCode>General</c:formatCode>
                <c:ptCount val="10"/>
                <c:pt idx="3" formatCode="0.00">
                  <c:v>98.983000000000004</c:v>
                </c:pt>
                <c:pt idx="4" formatCode="0.00">
                  <c:v>101.607</c:v>
                </c:pt>
                <c:pt idx="5" formatCode="0.00">
                  <c:v>104.08799999999999</c:v>
                </c:pt>
                <c:pt idx="6" formatCode="0.00">
                  <c:v>106.184</c:v>
                </c:pt>
                <c:pt idx="7" formatCode="0.00">
                  <c:v>108.59099999999999</c:v>
                </c:pt>
                <c:pt idx="8" formatCode="0.00">
                  <c:v>110.539</c:v>
                </c:pt>
                <c:pt idx="9" formatCode="0.00">
                  <c:v>112.746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990000"/>
                    </a:solidFill>
                    <a:prstDash val="solid"/>
                  </a:ln>
                </c14:spPr>
              </c14:invertSolidFillFmt>
            </c:ext>
            <c:ext xmlns:c16="http://schemas.microsoft.com/office/drawing/2014/chart" uri="{C3380CC4-5D6E-409C-BE32-E72D297353CC}">
              <c16:uniqueId val="{0000001B-152D-45CD-964D-BBD7D80E0B1D}"/>
            </c:ext>
          </c:extLst>
        </c:ser>
        <c:ser>
          <c:idx val="4"/>
          <c:order val="4"/>
          <c:tx>
            <c:strRef>
              <c:f>Deficit!$F$197</c:f>
              <c:strCache>
                <c:ptCount val="1"/>
                <c:pt idx="0">
                  <c:v>2025-01</c:v>
                </c:pt>
              </c:strCache>
            </c:strRef>
          </c:tx>
          <c:spPr>
            <a:solidFill>
              <a:srgbClr val="8A6B48"/>
            </a:solidFill>
            <a:ln>
              <a:solidFill>
                <a:srgbClr val="8A6B48"/>
              </a:solidFill>
              <a:prstDash val="solid"/>
            </a:ln>
          </c:spPr>
          <c:invertIfNegative val="1"/>
          <c:dLbls>
            <c:dLbl>
              <c:idx val="4"/>
              <c:delete val="1"/>
              <c:extLst>
                <c:ext xmlns:c15="http://schemas.microsoft.com/office/drawing/2012/chart" uri="{CE6537A1-D6FC-4f65-9D91-7224C49458BB}"/>
                <c:ext xmlns:c16="http://schemas.microsoft.com/office/drawing/2014/chart" uri="{C3380CC4-5D6E-409C-BE32-E72D297353CC}">
                  <c16:uniqueId val="{0000001C-152D-45CD-964D-BBD7D80E0B1D}"/>
                </c:ext>
              </c:extLst>
            </c:dLbl>
            <c:dLbl>
              <c:idx val="5"/>
              <c:delete val="1"/>
              <c:extLst>
                <c:ext xmlns:c15="http://schemas.microsoft.com/office/drawing/2012/chart" uri="{CE6537A1-D6FC-4f65-9D91-7224C49458BB}"/>
                <c:ext xmlns:c16="http://schemas.microsoft.com/office/drawing/2014/chart" uri="{C3380CC4-5D6E-409C-BE32-E72D297353CC}">
                  <c16:uniqueId val="{0000001D-152D-45CD-964D-BBD7D80E0B1D}"/>
                </c:ext>
              </c:extLst>
            </c:dLbl>
            <c:dLbl>
              <c:idx val="6"/>
              <c:delete val="1"/>
              <c:extLst>
                <c:ext xmlns:c15="http://schemas.microsoft.com/office/drawing/2012/chart" uri="{CE6537A1-D6FC-4f65-9D91-7224C49458BB}"/>
                <c:ext xmlns:c16="http://schemas.microsoft.com/office/drawing/2014/chart" uri="{C3380CC4-5D6E-409C-BE32-E72D297353CC}">
                  <c16:uniqueId val="{0000001E-152D-45CD-964D-BBD7D80E0B1D}"/>
                </c:ext>
              </c:extLst>
            </c:dLbl>
            <c:dLbl>
              <c:idx val="7"/>
              <c:delete val="1"/>
              <c:extLst>
                <c:ext xmlns:c15="http://schemas.microsoft.com/office/drawing/2012/chart" uri="{CE6537A1-D6FC-4f65-9D91-7224C49458BB}"/>
                <c:ext xmlns:c16="http://schemas.microsoft.com/office/drawing/2014/chart" uri="{C3380CC4-5D6E-409C-BE32-E72D297353CC}">
                  <c16:uniqueId val="{0000001F-152D-45CD-964D-BBD7D80E0B1D}"/>
                </c:ext>
              </c:extLst>
            </c:dLbl>
            <c:dLbl>
              <c:idx val="8"/>
              <c:delete val="1"/>
              <c:extLst>
                <c:ext xmlns:c15="http://schemas.microsoft.com/office/drawing/2012/chart" uri="{CE6537A1-D6FC-4f65-9D91-7224C49458BB}"/>
                <c:ext xmlns:c16="http://schemas.microsoft.com/office/drawing/2014/chart" uri="{C3380CC4-5D6E-409C-BE32-E72D297353CC}">
                  <c16:uniqueId val="{00000020-152D-45CD-964D-BBD7D80E0B1D}"/>
                </c:ext>
              </c:extLst>
            </c:dLbl>
            <c:dLbl>
              <c:idx val="9"/>
              <c:delete val="1"/>
              <c:extLst>
                <c:ext xmlns:c15="http://schemas.microsoft.com/office/drawing/2012/chart" uri="{CE6537A1-D6FC-4f65-9D91-7224C49458BB}"/>
                <c:ext xmlns:c16="http://schemas.microsoft.com/office/drawing/2014/chart" uri="{C3380CC4-5D6E-409C-BE32-E72D297353CC}">
                  <c16:uniqueId val="{00000021-152D-45CD-964D-BBD7D80E0B1D}"/>
                </c:ext>
              </c:extLst>
            </c:dLbl>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Deficit!$F$198:$F$207</c:f>
              <c:numCache>
                <c:formatCode>General</c:formatCode>
                <c:ptCount val="10"/>
                <c:pt idx="4" formatCode="0.00">
                  <c:v>99.888999999999996</c:v>
                </c:pt>
                <c:pt idx="5" formatCode="0.00">
                  <c:v>101.727</c:v>
                </c:pt>
                <c:pt idx="6" formatCode="0.00">
                  <c:v>103.375</c:v>
                </c:pt>
                <c:pt idx="7" formatCode="0.00">
                  <c:v>105.438</c:v>
                </c:pt>
                <c:pt idx="8" formatCode="0.00">
                  <c:v>107.22799999999999</c:v>
                </c:pt>
                <c:pt idx="9" formatCode="0.00">
                  <c:v>109.21599999999999</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8A6B48"/>
                    </a:solidFill>
                    <a:prstDash val="solid"/>
                  </a:ln>
                </c14:spPr>
              </c14:invertSolidFillFmt>
            </c:ext>
            <c:ext xmlns:c16="http://schemas.microsoft.com/office/drawing/2014/chart" uri="{C3380CC4-5D6E-409C-BE32-E72D297353CC}">
              <c16:uniqueId val="{00000022-152D-45CD-964D-BBD7D80E0B1D}"/>
            </c:ext>
          </c:extLst>
        </c:ser>
        <c:ser>
          <c:idx val="5"/>
          <c:order val="5"/>
          <c:tx>
            <c:strRef>
              <c:f>Deficit!$G$197</c:f>
              <c:strCache>
                <c:ptCount val="1"/>
                <c:pt idx="0">
                  <c:v>2026-02</c:v>
                </c:pt>
              </c:strCache>
            </c:strRef>
          </c:tx>
          <c:spPr>
            <a:solidFill>
              <a:srgbClr val="173F52"/>
            </a:solidFill>
            <a:ln>
              <a:solidFill>
                <a:srgbClr val="173F52"/>
              </a:solidFill>
              <a:prstDash val="solid"/>
            </a:ln>
          </c:spPr>
          <c:invertIfNegative val="1"/>
          <c:dLbls>
            <c:dLbl>
              <c:idx val="5"/>
              <c:layout>
                <c:manualLayout>
                  <c:x val="-1.8014184397163121E-2"/>
                  <c:y val="-0.196328502415458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152D-45CD-964D-BBD7D80E0B1D}"/>
                </c:ext>
              </c:extLst>
            </c:dLbl>
            <c:dLbl>
              <c:idx val="6"/>
              <c:layout>
                <c:manualLayout>
                  <c:x val="1.5011820330969267E-3"/>
                  <c:y val="-5.82850241545894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152D-45CD-964D-BBD7D80E0B1D}"/>
                </c:ext>
              </c:extLst>
            </c:dLbl>
            <c:dLbl>
              <c:idx val="7"/>
              <c:layout>
                <c:manualLayout>
                  <c:x val="4.5035460992906701E-3"/>
                  <c:y val="-5.21497584541063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152D-45CD-964D-BBD7D80E0B1D}"/>
                </c:ext>
              </c:extLst>
            </c:dLbl>
            <c:dLbl>
              <c:idx val="8"/>
              <c:layout>
                <c:manualLayout>
                  <c:x val="-7.6096867384484491E-3"/>
                  <c:y val="-0.2297444765628796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152D-45CD-964D-BBD7D80E0B1D}"/>
                </c:ext>
              </c:extLst>
            </c:dLbl>
            <c:dLbl>
              <c:idx val="9"/>
              <c:layout>
                <c:manualLayout>
                  <c:x val="-1.6702976774143467E-16"/>
                  <c:y val="-9.61739588967224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152D-45CD-964D-BBD7D80E0B1D}"/>
                </c:ext>
              </c:extLst>
            </c:dLbl>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Deficit!$A$198:$A$207</c:f>
              <c:numCache>
                <c:formatCode>0.00</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Deficit!$G$198:$G$207</c:f>
              <c:numCache>
                <c:formatCode>General</c:formatCode>
                <c:ptCount val="10"/>
                <c:pt idx="5" formatCode="0.00">
                  <c:v>100.605</c:v>
                </c:pt>
                <c:pt idx="6" formatCode="0.00">
                  <c:v>102.069</c:v>
                </c:pt>
                <c:pt idx="7" formatCode="0.00">
                  <c:v>104.116</c:v>
                </c:pt>
                <c:pt idx="8" formatCode="0.00">
                  <c:v>105.81100000000001</c:v>
                </c:pt>
                <c:pt idx="9" formatCode="0.00">
                  <c:v>107.726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73F52"/>
                    </a:solidFill>
                    <a:prstDash val="solid"/>
                  </a:ln>
                </c14:spPr>
              </c14:invertSolidFillFmt>
            </c:ext>
            <c:ext xmlns:c16="http://schemas.microsoft.com/office/drawing/2014/chart" uri="{C3380CC4-5D6E-409C-BE32-E72D297353CC}">
              <c16:uniqueId val="{00000028-152D-45CD-964D-BBD7D80E0B1D}"/>
            </c:ext>
          </c:extLst>
        </c:ser>
        <c:dLbls>
          <c:showLegendKey val="0"/>
          <c:showVal val="1"/>
          <c:showCatName val="0"/>
          <c:showSerName val="0"/>
          <c:showPercent val="0"/>
          <c:showBubbleSize val="0"/>
        </c:dLbls>
        <c:gapWidth val="45"/>
        <c:axId val="10"/>
        <c:axId val="100"/>
      </c:barChart>
      <c:lineChart>
        <c:grouping val="standard"/>
        <c:varyColors val="1"/>
        <c:ser>
          <c:idx val="6"/>
          <c:order val="6"/>
          <c:tx>
            <c:strRef>
              <c:f>'[3]Tabla y grafico'!$B$18</c:f>
              <c:strCache>
                <c:ptCount val="1"/>
                <c:pt idx="0">
                  <c:v>2024-06 trend</c:v>
                </c:pt>
              </c:strCache>
            </c:strRef>
          </c:tx>
          <c:spPr>
            <a:ln w="28575">
              <a:solidFill>
                <a:srgbClr val="7030A0"/>
              </a:solidFill>
              <a:prstDash val="dash"/>
            </a:ln>
          </c:spPr>
          <c:marker>
            <c:symbol val="none"/>
          </c:marker>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multiLvlStrRef>
              <c:f>'[3]Tabla y grafico'!$A$19:$A$28</c:f>
            </c:multiLvlStrRef>
          </c:cat>
          <c:val>
            <c:numRef>
              <c:f>'[3]Tabla y grafico'!$B$19:$B$28</c:f>
            </c:numRef>
          </c:val>
          <c:smooth val="1"/>
          <c:extLst>
            <c:ext xmlns:c16="http://schemas.microsoft.com/office/drawing/2014/chart" uri="{C3380CC4-5D6E-409C-BE32-E72D297353CC}">
              <c16:uniqueId val="{00000029-152D-45CD-964D-BBD7D80E0B1D}"/>
            </c:ext>
          </c:extLst>
        </c:ser>
        <c:ser>
          <c:idx val="7"/>
          <c:order val="7"/>
          <c:tx>
            <c:strRef>
              <c:f>'[3]Tabla y grafico'!$C$18</c:f>
              <c:strCache>
                <c:ptCount val="1"/>
                <c:pt idx="0">
                  <c:v>2026-02 trend</c:v>
                </c:pt>
              </c:strCache>
            </c:strRef>
          </c:tx>
          <c:spPr>
            <a:ln w="28575">
              <a:solidFill>
                <a:srgbClr val="7030A0"/>
              </a:solidFill>
              <a:prstDash val="dash"/>
            </a:ln>
          </c:spPr>
          <c:marker>
            <c:symbol val="none"/>
          </c:marker>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multiLvlStrRef>
              <c:f>'[3]Tabla y grafico'!$A$19:$A$28</c:f>
            </c:multiLvlStrRef>
          </c:cat>
          <c:val>
            <c:numRef>
              <c:f>'[3]Tabla y grafico'!$C$19:$C$28</c:f>
            </c:numRef>
          </c:val>
          <c:smooth val="1"/>
          <c:extLst>
            <c:ext xmlns:c16="http://schemas.microsoft.com/office/drawing/2014/chart" uri="{C3380CC4-5D6E-409C-BE32-E72D297353CC}">
              <c16:uniqueId val="{0000002A-152D-45CD-964D-BBD7D80E0B1D}"/>
            </c:ext>
          </c:extLst>
        </c:ser>
        <c:dLbls>
          <c:showLegendKey val="0"/>
          <c:showVal val="1"/>
          <c:showCatName val="0"/>
          <c:showSerName val="0"/>
          <c:showPercent val="0"/>
          <c:showBubbleSize val="0"/>
        </c:dLbls>
        <c:marker val="1"/>
        <c:smooth val="0"/>
        <c:axId val="10"/>
        <c:axId val="200"/>
      </c:lineChart>
      <c:catAx>
        <c:axId val="10"/>
        <c:scaling>
          <c:orientation val="minMax"/>
        </c:scaling>
        <c:delete val="0"/>
        <c:axPos val="b"/>
        <c:numFmt formatCode="0" sourceLinked="0"/>
        <c:majorTickMark val="out"/>
        <c:minorTickMark val="none"/>
        <c:tickLblPos val="nextTo"/>
        <c:crossAx val="100"/>
        <c:crosses val="autoZero"/>
        <c:auto val="1"/>
        <c:lblAlgn val="ctr"/>
        <c:lblOffset val="100"/>
        <c:noMultiLvlLbl val="1"/>
      </c:catAx>
      <c:valAx>
        <c:axId val="100"/>
        <c:scaling>
          <c:orientation val="minMax"/>
          <c:max val="120"/>
          <c:min val="95"/>
        </c:scaling>
        <c:delete val="0"/>
        <c:axPos val="l"/>
        <c:majorGridlines>
          <c:spPr>
            <a:ln>
              <a:solidFill>
                <a:schemeClr val="bg1"/>
              </a:solidFill>
            </a:ln>
          </c:spPr>
        </c:majorGridlines>
        <c:numFmt formatCode="0" sourceLinked="0"/>
        <c:majorTickMark val="none"/>
        <c:minorTickMark val="none"/>
        <c:tickLblPos val="nextTo"/>
        <c:txPr>
          <a:bodyPr/>
          <a:lstStyle/>
          <a:p>
            <a:pPr algn="ctr">
              <a:defRPr/>
            </a:pPr>
            <a:endParaRPr lang="es-PE"/>
          </a:p>
        </c:txPr>
        <c:crossAx val="10"/>
        <c:crosses val="autoZero"/>
        <c:crossBetween val="between"/>
        <c:majorUnit val="5"/>
      </c:valAx>
      <c:valAx>
        <c:axId val="200"/>
        <c:scaling>
          <c:orientation val="minMax"/>
          <c:max val="115"/>
          <c:min val="95"/>
        </c:scaling>
        <c:delete val="1"/>
        <c:axPos val="r"/>
        <c:majorGridlines/>
        <c:majorTickMark val="none"/>
        <c:minorTickMark val="none"/>
        <c:tickLblPos val="nextTo"/>
        <c:crossAx val="10"/>
        <c:crosses val="max"/>
        <c:crossBetween val="between"/>
        <c:majorUnit val="5"/>
      </c:valAx>
    </c:plotArea>
    <c:legend>
      <c:legendPos val="t"/>
      <c:layout>
        <c:manualLayout>
          <c:xMode val="edge"/>
          <c:yMode val="edge"/>
          <c:x val="0.19217441693005241"/>
          <c:y val="0.15595832038954868"/>
          <c:w val="0.6452164071329145"/>
          <c:h val="5.547173913043478E-2"/>
        </c:manualLayout>
      </c:layout>
      <c:overlay val="1"/>
    </c:legend>
    <c:plotVisOnly val="1"/>
    <c:dispBlanksAs val="gap"/>
    <c:showDLblsOverMax val="1"/>
  </c:chart>
  <c:spPr>
    <a:ln>
      <a:noFill/>
    </a:ln>
  </c:spPr>
  <c:txPr>
    <a:bodyPr/>
    <a:lstStyle/>
    <a:p>
      <a:pPr>
        <a:defRPr sz="900">
          <a:solidFill>
            <a:srgbClr val="000000"/>
          </a:solidFill>
          <a:latin typeface="Trebuchet MS" panose="020B0603020202020204" pitchFamily="34" charset="0"/>
        </a:defRPr>
      </a:pPr>
      <a:endParaRPr lang="es-PE"/>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rgbClr val="000000"/>
                </a:solidFill>
                <a:latin typeface="Trebuchet MS" panose="020B0603020202020204" pitchFamily="34" charset="0"/>
                <a:ea typeface="+mn-ea"/>
                <a:cs typeface="+mn-cs"/>
              </a:defRPr>
            </a:pPr>
            <a:r>
              <a:rPr lang="es-PE" sz="1100" b="1" dirty="0"/>
              <a:t>US - Non </a:t>
            </a:r>
            <a:r>
              <a:rPr lang="es-PE" sz="1100" b="1" dirty="0" err="1"/>
              <a:t>Interest</a:t>
            </a:r>
            <a:r>
              <a:rPr lang="es-PE" sz="1100" b="1" dirty="0"/>
              <a:t> Expense (% </a:t>
            </a:r>
            <a:r>
              <a:rPr lang="es-PE" sz="1100" b="1" dirty="0" err="1"/>
              <a:t>of</a:t>
            </a:r>
            <a:r>
              <a:rPr lang="es-PE" sz="1100" b="1" dirty="0"/>
              <a:t> GDP, </a:t>
            </a:r>
            <a:r>
              <a:rPr lang="es-PE" sz="1100" b="1" dirty="0" err="1"/>
              <a:t>monthly</a:t>
            </a:r>
            <a:r>
              <a:rPr lang="es-PE" sz="1100" b="1" dirty="0"/>
              <a:t> cumulative), FY22-YtD (*)</a:t>
            </a:r>
          </a:p>
        </c:rich>
      </c:tx>
      <c:layout>
        <c:manualLayout>
          <c:xMode val="edge"/>
          <c:yMode val="edge"/>
          <c:x val="0.1357189333597332"/>
          <c:y val="3.6291624137419626E-3"/>
        </c:manualLayout>
      </c:layout>
      <c:overlay val="0"/>
      <c:spPr>
        <a:noFill/>
        <a:ln>
          <a:noFill/>
        </a:ln>
        <a:effectLst/>
      </c:spPr>
      <c:txPr>
        <a:bodyPr rot="0" spcFirstLastPara="1" vertOverflow="ellipsis" vert="horz" wrap="square" anchor="ctr" anchorCtr="1"/>
        <a:lstStyle/>
        <a:p>
          <a:pPr>
            <a:defRPr lang="en-US" sz="120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manualLayout>
          <c:layoutTarget val="inner"/>
          <c:xMode val="edge"/>
          <c:yMode val="edge"/>
          <c:x val="6.6360330360638667E-2"/>
          <c:y val="0.17818303181368611"/>
          <c:w val="0.91291716288767866"/>
          <c:h val="0.64416320351504341"/>
        </c:manualLayout>
      </c:layout>
      <c:lineChart>
        <c:grouping val="standard"/>
        <c:varyColors val="0"/>
        <c:ser>
          <c:idx val="0"/>
          <c:order val="0"/>
          <c:tx>
            <c:strRef>
              <c:f>Deficit!$Q$174</c:f>
              <c:strCache>
                <c:ptCount val="1"/>
                <c:pt idx="0">
                  <c:v>2022</c:v>
                </c:pt>
              </c:strCache>
            </c:strRef>
          </c:tx>
          <c:spPr>
            <a:ln w="28575" cap="rnd">
              <a:solidFill>
                <a:srgbClr val="FF0000"/>
              </a:solidFill>
              <a:round/>
            </a:ln>
            <a:effectLst/>
          </c:spPr>
          <c:marker>
            <c:symbol val="none"/>
          </c:marker>
          <c:cat>
            <c:numRef>
              <c:f>Deficit!$P$175:$P$186</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Deficit!$Q$175:$Q$186</c:f>
              <c:numCache>
                <c:formatCode>0.00%</c:formatCode>
                <c:ptCount val="12"/>
                <c:pt idx="0">
                  <c:v>0.2099222393219157</c:v>
                </c:pt>
                <c:pt idx="1">
                  <c:v>0.21505673685398891</c:v>
                </c:pt>
                <c:pt idx="2">
                  <c:v>0.22086373101656423</c:v>
                </c:pt>
                <c:pt idx="3">
                  <c:v>0.20432305899438219</c:v>
                </c:pt>
                <c:pt idx="4">
                  <c:v>0.21075156243982715</c:v>
                </c:pt>
                <c:pt idx="5">
                  <c:v>0.21417346142670735</c:v>
                </c:pt>
                <c:pt idx="6">
                  <c:v>0.21979620439559319</c:v>
                </c:pt>
                <c:pt idx="7">
                  <c:v>0.21710270412027352</c:v>
                </c:pt>
                <c:pt idx="8">
                  <c:v>0.22103701470732567</c:v>
                </c:pt>
                <c:pt idx="9">
                  <c:v>0.22010200569485078</c:v>
                </c:pt>
                <c:pt idx="10">
                  <c:v>0.22074707839784571</c:v>
                </c:pt>
                <c:pt idx="11">
                  <c:v>0.23894024905451575</c:v>
                </c:pt>
              </c:numCache>
            </c:numRef>
          </c:val>
          <c:smooth val="0"/>
          <c:extLst>
            <c:ext xmlns:c16="http://schemas.microsoft.com/office/drawing/2014/chart" uri="{C3380CC4-5D6E-409C-BE32-E72D297353CC}">
              <c16:uniqueId val="{00000000-C40A-45F7-A92E-957E979FE20C}"/>
            </c:ext>
          </c:extLst>
        </c:ser>
        <c:ser>
          <c:idx val="1"/>
          <c:order val="1"/>
          <c:tx>
            <c:strRef>
              <c:f>Deficit!$R$174</c:f>
              <c:strCache>
                <c:ptCount val="1"/>
                <c:pt idx="0">
                  <c:v>2023</c:v>
                </c:pt>
              </c:strCache>
            </c:strRef>
          </c:tx>
          <c:spPr>
            <a:ln w="28575" cap="rnd">
              <a:solidFill>
                <a:srgbClr val="D8CABA"/>
              </a:solidFill>
              <a:round/>
            </a:ln>
            <a:effectLst/>
          </c:spPr>
          <c:marker>
            <c:symbol val="none"/>
          </c:marker>
          <c:cat>
            <c:numRef>
              <c:f>Deficit!$P$175:$P$186</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Deficit!$R$175:$R$186</c:f>
              <c:numCache>
                <c:formatCode>0.00%</c:formatCode>
                <c:ptCount val="12"/>
                <c:pt idx="0">
                  <c:v>0.17503934921990658</c:v>
                </c:pt>
                <c:pt idx="1">
                  <c:v>0.19642003372651187</c:v>
                </c:pt>
                <c:pt idx="2">
                  <c:v>0.20874814483054954</c:v>
                </c:pt>
                <c:pt idx="3">
                  <c:v>0.2092466816687133</c:v>
                </c:pt>
                <c:pt idx="4">
                  <c:v>0.21392079037216596</c:v>
                </c:pt>
                <c:pt idx="5">
                  <c:v>0.22836760285805943</c:v>
                </c:pt>
                <c:pt idx="6">
                  <c:v>0.22305866761842216</c:v>
                </c:pt>
                <c:pt idx="7">
                  <c:v>0.22441594594623007</c:v>
                </c:pt>
                <c:pt idx="8">
                  <c:v>0.23050522278110344</c:v>
                </c:pt>
                <c:pt idx="9">
                  <c:v>0.22815748615740564</c:v>
                </c:pt>
                <c:pt idx="10">
                  <c:v>0.2127769370928958</c:v>
                </c:pt>
                <c:pt idx="11">
                  <c:v>0.21800489073713242</c:v>
                </c:pt>
              </c:numCache>
            </c:numRef>
          </c:val>
          <c:smooth val="0"/>
          <c:extLst>
            <c:ext xmlns:c16="http://schemas.microsoft.com/office/drawing/2014/chart" uri="{C3380CC4-5D6E-409C-BE32-E72D297353CC}">
              <c16:uniqueId val="{00000001-C40A-45F7-A92E-957E979FE20C}"/>
            </c:ext>
          </c:extLst>
        </c:ser>
        <c:ser>
          <c:idx val="2"/>
          <c:order val="2"/>
          <c:tx>
            <c:strRef>
              <c:f>Deficit!$S$174</c:f>
              <c:strCache>
                <c:ptCount val="1"/>
                <c:pt idx="0">
                  <c:v>2024</c:v>
                </c:pt>
              </c:strCache>
            </c:strRef>
          </c:tx>
          <c:spPr>
            <a:ln w="28575" cap="rnd">
              <a:solidFill>
                <a:srgbClr val="9C9187"/>
              </a:solidFill>
              <a:round/>
            </a:ln>
            <a:effectLst/>
          </c:spPr>
          <c:marker>
            <c:symbol val="none"/>
          </c:marker>
          <c:cat>
            <c:numRef>
              <c:f>Deficit!$P$175:$P$186</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Deficit!$S$175:$S$186</c:f>
              <c:numCache>
                <c:formatCode>0.00%</c:formatCode>
                <c:ptCount val="12"/>
                <c:pt idx="0">
                  <c:v>0.18190105274598245</c:v>
                </c:pt>
                <c:pt idx="1">
                  <c:v>0.21090526545483046</c:v>
                </c:pt>
                <c:pt idx="2">
                  <c:v>0.2165164875328302</c:v>
                </c:pt>
                <c:pt idx="3">
                  <c:v>0.21247815505916881</c:v>
                </c:pt>
                <c:pt idx="4">
                  <c:v>0.2163639555998316</c:v>
                </c:pt>
                <c:pt idx="5">
                  <c:v>0.21807374524261378</c:v>
                </c:pt>
                <c:pt idx="6">
                  <c:v>0.21862893337853731</c:v>
                </c:pt>
                <c:pt idx="7">
                  <c:v>0.22502632693316904</c:v>
                </c:pt>
                <c:pt idx="8">
                  <c:v>0.22348680824459968</c:v>
                </c:pt>
                <c:pt idx="9">
                  <c:v>0.22400565842881601</c:v>
                </c:pt>
                <c:pt idx="10">
                  <c:v>0.22918096127328869</c:v>
                </c:pt>
                <c:pt idx="11">
                  <c:v>0.22495417480677687</c:v>
                </c:pt>
              </c:numCache>
            </c:numRef>
          </c:val>
          <c:smooth val="0"/>
          <c:extLst>
            <c:ext xmlns:c16="http://schemas.microsoft.com/office/drawing/2014/chart" uri="{C3380CC4-5D6E-409C-BE32-E72D297353CC}">
              <c16:uniqueId val="{00000002-C40A-45F7-A92E-957E979FE20C}"/>
            </c:ext>
          </c:extLst>
        </c:ser>
        <c:ser>
          <c:idx val="3"/>
          <c:order val="3"/>
          <c:tx>
            <c:strRef>
              <c:f>Deficit!$T$174</c:f>
              <c:strCache>
                <c:ptCount val="1"/>
                <c:pt idx="0">
                  <c:v>2025</c:v>
                </c:pt>
              </c:strCache>
            </c:strRef>
          </c:tx>
          <c:spPr>
            <a:ln w="28575" cap="rnd">
              <a:solidFill>
                <a:srgbClr val="579AB5"/>
              </a:solidFill>
              <a:round/>
            </a:ln>
            <a:effectLst/>
          </c:spPr>
          <c:marker>
            <c:symbol val="none"/>
          </c:marker>
          <c:cat>
            <c:numRef>
              <c:f>Deficit!$P$175:$P$186</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Deficit!$T$175:$T$186</c:f>
              <c:numCache>
                <c:formatCode>0.00%</c:formatCode>
                <c:ptCount val="12"/>
                <c:pt idx="0">
                  <c:v>0.1986805138339921</c:v>
                </c:pt>
                <c:pt idx="1">
                  <c:v>0.21544037549407116</c:v>
                </c:pt>
                <c:pt idx="2">
                  <c:v>0.20404641633728593</c:v>
                </c:pt>
                <c:pt idx="3">
                  <c:v>0.20845069169960476</c:v>
                </c:pt>
                <c:pt idx="4">
                  <c:v>0.20849326482213437</c:v>
                </c:pt>
                <c:pt idx="5">
                  <c:v>0.20228693017127797</c:v>
                </c:pt>
                <c:pt idx="6">
                  <c:v>0.20168369847543757</c:v>
                </c:pt>
                <c:pt idx="7">
                  <c:v>0.20615159090909091</c:v>
                </c:pt>
                <c:pt idx="8">
                  <c:v>0.20143541941150636</c:v>
                </c:pt>
                <c:pt idx="9">
                  <c:v>0.20272973913043479</c:v>
                </c:pt>
                <c:pt idx="10">
                  <c:v>0.20563616960114986</c:v>
                </c:pt>
                <c:pt idx="11">
                  <c:v>0.19703250988142296</c:v>
                </c:pt>
              </c:numCache>
            </c:numRef>
          </c:val>
          <c:smooth val="0"/>
          <c:extLst>
            <c:ext xmlns:c16="http://schemas.microsoft.com/office/drawing/2014/chart" uri="{C3380CC4-5D6E-409C-BE32-E72D297353CC}">
              <c16:uniqueId val="{00000003-C40A-45F7-A92E-957E979FE20C}"/>
            </c:ext>
          </c:extLst>
        </c:ser>
        <c:ser>
          <c:idx val="4"/>
          <c:order val="4"/>
          <c:tx>
            <c:strRef>
              <c:f>Deficit!$U$174</c:f>
              <c:strCache>
                <c:ptCount val="1"/>
                <c:pt idx="0">
                  <c:v>2026</c:v>
                </c:pt>
              </c:strCache>
            </c:strRef>
          </c:tx>
          <c:spPr>
            <a:ln w="28575" cap="rnd">
              <a:solidFill>
                <a:srgbClr val="96000D"/>
              </a:solidFill>
              <a:round/>
            </a:ln>
            <a:effectLst/>
          </c:spPr>
          <c:marker>
            <c:symbol val="none"/>
          </c:marker>
          <c:cat>
            <c:numRef>
              <c:f>Deficit!$P$175:$P$186</c:f>
              <c:numCache>
                <c:formatCode>General</c:formatCode>
                <c:ptCount val="12"/>
                <c:pt idx="0">
                  <c:v>10</c:v>
                </c:pt>
                <c:pt idx="1">
                  <c:v>11</c:v>
                </c:pt>
                <c:pt idx="2">
                  <c:v>12</c:v>
                </c:pt>
                <c:pt idx="3">
                  <c:v>1</c:v>
                </c:pt>
                <c:pt idx="4">
                  <c:v>2</c:v>
                </c:pt>
                <c:pt idx="5">
                  <c:v>3</c:v>
                </c:pt>
                <c:pt idx="6">
                  <c:v>4</c:v>
                </c:pt>
                <c:pt idx="7">
                  <c:v>5</c:v>
                </c:pt>
                <c:pt idx="8">
                  <c:v>6</c:v>
                </c:pt>
                <c:pt idx="9">
                  <c:v>7</c:v>
                </c:pt>
                <c:pt idx="10">
                  <c:v>8</c:v>
                </c:pt>
                <c:pt idx="11">
                  <c:v>9</c:v>
                </c:pt>
              </c:numCache>
            </c:numRef>
          </c:cat>
          <c:val>
            <c:numRef>
              <c:f>Deficit!$U$175:$U$186</c:f>
              <c:numCache>
                <c:formatCode>0.00%</c:formatCode>
                <c:ptCount val="12"/>
                <c:pt idx="0">
                  <c:v>0.23487110671936762</c:v>
                </c:pt>
                <c:pt idx="1">
                  <c:v>0.20034069169960475</c:v>
                </c:pt>
                <c:pt idx="2">
                  <c:v>0.20435940711462447</c:v>
                </c:pt>
                <c:pt idx="3">
                  <c:v>0.21051660079051385</c:v>
                </c:pt>
                <c:pt idx="4">
                  <c:v>0.21105245849802373</c:v>
                </c:pt>
                <c:pt idx="5">
                  <c:v>0.20570452569169964</c:v>
                </c:pt>
                <c:pt idx="6">
                  <c:v>0.20588605307735741</c:v>
                </c:pt>
                <c:pt idx="7">
                  <c:v>0.20556827569169958</c:v>
                </c:pt>
                <c:pt idx="8">
                  <c:v>0.2047098858146684</c:v>
                </c:pt>
                <c:pt idx="9">
                  <c:v>0.21032930830039526</c:v>
                </c:pt>
              </c:numCache>
            </c:numRef>
          </c:val>
          <c:smooth val="0"/>
          <c:extLst>
            <c:ext xmlns:c16="http://schemas.microsoft.com/office/drawing/2014/chart" uri="{C3380CC4-5D6E-409C-BE32-E72D297353CC}">
              <c16:uniqueId val="{00000004-C40A-45F7-A92E-957E979FE20C}"/>
            </c:ext>
          </c:extLst>
        </c:ser>
        <c:dLbls>
          <c:showLegendKey val="0"/>
          <c:showVal val="0"/>
          <c:showCatName val="0"/>
          <c:showSerName val="0"/>
          <c:showPercent val="0"/>
          <c:showBubbleSize val="0"/>
        </c:dLbls>
        <c:smooth val="0"/>
        <c:axId val="338927680"/>
        <c:axId val="338917120"/>
      </c:lineChart>
      <c:catAx>
        <c:axId val="338927680"/>
        <c:scaling>
          <c:orientation val="minMax"/>
        </c:scaling>
        <c:delete val="0"/>
        <c:axPos val="b"/>
        <c:title>
          <c:tx>
            <c:rich>
              <a:bodyPr rot="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r>
                  <a:rPr lang="es-PE" sz="900"/>
                  <a:t>Months</a:t>
                </a:r>
              </a:p>
            </c:rich>
          </c:tx>
          <c:overlay val="0"/>
          <c:spPr>
            <a:noFill/>
            <a:ln>
              <a:noFill/>
            </a:ln>
            <a:effectLst/>
          </c:spPr>
          <c:txPr>
            <a:bodyPr rot="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title>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crossAx val="338917120"/>
        <c:crosses val="autoZero"/>
        <c:auto val="1"/>
        <c:lblAlgn val="ctr"/>
        <c:lblOffset val="100"/>
        <c:noMultiLvlLbl val="0"/>
      </c:catAx>
      <c:valAx>
        <c:axId val="338917120"/>
        <c:scaling>
          <c:orientation val="minMax"/>
          <c:max val="0.26"/>
          <c:min val="0.15000000000000002"/>
        </c:scaling>
        <c:delete val="0"/>
        <c:axPos val="l"/>
        <c:majorGridlines>
          <c:spPr>
            <a:ln w="12700" cap="flat" cmpd="sng" algn="ctr">
              <a:solidFill>
                <a:schemeClr val="bg1">
                  <a:lumMod val="50000"/>
                </a:schemeClr>
              </a:solidFill>
              <a:prstDash val="dash"/>
              <a:round/>
            </a:ln>
            <a:effectLst/>
          </c:spPr>
        </c:majorGridlines>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crossAx val="338927680"/>
        <c:crosses val="autoZero"/>
        <c:crossBetween val="between"/>
        <c:majorUnit val="2.0000000000000004E-2"/>
      </c:valAx>
      <c:spPr>
        <a:noFill/>
        <a:ln>
          <a:noFill/>
        </a:ln>
        <a:effectLst/>
      </c:spPr>
    </c:plotArea>
    <c:legend>
      <c:legendPos val="b"/>
      <c:layout>
        <c:manualLayout>
          <c:xMode val="edge"/>
          <c:yMode val="edge"/>
          <c:x val="0.27791502155655112"/>
          <c:y val="0.18055723959151559"/>
          <c:w val="0.6336698862325717"/>
          <c:h val="8.0502660952390295E-2"/>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rgbClr val="000000"/>
              </a:solidFill>
              <a:latin typeface="Trebuchet MS" panose="020B060302020202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rgbClr val="000000"/>
          </a:solidFill>
          <a:latin typeface="Trebuchet MS" panose="020B0603020202020204" pitchFamily="34" charset="0"/>
          <a:ea typeface="+mn-ea"/>
          <a:cs typeface="+mn-cs"/>
        </a:defRPr>
      </a:pPr>
      <a:endParaRPr lang="es-PE"/>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s-PE" sz="1100" dirty="0" err="1"/>
              <a:t>Asset</a:t>
            </a:r>
            <a:r>
              <a:rPr lang="es-PE" sz="1100" dirty="0"/>
              <a:t> manager and </a:t>
            </a:r>
            <a:r>
              <a:rPr lang="es-PE" sz="1100" dirty="0" err="1"/>
              <a:t>leveraged</a:t>
            </a:r>
            <a:r>
              <a:rPr lang="es-PE" sz="1100" dirty="0"/>
              <a:t> </a:t>
            </a:r>
            <a:r>
              <a:rPr lang="es-PE" sz="1100" dirty="0" err="1"/>
              <a:t>fund</a:t>
            </a:r>
            <a:r>
              <a:rPr lang="es-PE" sz="1100" dirty="0"/>
              <a:t> </a:t>
            </a:r>
            <a:r>
              <a:rPr lang="es-PE" sz="1100" dirty="0" err="1"/>
              <a:t>positioning</a:t>
            </a:r>
            <a:r>
              <a:rPr lang="es-PE" sz="1100" dirty="0"/>
              <a:t> </a:t>
            </a:r>
          </a:p>
          <a:p>
            <a:pPr>
              <a:defRPr/>
            </a:pPr>
            <a:r>
              <a:rPr lang="es-PE" sz="1100" dirty="0"/>
              <a:t>(10y </a:t>
            </a:r>
            <a:r>
              <a:rPr lang="es-PE" sz="1100" dirty="0" err="1"/>
              <a:t>equivalent</a:t>
            </a:r>
            <a:r>
              <a:rPr lang="es-PE" sz="1100" dirty="0"/>
              <a:t>, $</a:t>
            </a:r>
            <a:r>
              <a:rPr lang="es-PE" sz="1100" dirty="0" err="1"/>
              <a:t>bn</a:t>
            </a:r>
            <a:r>
              <a:rPr lang="es-PE" sz="1100" dirty="0"/>
              <a:t>)</a:t>
            </a:r>
            <a:endParaRPr lang="es-PE" dirty="0"/>
          </a:p>
        </c:rich>
      </c:tx>
      <c:overlay val="0"/>
      <c:spPr>
        <a:noFill/>
        <a:ln w="0">
          <a:noFill/>
        </a:ln>
      </c:spPr>
    </c:title>
    <c:autoTitleDeleted val="0"/>
    <c:plotArea>
      <c:layout>
        <c:manualLayout>
          <c:layoutTarget val="inner"/>
          <c:xMode val="edge"/>
          <c:yMode val="edge"/>
          <c:x val="0.13735349595921692"/>
          <c:y val="0.14846749681886123"/>
          <c:w val="0.75301409210016135"/>
          <c:h val="0.75127634510771402"/>
        </c:manualLayout>
      </c:layout>
      <c:lineChart>
        <c:grouping val="standard"/>
        <c:varyColors val="0"/>
        <c:ser>
          <c:idx val="0"/>
          <c:order val="0"/>
          <c:tx>
            <c:strRef>
              <c:f>Datos!$E$4</c:f>
              <c:strCache>
                <c:ptCount val="1"/>
                <c:pt idx="0">
                  <c:v>Asset Manager: Total ($bn)</c:v>
                </c:pt>
              </c:strCache>
            </c:strRef>
          </c:tx>
          <c:spPr>
            <a:ln w="20160">
              <a:solidFill>
                <a:srgbClr val="0033A0"/>
              </a:solidFill>
              <a:round/>
            </a:ln>
          </c:spPr>
          <c:marker>
            <c:symbol val="none"/>
          </c:marker>
          <c:cat>
            <c:numRef>
              <c:f>Datos!$B$5:$B$545</c:f>
              <c:numCache>
                <c:formatCode>yyyy\-mm\-dd</c:formatCode>
                <c:ptCount val="541"/>
                <c:pt idx="0">
                  <c:v>42437</c:v>
                </c:pt>
                <c:pt idx="1">
                  <c:v>42451</c:v>
                </c:pt>
                <c:pt idx="2">
                  <c:v>42465</c:v>
                </c:pt>
                <c:pt idx="3">
                  <c:v>42472</c:v>
                </c:pt>
                <c:pt idx="4">
                  <c:v>42479</c:v>
                </c:pt>
                <c:pt idx="5">
                  <c:v>42486</c:v>
                </c:pt>
                <c:pt idx="6">
                  <c:v>42493</c:v>
                </c:pt>
                <c:pt idx="7">
                  <c:v>42500</c:v>
                </c:pt>
                <c:pt idx="8">
                  <c:v>42507</c:v>
                </c:pt>
                <c:pt idx="9">
                  <c:v>42514</c:v>
                </c:pt>
                <c:pt idx="10">
                  <c:v>42521</c:v>
                </c:pt>
                <c:pt idx="11">
                  <c:v>42528</c:v>
                </c:pt>
                <c:pt idx="12">
                  <c:v>42535</c:v>
                </c:pt>
                <c:pt idx="13">
                  <c:v>42542</c:v>
                </c:pt>
                <c:pt idx="14">
                  <c:v>42549</c:v>
                </c:pt>
                <c:pt idx="15">
                  <c:v>42556</c:v>
                </c:pt>
                <c:pt idx="16">
                  <c:v>42563</c:v>
                </c:pt>
                <c:pt idx="17">
                  <c:v>42570</c:v>
                </c:pt>
                <c:pt idx="18">
                  <c:v>42577</c:v>
                </c:pt>
                <c:pt idx="19">
                  <c:v>42584</c:v>
                </c:pt>
                <c:pt idx="20">
                  <c:v>42591</c:v>
                </c:pt>
                <c:pt idx="21">
                  <c:v>42598</c:v>
                </c:pt>
                <c:pt idx="22">
                  <c:v>42605</c:v>
                </c:pt>
                <c:pt idx="23">
                  <c:v>42612</c:v>
                </c:pt>
                <c:pt idx="24">
                  <c:v>42619</c:v>
                </c:pt>
                <c:pt idx="25">
                  <c:v>42626</c:v>
                </c:pt>
                <c:pt idx="26">
                  <c:v>42633</c:v>
                </c:pt>
                <c:pt idx="27">
                  <c:v>42640</c:v>
                </c:pt>
                <c:pt idx="28">
                  <c:v>42647</c:v>
                </c:pt>
                <c:pt idx="29">
                  <c:v>42654</c:v>
                </c:pt>
                <c:pt idx="30">
                  <c:v>42661</c:v>
                </c:pt>
                <c:pt idx="31">
                  <c:v>42668</c:v>
                </c:pt>
                <c:pt idx="32">
                  <c:v>42675</c:v>
                </c:pt>
                <c:pt idx="33">
                  <c:v>42682</c:v>
                </c:pt>
                <c:pt idx="34">
                  <c:v>42689</c:v>
                </c:pt>
                <c:pt idx="35">
                  <c:v>42696</c:v>
                </c:pt>
                <c:pt idx="36">
                  <c:v>42703</c:v>
                </c:pt>
                <c:pt idx="37">
                  <c:v>42710</c:v>
                </c:pt>
                <c:pt idx="38">
                  <c:v>42717</c:v>
                </c:pt>
                <c:pt idx="39">
                  <c:v>42724</c:v>
                </c:pt>
                <c:pt idx="40">
                  <c:v>42731</c:v>
                </c:pt>
                <c:pt idx="41">
                  <c:v>42738</c:v>
                </c:pt>
                <c:pt idx="42">
                  <c:v>42745</c:v>
                </c:pt>
                <c:pt idx="43">
                  <c:v>42752</c:v>
                </c:pt>
                <c:pt idx="44">
                  <c:v>42759</c:v>
                </c:pt>
                <c:pt idx="45">
                  <c:v>42766</c:v>
                </c:pt>
                <c:pt idx="46">
                  <c:v>42773</c:v>
                </c:pt>
                <c:pt idx="47">
                  <c:v>42780</c:v>
                </c:pt>
                <c:pt idx="48">
                  <c:v>42787</c:v>
                </c:pt>
                <c:pt idx="49">
                  <c:v>42794</c:v>
                </c:pt>
                <c:pt idx="50">
                  <c:v>42801</c:v>
                </c:pt>
                <c:pt idx="51">
                  <c:v>42808</c:v>
                </c:pt>
                <c:pt idx="52">
                  <c:v>42815</c:v>
                </c:pt>
                <c:pt idx="53">
                  <c:v>42822</c:v>
                </c:pt>
                <c:pt idx="54">
                  <c:v>42829</c:v>
                </c:pt>
                <c:pt idx="55">
                  <c:v>42836</c:v>
                </c:pt>
                <c:pt idx="56">
                  <c:v>42843</c:v>
                </c:pt>
                <c:pt idx="57">
                  <c:v>42850</c:v>
                </c:pt>
                <c:pt idx="58">
                  <c:v>42857</c:v>
                </c:pt>
                <c:pt idx="59">
                  <c:v>42864</c:v>
                </c:pt>
                <c:pt idx="60">
                  <c:v>42871</c:v>
                </c:pt>
                <c:pt idx="61">
                  <c:v>42878</c:v>
                </c:pt>
                <c:pt idx="62">
                  <c:v>42885</c:v>
                </c:pt>
                <c:pt idx="63">
                  <c:v>42892</c:v>
                </c:pt>
                <c:pt idx="64">
                  <c:v>42899</c:v>
                </c:pt>
                <c:pt idx="65">
                  <c:v>42906</c:v>
                </c:pt>
                <c:pt idx="66">
                  <c:v>42913</c:v>
                </c:pt>
                <c:pt idx="67">
                  <c:v>42919</c:v>
                </c:pt>
                <c:pt idx="68">
                  <c:v>42927</c:v>
                </c:pt>
                <c:pt idx="69">
                  <c:v>42934</c:v>
                </c:pt>
                <c:pt idx="70">
                  <c:v>42941</c:v>
                </c:pt>
                <c:pt idx="71">
                  <c:v>42948</c:v>
                </c:pt>
                <c:pt idx="72">
                  <c:v>42955</c:v>
                </c:pt>
                <c:pt idx="73">
                  <c:v>42962</c:v>
                </c:pt>
                <c:pt idx="74">
                  <c:v>42969</c:v>
                </c:pt>
                <c:pt idx="75">
                  <c:v>42976</c:v>
                </c:pt>
                <c:pt idx="76">
                  <c:v>42983</c:v>
                </c:pt>
                <c:pt idx="77">
                  <c:v>42990</c:v>
                </c:pt>
                <c:pt idx="78">
                  <c:v>42997</c:v>
                </c:pt>
                <c:pt idx="79">
                  <c:v>43004</c:v>
                </c:pt>
                <c:pt idx="80">
                  <c:v>43011</c:v>
                </c:pt>
                <c:pt idx="81">
                  <c:v>43018</c:v>
                </c:pt>
                <c:pt idx="82">
                  <c:v>43025</c:v>
                </c:pt>
                <c:pt idx="83">
                  <c:v>43032</c:v>
                </c:pt>
                <c:pt idx="84">
                  <c:v>43039</c:v>
                </c:pt>
                <c:pt idx="85">
                  <c:v>43046</c:v>
                </c:pt>
                <c:pt idx="86">
                  <c:v>43053</c:v>
                </c:pt>
                <c:pt idx="87">
                  <c:v>43060</c:v>
                </c:pt>
                <c:pt idx="88">
                  <c:v>43067</c:v>
                </c:pt>
                <c:pt idx="89">
                  <c:v>43074</c:v>
                </c:pt>
                <c:pt idx="90">
                  <c:v>43081</c:v>
                </c:pt>
                <c:pt idx="91">
                  <c:v>43088</c:v>
                </c:pt>
                <c:pt idx="92">
                  <c:v>43095</c:v>
                </c:pt>
                <c:pt idx="93">
                  <c:v>43102</c:v>
                </c:pt>
                <c:pt idx="94">
                  <c:v>43109</c:v>
                </c:pt>
                <c:pt idx="95">
                  <c:v>43116</c:v>
                </c:pt>
                <c:pt idx="96">
                  <c:v>43123</c:v>
                </c:pt>
                <c:pt idx="97">
                  <c:v>43130</c:v>
                </c:pt>
                <c:pt idx="98">
                  <c:v>43137</c:v>
                </c:pt>
                <c:pt idx="99">
                  <c:v>43144</c:v>
                </c:pt>
                <c:pt idx="100">
                  <c:v>43151</c:v>
                </c:pt>
                <c:pt idx="101">
                  <c:v>43158</c:v>
                </c:pt>
                <c:pt idx="102">
                  <c:v>43165</c:v>
                </c:pt>
                <c:pt idx="103">
                  <c:v>43172</c:v>
                </c:pt>
                <c:pt idx="104">
                  <c:v>43179</c:v>
                </c:pt>
                <c:pt idx="105">
                  <c:v>43186</c:v>
                </c:pt>
                <c:pt idx="106">
                  <c:v>43193</c:v>
                </c:pt>
                <c:pt idx="107">
                  <c:v>43200</c:v>
                </c:pt>
                <c:pt idx="108">
                  <c:v>43207</c:v>
                </c:pt>
                <c:pt idx="109">
                  <c:v>43214</c:v>
                </c:pt>
                <c:pt idx="110">
                  <c:v>43221</c:v>
                </c:pt>
                <c:pt idx="111">
                  <c:v>43228</c:v>
                </c:pt>
                <c:pt idx="112">
                  <c:v>43235</c:v>
                </c:pt>
                <c:pt idx="113">
                  <c:v>43242</c:v>
                </c:pt>
                <c:pt idx="114">
                  <c:v>43249</c:v>
                </c:pt>
                <c:pt idx="115">
                  <c:v>43256</c:v>
                </c:pt>
                <c:pt idx="116">
                  <c:v>43263</c:v>
                </c:pt>
                <c:pt idx="117">
                  <c:v>43270</c:v>
                </c:pt>
                <c:pt idx="118">
                  <c:v>43277</c:v>
                </c:pt>
                <c:pt idx="119">
                  <c:v>43284</c:v>
                </c:pt>
                <c:pt idx="120">
                  <c:v>43291</c:v>
                </c:pt>
                <c:pt idx="121">
                  <c:v>43298</c:v>
                </c:pt>
                <c:pt idx="122">
                  <c:v>43305</c:v>
                </c:pt>
                <c:pt idx="123">
                  <c:v>43312</c:v>
                </c:pt>
                <c:pt idx="124">
                  <c:v>43319</c:v>
                </c:pt>
                <c:pt idx="125">
                  <c:v>43326</c:v>
                </c:pt>
                <c:pt idx="126">
                  <c:v>43333</c:v>
                </c:pt>
                <c:pt idx="127">
                  <c:v>43340</c:v>
                </c:pt>
                <c:pt idx="128">
                  <c:v>43347</c:v>
                </c:pt>
                <c:pt idx="129">
                  <c:v>43354</c:v>
                </c:pt>
                <c:pt idx="130">
                  <c:v>43361</c:v>
                </c:pt>
                <c:pt idx="131">
                  <c:v>43368</c:v>
                </c:pt>
                <c:pt idx="132">
                  <c:v>43375</c:v>
                </c:pt>
                <c:pt idx="133">
                  <c:v>43382</c:v>
                </c:pt>
                <c:pt idx="134">
                  <c:v>43389</c:v>
                </c:pt>
                <c:pt idx="135">
                  <c:v>43396</c:v>
                </c:pt>
                <c:pt idx="136">
                  <c:v>43403</c:v>
                </c:pt>
                <c:pt idx="137">
                  <c:v>43410</c:v>
                </c:pt>
                <c:pt idx="138">
                  <c:v>43417</c:v>
                </c:pt>
                <c:pt idx="139">
                  <c:v>43424</c:v>
                </c:pt>
                <c:pt idx="140">
                  <c:v>43431</c:v>
                </c:pt>
                <c:pt idx="141">
                  <c:v>43438</c:v>
                </c:pt>
                <c:pt idx="142">
                  <c:v>43445</c:v>
                </c:pt>
                <c:pt idx="143">
                  <c:v>43452</c:v>
                </c:pt>
                <c:pt idx="144">
                  <c:v>43458</c:v>
                </c:pt>
                <c:pt idx="145">
                  <c:v>43465</c:v>
                </c:pt>
                <c:pt idx="146">
                  <c:v>43473</c:v>
                </c:pt>
                <c:pt idx="147">
                  <c:v>43480</c:v>
                </c:pt>
                <c:pt idx="148">
                  <c:v>43487</c:v>
                </c:pt>
                <c:pt idx="149">
                  <c:v>43494</c:v>
                </c:pt>
                <c:pt idx="150">
                  <c:v>43501</c:v>
                </c:pt>
                <c:pt idx="151">
                  <c:v>43508</c:v>
                </c:pt>
                <c:pt idx="152">
                  <c:v>43515</c:v>
                </c:pt>
                <c:pt idx="153">
                  <c:v>43522</c:v>
                </c:pt>
                <c:pt idx="154">
                  <c:v>43529</c:v>
                </c:pt>
                <c:pt idx="155">
                  <c:v>43536</c:v>
                </c:pt>
                <c:pt idx="156">
                  <c:v>43543</c:v>
                </c:pt>
                <c:pt idx="157">
                  <c:v>43550</c:v>
                </c:pt>
                <c:pt idx="158">
                  <c:v>43557</c:v>
                </c:pt>
                <c:pt idx="159">
                  <c:v>43564</c:v>
                </c:pt>
                <c:pt idx="160">
                  <c:v>43571</c:v>
                </c:pt>
                <c:pt idx="161">
                  <c:v>43578</c:v>
                </c:pt>
                <c:pt idx="162">
                  <c:v>43585</c:v>
                </c:pt>
                <c:pt idx="163">
                  <c:v>43592</c:v>
                </c:pt>
                <c:pt idx="164">
                  <c:v>43599</c:v>
                </c:pt>
                <c:pt idx="165">
                  <c:v>43606</c:v>
                </c:pt>
                <c:pt idx="166">
                  <c:v>43613</c:v>
                </c:pt>
                <c:pt idx="167">
                  <c:v>43620</c:v>
                </c:pt>
                <c:pt idx="168">
                  <c:v>43627</c:v>
                </c:pt>
                <c:pt idx="169">
                  <c:v>43634</c:v>
                </c:pt>
                <c:pt idx="170">
                  <c:v>43641</c:v>
                </c:pt>
                <c:pt idx="171">
                  <c:v>43648</c:v>
                </c:pt>
                <c:pt idx="172">
                  <c:v>43655</c:v>
                </c:pt>
                <c:pt idx="173">
                  <c:v>43662</c:v>
                </c:pt>
                <c:pt idx="174">
                  <c:v>43669</c:v>
                </c:pt>
                <c:pt idx="175">
                  <c:v>43676</c:v>
                </c:pt>
                <c:pt idx="176">
                  <c:v>43683</c:v>
                </c:pt>
                <c:pt idx="177">
                  <c:v>43690</c:v>
                </c:pt>
                <c:pt idx="178">
                  <c:v>43697</c:v>
                </c:pt>
                <c:pt idx="179">
                  <c:v>43704</c:v>
                </c:pt>
                <c:pt idx="180">
                  <c:v>43711</c:v>
                </c:pt>
                <c:pt idx="181">
                  <c:v>43718</c:v>
                </c:pt>
                <c:pt idx="182">
                  <c:v>43725</c:v>
                </c:pt>
                <c:pt idx="183">
                  <c:v>43732</c:v>
                </c:pt>
                <c:pt idx="184">
                  <c:v>43739</c:v>
                </c:pt>
                <c:pt idx="185">
                  <c:v>43746</c:v>
                </c:pt>
                <c:pt idx="186">
                  <c:v>43753</c:v>
                </c:pt>
                <c:pt idx="187">
                  <c:v>43760</c:v>
                </c:pt>
                <c:pt idx="188">
                  <c:v>43767</c:v>
                </c:pt>
                <c:pt idx="189">
                  <c:v>43774</c:v>
                </c:pt>
                <c:pt idx="190">
                  <c:v>43781</c:v>
                </c:pt>
                <c:pt idx="191">
                  <c:v>43788</c:v>
                </c:pt>
                <c:pt idx="192">
                  <c:v>43795</c:v>
                </c:pt>
                <c:pt idx="193">
                  <c:v>43802</c:v>
                </c:pt>
                <c:pt idx="194">
                  <c:v>43809</c:v>
                </c:pt>
                <c:pt idx="195">
                  <c:v>43816</c:v>
                </c:pt>
                <c:pt idx="196">
                  <c:v>43823</c:v>
                </c:pt>
                <c:pt idx="197">
                  <c:v>43830</c:v>
                </c:pt>
                <c:pt idx="198">
                  <c:v>43837</c:v>
                </c:pt>
                <c:pt idx="199">
                  <c:v>43844</c:v>
                </c:pt>
                <c:pt idx="200">
                  <c:v>43851</c:v>
                </c:pt>
                <c:pt idx="201">
                  <c:v>43858</c:v>
                </c:pt>
                <c:pt idx="202">
                  <c:v>43865</c:v>
                </c:pt>
                <c:pt idx="203">
                  <c:v>43872</c:v>
                </c:pt>
                <c:pt idx="204">
                  <c:v>43879</c:v>
                </c:pt>
                <c:pt idx="205">
                  <c:v>43886</c:v>
                </c:pt>
                <c:pt idx="206">
                  <c:v>43893</c:v>
                </c:pt>
                <c:pt idx="207">
                  <c:v>43900</c:v>
                </c:pt>
                <c:pt idx="208">
                  <c:v>43907</c:v>
                </c:pt>
                <c:pt idx="209">
                  <c:v>43914</c:v>
                </c:pt>
                <c:pt idx="210">
                  <c:v>43921</c:v>
                </c:pt>
                <c:pt idx="211">
                  <c:v>43928</c:v>
                </c:pt>
                <c:pt idx="212">
                  <c:v>43935</c:v>
                </c:pt>
                <c:pt idx="213">
                  <c:v>43942</c:v>
                </c:pt>
                <c:pt idx="214">
                  <c:v>43949</c:v>
                </c:pt>
                <c:pt idx="215">
                  <c:v>43956</c:v>
                </c:pt>
                <c:pt idx="216">
                  <c:v>43963</c:v>
                </c:pt>
                <c:pt idx="217">
                  <c:v>43970</c:v>
                </c:pt>
                <c:pt idx="218">
                  <c:v>43977</c:v>
                </c:pt>
                <c:pt idx="219">
                  <c:v>43984</c:v>
                </c:pt>
                <c:pt idx="220">
                  <c:v>43991</c:v>
                </c:pt>
                <c:pt idx="221">
                  <c:v>43998</c:v>
                </c:pt>
                <c:pt idx="222">
                  <c:v>44005</c:v>
                </c:pt>
                <c:pt idx="223">
                  <c:v>44012</c:v>
                </c:pt>
                <c:pt idx="224">
                  <c:v>44019</c:v>
                </c:pt>
                <c:pt idx="225">
                  <c:v>44026</c:v>
                </c:pt>
                <c:pt idx="226">
                  <c:v>44033</c:v>
                </c:pt>
                <c:pt idx="227">
                  <c:v>44040</c:v>
                </c:pt>
                <c:pt idx="228">
                  <c:v>44047</c:v>
                </c:pt>
                <c:pt idx="229">
                  <c:v>44054</c:v>
                </c:pt>
                <c:pt idx="230">
                  <c:v>44061</c:v>
                </c:pt>
                <c:pt idx="231">
                  <c:v>44068</c:v>
                </c:pt>
                <c:pt idx="232">
                  <c:v>44075</c:v>
                </c:pt>
                <c:pt idx="233">
                  <c:v>44082</c:v>
                </c:pt>
                <c:pt idx="234">
                  <c:v>44089</c:v>
                </c:pt>
                <c:pt idx="235">
                  <c:v>44096</c:v>
                </c:pt>
                <c:pt idx="236">
                  <c:v>44103</c:v>
                </c:pt>
                <c:pt idx="237">
                  <c:v>44110</c:v>
                </c:pt>
                <c:pt idx="238">
                  <c:v>44117</c:v>
                </c:pt>
                <c:pt idx="239">
                  <c:v>44124</c:v>
                </c:pt>
                <c:pt idx="240">
                  <c:v>44131</c:v>
                </c:pt>
                <c:pt idx="241">
                  <c:v>44138</c:v>
                </c:pt>
                <c:pt idx="242">
                  <c:v>44145</c:v>
                </c:pt>
                <c:pt idx="243">
                  <c:v>44152</c:v>
                </c:pt>
                <c:pt idx="244">
                  <c:v>44159</c:v>
                </c:pt>
                <c:pt idx="245">
                  <c:v>44166</c:v>
                </c:pt>
                <c:pt idx="246">
                  <c:v>44173</c:v>
                </c:pt>
                <c:pt idx="247">
                  <c:v>44180</c:v>
                </c:pt>
                <c:pt idx="248">
                  <c:v>44186</c:v>
                </c:pt>
                <c:pt idx="249">
                  <c:v>44194</c:v>
                </c:pt>
                <c:pt idx="250">
                  <c:v>44201</c:v>
                </c:pt>
                <c:pt idx="251">
                  <c:v>44208</c:v>
                </c:pt>
                <c:pt idx="252">
                  <c:v>44215</c:v>
                </c:pt>
                <c:pt idx="253">
                  <c:v>44222</c:v>
                </c:pt>
                <c:pt idx="254">
                  <c:v>44229</c:v>
                </c:pt>
                <c:pt idx="255">
                  <c:v>44236</c:v>
                </c:pt>
                <c:pt idx="256">
                  <c:v>44243</c:v>
                </c:pt>
                <c:pt idx="257">
                  <c:v>44250</c:v>
                </c:pt>
                <c:pt idx="258">
                  <c:v>44257</c:v>
                </c:pt>
                <c:pt idx="259">
                  <c:v>44264</c:v>
                </c:pt>
                <c:pt idx="260">
                  <c:v>44271</c:v>
                </c:pt>
                <c:pt idx="261">
                  <c:v>44278</c:v>
                </c:pt>
                <c:pt idx="262">
                  <c:v>44285</c:v>
                </c:pt>
                <c:pt idx="263">
                  <c:v>44292</c:v>
                </c:pt>
                <c:pt idx="264">
                  <c:v>44299</c:v>
                </c:pt>
                <c:pt idx="265">
                  <c:v>44306</c:v>
                </c:pt>
                <c:pt idx="266">
                  <c:v>44313</c:v>
                </c:pt>
                <c:pt idx="267">
                  <c:v>44320</c:v>
                </c:pt>
                <c:pt idx="268">
                  <c:v>44327</c:v>
                </c:pt>
                <c:pt idx="269">
                  <c:v>44334</c:v>
                </c:pt>
                <c:pt idx="270">
                  <c:v>44341</c:v>
                </c:pt>
                <c:pt idx="271">
                  <c:v>44348</c:v>
                </c:pt>
                <c:pt idx="272">
                  <c:v>44355</c:v>
                </c:pt>
                <c:pt idx="273">
                  <c:v>44362</c:v>
                </c:pt>
                <c:pt idx="274">
                  <c:v>44369</c:v>
                </c:pt>
                <c:pt idx="275">
                  <c:v>44376</c:v>
                </c:pt>
                <c:pt idx="276">
                  <c:v>44383</c:v>
                </c:pt>
                <c:pt idx="277">
                  <c:v>44390</c:v>
                </c:pt>
                <c:pt idx="278">
                  <c:v>44397</c:v>
                </c:pt>
                <c:pt idx="279">
                  <c:v>44404</c:v>
                </c:pt>
                <c:pt idx="280">
                  <c:v>44411</c:v>
                </c:pt>
                <c:pt idx="281">
                  <c:v>44418</c:v>
                </c:pt>
                <c:pt idx="282">
                  <c:v>44425</c:v>
                </c:pt>
                <c:pt idx="283">
                  <c:v>44432</c:v>
                </c:pt>
                <c:pt idx="284">
                  <c:v>44439</c:v>
                </c:pt>
                <c:pt idx="285">
                  <c:v>44446</c:v>
                </c:pt>
                <c:pt idx="286">
                  <c:v>44453</c:v>
                </c:pt>
                <c:pt idx="287">
                  <c:v>44460</c:v>
                </c:pt>
                <c:pt idx="288">
                  <c:v>44467</c:v>
                </c:pt>
                <c:pt idx="289">
                  <c:v>44474</c:v>
                </c:pt>
                <c:pt idx="290">
                  <c:v>44481</c:v>
                </c:pt>
                <c:pt idx="291">
                  <c:v>44488</c:v>
                </c:pt>
                <c:pt idx="292">
                  <c:v>44495</c:v>
                </c:pt>
                <c:pt idx="293">
                  <c:v>44502</c:v>
                </c:pt>
                <c:pt idx="294">
                  <c:v>44509</c:v>
                </c:pt>
                <c:pt idx="295">
                  <c:v>44516</c:v>
                </c:pt>
                <c:pt idx="296">
                  <c:v>44523</c:v>
                </c:pt>
                <c:pt idx="297">
                  <c:v>44530</c:v>
                </c:pt>
                <c:pt idx="298">
                  <c:v>44537</c:v>
                </c:pt>
                <c:pt idx="299">
                  <c:v>44544</c:v>
                </c:pt>
                <c:pt idx="300">
                  <c:v>44551</c:v>
                </c:pt>
                <c:pt idx="301">
                  <c:v>44558</c:v>
                </c:pt>
                <c:pt idx="302">
                  <c:v>44565</c:v>
                </c:pt>
                <c:pt idx="303">
                  <c:v>44572</c:v>
                </c:pt>
                <c:pt idx="304">
                  <c:v>44579</c:v>
                </c:pt>
                <c:pt idx="305">
                  <c:v>44586</c:v>
                </c:pt>
                <c:pt idx="306">
                  <c:v>44593</c:v>
                </c:pt>
                <c:pt idx="307">
                  <c:v>44600</c:v>
                </c:pt>
                <c:pt idx="308">
                  <c:v>44607</c:v>
                </c:pt>
                <c:pt idx="309">
                  <c:v>44614</c:v>
                </c:pt>
                <c:pt idx="310">
                  <c:v>44621</c:v>
                </c:pt>
                <c:pt idx="311">
                  <c:v>44628</c:v>
                </c:pt>
                <c:pt idx="312">
                  <c:v>44635</c:v>
                </c:pt>
                <c:pt idx="313">
                  <c:v>44642</c:v>
                </c:pt>
                <c:pt idx="314">
                  <c:v>44649</c:v>
                </c:pt>
                <c:pt idx="315">
                  <c:v>44656</c:v>
                </c:pt>
                <c:pt idx="316">
                  <c:v>44663</c:v>
                </c:pt>
                <c:pt idx="317">
                  <c:v>44670</c:v>
                </c:pt>
                <c:pt idx="318">
                  <c:v>44677</c:v>
                </c:pt>
                <c:pt idx="319">
                  <c:v>44684</c:v>
                </c:pt>
                <c:pt idx="320">
                  <c:v>44691</c:v>
                </c:pt>
                <c:pt idx="321">
                  <c:v>44698</c:v>
                </c:pt>
                <c:pt idx="322">
                  <c:v>44705</c:v>
                </c:pt>
                <c:pt idx="323">
                  <c:v>44712</c:v>
                </c:pt>
                <c:pt idx="324">
                  <c:v>44719</c:v>
                </c:pt>
                <c:pt idx="325">
                  <c:v>44726</c:v>
                </c:pt>
                <c:pt idx="326">
                  <c:v>44733</c:v>
                </c:pt>
                <c:pt idx="327">
                  <c:v>44740</c:v>
                </c:pt>
                <c:pt idx="328">
                  <c:v>44747</c:v>
                </c:pt>
                <c:pt idx="329">
                  <c:v>44754</c:v>
                </c:pt>
                <c:pt idx="330">
                  <c:v>44761</c:v>
                </c:pt>
                <c:pt idx="331">
                  <c:v>44768</c:v>
                </c:pt>
                <c:pt idx="332">
                  <c:v>44775</c:v>
                </c:pt>
                <c:pt idx="333">
                  <c:v>44782</c:v>
                </c:pt>
                <c:pt idx="334">
                  <c:v>44789</c:v>
                </c:pt>
                <c:pt idx="335">
                  <c:v>44796</c:v>
                </c:pt>
                <c:pt idx="336">
                  <c:v>44803</c:v>
                </c:pt>
                <c:pt idx="337">
                  <c:v>44810</c:v>
                </c:pt>
                <c:pt idx="338">
                  <c:v>44817</c:v>
                </c:pt>
                <c:pt idx="339">
                  <c:v>44824</c:v>
                </c:pt>
                <c:pt idx="340">
                  <c:v>44831</c:v>
                </c:pt>
                <c:pt idx="341">
                  <c:v>44838</c:v>
                </c:pt>
                <c:pt idx="342">
                  <c:v>44845</c:v>
                </c:pt>
                <c:pt idx="343">
                  <c:v>44852</c:v>
                </c:pt>
                <c:pt idx="344">
                  <c:v>44859</c:v>
                </c:pt>
                <c:pt idx="345">
                  <c:v>44866</c:v>
                </c:pt>
                <c:pt idx="346">
                  <c:v>44873</c:v>
                </c:pt>
                <c:pt idx="347">
                  <c:v>44880</c:v>
                </c:pt>
                <c:pt idx="348">
                  <c:v>44887</c:v>
                </c:pt>
                <c:pt idx="349">
                  <c:v>44894</c:v>
                </c:pt>
                <c:pt idx="350">
                  <c:v>44901</c:v>
                </c:pt>
                <c:pt idx="351">
                  <c:v>44908</c:v>
                </c:pt>
                <c:pt idx="352">
                  <c:v>44915</c:v>
                </c:pt>
                <c:pt idx="353">
                  <c:v>44922</c:v>
                </c:pt>
                <c:pt idx="354">
                  <c:v>44929</c:v>
                </c:pt>
                <c:pt idx="355">
                  <c:v>44936</c:v>
                </c:pt>
                <c:pt idx="356">
                  <c:v>44943</c:v>
                </c:pt>
                <c:pt idx="357">
                  <c:v>44950</c:v>
                </c:pt>
                <c:pt idx="358">
                  <c:v>44957</c:v>
                </c:pt>
                <c:pt idx="359">
                  <c:v>44964</c:v>
                </c:pt>
                <c:pt idx="360">
                  <c:v>44971</c:v>
                </c:pt>
                <c:pt idx="361">
                  <c:v>44978</c:v>
                </c:pt>
                <c:pt idx="362">
                  <c:v>44985</c:v>
                </c:pt>
                <c:pt idx="363">
                  <c:v>44992</c:v>
                </c:pt>
                <c:pt idx="364">
                  <c:v>44999</c:v>
                </c:pt>
                <c:pt idx="365">
                  <c:v>45006</c:v>
                </c:pt>
                <c:pt idx="366">
                  <c:v>45013</c:v>
                </c:pt>
                <c:pt idx="367">
                  <c:v>45020</c:v>
                </c:pt>
                <c:pt idx="368">
                  <c:v>45027</c:v>
                </c:pt>
                <c:pt idx="369">
                  <c:v>45034</c:v>
                </c:pt>
                <c:pt idx="370">
                  <c:v>45041</c:v>
                </c:pt>
                <c:pt idx="371">
                  <c:v>45048</c:v>
                </c:pt>
                <c:pt idx="372">
                  <c:v>45055</c:v>
                </c:pt>
                <c:pt idx="373">
                  <c:v>45062</c:v>
                </c:pt>
                <c:pt idx="374">
                  <c:v>45069</c:v>
                </c:pt>
                <c:pt idx="375">
                  <c:v>45076</c:v>
                </c:pt>
                <c:pt idx="376">
                  <c:v>45083</c:v>
                </c:pt>
                <c:pt idx="377">
                  <c:v>45090</c:v>
                </c:pt>
                <c:pt idx="378">
                  <c:v>45097</c:v>
                </c:pt>
                <c:pt idx="379">
                  <c:v>45104</c:v>
                </c:pt>
                <c:pt idx="380">
                  <c:v>45110</c:v>
                </c:pt>
                <c:pt idx="381">
                  <c:v>45118</c:v>
                </c:pt>
                <c:pt idx="382">
                  <c:v>45125</c:v>
                </c:pt>
                <c:pt idx="383">
                  <c:v>45132</c:v>
                </c:pt>
                <c:pt idx="384">
                  <c:v>45139</c:v>
                </c:pt>
                <c:pt idx="385">
                  <c:v>45146</c:v>
                </c:pt>
                <c:pt idx="386">
                  <c:v>45153</c:v>
                </c:pt>
                <c:pt idx="387">
                  <c:v>45160</c:v>
                </c:pt>
                <c:pt idx="388">
                  <c:v>45167</c:v>
                </c:pt>
                <c:pt idx="389">
                  <c:v>45174</c:v>
                </c:pt>
                <c:pt idx="390">
                  <c:v>45181</c:v>
                </c:pt>
                <c:pt idx="391">
                  <c:v>45188</c:v>
                </c:pt>
                <c:pt idx="392">
                  <c:v>45195</c:v>
                </c:pt>
                <c:pt idx="393">
                  <c:v>45202</c:v>
                </c:pt>
                <c:pt idx="394">
                  <c:v>45209</c:v>
                </c:pt>
                <c:pt idx="395">
                  <c:v>45216</c:v>
                </c:pt>
                <c:pt idx="396">
                  <c:v>45223</c:v>
                </c:pt>
                <c:pt idx="397">
                  <c:v>45230</c:v>
                </c:pt>
                <c:pt idx="398">
                  <c:v>45237</c:v>
                </c:pt>
                <c:pt idx="399">
                  <c:v>45244</c:v>
                </c:pt>
                <c:pt idx="400">
                  <c:v>45251</c:v>
                </c:pt>
                <c:pt idx="401">
                  <c:v>45258</c:v>
                </c:pt>
                <c:pt idx="402">
                  <c:v>45265</c:v>
                </c:pt>
                <c:pt idx="403">
                  <c:v>45272</c:v>
                </c:pt>
                <c:pt idx="404">
                  <c:v>45279</c:v>
                </c:pt>
                <c:pt idx="405">
                  <c:v>45286</c:v>
                </c:pt>
                <c:pt idx="406">
                  <c:v>45293</c:v>
                </c:pt>
                <c:pt idx="407">
                  <c:v>45300</c:v>
                </c:pt>
                <c:pt idx="408">
                  <c:v>45307</c:v>
                </c:pt>
                <c:pt idx="409">
                  <c:v>45314</c:v>
                </c:pt>
                <c:pt idx="410">
                  <c:v>45321</c:v>
                </c:pt>
                <c:pt idx="411">
                  <c:v>45328</c:v>
                </c:pt>
                <c:pt idx="412">
                  <c:v>45335</c:v>
                </c:pt>
                <c:pt idx="413">
                  <c:v>45342</c:v>
                </c:pt>
                <c:pt idx="414">
                  <c:v>45349</c:v>
                </c:pt>
                <c:pt idx="415">
                  <c:v>45356</c:v>
                </c:pt>
                <c:pt idx="416">
                  <c:v>45363</c:v>
                </c:pt>
                <c:pt idx="417">
                  <c:v>45370</c:v>
                </c:pt>
                <c:pt idx="418">
                  <c:v>45377</c:v>
                </c:pt>
                <c:pt idx="419">
                  <c:v>45384</c:v>
                </c:pt>
                <c:pt idx="420">
                  <c:v>45391</c:v>
                </c:pt>
                <c:pt idx="421">
                  <c:v>45398</c:v>
                </c:pt>
                <c:pt idx="422">
                  <c:v>45405</c:v>
                </c:pt>
                <c:pt idx="423">
                  <c:v>45412</c:v>
                </c:pt>
                <c:pt idx="424">
                  <c:v>45419</c:v>
                </c:pt>
                <c:pt idx="425">
                  <c:v>45426</c:v>
                </c:pt>
                <c:pt idx="426">
                  <c:v>45433</c:v>
                </c:pt>
                <c:pt idx="427">
                  <c:v>45440</c:v>
                </c:pt>
                <c:pt idx="428">
                  <c:v>45447</c:v>
                </c:pt>
                <c:pt idx="429">
                  <c:v>45454</c:v>
                </c:pt>
                <c:pt idx="430">
                  <c:v>45461</c:v>
                </c:pt>
                <c:pt idx="431">
                  <c:v>45468</c:v>
                </c:pt>
                <c:pt idx="432">
                  <c:v>45475</c:v>
                </c:pt>
                <c:pt idx="433">
                  <c:v>45482</c:v>
                </c:pt>
                <c:pt idx="434">
                  <c:v>45489</c:v>
                </c:pt>
                <c:pt idx="435">
                  <c:v>45496</c:v>
                </c:pt>
                <c:pt idx="436">
                  <c:v>45503</c:v>
                </c:pt>
                <c:pt idx="437">
                  <c:v>45510</c:v>
                </c:pt>
                <c:pt idx="438">
                  <c:v>45517</c:v>
                </c:pt>
                <c:pt idx="439">
                  <c:v>45524</c:v>
                </c:pt>
                <c:pt idx="440">
                  <c:v>45531</c:v>
                </c:pt>
                <c:pt idx="441">
                  <c:v>45538</c:v>
                </c:pt>
                <c:pt idx="442">
                  <c:v>45545</c:v>
                </c:pt>
                <c:pt idx="443">
                  <c:v>45552</c:v>
                </c:pt>
                <c:pt idx="444">
                  <c:v>45559</c:v>
                </c:pt>
                <c:pt idx="445">
                  <c:v>45566</c:v>
                </c:pt>
                <c:pt idx="446">
                  <c:v>45573</c:v>
                </c:pt>
                <c:pt idx="447">
                  <c:v>45580</c:v>
                </c:pt>
                <c:pt idx="448">
                  <c:v>45587</c:v>
                </c:pt>
                <c:pt idx="449">
                  <c:v>45594</c:v>
                </c:pt>
                <c:pt idx="450">
                  <c:v>45601</c:v>
                </c:pt>
                <c:pt idx="451">
                  <c:v>45608</c:v>
                </c:pt>
                <c:pt idx="452">
                  <c:v>45615</c:v>
                </c:pt>
                <c:pt idx="453">
                  <c:v>45622</c:v>
                </c:pt>
                <c:pt idx="454">
                  <c:v>45629</c:v>
                </c:pt>
                <c:pt idx="455">
                  <c:v>45636</c:v>
                </c:pt>
                <c:pt idx="456">
                  <c:v>45643</c:v>
                </c:pt>
                <c:pt idx="457">
                  <c:v>45650</c:v>
                </c:pt>
                <c:pt idx="458">
                  <c:v>45657</c:v>
                </c:pt>
                <c:pt idx="459">
                  <c:v>45664</c:v>
                </c:pt>
                <c:pt idx="460">
                  <c:v>45671</c:v>
                </c:pt>
                <c:pt idx="461">
                  <c:v>45678</c:v>
                </c:pt>
                <c:pt idx="462">
                  <c:v>45685</c:v>
                </c:pt>
                <c:pt idx="463">
                  <c:v>45692</c:v>
                </c:pt>
                <c:pt idx="464">
                  <c:v>45699</c:v>
                </c:pt>
                <c:pt idx="465">
                  <c:v>45706</c:v>
                </c:pt>
                <c:pt idx="466">
                  <c:v>45713</c:v>
                </c:pt>
                <c:pt idx="467">
                  <c:v>45720</c:v>
                </c:pt>
                <c:pt idx="468">
                  <c:v>45727</c:v>
                </c:pt>
                <c:pt idx="469">
                  <c:v>45734</c:v>
                </c:pt>
                <c:pt idx="470">
                  <c:v>45741</c:v>
                </c:pt>
                <c:pt idx="471">
                  <c:v>45748</c:v>
                </c:pt>
                <c:pt idx="472">
                  <c:v>45755</c:v>
                </c:pt>
                <c:pt idx="473">
                  <c:v>45762</c:v>
                </c:pt>
                <c:pt idx="474">
                  <c:v>45769</c:v>
                </c:pt>
                <c:pt idx="475">
                  <c:v>45776</c:v>
                </c:pt>
                <c:pt idx="476">
                  <c:v>45783</c:v>
                </c:pt>
                <c:pt idx="477">
                  <c:v>45790</c:v>
                </c:pt>
                <c:pt idx="478">
                  <c:v>45797</c:v>
                </c:pt>
                <c:pt idx="479">
                  <c:v>45804</c:v>
                </c:pt>
                <c:pt idx="480">
                  <c:v>45811</c:v>
                </c:pt>
                <c:pt idx="481">
                  <c:v>45818</c:v>
                </c:pt>
                <c:pt idx="482">
                  <c:v>45825</c:v>
                </c:pt>
                <c:pt idx="483">
                  <c:v>45832</c:v>
                </c:pt>
                <c:pt idx="484">
                  <c:v>45839</c:v>
                </c:pt>
                <c:pt idx="485">
                  <c:v>45846</c:v>
                </c:pt>
                <c:pt idx="486">
                  <c:v>45853</c:v>
                </c:pt>
                <c:pt idx="487">
                  <c:v>45860</c:v>
                </c:pt>
                <c:pt idx="488">
                  <c:v>45867</c:v>
                </c:pt>
                <c:pt idx="489">
                  <c:v>45874</c:v>
                </c:pt>
                <c:pt idx="490">
                  <c:v>45881</c:v>
                </c:pt>
                <c:pt idx="491">
                  <c:v>45888</c:v>
                </c:pt>
                <c:pt idx="492">
                  <c:v>45895</c:v>
                </c:pt>
                <c:pt idx="493">
                  <c:v>45902</c:v>
                </c:pt>
                <c:pt idx="494">
                  <c:v>45923</c:v>
                </c:pt>
                <c:pt idx="495">
                  <c:v>45930</c:v>
                </c:pt>
                <c:pt idx="496">
                  <c:v>45937</c:v>
                </c:pt>
                <c:pt idx="497">
                  <c:v>45944</c:v>
                </c:pt>
                <c:pt idx="498">
                  <c:v>45951</c:v>
                </c:pt>
                <c:pt idx="499">
                  <c:v>45958</c:v>
                </c:pt>
                <c:pt idx="500">
                  <c:v>45965</c:v>
                </c:pt>
                <c:pt idx="501">
                  <c:v>45971</c:v>
                </c:pt>
                <c:pt idx="502">
                  <c:v>45979</c:v>
                </c:pt>
                <c:pt idx="503">
                  <c:v>45986</c:v>
                </c:pt>
                <c:pt idx="504">
                  <c:v>45993</c:v>
                </c:pt>
                <c:pt idx="505">
                  <c:v>46000</c:v>
                </c:pt>
                <c:pt idx="506">
                  <c:v>46007</c:v>
                </c:pt>
                <c:pt idx="507">
                  <c:v>46014</c:v>
                </c:pt>
                <c:pt idx="508">
                  <c:v>46021</c:v>
                </c:pt>
                <c:pt idx="509">
                  <c:v>46028</c:v>
                </c:pt>
                <c:pt idx="510">
                  <c:v>46035</c:v>
                </c:pt>
                <c:pt idx="511">
                  <c:v>46042</c:v>
                </c:pt>
                <c:pt idx="512">
                  <c:v>46049</c:v>
                </c:pt>
                <c:pt idx="513">
                  <c:v>46056</c:v>
                </c:pt>
                <c:pt idx="514">
                  <c:v>46063</c:v>
                </c:pt>
                <c:pt idx="515">
                  <c:v>46070</c:v>
                </c:pt>
                <c:pt idx="516">
                  <c:v>46077</c:v>
                </c:pt>
                <c:pt idx="517">
                  <c:v>46084</c:v>
                </c:pt>
                <c:pt idx="518">
                  <c:v>46091</c:v>
                </c:pt>
                <c:pt idx="519">
                  <c:v>46098</c:v>
                </c:pt>
                <c:pt idx="520">
                  <c:v>46105</c:v>
                </c:pt>
                <c:pt idx="521">
                  <c:v>46112</c:v>
                </c:pt>
                <c:pt idx="522">
                  <c:v>46119</c:v>
                </c:pt>
                <c:pt idx="523">
                  <c:v>46126</c:v>
                </c:pt>
                <c:pt idx="524">
                  <c:v>46133</c:v>
                </c:pt>
                <c:pt idx="525">
                  <c:v>46140</c:v>
                </c:pt>
                <c:pt idx="526">
                  <c:v>46147</c:v>
                </c:pt>
                <c:pt idx="527">
                  <c:v>46154</c:v>
                </c:pt>
                <c:pt idx="528">
                  <c:v>46161</c:v>
                </c:pt>
                <c:pt idx="529">
                  <c:v>46168</c:v>
                </c:pt>
                <c:pt idx="530">
                  <c:v>46175</c:v>
                </c:pt>
                <c:pt idx="531">
                  <c:v>46182</c:v>
                </c:pt>
                <c:pt idx="532">
                  <c:v>46189</c:v>
                </c:pt>
                <c:pt idx="533">
                  <c:v>46196</c:v>
                </c:pt>
                <c:pt idx="534">
                  <c:v>46203</c:v>
                </c:pt>
                <c:pt idx="535">
                  <c:v>46210</c:v>
                </c:pt>
                <c:pt idx="536">
                  <c:v>46217</c:v>
                </c:pt>
                <c:pt idx="537">
                  <c:v>46224</c:v>
                </c:pt>
                <c:pt idx="538">
                  <c:v>46231</c:v>
                </c:pt>
                <c:pt idx="539">
                  <c:v>46238</c:v>
                </c:pt>
                <c:pt idx="540">
                  <c:v>46245</c:v>
                </c:pt>
              </c:numCache>
            </c:numRef>
          </c:cat>
          <c:val>
            <c:numRef>
              <c:f>Datos!$E$5:$E$545</c:f>
              <c:numCache>
                <c:formatCode>#,##0.0</c:formatCode>
                <c:ptCount val="541"/>
                <c:pt idx="0">
                  <c:v>113.49</c:v>
                </c:pt>
                <c:pt idx="1">
                  <c:v>86.51</c:v>
                </c:pt>
                <c:pt idx="2">
                  <c:v>106.6</c:v>
                </c:pt>
                <c:pt idx="3">
                  <c:v>94.84</c:v>
                </c:pt>
                <c:pt idx="4">
                  <c:v>86.72</c:v>
                </c:pt>
                <c:pt idx="5">
                  <c:v>76.08</c:v>
                </c:pt>
                <c:pt idx="6">
                  <c:v>73.989999999999995</c:v>
                </c:pt>
                <c:pt idx="7">
                  <c:v>85.74</c:v>
                </c:pt>
                <c:pt idx="8">
                  <c:v>88.32</c:v>
                </c:pt>
                <c:pt idx="9">
                  <c:v>85.9</c:v>
                </c:pt>
                <c:pt idx="10">
                  <c:v>85.25</c:v>
                </c:pt>
                <c:pt idx="11">
                  <c:v>88.01</c:v>
                </c:pt>
                <c:pt idx="12">
                  <c:v>102.14</c:v>
                </c:pt>
                <c:pt idx="13">
                  <c:v>104.77</c:v>
                </c:pt>
                <c:pt idx="14">
                  <c:v>96.58</c:v>
                </c:pt>
                <c:pt idx="15">
                  <c:v>86.66</c:v>
                </c:pt>
                <c:pt idx="16">
                  <c:v>72.12</c:v>
                </c:pt>
                <c:pt idx="17">
                  <c:v>74.23</c:v>
                </c:pt>
                <c:pt idx="18">
                  <c:v>76.540000000000006</c:v>
                </c:pt>
                <c:pt idx="19">
                  <c:v>78.010000000000005</c:v>
                </c:pt>
                <c:pt idx="20">
                  <c:v>71</c:v>
                </c:pt>
                <c:pt idx="21">
                  <c:v>68.739999999999995</c:v>
                </c:pt>
                <c:pt idx="22">
                  <c:v>66.400000000000006</c:v>
                </c:pt>
                <c:pt idx="23">
                  <c:v>73.75</c:v>
                </c:pt>
                <c:pt idx="24">
                  <c:v>78.97</c:v>
                </c:pt>
                <c:pt idx="25">
                  <c:v>86.82</c:v>
                </c:pt>
                <c:pt idx="26">
                  <c:v>85.07</c:v>
                </c:pt>
                <c:pt idx="27">
                  <c:v>92.01</c:v>
                </c:pt>
                <c:pt idx="28">
                  <c:v>99.27</c:v>
                </c:pt>
                <c:pt idx="29">
                  <c:v>94.21</c:v>
                </c:pt>
                <c:pt idx="30">
                  <c:v>102.24</c:v>
                </c:pt>
                <c:pt idx="31">
                  <c:v>101.66</c:v>
                </c:pt>
                <c:pt idx="32">
                  <c:v>107.69</c:v>
                </c:pt>
                <c:pt idx="33">
                  <c:v>116.41</c:v>
                </c:pt>
                <c:pt idx="34">
                  <c:v>109.9</c:v>
                </c:pt>
                <c:pt idx="35">
                  <c:v>109.42</c:v>
                </c:pt>
                <c:pt idx="36">
                  <c:v>143.04</c:v>
                </c:pt>
                <c:pt idx="37">
                  <c:v>154.47</c:v>
                </c:pt>
                <c:pt idx="38">
                  <c:v>165.76</c:v>
                </c:pt>
                <c:pt idx="39">
                  <c:v>174.71</c:v>
                </c:pt>
                <c:pt idx="40">
                  <c:v>189.5</c:v>
                </c:pt>
                <c:pt idx="41">
                  <c:v>202.54</c:v>
                </c:pt>
                <c:pt idx="42">
                  <c:v>209.84</c:v>
                </c:pt>
                <c:pt idx="43">
                  <c:v>201.62</c:v>
                </c:pt>
                <c:pt idx="44">
                  <c:v>182.04</c:v>
                </c:pt>
                <c:pt idx="45">
                  <c:v>187.36</c:v>
                </c:pt>
                <c:pt idx="46">
                  <c:v>192.17</c:v>
                </c:pt>
                <c:pt idx="47">
                  <c:v>198.41</c:v>
                </c:pt>
                <c:pt idx="48">
                  <c:v>187.39</c:v>
                </c:pt>
                <c:pt idx="49">
                  <c:v>193.76</c:v>
                </c:pt>
                <c:pt idx="50">
                  <c:v>188.06</c:v>
                </c:pt>
                <c:pt idx="51">
                  <c:v>182.77</c:v>
                </c:pt>
                <c:pt idx="52">
                  <c:v>180.24</c:v>
                </c:pt>
                <c:pt idx="53">
                  <c:v>170.72</c:v>
                </c:pt>
                <c:pt idx="54">
                  <c:v>163.15</c:v>
                </c:pt>
                <c:pt idx="55">
                  <c:v>166.05</c:v>
                </c:pt>
                <c:pt idx="56">
                  <c:v>177.06</c:v>
                </c:pt>
                <c:pt idx="57">
                  <c:v>168.74</c:v>
                </c:pt>
                <c:pt idx="58">
                  <c:v>171.93</c:v>
                </c:pt>
                <c:pt idx="59">
                  <c:v>169.29</c:v>
                </c:pt>
                <c:pt idx="60">
                  <c:v>177.13</c:v>
                </c:pt>
                <c:pt idx="61">
                  <c:v>167.88</c:v>
                </c:pt>
                <c:pt idx="62">
                  <c:v>176.32</c:v>
                </c:pt>
                <c:pt idx="63">
                  <c:v>169.49</c:v>
                </c:pt>
                <c:pt idx="64">
                  <c:v>167.35</c:v>
                </c:pt>
                <c:pt idx="65">
                  <c:v>171.11</c:v>
                </c:pt>
                <c:pt idx="66">
                  <c:v>166.8</c:v>
                </c:pt>
                <c:pt idx="67">
                  <c:v>160.56</c:v>
                </c:pt>
                <c:pt idx="68">
                  <c:v>157.13</c:v>
                </c:pt>
                <c:pt idx="69">
                  <c:v>159.08000000000001</c:v>
                </c:pt>
                <c:pt idx="70">
                  <c:v>151.29</c:v>
                </c:pt>
                <c:pt idx="71">
                  <c:v>154.12</c:v>
                </c:pt>
                <c:pt idx="72">
                  <c:v>154.5</c:v>
                </c:pt>
                <c:pt idx="73">
                  <c:v>159.37</c:v>
                </c:pt>
                <c:pt idx="74">
                  <c:v>167.69</c:v>
                </c:pt>
                <c:pt idx="75">
                  <c:v>172.16</c:v>
                </c:pt>
                <c:pt idx="76">
                  <c:v>175.32</c:v>
                </c:pt>
                <c:pt idx="77">
                  <c:v>160.19999999999999</c:v>
                </c:pt>
                <c:pt idx="78">
                  <c:v>144.06</c:v>
                </c:pt>
                <c:pt idx="79">
                  <c:v>143.12</c:v>
                </c:pt>
                <c:pt idx="80">
                  <c:v>149.02000000000001</c:v>
                </c:pt>
                <c:pt idx="81">
                  <c:v>151.53</c:v>
                </c:pt>
                <c:pt idx="82">
                  <c:v>168.75</c:v>
                </c:pt>
                <c:pt idx="83">
                  <c:v>157.49</c:v>
                </c:pt>
                <c:pt idx="84">
                  <c:v>173.14</c:v>
                </c:pt>
                <c:pt idx="85">
                  <c:v>167.22</c:v>
                </c:pt>
                <c:pt idx="86">
                  <c:v>160.13999999999999</c:v>
                </c:pt>
                <c:pt idx="87">
                  <c:v>164.41</c:v>
                </c:pt>
                <c:pt idx="88">
                  <c:v>165.73</c:v>
                </c:pt>
                <c:pt idx="89">
                  <c:v>164.28</c:v>
                </c:pt>
                <c:pt idx="90">
                  <c:v>159.97</c:v>
                </c:pt>
                <c:pt idx="91">
                  <c:v>164.67</c:v>
                </c:pt>
                <c:pt idx="92">
                  <c:v>165.57</c:v>
                </c:pt>
                <c:pt idx="93">
                  <c:v>165.59</c:v>
                </c:pt>
                <c:pt idx="94">
                  <c:v>173.19</c:v>
                </c:pt>
                <c:pt idx="95">
                  <c:v>165.53</c:v>
                </c:pt>
                <c:pt idx="96">
                  <c:v>168.25</c:v>
                </c:pt>
                <c:pt idx="97">
                  <c:v>161.76</c:v>
                </c:pt>
                <c:pt idx="98">
                  <c:v>161.31</c:v>
                </c:pt>
                <c:pt idx="99">
                  <c:v>180.99</c:v>
                </c:pt>
                <c:pt idx="100">
                  <c:v>189.09</c:v>
                </c:pt>
                <c:pt idx="101">
                  <c:v>210.75</c:v>
                </c:pt>
                <c:pt idx="102">
                  <c:v>217.33</c:v>
                </c:pt>
                <c:pt idx="103">
                  <c:v>207.43</c:v>
                </c:pt>
                <c:pt idx="104">
                  <c:v>215.66</c:v>
                </c:pt>
                <c:pt idx="105">
                  <c:v>225.15</c:v>
                </c:pt>
                <c:pt idx="106">
                  <c:v>242.7</c:v>
                </c:pt>
                <c:pt idx="107">
                  <c:v>237.27</c:v>
                </c:pt>
                <c:pt idx="108">
                  <c:v>234.29</c:v>
                </c:pt>
                <c:pt idx="109">
                  <c:v>239.5</c:v>
                </c:pt>
                <c:pt idx="110">
                  <c:v>251.31</c:v>
                </c:pt>
                <c:pt idx="111">
                  <c:v>251.47</c:v>
                </c:pt>
                <c:pt idx="112">
                  <c:v>250.16</c:v>
                </c:pt>
                <c:pt idx="113">
                  <c:v>264.49</c:v>
                </c:pt>
                <c:pt idx="114">
                  <c:v>289.67</c:v>
                </c:pt>
                <c:pt idx="115">
                  <c:v>277.22000000000003</c:v>
                </c:pt>
                <c:pt idx="116">
                  <c:v>268.27999999999997</c:v>
                </c:pt>
                <c:pt idx="117">
                  <c:v>258.72000000000003</c:v>
                </c:pt>
                <c:pt idx="118">
                  <c:v>263.36</c:v>
                </c:pt>
                <c:pt idx="119">
                  <c:v>278.72000000000003</c:v>
                </c:pt>
                <c:pt idx="120">
                  <c:v>269.58</c:v>
                </c:pt>
                <c:pt idx="121">
                  <c:v>278.58999999999997</c:v>
                </c:pt>
                <c:pt idx="122">
                  <c:v>277.74</c:v>
                </c:pt>
                <c:pt idx="123">
                  <c:v>283.18</c:v>
                </c:pt>
                <c:pt idx="124">
                  <c:v>290.69</c:v>
                </c:pt>
                <c:pt idx="125">
                  <c:v>309.88</c:v>
                </c:pt>
                <c:pt idx="126">
                  <c:v>323.60000000000002</c:v>
                </c:pt>
                <c:pt idx="127">
                  <c:v>301.41000000000003</c:v>
                </c:pt>
                <c:pt idx="128">
                  <c:v>310.41000000000003</c:v>
                </c:pt>
                <c:pt idx="129">
                  <c:v>319.66000000000003</c:v>
                </c:pt>
                <c:pt idx="130">
                  <c:v>318.52</c:v>
                </c:pt>
                <c:pt idx="131">
                  <c:v>336.75</c:v>
                </c:pt>
                <c:pt idx="132">
                  <c:v>333.8</c:v>
                </c:pt>
                <c:pt idx="133">
                  <c:v>330.38</c:v>
                </c:pt>
                <c:pt idx="134">
                  <c:v>342.48</c:v>
                </c:pt>
                <c:pt idx="135">
                  <c:v>339.59</c:v>
                </c:pt>
                <c:pt idx="136">
                  <c:v>368.94</c:v>
                </c:pt>
                <c:pt idx="137">
                  <c:v>362.55</c:v>
                </c:pt>
                <c:pt idx="138">
                  <c:v>383.04</c:v>
                </c:pt>
                <c:pt idx="139">
                  <c:v>397.25</c:v>
                </c:pt>
                <c:pt idx="140">
                  <c:v>384.49</c:v>
                </c:pt>
                <c:pt idx="141">
                  <c:v>386.22</c:v>
                </c:pt>
                <c:pt idx="142">
                  <c:v>385.44</c:v>
                </c:pt>
                <c:pt idx="143">
                  <c:v>401.46</c:v>
                </c:pt>
                <c:pt idx="144">
                  <c:v>402.25</c:v>
                </c:pt>
                <c:pt idx="145">
                  <c:v>410.41</c:v>
                </c:pt>
                <c:pt idx="146">
                  <c:v>393.53</c:v>
                </c:pt>
                <c:pt idx="147">
                  <c:v>403.41</c:v>
                </c:pt>
                <c:pt idx="148">
                  <c:v>389.14</c:v>
                </c:pt>
                <c:pt idx="149">
                  <c:v>391.48</c:v>
                </c:pt>
                <c:pt idx="150">
                  <c:v>382.29</c:v>
                </c:pt>
                <c:pt idx="151">
                  <c:v>376.61</c:v>
                </c:pt>
                <c:pt idx="152">
                  <c:v>376.71</c:v>
                </c:pt>
                <c:pt idx="153">
                  <c:v>359.65</c:v>
                </c:pt>
                <c:pt idx="154">
                  <c:v>336.77</c:v>
                </c:pt>
                <c:pt idx="155">
                  <c:v>335.15</c:v>
                </c:pt>
                <c:pt idx="156">
                  <c:v>333.56</c:v>
                </c:pt>
                <c:pt idx="157">
                  <c:v>323.85000000000002</c:v>
                </c:pt>
                <c:pt idx="158">
                  <c:v>319.16000000000003</c:v>
                </c:pt>
                <c:pt idx="159">
                  <c:v>317.89</c:v>
                </c:pt>
                <c:pt idx="160">
                  <c:v>314.58</c:v>
                </c:pt>
                <c:pt idx="161">
                  <c:v>316.95</c:v>
                </c:pt>
                <c:pt idx="162">
                  <c:v>339.45</c:v>
                </c:pt>
                <c:pt idx="163">
                  <c:v>344.67</c:v>
                </c:pt>
                <c:pt idx="164">
                  <c:v>363.22</c:v>
                </c:pt>
                <c:pt idx="165">
                  <c:v>358.97</c:v>
                </c:pt>
                <c:pt idx="166">
                  <c:v>359.82</c:v>
                </c:pt>
                <c:pt idx="167">
                  <c:v>358.95</c:v>
                </c:pt>
                <c:pt idx="168">
                  <c:v>341.68</c:v>
                </c:pt>
                <c:pt idx="169">
                  <c:v>359.57</c:v>
                </c:pt>
                <c:pt idx="170">
                  <c:v>348.62</c:v>
                </c:pt>
                <c:pt idx="171">
                  <c:v>351.38</c:v>
                </c:pt>
                <c:pt idx="172">
                  <c:v>342.4</c:v>
                </c:pt>
                <c:pt idx="173">
                  <c:v>355.43</c:v>
                </c:pt>
                <c:pt idx="174">
                  <c:v>371.5</c:v>
                </c:pt>
                <c:pt idx="175">
                  <c:v>372.6</c:v>
                </c:pt>
                <c:pt idx="176">
                  <c:v>383.94</c:v>
                </c:pt>
                <c:pt idx="177">
                  <c:v>386.11</c:v>
                </c:pt>
                <c:pt idx="178">
                  <c:v>377.63</c:v>
                </c:pt>
                <c:pt idx="179">
                  <c:v>331</c:v>
                </c:pt>
                <c:pt idx="180">
                  <c:v>341.39</c:v>
                </c:pt>
                <c:pt idx="181">
                  <c:v>321.77</c:v>
                </c:pt>
                <c:pt idx="182">
                  <c:v>308.61</c:v>
                </c:pt>
                <c:pt idx="183">
                  <c:v>311.69</c:v>
                </c:pt>
                <c:pt idx="184">
                  <c:v>318.91000000000003</c:v>
                </c:pt>
                <c:pt idx="185">
                  <c:v>321.20999999999998</c:v>
                </c:pt>
                <c:pt idx="186">
                  <c:v>316.95</c:v>
                </c:pt>
                <c:pt idx="187">
                  <c:v>311.64999999999998</c:v>
                </c:pt>
                <c:pt idx="188">
                  <c:v>338.47</c:v>
                </c:pt>
                <c:pt idx="189">
                  <c:v>333.28</c:v>
                </c:pt>
                <c:pt idx="190">
                  <c:v>313.63</c:v>
                </c:pt>
                <c:pt idx="191">
                  <c:v>327.33999999999997</c:v>
                </c:pt>
                <c:pt idx="192">
                  <c:v>322.76</c:v>
                </c:pt>
                <c:pt idx="193">
                  <c:v>338.18</c:v>
                </c:pt>
                <c:pt idx="194">
                  <c:v>326.14</c:v>
                </c:pt>
                <c:pt idx="195">
                  <c:v>333.06</c:v>
                </c:pt>
                <c:pt idx="196">
                  <c:v>325.66000000000003</c:v>
                </c:pt>
                <c:pt idx="197">
                  <c:v>337.31</c:v>
                </c:pt>
                <c:pt idx="198">
                  <c:v>339.88</c:v>
                </c:pt>
                <c:pt idx="199">
                  <c:v>343.3</c:v>
                </c:pt>
                <c:pt idx="200">
                  <c:v>346.87</c:v>
                </c:pt>
                <c:pt idx="201">
                  <c:v>341.16</c:v>
                </c:pt>
                <c:pt idx="202">
                  <c:v>326.47000000000003</c:v>
                </c:pt>
                <c:pt idx="203">
                  <c:v>317.33</c:v>
                </c:pt>
                <c:pt idx="204">
                  <c:v>322.62</c:v>
                </c:pt>
                <c:pt idx="205">
                  <c:v>336.51</c:v>
                </c:pt>
                <c:pt idx="206">
                  <c:v>353.52</c:v>
                </c:pt>
                <c:pt idx="207">
                  <c:v>353.15</c:v>
                </c:pt>
                <c:pt idx="208">
                  <c:v>361.02</c:v>
                </c:pt>
                <c:pt idx="209">
                  <c:v>342.71</c:v>
                </c:pt>
                <c:pt idx="210">
                  <c:v>314.61</c:v>
                </c:pt>
                <c:pt idx="211">
                  <c:v>294.39999999999998</c:v>
                </c:pt>
                <c:pt idx="212">
                  <c:v>279.32</c:v>
                </c:pt>
                <c:pt idx="213">
                  <c:v>267</c:v>
                </c:pt>
                <c:pt idx="214">
                  <c:v>257.38</c:v>
                </c:pt>
                <c:pt idx="215">
                  <c:v>265.05</c:v>
                </c:pt>
                <c:pt idx="216">
                  <c:v>264.18</c:v>
                </c:pt>
                <c:pt idx="217">
                  <c:v>275.24</c:v>
                </c:pt>
                <c:pt idx="218">
                  <c:v>260.76</c:v>
                </c:pt>
                <c:pt idx="219">
                  <c:v>271.38</c:v>
                </c:pt>
                <c:pt idx="220">
                  <c:v>251.55</c:v>
                </c:pt>
                <c:pt idx="221">
                  <c:v>249.33</c:v>
                </c:pt>
                <c:pt idx="222">
                  <c:v>253.75</c:v>
                </c:pt>
                <c:pt idx="223">
                  <c:v>259.35000000000002</c:v>
                </c:pt>
                <c:pt idx="224">
                  <c:v>260.17</c:v>
                </c:pt>
                <c:pt idx="225">
                  <c:v>254.9</c:v>
                </c:pt>
                <c:pt idx="226">
                  <c:v>244.91</c:v>
                </c:pt>
                <c:pt idx="227">
                  <c:v>232.33</c:v>
                </c:pt>
                <c:pt idx="228">
                  <c:v>228.72</c:v>
                </c:pt>
                <c:pt idx="229">
                  <c:v>221.05</c:v>
                </c:pt>
                <c:pt idx="230">
                  <c:v>222.54</c:v>
                </c:pt>
                <c:pt idx="231">
                  <c:v>216.92</c:v>
                </c:pt>
                <c:pt idx="232">
                  <c:v>217.17</c:v>
                </c:pt>
                <c:pt idx="233">
                  <c:v>218.8</c:v>
                </c:pt>
                <c:pt idx="234">
                  <c:v>229.89</c:v>
                </c:pt>
                <c:pt idx="235">
                  <c:v>216.8</c:v>
                </c:pt>
                <c:pt idx="236">
                  <c:v>223.22</c:v>
                </c:pt>
                <c:pt idx="237">
                  <c:v>208.53</c:v>
                </c:pt>
                <c:pt idx="238">
                  <c:v>214.61</c:v>
                </c:pt>
                <c:pt idx="239">
                  <c:v>214.41</c:v>
                </c:pt>
                <c:pt idx="240">
                  <c:v>220.13</c:v>
                </c:pt>
                <c:pt idx="241">
                  <c:v>216.92</c:v>
                </c:pt>
                <c:pt idx="242">
                  <c:v>206.19</c:v>
                </c:pt>
                <c:pt idx="243">
                  <c:v>210.33</c:v>
                </c:pt>
                <c:pt idx="244">
                  <c:v>206.06</c:v>
                </c:pt>
                <c:pt idx="245">
                  <c:v>209.99</c:v>
                </c:pt>
                <c:pt idx="246">
                  <c:v>217.23</c:v>
                </c:pt>
                <c:pt idx="247">
                  <c:v>211.21</c:v>
                </c:pt>
                <c:pt idx="248">
                  <c:v>214.26</c:v>
                </c:pt>
                <c:pt idx="249">
                  <c:v>221.98</c:v>
                </c:pt>
                <c:pt idx="250">
                  <c:v>223.4</c:v>
                </c:pt>
                <c:pt idx="251">
                  <c:v>195.76</c:v>
                </c:pt>
                <c:pt idx="252">
                  <c:v>196.35</c:v>
                </c:pt>
                <c:pt idx="253">
                  <c:v>206.38</c:v>
                </c:pt>
                <c:pt idx="254">
                  <c:v>205.29</c:v>
                </c:pt>
                <c:pt idx="255">
                  <c:v>183.11</c:v>
                </c:pt>
                <c:pt idx="256">
                  <c:v>175.07</c:v>
                </c:pt>
                <c:pt idx="257">
                  <c:v>172.44</c:v>
                </c:pt>
                <c:pt idx="258">
                  <c:v>151.36000000000001</c:v>
                </c:pt>
                <c:pt idx="259">
                  <c:v>134.65</c:v>
                </c:pt>
                <c:pt idx="260">
                  <c:v>129.76</c:v>
                </c:pt>
                <c:pt idx="261">
                  <c:v>130.06</c:v>
                </c:pt>
                <c:pt idx="262">
                  <c:v>153.82</c:v>
                </c:pt>
                <c:pt idx="263">
                  <c:v>152.19</c:v>
                </c:pt>
                <c:pt idx="264">
                  <c:v>162.96</c:v>
                </c:pt>
                <c:pt idx="265">
                  <c:v>159.72999999999999</c:v>
                </c:pt>
                <c:pt idx="266">
                  <c:v>171.4</c:v>
                </c:pt>
                <c:pt idx="267">
                  <c:v>162.80000000000001</c:v>
                </c:pt>
                <c:pt idx="268">
                  <c:v>147.28</c:v>
                </c:pt>
                <c:pt idx="269">
                  <c:v>144.09</c:v>
                </c:pt>
                <c:pt idx="270">
                  <c:v>143.1</c:v>
                </c:pt>
                <c:pt idx="271">
                  <c:v>142.21</c:v>
                </c:pt>
                <c:pt idx="272">
                  <c:v>154.97</c:v>
                </c:pt>
                <c:pt idx="273">
                  <c:v>156.97999999999999</c:v>
                </c:pt>
                <c:pt idx="274">
                  <c:v>149.97</c:v>
                </c:pt>
                <c:pt idx="275">
                  <c:v>146.99</c:v>
                </c:pt>
                <c:pt idx="276">
                  <c:v>148.16</c:v>
                </c:pt>
                <c:pt idx="277">
                  <c:v>159.71</c:v>
                </c:pt>
                <c:pt idx="278">
                  <c:v>160.22</c:v>
                </c:pt>
                <c:pt idx="279">
                  <c:v>166.24</c:v>
                </c:pt>
                <c:pt idx="280">
                  <c:v>171.97</c:v>
                </c:pt>
                <c:pt idx="281">
                  <c:v>163.83000000000001</c:v>
                </c:pt>
                <c:pt idx="282">
                  <c:v>179.13</c:v>
                </c:pt>
                <c:pt idx="283">
                  <c:v>184.33</c:v>
                </c:pt>
                <c:pt idx="284">
                  <c:v>190.25</c:v>
                </c:pt>
                <c:pt idx="285">
                  <c:v>187.64</c:v>
                </c:pt>
                <c:pt idx="286">
                  <c:v>184.2</c:v>
                </c:pt>
                <c:pt idx="287">
                  <c:v>186.35</c:v>
                </c:pt>
                <c:pt idx="288">
                  <c:v>164.72</c:v>
                </c:pt>
                <c:pt idx="289">
                  <c:v>173.44</c:v>
                </c:pt>
                <c:pt idx="290">
                  <c:v>146.53</c:v>
                </c:pt>
                <c:pt idx="291">
                  <c:v>141.5</c:v>
                </c:pt>
                <c:pt idx="292">
                  <c:v>161.86000000000001</c:v>
                </c:pt>
                <c:pt idx="293">
                  <c:v>161.81</c:v>
                </c:pt>
                <c:pt idx="294">
                  <c:v>172.66</c:v>
                </c:pt>
                <c:pt idx="295">
                  <c:v>156.87</c:v>
                </c:pt>
                <c:pt idx="296">
                  <c:v>171.77</c:v>
                </c:pt>
                <c:pt idx="297">
                  <c:v>201.2</c:v>
                </c:pt>
                <c:pt idx="298">
                  <c:v>195.5</c:v>
                </c:pt>
                <c:pt idx="299">
                  <c:v>191.16</c:v>
                </c:pt>
                <c:pt idx="300">
                  <c:v>201.84</c:v>
                </c:pt>
                <c:pt idx="301">
                  <c:v>196.46</c:v>
                </c:pt>
                <c:pt idx="302">
                  <c:v>191.9</c:v>
                </c:pt>
                <c:pt idx="303">
                  <c:v>191.89</c:v>
                </c:pt>
                <c:pt idx="304">
                  <c:v>192.31</c:v>
                </c:pt>
                <c:pt idx="305">
                  <c:v>206.87</c:v>
                </c:pt>
                <c:pt idx="306">
                  <c:v>207.33</c:v>
                </c:pt>
                <c:pt idx="307">
                  <c:v>191.49</c:v>
                </c:pt>
                <c:pt idx="308">
                  <c:v>192.65</c:v>
                </c:pt>
                <c:pt idx="309">
                  <c:v>207.02</c:v>
                </c:pt>
                <c:pt idx="310">
                  <c:v>197.57</c:v>
                </c:pt>
                <c:pt idx="311">
                  <c:v>213.47</c:v>
                </c:pt>
                <c:pt idx="312">
                  <c:v>194.15</c:v>
                </c:pt>
                <c:pt idx="313">
                  <c:v>181.98</c:v>
                </c:pt>
                <c:pt idx="314">
                  <c:v>205.77</c:v>
                </c:pt>
                <c:pt idx="315">
                  <c:v>201.08</c:v>
                </c:pt>
                <c:pt idx="316">
                  <c:v>211.01</c:v>
                </c:pt>
                <c:pt idx="317">
                  <c:v>216.85</c:v>
                </c:pt>
                <c:pt idx="318">
                  <c:v>239.35</c:v>
                </c:pt>
                <c:pt idx="319">
                  <c:v>255.96</c:v>
                </c:pt>
                <c:pt idx="320">
                  <c:v>254.02</c:v>
                </c:pt>
                <c:pt idx="321">
                  <c:v>269.55</c:v>
                </c:pt>
                <c:pt idx="322">
                  <c:v>294.14</c:v>
                </c:pt>
                <c:pt idx="323">
                  <c:v>289.49</c:v>
                </c:pt>
                <c:pt idx="324">
                  <c:v>285.93</c:v>
                </c:pt>
                <c:pt idx="325">
                  <c:v>276.45</c:v>
                </c:pt>
                <c:pt idx="326">
                  <c:v>272.62</c:v>
                </c:pt>
                <c:pt idx="327">
                  <c:v>295.44</c:v>
                </c:pt>
                <c:pt idx="328">
                  <c:v>315.48</c:v>
                </c:pt>
                <c:pt idx="329">
                  <c:v>316.11</c:v>
                </c:pt>
                <c:pt idx="330">
                  <c:v>325.23</c:v>
                </c:pt>
                <c:pt idx="331">
                  <c:v>340.61</c:v>
                </c:pt>
                <c:pt idx="332">
                  <c:v>342.8</c:v>
                </c:pt>
                <c:pt idx="333">
                  <c:v>343.34</c:v>
                </c:pt>
                <c:pt idx="334">
                  <c:v>346.45</c:v>
                </c:pt>
                <c:pt idx="335">
                  <c:v>338.29</c:v>
                </c:pt>
                <c:pt idx="336">
                  <c:v>334.58</c:v>
                </c:pt>
                <c:pt idx="337">
                  <c:v>330.3</c:v>
                </c:pt>
                <c:pt idx="338">
                  <c:v>329.96</c:v>
                </c:pt>
                <c:pt idx="339">
                  <c:v>319.99</c:v>
                </c:pt>
                <c:pt idx="340">
                  <c:v>335.82</c:v>
                </c:pt>
                <c:pt idx="341">
                  <c:v>349.05</c:v>
                </c:pt>
                <c:pt idx="342">
                  <c:v>355.68</c:v>
                </c:pt>
                <c:pt idx="343">
                  <c:v>368.69</c:v>
                </c:pt>
                <c:pt idx="344">
                  <c:v>376.06</c:v>
                </c:pt>
                <c:pt idx="345">
                  <c:v>381.24</c:v>
                </c:pt>
                <c:pt idx="346">
                  <c:v>372.42</c:v>
                </c:pt>
                <c:pt idx="347">
                  <c:v>374.14</c:v>
                </c:pt>
                <c:pt idx="348">
                  <c:v>378.71</c:v>
                </c:pt>
                <c:pt idx="349">
                  <c:v>374.52</c:v>
                </c:pt>
                <c:pt idx="350">
                  <c:v>378.63</c:v>
                </c:pt>
                <c:pt idx="351">
                  <c:v>384.23</c:v>
                </c:pt>
                <c:pt idx="352">
                  <c:v>396.62</c:v>
                </c:pt>
                <c:pt idx="353">
                  <c:v>399.12</c:v>
                </c:pt>
                <c:pt idx="354">
                  <c:v>397.79</c:v>
                </c:pt>
                <c:pt idx="355">
                  <c:v>390.96</c:v>
                </c:pt>
                <c:pt idx="356">
                  <c:v>424.91</c:v>
                </c:pt>
                <c:pt idx="357">
                  <c:v>408.47</c:v>
                </c:pt>
                <c:pt idx="358">
                  <c:v>410.38</c:v>
                </c:pt>
                <c:pt idx="359">
                  <c:v>395.65</c:v>
                </c:pt>
                <c:pt idx="360">
                  <c:v>399.21</c:v>
                </c:pt>
                <c:pt idx="361">
                  <c:v>385.65</c:v>
                </c:pt>
                <c:pt idx="362">
                  <c:v>398.23</c:v>
                </c:pt>
                <c:pt idx="363">
                  <c:v>395.27</c:v>
                </c:pt>
                <c:pt idx="364">
                  <c:v>390.64</c:v>
                </c:pt>
                <c:pt idx="365">
                  <c:v>399.65</c:v>
                </c:pt>
                <c:pt idx="366">
                  <c:v>391.23</c:v>
                </c:pt>
                <c:pt idx="367">
                  <c:v>416.14</c:v>
                </c:pt>
                <c:pt idx="368">
                  <c:v>414.94</c:v>
                </c:pt>
                <c:pt idx="369">
                  <c:v>414.64</c:v>
                </c:pt>
                <c:pt idx="370">
                  <c:v>426.49</c:v>
                </c:pt>
                <c:pt idx="371">
                  <c:v>443.76</c:v>
                </c:pt>
                <c:pt idx="372">
                  <c:v>441.17</c:v>
                </c:pt>
                <c:pt idx="373">
                  <c:v>436.74</c:v>
                </c:pt>
                <c:pt idx="374">
                  <c:v>430.27</c:v>
                </c:pt>
                <c:pt idx="375">
                  <c:v>429.03</c:v>
                </c:pt>
                <c:pt idx="376">
                  <c:v>422.99</c:v>
                </c:pt>
                <c:pt idx="377">
                  <c:v>418.51</c:v>
                </c:pt>
                <c:pt idx="378">
                  <c:v>437.44</c:v>
                </c:pt>
                <c:pt idx="379">
                  <c:v>442.67</c:v>
                </c:pt>
                <c:pt idx="380">
                  <c:v>449.41</c:v>
                </c:pt>
                <c:pt idx="381">
                  <c:v>440.44</c:v>
                </c:pt>
                <c:pt idx="382">
                  <c:v>452</c:v>
                </c:pt>
                <c:pt idx="383">
                  <c:v>462.69</c:v>
                </c:pt>
                <c:pt idx="384">
                  <c:v>474.59</c:v>
                </c:pt>
                <c:pt idx="385">
                  <c:v>469.9</c:v>
                </c:pt>
                <c:pt idx="386">
                  <c:v>488.19</c:v>
                </c:pt>
                <c:pt idx="387">
                  <c:v>493.83</c:v>
                </c:pt>
                <c:pt idx="388">
                  <c:v>504.85</c:v>
                </c:pt>
                <c:pt idx="389">
                  <c:v>510.71</c:v>
                </c:pt>
                <c:pt idx="390">
                  <c:v>503.62</c:v>
                </c:pt>
                <c:pt idx="391">
                  <c:v>493.42</c:v>
                </c:pt>
                <c:pt idx="392">
                  <c:v>496.79</c:v>
                </c:pt>
                <c:pt idx="393">
                  <c:v>506.12</c:v>
                </c:pt>
                <c:pt idx="394">
                  <c:v>502.35</c:v>
                </c:pt>
                <c:pt idx="395">
                  <c:v>500.17</c:v>
                </c:pt>
                <c:pt idx="396">
                  <c:v>506.23</c:v>
                </c:pt>
                <c:pt idx="397">
                  <c:v>521.76</c:v>
                </c:pt>
                <c:pt idx="398">
                  <c:v>516.46</c:v>
                </c:pt>
                <c:pt idx="399">
                  <c:v>514.79</c:v>
                </c:pt>
                <c:pt idx="400">
                  <c:v>509.95</c:v>
                </c:pt>
                <c:pt idx="401">
                  <c:v>508.03</c:v>
                </c:pt>
                <c:pt idx="402">
                  <c:v>511.41</c:v>
                </c:pt>
                <c:pt idx="403">
                  <c:v>497.67</c:v>
                </c:pt>
                <c:pt idx="404">
                  <c:v>513.11</c:v>
                </c:pt>
                <c:pt idx="405">
                  <c:v>519.80999999999995</c:v>
                </c:pt>
                <c:pt idx="406">
                  <c:v>536.15</c:v>
                </c:pt>
                <c:pt idx="407">
                  <c:v>527.04</c:v>
                </c:pt>
                <c:pt idx="408">
                  <c:v>528.25</c:v>
                </c:pt>
                <c:pt idx="409">
                  <c:v>530.80999999999995</c:v>
                </c:pt>
                <c:pt idx="410">
                  <c:v>536.05999999999995</c:v>
                </c:pt>
                <c:pt idx="411">
                  <c:v>521.95000000000005</c:v>
                </c:pt>
                <c:pt idx="412">
                  <c:v>495.4</c:v>
                </c:pt>
                <c:pt idx="413">
                  <c:v>492.19</c:v>
                </c:pt>
                <c:pt idx="414">
                  <c:v>468.43</c:v>
                </c:pt>
                <c:pt idx="415">
                  <c:v>471.64</c:v>
                </c:pt>
                <c:pt idx="416">
                  <c:v>454.93</c:v>
                </c:pt>
                <c:pt idx="417">
                  <c:v>449.35</c:v>
                </c:pt>
                <c:pt idx="418">
                  <c:v>450.37</c:v>
                </c:pt>
                <c:pt idx="419">
                  <c:v>467.26</c:v>
                </c:pt>
                <c:pt idx="420">
                  <c:v>459.41</c:v>
                </c:pt>
                <c:pt idx="421">
                  <c:v>503.9</c:v>
                </c:pt>
                <c:pt idx="422">
                  <c:v>519.37</c:v>
                </c:pt>
                <c:pt idx="423">
                  <c:v>528.80999999999995</c:v>
                </c:pt>
                <c:pt idx="424">
                  <c:v>532.55999999999995</c:v>
                </c:pt>
                <c:pt idx="425">
                  <c:v>554.12</c:v>
                </c:pt>
                <c:pt idx="426">
                  <c:v>556.16999999999996</c:v>
                </c:pt>
                <c:pt idx="427">
                  <c:v>544.26</c:v>
                </c:pt>
                <c:pt idx="428">
                  <c:v>541</c:v>
                </c:pt>
                <c:pt idx="429">
                  <c:v>546.16999999999996</c:v>
                </c:pt>
                <c:pt idx="430">
                  <c:v>555.32000000000005</c:v>
                </c:pt>
                <c:pt idx="431">
                  <c:v>562.39</c:v>
                </c:pt>
                <c:pt idx="432">
                  <c:v>576.87</c:v>
                </c:pt>
                <c:pt idx="433">
                  <c:v>575.74</c:v>
                </c:pt>
                <c:pt idx="434">
                  <c:v>594.35</c:v>
                </c:pt>
                <c:pt idx="435">
                  <c:v>591.76</c:v>
                </c:pt>
                <c:pt idx="436">
                  <c:v>625.77</c:v>
                </c:pt>
                <c:pt idx="437">
                  <c:v>631.58000000000004</c:v>
                </c:pt>
                <c:pt idx="438">
                  <c:v>643.95000000000005</c:v>
                </c:pt>
                <c:pt idx="439">
                  <c:v>635.85</c:v>
                </c:pt>
                <c:pt idx="440">
                  <c:v>596.34</c:v>
                </c:pt>
                <c:pt idx="441">
                  <c:v>602.29</c:v>
                </c:pt>
                <c:pt idx="442">
                  <c:v>608.99</c:v>
                </c:pt>
                <c:pt idx="443">
                  <c:v>621.15</c:v>
                </c:pt>
                <c:pt idx="444">
                  <c:v>624.02</c:v>
                </c:pt>
                <c:pt idx="445">
                  <c:v>635.82000000000005</c:v>
                </c:pt>
                <c:pt idx="446">
                  <c:v>630.73</c:v>
                </c:pt>
                <c:pt idx="447">
                  <c:v>631.15</c:v>
                </c:pt>
                <c:pt idx="448">
                  <c:v>636.23</c:v>
                </c:pt>
                <c:pt idx="449">
                  <c:v>653.49</c:v>
                </c:pt>
                <c:pt idx="450">
                  <c:v>653.36</c:v>
                </c:pt>
                <c:pt idx="451">
                  <c:v>650.23</c:v>
                </c:pt>
                <c:pt idx="452">
                  <c:v>647.20000000000005</c:v>
                </c:pt>
                <c:pt idx="453">
                  <c:v>630.55999999999995</c:v>
                </c:pt>
                <c:pt idx="454">
                  <c:v>634.92999999999995</c:v>
                </c:pt>
                <c:pt idx="455">
                  <c:v>636.84</c:v>
                </c:pt>
                <c:pt idx="456">
                  <c:v>635.30999999999995</c:v>
                </c:pt>
                <c:pt idx="457">
                  <c:v>651.51</c:v>
                </c:pt>
                <c:pt idx="458">
                  <c:v>659.41</c:v>
                </c:pt>
                <c:pt idx="459">
                  <c:v>651.26</c:v>
                </c:pt>
                <c:pt idx="460">
                  <c:v>642.32000000000005</c:v>
                </c:pt>
                <c:pt idx="461">
                  <c:v>645.23</c:v>
                </c:pt>
                <c:pt idx="462">
                  <c:v>655.38</c:v>
                </c:pt>
                <c:pt idx="463">
                  <c:v>654.62</c:v>
                </c:pt>
                <c:pt idx="464">
                  <c:v>639.95000000000005</c:v>
                </c:pt>
                <c:pt idx="465">
                  <c:v>628.17999999999995</c:v>
                </c:pt>
                <c:pt idx="466">
                  <c:v>621.82000000000005</c:v>
                </c:pt>
                <c:pt idx="467">
                  <c:v>636.75</c:v>
                </c:pt>
                <c:pt idx="468">
                  <c:v>628.85</c:v>
                </c:pt>
                <c:pt idx="469">
                  <c:v>635.07000000000005</c:v>
                </c:pt>
                <c:pt idx="470">
                  <c:v>638.84</c:v>
                </c:pt>
                <c:pt idx="471">
                  <c:v>672.26</c:v>
                </c:pt>
                <c:pt idx="472">
                  <c:v>704.67</c:v>
                </c:pt>
                <c:pt idx="473">
                  <c:v>707.18</c:v>
                </c:pt>
                <c:pt idx="474">
                  <c:v>736.18</c:v>
                </c:pt>
                <c:pt idx="475">
                  <c:v>741.71</c:v>
                </c:pt>
                <c:pt idx="476">
                  <c:v>759.36</c:v>
                </c:pt>
                <c:pt idx="477">
                  <c:v>742.27</c:v>
                </c:pt>
                <c:pt idx="478">
                  <c:v>727.85</c:v>
                </c:pt>
                <c:pt idx="479">
                  <c:v>673.7</c:v>
                </c:pt>
                <c:pt idx="480">
                  <c:v>709.68</c:v>
                </c:pt>
                <c:pt idx="481">
                  <c:v>704.84</c:v>
                </c:pt>
                <c:pt idx="482">
                  <c:v>720.96</c:v>
                </c:pt>
                <c:pt idx="483">
                  <c:v>721.46</c:v>
                </c:pt>
                <c:pt idx="484">
                  <c:v>768</c:v>
                </c:pt>
                <c:pt idx="485">
                  <c:v>767.48</c:v>
                </c:pt>
                <c:pt idx="486">
                  <c:v>748.95</c:v>
                </c:pt>
                <c:pt idx="487">
                  <c:v>719.59</c:v>
                </c:pt>
                <c:pt idx="488">
                  <c:v>740.08</c:v>
                </c:pt>
                <c:pt idx="489">
                  <c:v>747.66</c:v>
                </c:pt>
                <c:pt idx="490">
                  <c:v>763.14</c:v>
                </c:pt>
                <c:pt idx="491">
                  <c:v>787.89</c:v>
                </c:pt>
                <c:pt idx="492">
                  <c:v>783.49</c:v>
                </c:pt>
                <c:pt idx="493">
                  <c:v>789.67</c:v>
                </c:pt>
                <c:pt idx="494">
                  <c:v>746.95</c:v>
                </c:pt>
                <c:pt idx="495">
                  <c:v>747.44</c:v>
                </c:pt>
                <c:pt idx="496">
                  <c:v>740.6</c:v>
                </c:pt>
                <c:pt idx="497">
                  <c:v>740.7</c:v>
                </c:pt>
                <c:pt idx="498">
                  <c:v>761.45</c:v>
                </c:pt>
                <c:pt idx="499">
                  <c:v>766.83</c:v>
                </c:pt>
                <c:pt idx="500">
                  <c:v>769.56</c:v>
                </c:pt>
                <c:pt idx="501">
                  <c:v>779.9</c:v>
                </c:pt>
                <c:pt idx="502">
                  <c:v>790.35</c:v>
                </c:pt>
                <c:pt idx="503">
                  <c:v>771.37</c:v>
                </c:pt>
                <c:pt idx="504">
                  <c:v>777.36</c:v>
                </c:pt>
                <c:pt idx="505">
                  <c:v>772.2</c:v>
                </c:pt>
                <c:pt idx="506">
                  <c:v>777.13</c:v>
                </c:pt>
                <c:pt idx="507">
                  <c:v>777.11</c:v>
                </c:pt>
                <c:pt idx="508">
                  <c:v>792.39</c:v>
                </c:pt>
                <c:pt idx="509">
                  <c:v>794.44</c:v>
                </c:pt>
                <c:pt idx="510">
                  <c:v>802.61</c:v>
                </c:pt>
                <c:pt idx="511">
                  <c:v>766.86</c:v>
                </c:pt>
                <c:pt idx="512">
                  <c:v>788.64</c:v>
                </c:pt>
                <c:pt idx="513">
                  <c:v>780.29</c:v>
                </c:pt>
                <c:pt idx="514">
                  <c:v>813.73</c:v>
                </c:pt>
                <c:pt idx="515">
                  <c:v>834.24</c:v>
                </c:pt>
                <c:pt idx="516">
                  <c:v>797.18</c:v>
                </c:pt>
                <c:pt idx="517">
                  <c:v>788.76</c:v>
                </c:pt>
                <c:pt idx="518">
                  <c:v>785.82</c:v>
                </c:pt>
                <c:pt idx="519">
                  <c:v>792.69</c:v>
                </c:pt>
                <c:pt idx="520">
                  <c:v>790.92</c:v>
                </c:pt>
                <c:pt idx="521">
                  <c:v>795.44</c:v>
                </c:pt>
                <c:pt idx="522">
                  <c:v>804.51</c:v>
                </c:pt>
                <c:pt idx="523">
                  <c:v>808.26</c:v>
                </c:pt>
                <c:pt idx="524">
                  <c:v>792.25</c:v>
                </c:pt>
                <c:pt idx="525">
                  <c:v>782.73</c:v>
                </c:pt>
                <c:pt idx="526">
                  <c:v>777.55</c:v>
                </c:pt>
                <c:pt idx="527">
                  <c:v>772.73</c:v>
                </c:pt>
                <c:pt idx="528">
                  <c:v>790.55</c:v>
                </c:pt>
                <c:pt idx="529">
                  <c:v>752.28</c:v>
                </c:pt>
                <c:pt idx="530">
                  <c:v>802.36</c:v>
                </c:pt>
                <c:pt idx="531">
                  <c:v>811.6</c:v>
                </c:pt>
                <c:pt idx="532">
                  <c:v>835.11</c:v>
                </c:pt>
                <c:pt idx="533">
                  <c:v>838.8</c:v>
                </c:pt>
                <c:pt idx="534">
                  <c:v>825.34</c:v>
                </c:pt>
                <c:pt idx="535">
                  <c:v>835.49</c:v>
                </c:pt>
                <c:pt idx="536">
                  <c:v>837.25</c:v>
                </c:pt>
                <c:pt idx="537">
                  <c:v>841.45</c:v>
                </c:pt>
                <c:pt idx="538">
                  <c:v>856.59</c:v>
                </c:pt>
                <c:pt idx="539">
                  <c:v>837.63</c:v>
                </c:pt>
                <c:pt idx="540">
                  <c:v>828.43</c:v>
                </c:pt>
              </c:numCache>
            </c:numRef>
          </c:val>
          <c:smooth val="0"/>
          <c:extLst>
            <c:ext xmlns:c16="http://schemas.microsoft.com/office/drawing/2014/chart" uri="{C3380CC4-5D6E-409C-BE32-E72D297353CC}">
              <c16:uniqueId val="{00000000-B8EB-4536-9661-1B0021A09D14}"/>
            </c:ext>
          </c:extLst>
        </c:ser>
        <c:dLbls>
          <c:showLegendKey val="0"/>
          <c:showVal val="0"/>
          <c:showCatName val="0"/>
          <c:showSerName val="0"/>
          <c:showPercent val="0"/>
          <c:showBubbleSize val="0"/>
        </c:dLbls>
        <c:hiLowLines>
          <c:spPr>
            <a:ln w="0">
              <a:noFill/>
            </a:ln>
          </c:spPr>
        </c:hiLowLines>
        <c:marker val="1"/>
        <c:smooth val="0"/>
        <c:axId val="24394894"/>
        <c:axId val="98192222"/>
      </c:lineChart>
      <c:lineChart>
        <c:grouping val="standard"/>
        <c:varyColors val="0"/>
        <c:ser>
          <c:idx val="1"/>
          <c:order val="1"/>
          <c:tx>
            <c:strRef>
              <c:f>Datos!$F$4</c:f>
              <c:strCache>
                <c:ptCount val="1"/>
                <c:pt idx="0">
                  <c:v>Leveraged Funds: Total ($bn)</c:v>
                </c:pt>
              </c:strCache>
            </c:strRef>
          </c:tx>
          <c:spPr>
            <a:ln w="20160">
              <a:solidFill>
                <a:srgbClr val="00AEC7"/>
              </a:solidFill>
              <a:round/>
            </a:ln>
          </c:spPr>
          <c:marker>
            <c:symbol val="none"/>
          </c:marker>
          <c:cat>
            <c:numRef>
              <c:f>Datos!$B$5:$B$545</c:f>
              <c:numCache>
                <c:formatCode>yyyy\-mm\-dd</c:formatCode>
                <c:ptCount val="541"/>
                <c:pt idx="0">
                  <c:v>42437</c:v>
                </c:pt>
                <c:pt idx="1">
                  <c:v>42451</c:v>
                </c:pt>
                <c:pt idx="2">
                  <c:v>42465</c:v>
                </c:pt>
                <c:pt idx="3">
                  <c:v>42472</c:v>
                </c:pt>
                <c:pt idx="4">
                  <c:v>42479</c:v>
                </c:pt>
                <c:pt idx="5">
                  <c:v>42486</c:v>
                </c:pt>
                <c:pt idx="6">
                  <c:v>42493</c:v>
                </c:pt>
                <c:pt idx="7">
                  <c:v>42500</c:v>
                </c:pt>
                <c:pt idx="8">
                  <c:v>42507</c:v>
                </c:pt>
                <c:pt idx="9">
                  <c:v>42514</c:v>
                </c:pt>
                <c:pt idx="10">
                  <c:v>42521</c:v>
                </c:pt>
                <c:pt idx="11">
                  <c:v>42528</c:v>
                </c:pt>
                <c:pt idx="12">
                  <c:v>42535</c:v>
                </c:pt>
                <c:pt idx="13">
                  <c:v>42542</c:v>
                </c:pt>
                <c:pt idx="14">
                  <c:v>42549</c:v>
                </c:pt>
                <c:pt idx="15">
                  <c:v>42556</c:v>
                </c:pt>
                <c:pt idx="16">
                  <c:v>42563</c:v>
                </c:pt>
                <c:pt idx="17">
                  <c:v>42570</c:v>
                </c:pt>
                <c:pt idx="18">
                  <c:v>42577</c:v>
                </c:pt>
                <c:pt idx="19">
                  <c:v>42584</c:v>
                </c:pt>
                <c:pt idx="20">
                  <c:v>42591</c:v>
                </c:pt>
                <c:pt idx="21">
                  <c:v>42598</c:v>
                </c:pt>
                <c:pt idx="22">
                  <c:v>42605</c:v>
                </c:pt>
                <c:pt idx="23">
                  <c:v>42612</c:v>
                </c:pt>
                <c:pt idx="24">
                  <c:v>42619</c:v>
                </c:pt>
                <c:pt idx="25">
                  <c:v>42626</c:v>
                </c:pt>
                <c:pt idx="26">
                  <c:v>42633</c:v>
                </c:pt>
                <c:pt idx="27">
                  <c:v>42640</c:v>
                </c:pt>
                <c:pt idx="28">
                  <c:v>42647</c:v>
                </c:pt>
                <c:pt idx="29">
                  <c:v>42654</c:v>
                </c:pt>
                <c:pt idx="30">
                  <c:v>42661</c:v>
                </c:pt>
                <c:pt idx="31">
                  <c:v>42668</c:v>
                </c:pt>
                <c:pt idx="32">
                  <c:v>42675</c:v>
                </c:pt>
                <c:pt idx="33">
                  <c:v>42682</c:v>
                </c:pt>
                <c:pt idx="34">
                  <c:v>42689</c:v>
                </c:pt>
                <c:pt idx="35">
                  <c:v>42696</c:v>
                </c:pt>
                <c:pt idx="36">
                  <c:v>42703</c:v>
                </c:pt>
                <c:pt idx="37">
                  <c:v>42710</c:v>
                </c:pt>
                <c:pt idx="38">
                  <c:v>42717</c:v>
                </c:pt>
                <c:pt idx="39">
                  <c:v>42724</c:v>
                </c:pt>
                <c:pt idx="40">
                  <c:v>42731</c:v>
                </c:pt>
                <c:pt idx="41">
                  <c:v>42738</c:v>
                </c:pt>
                <c:pt idx="42">
                  <c:v>42745</c:v>
                </c:pt>
                <c:pt idx="43">
                  <c:v>42752</c:v>
                </c:pt>
                <c:pt idx="44">
                  <c:v>42759</c:v>
                </c:pt>
                <c:pt idx="45">
                  <c:v>42766</c:v>
                </c:pt>
                <c:pt idx="46">
                  <c:v>42773</c:v>
                </c:pt>
                <c:pt idx="47">
                  <c:v>42780</c:v>
                </c:pt>
                <c:pt idx="48">
                  <c:v>42787</c:v>
                </c:pt>
                <c:pt idx="49">
                  <c:v>42794</c:v>
                </c:pt>
                <c:pt idx="50">
                  <c:v>42801</c:v>
                </c:pt>
                <c:pt idx="51">
                  <c:v>42808</c:v>
                </c:pt>
                <c:pt idx="52">
                  <c:v>42815</c:v>
                </c:pt>
                <c:pt idx="53">
                  <c:v>42822</c:v>
                </c:pt>
                <c:pt idx="54">
                  <c:v>42829</c:v>
                </c:pt>
                <c:pt idx="55">
                  <c:v>42836</c:v>
                </c:pt>
                <c:pt idx="56">
                  <c:v>42843</c:v>
                </c:pt>
                <c:pt idx="57">
                  <c:v>42850</c:v>
                </c:pt>
                <c:pt idx="58">
                  <c:v>42857</c:v>
                </c:pt>
                <c:pt idx="59">
                  <c:v>42864</c:v>
                </c:pt>
                <c:pt idx="60">
                  <c:v>42871</c:v>
                </c:pt>
                <c:pt idx="61">
                  <c:v>42878</c:v>
                </c:pt>
                <c:pt idx="62">
                  <c:v>42885</c:v>
                </c:pt>
                <c:pt idx="63">
                  <c:v>42892</c:v>
                </c:pt>
                <c:pt idx="64">
                  <c:v>42899</c:v>
                </c:pt>
                <c:pt idx="65">
                  <c:v>42906</c:v>
                </c:pt>
                <c:pt idx="66">
                  <c:v>42913</c:v>
                </c:pt>
                <c:pt idx="67">
                  <c:v>42919</c:v>
                </c:pt>
                <c:pt idx="68">
                  <c:v>42927</c:v>
                </c:pt>
                <c:pt idx="69">
                  <c:v>42934</c:v>
                </c:pt>
                <c:pt idx="70">
                  <c:v>42941</c:v>
                </c:pt>
                <c:pt idx="71">
                  <c:v>42948</c:v>
                </c:pt>
                <c:pt idx="72">
                  <c:v>42955</c:v>
                </c:pt>
                <c:pt idx="73">
                  <c:v>42962</c:v>
                </c:pt>
                <c:pt idx="74">
                  <c:v>42969</c:v>
                </c:pt>
                <c:pt idx="75">
                  <c:v>42976</c:v>
                </c:pt>
                <c:pt idx="76">
                  <c:v>42983</c:v>
                </c:pt>
                <c:pt idx="77">
                  <c:v>42990</c:v>
                </c:pt>
                <c:pt idx="78">
                  <c:v>42997</c:v>
                </c:pt>
                <c:pt idx="79">
                  <c:v>43004</c:v>
                </c:pt>
                <c:pt idx="80">
                  <c:v>43011</c:v>
                </c:pt>
                <c:pt idx="81">
                  <c:v>43018</c:v>
                </c:pt>
                <c:pt idx="82">
                  <c:v>43025</c:v>
                </c:pt>
                <c:pt idx="83">
                  <c:v>43032</c:v>
                </c:pt>
                <c:pt idx="84">
                  <c:v>43039</c:v>
                </c:pt>
                <c:pt idx="85">
                  <c:v>43046</c:v>
                </c:pt>
                <c:pt idx="86">
                  <c:v>43053</c:v>
                </c:pt>
                <c:pt idx="87">
                  <c:v>43060</c:v>
                </c:pt>
                <c:pt idx="88">
                  <c:v>43067</c:v>
                </c:pt>
                <c:pt idx="89">
                  <c:v>43074</c:v>
                </c:pt>
                <c:pt idx="90">
                  <c:v>43081</c:v>
                </c:pt>
                <c:pt idx="91">
                  <c:v>43088</c:v>
                </c:pt>
                <c:pt idx="92">
                  <c:v>43095</c:v>
                </c:pt>
                <c:pt idx="93">
                  <c:v>43102</c:v>
                </c:pt>
                <c:pt idx="94">
                  <c:v>43109</c:v>
                </c:pt>
                <c:pt idx="95">
                  <c:v>43116</c:v>
                </c:pt>
                <c:pt idx="96">
                  <c:v>43123</c:v>
                </c:pt>
                <c:pt idx="97">
                  <c:v>43130</c:v>
                </c:pt>
                <c:pt idx="98">
                  <c:v>43137</c:v>
                </c:pt>
                <c:pt idx="99">
                  <c:v>43144</c:v>
                </c:pt>
                <c:pt idx="100">
                  <c:v>43151</c:v>
                </c:pt>
                <c:pt idx="101">
                  <c:v>43158</c:v>
                </c:pt>
                <c:pt idx="102">
                  <c:v>43165</c:v>
                </c:pt>
                <c:pt idx="103">
                  <c:v>43172</c:v>
                </c:pt>
                <c:pt idx="104">
                  <c:v>43179</c:v>
                </c:pt>
                <c:pt idx="105">
                  <c:v>43186</c:v>
                </c:pt>
                <c:pt idx="106">
                  <c:v>43193</c:v>
                </c:pt>
                <c:pt idx="107">
                  <c:v>43200</c:v>
                </c:pt>
                <c:pt idx="108">
                  <c:v>43207</c:v>
                </c:pt>
                <c:pt idx="109">
                  <c:v>43214</c:v>
                </c:pt>
                <c:pt idx="110">
                  <c:v>43221</c:v>
                </c:pt>
                <c:pt idx="111">
                  <c:v>43228</c:v>
                </c:pt>
                <c:pt idx="112">
                  <c:v>43235</c:v>
                </c:pt>
                <c:pt idx="113">
                  <c:v>43242</c:v>
                </c:pt>
                <c:pt idx="114">
                  <c:v>43249</c:v>
                </c:pt>
                <c:pt idx="115">
                  <c:v>43256</c:v>
                </c:pt>
                <c:pt idx="116">
                  <c:v>43263</c:v>
                </c:pt>
                <c:pt idx="117">
                  <c:v>43270</c:v>
                </c:pt>
                <c:pt idx="118">
                  <c:v>43277</c:v>
                </c:pt>
                <c:pt idx="119">
                  <c:v>43284</c:v>
                </c:pt>
                <c:pt idx="120">
                  <c:v>43291</c:v>
                </c:pt>
                <c:pt idx="121">
                  <c:v>43298</c:v>
                </c:pt>
                <c:pt idx="122">
                  <c:v>43305</c:v>
                </c:pt>
                <c:pt idx="123">
                  <c:v>43312</c:v>
                </c:pt>
                <c:pt idx="124">
                  <c:v>43319</c:v>
                </c:pt>
                <c:pt idx="125">
                  <c:v>43326</c:v>
                </c:pt>
                <c:pt idx="126">
                  <c:v>43333</c:v>
                </c:pt>
                <c:pt idx="127">
                  <c:v>43340</c:v>
                </c:pt>
                <c:pt idx="128">
                  <c:v>43347</c:v>
                </c:pt>
                <c:pt idx="129">
                  <c:v>43354</c:v>
                </c:pt>
                <c:pt idx="130">
                  <c:v>43361</c:v>
                </c:pt>
                <c:pt idx="131">
                  <c:v>43368</c:v>
                </c:pt>
                <c:pt idx="132">
                  <c:v>43375</c:v>
                </c:pt>
                <c:pt idx="133">
                  <c:v>43382</c:v>
                </c:pt>
                <c:pt idx="134">
                  <c:v>43389</c:v>
                </c:pt>
                <c:pt idx="135">
                  <c:v>43396</c:v>
                </c:pt>
                <c:pt idx="136">
                  <c:v>43403</c:v>
                </c:pt>
                <c:pt idx="137">
                  <c:v>43410</c:v>
                </c:pt>
                <c:pt idx="138">
                  <c:v>43417</c:v>
                </c:pt>
                <c:pt idx="139">
                  <c:v>43424</c:v>
                </c:pt>
                <c:pt idx="140">
                  <c:v>43431</c:v>
                </c:pt>
                <c:pt idx="141">
                  <c:v>43438</c:v>
                </c:pt>
                <c:pt idx="142">
                  <c:v>43445</c:v>
                </c:pt>
                <c:pt idx="143">
                  <c:v>43452</c:v>
                </c:pt>
                <c:pt idx="144">
                  <c:v>43458</c:v>
                </c:pt>
                <c:pt idx="145">
                  <c:v>43465</c:v>
                </c:pt>
                <c:pt idx="146">
                  <c:v>43473</c:v>
                </c:pt>
                <c:pt idx="147">
                  <c:v>43480</c:v>
                </c:pt>
                <c:pt idx="148">
                  <c:v>43487</c:v>
                </c:pt>
                <c:pt idx="149">
                  <c:v>43494</c:v>
                </c:pt>
                <c:pt idx="150">
                  <c:v>43501</c:v>
                </c:pt>
                <c:pt idx="151">
                  <c:v>43508</c:v>
                </c:pt>
                <c:pt idx="152">
                  <c:v>43515</c:v>
                </c:pt>
                <c:pt idx="153">
                  <c:v>43522</c:v>
                </c:pt>
                <c:pt idx="154">
                  <c:v>43529</c:v>
                </c:pt>
                <c:pt idx="155">
                  <c:v>43536</c:v>
                </c:pt>
                <c:pt idx="156">
                  <c:v>43543</c:v>
                </c:pt>
                <c:pt idx="157">
                  <c:v>43550</c:v>
                </c:pt>
                <c:pt idx="158">
                  <c:v>43557</c:v>
                </c:pt>
                <c:pt idx="159">
                  <c:v>43564</c:v>
                </c:pt>
                <c:pt idx="160">
                  <c:v>43571</c:v>
                </c:pt>
                <c:pt idx="161">
                  <c:v>43578</c:v>
                </c:pt>
                <c:pt idx="162">
                  <c:v>43585</c:v>
                </c:pt>
                <c:pt idx="163">
                  <c:v>43592</c:v>
                </c:pt>
                <c:pt idx="164">
                  <c:v>43599</c:v>
                </c:pt>
                <c:pt idx="165">
                  <c:v>43606</c:v>
                </c:pt>
                <c:pt idx="166">
                  <c:v>43613</c:v>
                </c:pt>
                <c:pt idx="167">
                  <c:v>43620</c:v>
                </c:pt>
                <c:pt idx="168">
                  <c:v>43627</c:v>
                </c:pt>
                <c:pt idx="169">
                  <c:v>43634</c:v>
                </c:pt>
                <c:pt idx="170">
                  <c:v>43641</c:v>
                </c:pt>
                <c:pt idx="171">
                  <c:v>43648</c:v>
                </c:pt>
                <c:pt idx="172">
                  <c:v>43655</c:v>
                </c:pt>
                <c:pt idx="173">
                  <c:v>43662</c:v>
                </c:pt>
                <c:pt idx="174">
                  <c:v>43669</c:v>
                </c:pt>
                <c:pt idx="175">
                  <c:v>43676</c:v>
                </c:pt>
                <c:pt idx="176">
                  <c:v>43683</c:v>
                </c:pt>
                <c:pt idx="177">
                  <c:v>43690</c:v>
                </c:pt>
                <c:pt idx="178">
                  <c:v>43697</c:v>
                </c:pt>
                <c:pt idx="179">
                  <c:v>43704</c:v>
                </c:pt>
                <c:pt idx="180">
                  <c:v>43711</c:v>
                </c:pt>
                <c:pt idx="181">
                  <c:v>43718</c:v>
                </c:pt>
                <c:pt idx="182">
                  <c:v>43725</c:v>
                </c:pt>
                <c:pt idx="183">
                  <c:v>43732</c:v>
                </c:pt>
                <c:pt idx="184">
                  <c:v>43739</c:v>
                </c:pt>
                <c:pt idx="185">
                  <c:v>43746</c:v>
                </c:pt>
                <c:pt idx="186">
                  <c:v>43753</c:v>
                </c:pt>
                <c:pt idx="187">
                  <c:v>43760</c:v>
                </c:pt>
                <c:pt idx="188">
                  <c:v>43767</c:v>
                </c:pt>
                <c:pt idx="189">
                  <c:v>43774</c:v>
                </c:pt>
                <c:pt idx="190">
                  <c:v>43781</c:v>
                </c:pt>
                <c:pt idx="191">
                  <c:v>43788</c:v>
                </c:pt>
                <c:pt idx="192">
                  <c:v>43795</c:v>
                </c:pt>
                <c:pt idx="193">
                  <c:v>43802</c:v>
                </c:pt>
                <c:pt idx="194">
                  <c:v>43809</c:v>
                </c:pt>
                <c:pt idx="195">
                  <c:v>43816</c:v>
                </c:pt>
                <c:pt idx="196">
                  <c:v>43823</c:v>
                </c:pt>
                <c:pt idx="197">
                  <c:v>43830</c:v>
                </c:pt>
                <c:pt idx="198">
                  <c:v>43837</c:v>
                </c:pt>
                <c:pt idx="199">
                  <c:v>43844</c:v>
                </c:pt>
                <c:pt idx="200">
                  <c:v>43851</c:v>
                </c:pt>
                <c:pt idx="201">
                  <c:v>43858</c:v>
                </c:pt>
                <c:pt idx="202">
                  <c:v>43865</c:v>
                </c:pt>
                <c:pt idx="203">
                  <c:v>43872</c:v>
                </c:pt>
                <c:pt idx="204">
                  <c:v>43879</c:v>
                </c:pt>
                <c:pt idx="205">
                  <c:v>43886</c:v>
                </c:pt>
                <c:pt idx="206">
                  <c:v>43893</c:v>
                </c:pt>
                <c:pt idx="207">
                  <c:v>43900</c:v>
                </c:pt>
                <c:pt idx="208">
                  <c:v>43907</c:v>
                </c:pt>
                <c:pt idx="209">
                  <c:v>43914</c:v>
                </c:pt>
                <c:pt idx="210">
                  <c:v>43921</c:v>
                </c:pt>
                <c:pt idx="211">
                  <c:v>43928</c:v>
                </c:pt>
                <c:pt idx="212">
                  <c:v>43935</c:v>
                </c:pt>
                <c:pt idx="213">
                  <c:v>43942</c:v>
                </c:pt>
                <c:pt idx="214">
                  <c:v>43949</c:v>
                </c:pt>
                <c:pt idx="215">
                  <c:v>43956</c:v>
                </c:pt>
                <c:pt idx="216">
                  <c:v>43963</c:v>
                </c:pt>
                <c:pt idx="217">
                  <c:v>43970</c:v>
                </c:pt>
                <c:pt idx="218">
                  <c:v>43977</c:v>
                </c:pt>
                <c:pt idx="219">
                  <c:v>43984</c:v>
                </c:pt>
                <c:pt idx="220">
                  <c:v>43991</c:v>
                </c:pt>
                <c:pt idx="221">
                  <c:v>43998</c:v>
                </c:pt>
                <c:pt idx="222">
                  <c:v>44005</c:v>
                </c:pt>
                <c:pt idx="223">
                  <c:v>44012</c:v>
                </c:pt>
                <c:pt idx="224">
                  <c:v>44019</c:v>
                </c:pt>
                <c:pt idx="225">
                  <c:v>44026</c:v>
                </c:pt>
                <c:pt idx="226">
                  <c:v>44033</c:v>
                </c:pt>
                <c:pt idx="227">
                  <c:v>44040</c:v>
                </c:pt>
                <c:pt idx="228">
                  <c:v>44047</c:v>
                </c:pt>
                <c:pt idx="229">
                  <c:v>44054</c:v>
                </c:pt>
                <c:pt idx="230">
                  <c:v>44061</c:v>
                </c:pt>
                <c:pt idx="231">
                  <c:v>44068</c:v>
                </c:pt>
                <c:pt idx="232">
                  <c:v>44075</c:v>
                </c:pt>
                <c:pt idx="233">
                  <c:v>44082</c:v>
                </c:pt>
                <c:pt idx="234">
                  <c:v>44089</c:v>
                </c:pt>
                <c:pt idx="235">
                  <c:v>44096</c:v>
                </c:pt>
                <c:pt idx="236">
                  <c:v>44103</c:v>
                </c:pt>
                <c:pt idx="237">
                  <c:v>44110</c:v>
                </c:pt>
                <c:pt idx="238">
                  <c:v>44117</c:v>
                </c:pt>
                <c:pt idx="239">
                  <c:v>44124</c:v>
                </c:pt>
                <c:pt idx="240">
                  <c:v>44131</c:v>
                </c:pt>
                <c:pt idx="241">
                  <c:v>44138</c:v>
                </c:pt>
                <c:pt idx="242">
                  <c:v>44145</c:v>
                </c:pt>
                <c:pt idx="243">
                  <c:v>44152</c:v>
                </c:pt>
                <c:pt idx="244">
                  <c:v>44159</c:v>
                </c:pt>
                <c:pt idx="245">
                  <c:v>44166</c:v>
                </c:pt>
                <c:pt idx="246">
                  <c:v>44173</c:v>
                </c:pt>
                <c:pt idx="247">
                  <c:v>44180</c:v>
                </c:pt>
                <c:pt idx="248">
                  <c:v>44186</c:v>
                </c:pt>
                <c:pt idx="249">
                  <c:v>44194</c:v>
                </c:pt>
                <c:pt idx="250">
                  <c:v>44201</c:v>
                </c:pt>
                <c:pt idx="251">
                  <c:v>44208</c:v>
                </c:pt>
                <c:pt idx="252">
                  <c:v>44215</c:v>
                </c:pt>
                <c:pt idx="253">
                  <c:v>44222</c:v>
                </c:pt>
                <c:pt idx="254">
                  <c:v>44229</c:v>
                </c:pt>
                <c:pt idx="255">
                  <c:v>44236</c:v>
                </c:pt>
                <c:pt idx="256">
                  <c:v>44243</c:v>
                </c:pt>
                <c:pt idx="257">
                  <c:v>44250</c:v>
                </c:pt>
                <c:pt idx="258">
                  <c:v>44257</c:v>
                </c:pt>
                <c:pt idx="259">
                  <c:v>44264</c:v>
                </c:pt>
                <c:pt idx="260">
                  <c:v>44271</c:v>
                </c:pt>
                <c:pt idx="261">
                  <c:v>44278</c:v>
                </c:pt>
                <c:pt idx="262">
                  <c:v>44285</c:v>
                </c:pt>
                <c:pt idx="263">
                  <c:v>44292</c:v>
                </c:pt>
                <c:pt idx="264">
                  <c:v>44299</c:v>
                </c:pt>
                <c:pt idx="265">
                  <c:v>44306</c:v>
                </c:pt>
                <c:pt idx="266">
                  <c:v>44313</c:v>
                </c:pt>
                <c:pt idx="267">
                  <c:v>44320</c:v>
                </c:pt>
                <c:pt idx="268">
                  <c:v>44327</c:v>
                </c:pt>
                <c:pt idx="269">
                  <c:v>44334</c:v>
                </c:pt>
                <c:pt idx="270">
                  <c:v>44341</c:v>
                </c:pt>
                <c:pt idx="271">
                  <c:v>44348</c:v>
                </c:pt>
                <c:pt idx="272">
                  <c:v>44355</c:v>
                </c:pt>
                <c:pt idx="273">
                  <c:v>44362</c:v>
                </c:pt>
                <c:pt idx="274">
                  <c:v>44369</c:v>
                </c:pt>
                <c:pt idx="275">
                  <c:v>44376</c:v>
                </c:pt>
                <c:pt idx="276">
                  <c:v>44383</c:v>
                </c:pt>
                <c:pt idx="277">
                  <c:v>44390</c:v>
                </c:pt>
                <c:pt idx="278">
                  <c:v>44397</c:v>
                </c:pt>
                <c:pt idx="279">
                  <c:v>44404</c:v>
                </c:pt>
                <c:pt idx="280">
                  <c:v>44411</c:v>
                </c:pt>
                <c:pt idx="281">
                  <c:v>44418</c:v>
                </c:pt>
                <c:pt idx="282">
                  <c:v>44425</c:v>
                </c:pt>
                <c:pt idx="283">
                  <c:v>44432</c:v>
                </c:pt>
                <c:pt idx="284">
                  <c:v>44439</c:v>
                </c:pt>
                <c:pt idx="285">
                  <c:v>44446</c:v>
                </c:pt>
                <c:pt idx="286">
                  <c:v>44453</c:v>
                </c:pt>
                <c:pt idx="287">
                  <c:v>44460</c:v>
                </c:pt>
                <c:pt idx="288">
                  <c:v>44467</c:v>
                </c:pt>
                <c:pt idx="289">
                  <c:v>44474</c:v>
                </c:pt>
                <c:pt idx="290">
                  <c:v>44481</c:v>
                </c:pt>
                <c:pt idx="291">
                  <c:v>44488</c:v>
                </c:pt>
                <c:pt idx="292">
                  <c:v>44495</c:v>
                </c:pt>
                <c:pt idx="293">
                  <c:v>44502</c:v>
                </c:pt>
                <c:pt idx="294">
                  <c:v>44509</c:v>
                </c:pt>
                <c:pt idx="295">
                  <c:v>44516</c:v>
                </c:pt>
                <c:pt idx="296">
                  <c:v>44523</c:v>
                </c:pt>
                <c:pt idx="297">
                  <c:v>44530</c:v>
                </c:pt>
                <c:pt idx="298">
                  <c:v>44537</c:v>
                </c:pt>
                <c:pt idx="299">
                  <c:v>44544</c:v>
                </c:pt>
                <c:pt idx="300">
                  <c:v>44551</c:v>
                </c:pt>
                <c:pt idx="301">
                  <c:v>44558</c:v>
                </c:pt>
                <c:pt idx="302">
                  <c:v>44565</c:v>
                </c:pt>
                <c:pt idx="303">
                  <c:v>44572</c:v>
                </c:pt>
                <c:pt idx="304">
                  <c:v>44579</c:v>
                </c:pt>
                <c:pt idx="305">
                  <c:v>44586</c:v>
                </c:pt>
                <c:pt idx="306">
                  <c:v>44593</c:v>
                </c:pt>
                <c:pt idx="307">
                  <c:v>44600</c:v>
                </c:pt>
                <c:pt idx="308">
                  <c:v>44607</c:v>
                </c:pt>
                <c:pt idx="309">
                  <c:v>44614</c:v>
                </c:pt>
                <c:pt idx="310">
                  <c:v>44621</c:v>
                </c:pt>
                <c:pt idx="311">
                  <c:v>44628</c:v>
                </c:pt>
                <c:pt idx="312">
                  <c:v>44635</c:v>
                </c:pt>
                <c:pt idx="313">
                  <c:v>44642</c:v>
                </c:pt>
                <c:pt idx="314">
                  <c:v>44649</c:v>
                </c:pt>
                <c:pt idx="315">
                  <c:v>44656</c:v>
                </c:pt>
                <c:pt idx="316">
                  <c:v>44663</c:v>
                </c:pt>
                <c:pt idx="317">
                  <c:v>44670</c:v>
                </c:pt>
                <c:pt idx="318">
                  <c:v>44677</c:v>
                </c:pt>
                <c:pt idx="319">
                  <c:v>44684</c:v>
                </c:pt>
                <c:pt idx="320">
                  <c:v>44691</c:v>
                </c:pt>
                <c:pt idx="321">
                  <c:v>44698</c:v>
                </c:pt>
                <c:pt idx="322">
                  <c:v>44705</c:v>
                </c:pt>
                <c:pt idx="323">
                  <c:v>44712</c:v>
                </c:pt>
                <c:pt idx="324">
                  <c:v>44719</c:v>
                </c:pt>
                <c:pt idx="325">
                  <c:v>44726</c:v>
                </c:pt>
                <c:pt idx="326">
                  <c:v>44733</c:v>
                </c:pt>
                <c:pt idx="327">
                  <c:v>44740</c:v>
                </c:pt>
                <c:pt idx="328">
                  <c:v>44747</c:v>
                </c:pt>
                <c:pt idx="329">
                  <c:v>44754</c:v>
                </c:pt>
                <c:pt idx="330">
                  <c:v>44761</c:v>
                </c:pt>
                <c:pt idx="331">
                  <c:v>44768</c:v>
                </c:pt>
                <c:pt idx="332">
                  <c:v>44775</c:v>
                </c:pt>
                <c:pt idx="333">
                  <c:v>44782</c:v>
                </c:pt>
                <c:pt idx="334">
                  <c:v>44789</c:v>
                </c:pt>
                <c:pt idx="335">
                  <c:v>44796</c:v>
                </c:pt>
                <c:pt idx="336">
                  <c:v>44803</c:v>
                </c:pt>
                <c:pt idx="337">
                  <c:v>44810</c:v>
                </c:pt>
                <c:pt idx="338">
                  <c:v>44817</c:v>
                </c:pt>
                <c:pt idx="339">
                  <c:v>44824</c:v>
                </c:pt>
                <c:pt idx="340">
                  <c:v>44831</c:v>
                </c:pt>
                <c:pt idx="341">
                  <c:v>44838</c:v>
                </c:pt>
                <c:pt idx="342">
                  <c:v>44845</c:v>
                </c:pt>
                <c:pt idx="343">
                  <c:v>44852</c:v>
                </c:pt>
                <c:pt idx="344">
                  <c:v>44859</c:v>
                </c:pt>
                <c:pt idx="345">
                  <c:v>44866</c:v>
                </c:pt>
                <c:pt idx="346">
                  <c:v>44873</c:v>
                </c:pt>
                <c:pt idx="347">
                  <c:v>44880</c:v>
                </c:pt>
                <c:pt idx="348">
                  <c:v>44887</c:v>
                </c:pt>
                <c:pt idx="349">
                  <c:v>44894</c:v>
                </c:pt>
                <c:pt idx="350">
                  <c:v>44901</c:v>
                </c:pt>
                <c:pt idx="351">
                  <c:v>44908</c:v>
                </c:pt>
                <c:pt idx="352">
                  <c:v>44915</c:v>
                </c:pt>
                <c:pt idx="353">
                  <c:v>44922</c:v>
                </c:pt>
                <c:pt idx="354">
                  <c:v>44929</c:v>
                </c:pt>
                <c:pt idx="355">
                  <c:v>44936</c:v>
                </c:pt>
                <c:pt idx="356">
                  <c:v>44943</c:v>
                </c:pt>
                <c:pt idx="357">
                  <c:v>44950</c:v>
                </c:pt>
                <c:pt idx="358">
                  <c:v>44957</c:v>
                </c:pt>
                <c:pt idx="359">
                  <c:v>44964</c:v>
                </c:pt>
                <c:pt idx="360">
                  <c:v>44971</c:v>
                </c:pt>
                <c:pt idx="361">
                  <c:v>44978</c:v>
                </c:pt>
                <c:pt idx="362">
                  <c:v>44985</c:v>
                </c:pt>
                <c:pt idx="363">
                  <c:v>44992</c:v>
                </c:pt>
                <c:pt idx="364">
                  <c:v>44999</c:v>
                </c:pt>
                <c:pt idx="365">
                  <c:v>45006</c:v>
                </c:pt>
                <c:pt idx="366">
                  <c:v>45013</c:v>
                </c:pt>
                <c:pt idx="367">
                  <c:v>45020</c:v>
                </c:pt>
                <c:pt idx="368">
                  <c:v>45027</c:v>
                </c:pt>
                <c:pt idx="369">
                  <c:v>45034</c:v>
                </c:pt>
                <c:pt idx="370">
                  <c:v>45041</c:v>
                </c:pt>
                <c:pt idx="371">
                  <c:v>45048</c:v>
                </c:pt>
                <c:pt idx="372">
                  <c:v>45055</c:v>
                </c:pt>
                <c:pt idx="373">
                  <c:v>45062</c:v>
                </c:pt>
                <c:pt idx="374">
                  <c:v>45069</c:v>
                </c:pt>
                <c:pt idx="375">
                  <c:v>45076</c:v>
                </c:pt>
                <c:pt idx="376">
                  <c:v>45083</c:v>
                </c:pt>
                <c:pt idx="377">
                  <c:v>45090</c:v>
                </c:pt>
                <c:pt idx="378">
                  <c:v>45097</c:v>
                </c:pt>
                <c:pt idx="379">
                  <c:v>45104</c:v>
                </c:pt>
                <c:pt idx="380">
                  <c:v>45110</c:v>
                </c:pt>
                <c:pt idx="381">
                  <c:v>45118</c:v>
                </c:pt>
                <c:pt idx="382">
                  <c:v>45125</c:v>
                </c:pt>
                <c:pt idx="383">
                  <c:v>45132</c:v>
                </c:pt>
                <c:pt idx="384">
                  <c:v>45139</c:v>
                </c:pt>
                <c:pt idx="385">
                  <c:v>45146</c:v>
                </c:pt>
                <c:pt idx="386">
                  <c:v>45153</c:v>
                </c:pt>
                <c:pt idx="387">
                  <c:v>45160</c:v>
                </c:pt>
                <c:pt idx="388">
                  <c:v>45167</c:v>
                </c:pt>
                <c:pt idx="389">
                  <c:v>45174</c:v>
                </c:pt>
                <c:pt idx="390">
                  <c:v>45181</c:v>
                </c:pt>
                <c:pt idx="391">
                  <c:v>45188</c:v>
                </c:pt>
                <c:pt idx="392">
                  <c:v>45195</c:v>
                </c:pt>
                <c:pt idx="393">
                  <c:v>45202</c:v>
                </c:pt>
                <c:pt idx="394">
                  <c:v>45209</c:v>
                </c:pt>
                <c:pt idx="395">
                  <c:v>45216</c:v>
                </c:pt>
                <c:pt idx="396">
                  <c:v>45223</c:v>
                </c:pt>
                <c:pt idx="397">
                  <c:v>45230</c:v>
                </c:pt>
                <c:pt idx="398">
                  <c:v>45237</c:v>
                </c:pt>
                <c:pt idx="399">
                  <c:v>45244</c:v>
                </c:pt>
                <c:pt idx="400">
                  <c:v>45251</c:v>
                </c:pt>
                <c:pt idx="401">
                  <c:v>45258</c:v>
                </c:pt>
                <c:pt idx="402">
                  <c:v>45265</c:v>
                </c:pt>
                <c:pt idx="403">
                  <c:v>45272</c:v>
                </c:pt>
                <c:pt idx="404">
                  <c:v>45279</c:v>
                </c:pt>
                <c:pt idx="405">
                  <c:v>45286</c:v>
                </c:pt>
                <c:pt idx="406">
                  <c:v>45293</c:v>
                </c:pt>
                <c:pt idx="407">
                  <c:v>45300</c:v>
                </c:pt>
                <c:pt idx="408">
                  <c:v>45307</c:v>
                </c:pt>
                <c:pt idx="409">
                  <c:v>45314</c:v>
                </c:pt>
                <c:pt idx="410">
                  <c:v>45321</c:v>
                </c:pt>
                <c:pt idx="411">
                  <c:v>45328</c:v>
                </c:pt>
                <c:pt idx="412">
                  <c:v>45335</c:v>
                </c:pt>
                <c:pt idx="413">
                  <c:v>45342</c:v>
                </c:pt>
                <c:pt idx="414">
                  <c:v>45349</c:v>
                </c:pt>
                <c:pt idx="415">
                  <c:v>45356</c:v>
                </c:pt>
                <c:pt idx="416">
                  <c:v>45363</c:v>
                </c:pt>
                <c:pt idx="417">
                  <c:v>45370</c:v>
                </c:pt>
                <c:pt idx="418">
                  <c:v>45377</c:v>
                </c:pt>
                <c:pt idx="419">
                  <c:v>45384</c:v>
                </c:pt>
                <c:pt idx="420">
                  <c:v>45391</c:v>
                </c:pt>
                <c:pt idx="421">
                  <c:v>45398</c:v>
                </c:pt>
                <c:pt idx="422">
                  <c:v>45405</c:v>
                </c:pt>
                <c:pt idx="423">
                  <c:v>45412</c:v>
                </c:pt>
                <c:pt idx="424">
                  <c:v>45419</c:v>
                </c:pt>
                <c:pt idx="425">
                  <c:v>45426</c:v>
                </c:pt>
                <c:pt idx="426">
                  <c:v>45433</c:v>
                </c:pt>
                <c:pt idx="427">
                  <c:v>45440</c:v>
                </c:pt>
                <c:pt idx="428">
                  <c:v>45447</c:v>
                </c:pt>
                <c:pt idx="429">
                  <c:v>45454</c:v>
                </c:pt>
                <c:pt idx="430">
                  <c:v>45461</c:v>
                </c:pt>
                <c:pt idx="431">
                  <c:v>45468</c:v>
                </c:pt>
                <c:pt idx="432">
                  <c:v>45475</c:v>
                </c:pt>
                <c:pt idx="433">
                  <c:v>45482</c:v>
                </c:pt>
                <c:pt idx="434">
                  <c:v>45489</c:v>
                </c:pt>
                <c:pt idx="435">
                  <c:v>45496</c:v>
                </c:pt>
                <c:pt idx="436">
                  <c:v>45503</c:v>
                </c:pt>
                <c:pt idx="437">
                  <c:v>45510</c:v>
                </c:pt>
                <c:pt idx="438">
                  <c:v>45517</c:v>
                </c:pt>
                <c:pt idx="439">
                  <c:v>45524</c:v>
                </c:pt>
                <c:pt idx="440">
                  <c:v>45531</c:v>
                </c:pt>
                <c:pt idx="441">
                  <c:v>45538</c:v>
                </c:pt>
                <c:pt idx="442">
                  <c:v>45545</c:v>
                </c:pt>
                <c:pt idx="443">
                  <c:v>45552</c:v>
                </c:pt>
                <c:pt idx="444">
                  <c:v>45559</c:v>
                </c:pt>
                <c:pt idx="445">
                  <c:v>45566</c:v>
                </c:pt>
                <c:pt idx="446">
                  <c:v>45573</c:v>
                </c:pt>
                <c:pt idx="447">
                  <c:v>45580</c:v>
                </c:pt>
                <c:pt idx="448">
                  <c:v>45587</c:v>
                </c:pt>
                <c:pt idx="449">
                  <c:v>45594</c:v>
                </c:pt>
                <c:pt idx="450">
                  <c:v>45601</c:v>
                </c:pt>
                <c:pt idx="451">
                  <c:v>45608</c:v>
                </c:pt>
                <c:pt idx="452">
                  <c:v>45615</c:v>
                </c:pt>
                <c:pt idx="453">
                  <c:v>45622</c:v>
                </c:pt>
                <c:pt idx="454">
                  <c:v>45629</c:v>
                </c:pt>
                <c:pt idx="455">
                  <c:v>45636</c:v>
                </c:pt>
                <c:pt idx="456">
                  <c:v>45643</c:v>
                </c:pt>
                <c:pt idx="457">
                  <c:v>45650</c:v>
                </c:pt>
                <c:pt idx="458">
                  <c:v>45657</c:v>
                </c:pt>
                <c:pt idx="459">
                  <c:v>45664</c:v>
                </c:pt>
                <c:pt idx="460">
                  <c:v>45671</c:v>
                </c:pt>
                <c:pt idx="461">
                  <c:v>45678</c:v>
                </c:pt>
                <c:pt idx="462">
                  <c:v>45685</c:v>
                </c:pt>
                <c:pt idx="463">
                  <c:v>45692</c:v>
                </c:pt>
                <c:pt idx="464">
                  <c:v>45699</c:v>
                </c:pt>
                <c:pt idx="465">
                  <c:v>45706</c:v>
                </c:pt>
                <c:pt idx="466">
                  <c:v>45713</c:v>
                </c:pt>
                <c:pt idx="467">
                  <c:v>45720</c:v>
                </c:pt>
                <c:pt idx="468">
                  <c:v>45727</c:v>
                </c:pt>
                <c:pt idx="469">
                  <c:v>45734</c:v>
                </c:pt>
                <c:pt idx="470">
                  <c:v>45741</c:v>
                </c:pt>
                <c:pt idx="471">
                  <c:v>45748</c:v>
                </c:pt>
                <c:pt idx="472">
                  <c:v>45755</c:v>
                </c:pt>
                <c:pt idx="473">
                  <c:v>45762</c:v>
                </c:pt>
                <c:pt idx="474">
                  <c:v>45769</c:v>
                </c:pt>
                <c:pt idx="475">
                  <c:v>45776</c:v>
                </c:pt>
                <c:pt idx="476">
                  <c:v>45783</c:v>
                </c:pt>
                <c:pt idx="477">
                  <c:v>45790</c:v>
                </c:pt>
                <c:pt idx="478">
                  <c:v>45797</c:v>
                </c:pt>
                <c:pt idx="479">
                  <c:v>45804</c:v>
                </c:pt>
                <c:pt idx="480">
                  <c:v>45811</c:v>
                </c:pt>
                <c:pt idx="481">
                  <c:v>45818</c:v>
                </c:pt>
                <c:pt idx="482">
                  <c:v>45825</c:v>
                </c:pt>
                <c:pt idx="483">
                  <c:v>45832</c:v>
                </c:pt>
                <c:pt idx="484">
                  <c:v>45839</c:v>
                </c:pt>
                <c:pt idx="485">
                  <c:v>45846</c:v>
                </c:pt>
                <c:pt idx="486">
                  <c:v>45853</c:v>
                </c:pt>
                <c:pt idx="487">
                  <c:v>45860</c:v>
                </c:pt>
                <c:pt idx="488">
                  <c:v>45867</c:v>
                </c:pt>
                <c:pt idx="489">
                  <c:v>45874</c:v>
                </c:pt>
                <c:pt idx="490">
                  <c:v>45881</c:v>
                </c:pt>
                <c:pt idx="491">
                  <c:v>45888</c:v>
                </c:pt>
                <c:pt idx="492">
                  <c:v>45895</c:v>
                </c:pt>
                <c:pt idx="493">
                  <c:v>45902</c:v>
                </c:pt>
                <c:pt idx="494">
                  <c:v>45923</c:v>
                </c:pt>
                <c:pt idx="495">
                  <c:v>45930</c:v>
                </c:pt>
                <c:pt idx="496">
                  <c:v>45937</c:v>
                </c:pt>
                <c:pt idx="497">
                  <c:v>45944</c:v>
                </c:pt>
                <c:pt idx="498">
                  <c:v>45951</c:v>
                </c:pt>
                <c:pt idx="499">
                  <c:v>45958</c:v>
                </c:pt>
                <c:pt idx="500">
                  <c:v>45965</c:v>
                </c:pt>
                <c:pt idx="501">
                  <c:v>45971</c:v>
                </c:pt>
                <c:pt idx="502">
                  <c:v>45979</c:v>
                </c:pt>
                <c:pt idx="503">
                  <c:v>45986</c:v>
                </c:pt>
                <c:pt idx="504">
                  <c:v>45993</c:v>
                </c:pt>
                <c:pt idx="505">
                  <c:v>46000</c:v>
                </c:pt>
                <c:pt idx="506">
                  <c:v>46007</c:v>
                </c:pt>
                <c:pt idx="507">
                  <c:v>46014</c:v>
                </c:pt>
                <c:pt idx="508">
                  <c:v>46021</c:v>
                </c:pt>
                <c:pt idx="509">
                  <c:v>46028</c:v>
                </c:pt>
                <c:pt idx="510">
                  <c:v>46035</c:v>
                </c:pt>
                <c:pt idx="511">
                  <c:v>46042</c:v>
                </c:pt>
                <c:pt idx="512">
                  <c:v>46049</c:v>
                </c:pt>
                <c:pt idx="513">
                  <c:v>46056</c:v>
                </c:pt>
                <c:pt idx="514">
                  <c:v>46063</c:v>
                </c:pt>
                <c:pt idx="515">
                  <c:v>46070</c:v>
                </c:pt>
                <c:pt idx="516">
                  <c:v>46077</c:v>
                </c:pt>
                <c:pt idx="517">
                  <c:v>46084</c:v>
                </c:pt>
                <c:pt idx="518">
                  <c:v>46091</c:v>
                </c:pt>
                <c:pt idx="519">
                  <c:v>46098</c:v>
                </c:pt>
                <c:pt idx="520">
                  <c:v>46105</c:v>
                </c:pt>
                <c:pt idx="521">
                  <c:v>46112</c:v>
                </c:pt>
                <c:pt idx="522">
                  <c:v>46119</c:v>
                </c:pt>
                <c:pt idx="523">
                  <c:v>46126</c:v>
                </c:pt>
                <c:pt idx="524">
                  <c:v>46133</c:v>
                </c:pt>
                <c:pt idx="525">
                  <c:v>46140</c:v>
                </c:pt>
                <c:pt idx="526">
                  <c:v>46147</c:v>
                </c:pt>
                <c:pt idx="527">
                  <c:v>46154</c:v>
                </c:pt>
                <c:pt idx="528">
                  <c:v>46161</c:v>
                </c:pt>
                <c:pt idx="529">
                  <c:v>46168</c:v>
                </c:pt>
                <c:pt idx="530">
                  <c:v>46175</c:v>
                </c:pt>
                <c:pt idx="531">
                  <c:v>46182</c:v>
                </c:pt>
                <c:pt idx="532">
                  <c:v>46189</c:v>
                </c:pt>
                <c:pt idx="533">
                  <c:v>46196</c:v>
                </c:pt>
                <c:pt idx="534">
                  <c:v>46203</c:v>
                </c:pt>
                <c:pt idx="535">
                  <c:v>46210</c:v>
                </c:pt>
                <c:pt idx="536">
                  <c:v>46217</c:v>
                </c:pt>
                <c:pt idx="537">
                  <c:v>46224</c:v>
                </c:pt>
                <c:pt idx="538">
                  <c:v>46231</c:v>
                </c:pt>
                <c:pt idx="539">
                  <c:v>46238</c:v>
                </c:pt>
                <c:pt idx="540">
                  <c:v>46245</c:v>
                </c:pt>
              </c:numCache>
            </c:numRef>
          </c:cat>
          <c:val>
            <c:numRef>
              <c:f>Datos!$F$5:$F$545</c:f>
              <c:numCache>
                <c:formatCode>#,##0.0</c:formatCode>
                <c:ptCount val="541"/>
                <c:pt idx="0">
                  <c:v>-81.540000000000006</c:v>
                </c:pt>
                <c:pt idx="1">
                  <c:v>-63.75</c:v>
                </c:pt>
                <c:pt idx="2">
                  <c:v>-92.88</c:v>
                </c:pt>
                <c:pt idx="3">
                  <c:v>-78.7</c:v>
                </c:pt>
                <c:pt idx="4">
                  <c:v>-67.86</c:v>
                </c:pt>
                <c:pt idx="5">
                  <c:v>-58.19</c:v>
                </c:pt>
                <c:pt idx="6">
                  <c:v>-56.13</c:v>
                </c:pt>
                <c:pt idx="7">
                  <c:v>-61.06</c:v>
                </c:pt>
                <c:pt idx="8">
                  <c:v>-62.52</c:v>
                </c:pt>
                <c:pt idx="9">
                  <c:v>-58.06</c:v>
                </c:pt>
                <c:pt idx="10">
                  <c:v>-62.84</c:v>
                </c:pt>
                <c:pt idx="11">
                  <c:v>-56.64</c:v>
                </c:pt>
                <c:pt idx="12">
                  <c:v>-67.89</c:v>
                </c:pt>
                <c:pt idx="13">
                  <c:v>-65.55</c:v>
                </c:pt>
                <c:pt idx="14">
                  <c:v>-70.930000000000007</c:v>
                </c:pt>
                <c:pt idx="15">
                  <c:v>-67.33</c:v>
                </c:pt>
                <c:pt idx="16">
                  <c:v>-57.5</c:v>
                </c:pt>
                <c:pt idx="17">
                  <c:v>-55.95</c:v>
                </c:pt>
                <c:pt idx="18">
                  <c:v>-56.39</c:v>
                </c:pt>
                <c:pt idx="19">
                  <c:v>-63.97</c:v>
                </c:pt>
                <c:pt idx="20">
                  <c:v>-59.68</c:v>
                </c:pt>
                <c:pt idx="21">
                  <c:v>-59.93</c:v>
                </c:pt>
                <c:pt idx="22">
                  <c:v>-49.57</c:v>
                </c:pt>
                <c:pt idx="23">
                  <c:v>-47.86</c:v>
                </c:pt>
                <c:pt idx="24">
                  <c:v>-49.65</c:v>
                </c:pt>
                <c:pt idx="25">
                  <c:v>-70.150000000000006</c:v>
                </c:pt>
                <c:pt idx="26">
                  <c:v>-69.73</c:v>
                </c:pt>
                <c:pt idx="27">
                  <c:v>-71.290000000000006</c:v>
                </c:pt>
                <c:pt idx="28">
                  <c:v>-85.3</c:v>
                </c:pt>
                <c:pt idx="29">
                  <c:v>-78.36</c:v>
                </c:pt>
                <c:pt idx="30">
                  <c:v>-77.900000000000006</c:v>
                </c:pt>
                <c:pt idx="31">
                  <c:v>-73.77</c:v>
                </c:pt>
                <c:pt idx="32">
                  <c:v>-73.84</c:v>
                </c:pt>
                <c:pt idx="33">
                  <c:v>-78.319999999999993</c:v>
                </c:pt>
                <c:pt idx="34">
                  <c:v>-58.18</c:v>
                </c:pt>
                <c:pt idx="35">
                  <c:v>-48.6</c:v>
                </c:pt>
                <c:pt idx="36">
                  <c:v>-88.96</c:v>
                </c:pt>
                <c:pt idx="37">
                  <c:v>-89.78</c:v>
                </c:pt>
                <c:pt idx="38">
                  <c:v>-97.61</c:v>
                </c:pt>
                <c:pt idx="39">
                  <c:v>-101.43</c:v>
                </c:pt>
                <c:pt idx="40">
                  <c:v>-115.31</c:v>
                </c:pt>
                <c:pt idx="41">
                  <c:v>-122.38</c:v>
                </c:pt>
                <c:pt idx="42">
                  <c:v>-124.09</c:v>
                </c:pt>
                <c:pt idx="43">
                  <c:v>-117.4</c:v>
                </c:pt>
                <c:pt idx="44">
                  <c:v>-107.42</c:v>
                </c:pt>
                <c:pt idx="45">
                  <c:v>-107.47</c:v>
                </c:pt>
                <c:pt idx="46">
                  <c:v>-111.08</c:v>
                </c:pt>
                <c:pt idx="47">
                  <c:v>-121.8</c:v>
                </c:pt>
                <c:pt idx="48">
                  <c:v>-110.72</c:v>
                </c:pt>
                <c:pt idx="49">
                  <c:v>-114.53</c:v>
                </c:pt>
                <c:pt idx="50">
                  <c:v>-119.6</c:v>
                </c:pt>
                <c:pt idx="51">
                  <c:v>-118.17</c:v>
                </c:pt>
                <c:pt idx="52">
                  <c:v>-105.38</c:v>
                </c:pt>
                <c:pt idx="53">
                  <c:v>-95.54</c:v>
                </c:pt>
                <c:pt idx="54">
                  <c:v>-96.78</c:v>
                </c:pt>
                <c:pt idx="55">
                  <c:v>-89.07</c:v>
                </c:pt>
                <c:pt idx="56">
                  <c:v>-97.64</c:v>
                </c:pt>
                <c:pt idx="57">
                  <c:v>-82.65</c:v>
                </c:pt>
                <c:pt idx="58">
                  <c:v>-87.02</c:v>
                </c:pt>
                <c:pt idx="59">
                  <c:v>-87.72</c:v>
                </c:pt>
                <c:pt idx="60">
                  <c:v>-95.12</c:v>
                </c:pt>
                <c:pt idx="61">
                  <c:v>-86.03</c:v>
                </c:pt>
                <c:pt idx="62">
                  <c:v>-97.19</c:v>
                </c:pt>
                <c:pt idx="63">
                  <c:v>-91.79</c:v>
                </c:pt>
                <c:pt idx="64">
                  <c:v>-87.75</c:v>
                </c:pt>
                <c:pt idx="65">
                  <c:v>-89.54</c:v>
                </c:pt>
                <c:pt idx="66">
                  <c:v>-80.58</c:v>
                </c:pt>
                <c:pt idx="67">
                  <c:v>-74.400000000000006</c:v>
                </c:pt>
                <c:pt idx="68">
                  <c:v>-63.37</c:v>
                </c:pt>
                <c:pt idx="69">
                  <c:v>-76.73</c:v>
                </c:pt>
                <c:pt idx="70">
                  <c:v>-77.97</c:v>
                </c:pt>
                <c:pt idx="71">
                  <c:v>-83.2</c:v>
                </c:pt>
                <c:pt idx="72">
                  <c:v>-77.63</c:v>
                </c:pt>
                <c:pt idx="73">
                  <c:v>-84.9</c:v>
                </c:pt>
                <c:pt idx="74">
                  <c:v>-90.08</c:v>
                </c:pt>
                <c:pt idx="75">
                  <c:v>-90.79</c:v>
                </c:pt>
                <c:pt idx="76">
                  <c:v>-95.84</c:v>
                </c:pt>
                <c:pt idx="77">
                  <c:v>-90.93</c:v>
                </c:pt>
                <c:pt idx="78">
                  <c:v>-85.33</c:v>
                </c:pt>
                <c:pt idx="79">
                  <c:v>-85.62</c:v>
                </c:pt>
                <c:pt idx="80">
                  <c:v>-84.82</c:v>
                </c:pt>
                <c:pt idx="81">
                  <c:v>-81.64</c:v>
                </c:pt>
                <c:pt idx="82">
                  <c:v>-98.99</c:v>
                </c:pt>
                <c:pt idx="83">
                  <c:v>-82.82</c:v>
                </c:pt>
                <c:pt idx="84">
                  <c:v>-97.89</c:v>
                </c:pt>
                <c:pt idx="85">
                  <c:v>-89.22</c:v>
                </c:pt>
                <c:pt idx="86">
                  <c:v>-91.73</c:v>
                </c:pt>
                <c:pt idx="87">
                  <c:v>-102.56</c:v>
                </c:pt>
                <c:pt idx="88">
                  <c:v>-98.75</c:v>
                </c:pt>
                <c:pt idx="89">
                  <c:v>-111.85</c:v>
                </c:pt>
                <c:pt idx="90">
                  <c:v>-106.96</c:v>
                </c:pt>
                <c:pt idx="91">
                  <c:v>-112.21</c:v>
                </c:pt>
                <c:pt idx="92">
                  <c:v>-120.36</c:v>
                </c:pt>
                <c:pt idx="93">
                  <c:v>-116.61</c:v>
                </c:pt>
                <c:pt idx="94">
                  <c:v>-127.52</c:v>
                </c:pt>
                <c:pt idx="95">
                  <c:v>-108.26</c:v>
                </c:pt>
                <c:pt idx="96">
                  <c:v>-102.79</c:v>
                </c:pt>
                <c:pt idx="97">
                  <c:v>-106.07</c:v>
                </c:pt>
                <c:pt idx="98">
                  <c:v>-100.42</c:v>
                </c:pt>
                <c:pt idx="99">
                  <c:v>-109.66</c:v>
                </c:pt>
                <c:pt idx="100">
                  <c:v>-102.12</c:v>
                </c:pt>
                <c:pt idx="101">
                  <c:v>-129</c:v>
                </c:pt>
                <c:pt idx="102">
                  <c:v>-127.64</c:v>
                </c:pt>
                <c:pt idx="103">
                  <c:v>-111.53</c:v>
                </c:pt>
                <c:pt idx="104">
                  <c:v>-129.66999999999999</c:v>
                </c:pt>
                <c:pt idx="105">
                  <c:v>-127.36</c:v>
                </c:pt>
                <c:pt idx="106">
                  <c:v>-159.38</c:v>
                </c:pt>
                <c:pt idx="107">
                  <c:v>-144.88</c:v>
                </c:pt>
                <c:pt idx="108">
                  <c:v>-144.49</c:v>
                </c:pt>
                <c:pt idx="109">
                  <c:v>-163.44999999999999</c:v>
                </c:pt>
                <c:pt idx="110">
                  <c:v>-173.67</c:v>
                </c:pt>
                <c:pt idx="111">
                  <c:v>-174.03</c:v>
                </c:pt>
                <c:pt idx="112">
                  <c:v>-170.54</c:v>
                </c:pt>
                <c:pt idx="113">
                  <c:v>-174.02</c:v>
                </c:pt>
                <c:pt idx="114">
                  <c:v>-184.18</c:v>
                </c:pt>
                <c:pt idx="115">
                  <c:v>-167.41</c:v>
                </c:pt>
                <c:pt idx="116">
                  <c:v>-160.16999999999999</c:v>
                </c:pt>
                <c:pt idx="117">
                  <c:v>-162.44999999999999</c:v>
                </c:pt>
                <c:pt idx="118">
                  <c:v>-166.28</c:v>
                </c:pt>
                <c:pt idx="119">
                  <c:v>-190.23</c:v>
                </c:pt>
                <c:pt idx="120">
                  <c:v>-181.47</c:v>
                </c:pt>
                <c:pt idx="121">
                  <c:v>-192.03</c:v>
                </c:pt>
                <c:pt idx="122">
                  <c:v>-195.27</c:v>
                </c:pt>
                <c:pt idx="123">
                  <c:v>-200.4</c:v>
                </c:pt>
                <c:pt idx="124">
                  <c:v>-198.28</c:v>
                </c:pt>
                <c:pt idx="125">
                  <c:v>-214.75</c:v>
                </c:pt>
                <c:pt idx="126">
                  <c:v>-221.53</c:v>
                </c:pt>
                <c:pt idx="127">
                  <c:v>-207.58</c:v>
                </c:pt>
                <c:pt idx="128">
                  <c:v>-232.42</c:v>
                </c:pt>
                <c:pt idx="129">
                  <c:v>-242.84</c:v>
                </c:pt>
                <c:pt idx="130">
                  <c:v>-241.92</c:v>
                </c:pt>
                <c:pt idx="131">
                  <c:v>-242.76</c:v>
                </c:pt>
                <c:pt idx="132">
                  <c:v>-236.66</c:v>
                </c:pt>
                <c:pt idx="133">
                  <c:v>-227.1</c:v>
                </c:pt>
                <c:pt idx="134">
                  <c:v>-230.99</c:v>
                </c:pt>
                <c:pt idx="135">
                  <c:v>-224.86</c:v>
                </c:pt>
                <c:pt idx="136">
                  <c:v>-235.58</c:v>
                </c:pt>
                <c:pt idx="137">
                  <c:v>-248.82</c:v>
                </c:pt>
                <c:pt idx="138">
                  <c:v>-246.06</c:v>
                </c:pt>
                <c:pt idx="139">
                  <c:v>-259.77999999999997</c:v>
                </c:pt>
                <c:pt idx="140">
                  <c:v>-243.34</c:v>
                </c:pt>
                <c:pt idx="141">
                  <c:v>-249.55</c:v>
                </c:pt>
                <c:pt idx="142">
                  <c:v>-252.28</c:v>
                </c:pt>
                <c:pt idx="143">
                  <c:v>-267.07</c:v>
                </c:pt>
                <c:pt idx="144">
                  <c:v>-262.56</c:v>
                </c:pt>
                <c:pt idx="145">
                  <c:v>-264.18</c:v>
                </c:pt>
                <c:pt idx="146">
                  <c:v>-266.83999999999997</c:v>
                </c:pt>
                <c:pt idx="147">
                  <c:v>-284.29000000000002</c:v>
                </c:pt>
                <c:pt idx="148">
                  <c:v>-279.83</c:v>
                </c:pt>
                <c:pt idx="149">
                  <c:v>-287.36</c:v>
                </c:pt>
                <c:pt idx="150">
                  <c:v>-292.02</c:v>
                </c:pt>
                <c:pt idx="151">
                  <c:v>-304.20999999999998</c:v>
                </c:pt>
                <c:pt idx="152">
                  <c:v>-302.74</c:v>
                </c:pt>
                <c:pt idx="153">
                  <c:v>-307.11</c:v>
                </c:pt>
                <c:pt idx="154">
                  <c:v>-298.13</c:v>
                </c:pt>
                <c:pt idx="155">
                  <c:v>-292.74</c:v>
                </c:pt>
                <c:pt idx="156">
                  <c:v>-300.29000000000002</c:v>
                </c:pt>
                <c:pt idx="157">
                  <c:v>-294.47000000000003</c:v>
                </c:pt>
                <c:pt idx="158">
                  <c:v>-303.64</c:v>
                </c:pt>
                <c:pt idx="159">
                  <c:v>-295.33</c:v>
                </c:pt>
                <c:pt idx="160">
                  <c:v>-292.39999999999998</c:v>
                </c:pt>
                <c:pt idx="161">
                  <c:v>-294.47000000000003</c:v>
                </c:pt>
                <c:pt idx="162">
                  <c:v>-305.3</c:v>
                </c:pt>
                <c:pt idx="163">
                  <c:v>-310.41000000000003</c:v>
                </c:pt>
                <c:pt idx="164">
                  <c:v>-326.08999999999997</c:v>
                </c:pt>
                <c:pt idx="165">
                  <c:v>-325.25</c:v>
                </c:pt>
                <c:pt idx="166">
                  <c:v>-306.25</c:v>
                </c:pt>
                <c:pt idx="167">
                  <c:v>-311.51</c:v>
                </c:pt>
                <c:pt idx="168">
                  <c:v>-298.8</c:v>
                </c:pt>
                <c:pt idx="169">
                  <c:v>-319.69</c:v>
                </c:pt>
                <c:pt idx="170">
                  <c:v>-308.77</c:v>
                </c:pt>
                <c:pt idx="171">
                  <c:v>-310.89</c:v>
                </c:pt>
                <c:pt idx="172">
                  <c:v>-313.08999999999997</c:v>
                </c:pt>
                <c:pt idx="173">
                  <c:v>-318.83999999999997</c:v>
                </c:pt>
                <c:pt idx="174">
                  <c:v>-332.48</c:v>
                </c:pt>
                <c:pt idx="175">
                  <c:v>-340.55</c:v>
                </c:pt>
                <c:pt idx="176">
                  <c:v>-345.29</c:v>
                </c:pt>
                <c:pt idx="177">
                  <c:v>-354.31</c:v>
                </c:pt>
                <c:pt idx="178">
                  <c:v>-346.82</c:v>
                </c:pt>
                <c:pt idx="179">
                  <c:v>-317.73</c:v>
                </c:pt>
                <c:pt idx="180">
                  <c:v>-327.75</c:v>
                </c:pt>
                <c:pt idx="181">
                  <c:v>-322.75</c:v>
                </c:pt>
                <c:pt idx="182">
                  <c:v>-299.27999999999997</c:v>
                </c:pt>
                <c:pt idx="183">
                  <c:v>-301.86</c:v>
                </c:pt>
                <c:pt idx="184">
                  <c:v>-303.06</c:v>
                </c:pt>
                <c:pt idx="185">
                  <c:v>-318.52999999999997</c:v>
                </c:pt>
                <c:pt idx="186">
                  <c:v>-318.64</c:v>
                </c:pt>
                <c:pt idx="187">
                  <c:v>-312.91000000000003</c:v>
                </c:pt>
                <c:pt idx="188">
                  <c:v>-317.35000000000002</c:v>
                </c:pt>
                <c:pt idx="189">
                  <c:v>-321.25</c:v>
                </c:pt>
                <c:pt idx="190">
                  <c:v>-303.77</c:v>
                </c:pt>
                <c:pt idx="191">
                  <c:v>-309.27</c:v>
                </c:pt>
                <c:pt idx="192">
                  <c:v>-307.83999999999997</c:v>
                </c:pt>
                <c:pt idx="193">
                  <c:v>-323.19</c:v>
                </c:pt>
                <c:pt idx="194">
                  <c:v>-316.87</c:v>
                </c:pt>
                <c:pt idx="195">
                  <c:v>-317.94</c:v>
                </c:pt>
                <c:pt idx="196">
                  <c:v>-304.20999999999998</c:v>
                </c:pt>
                <c:pt idx="197">
                  <c:v>-303.44</c:v>
                </c:pt>
                <c:pt idx="198">
                  <c:v>-307.99</c:v>
                </c:pt>
                <c:pt idx="199">
                  <c:v>-307.45999999999998</c:v>
                </c:pt>
                <c:pt idx="200">
                  <c:v>-313.77</c:v>
                </c:pt>
                <c:pt idx="201">
                  <c:v>-308.5</c:v>
                </c:pt>
                <c:pt idx="202">
                  <c:v>-318.16000000000003</c:v>
                </c:pt>
                <c:pt idx="203">
                  <c:v>-318.83999999999997</c:v>
                </c:pt>
                <c:pt idx="204">
                  <c:v>-322.22000000000003</c:v>
                </c:pt>
                <c:pt idx="205">
                  <c:v>-309.02</c:v>
                </c:pt>
                <c:pt idx="206">
                  <c:v>-319.81</c:v>
                </c:pt>
                <c:pt idx="207">
                  <c:v>-292.58999999999997</c:v>
                </c:pt>
                <c:pt idx="208">
                  <c:v>-280.27</c:v>
                </c:pt>
                <c:pt idx="209">
                  <c:v>-261.08999999999997</c:v>
                </c:pt>
                <c:pt idx="210">
                  <c:v>-244.92</c:v>
                </c:pt>
                <c:pt idx="211">
                  <c:v>-235.89</c:v>
                </c:pt>
                <c:pt idx="212">
                  <c:v>-231</c:v>
                </c:pt>
                <c:pt idx="213">
                  <c:v>-232.51</c:v>
                </c:pt>
                <c:pt idx="214">
                  <c:v>-227.03</c:v>
                </c:pt>
                <c:pt idx="215">
                  <c:v>-243.66</c:v>
                </c:pt>
                <c:pt idx="216">
                  <c:v>-245.51</c:v>
                </c:pt>
                <c:pt idx="217">
                  <c:v>-246.29</c:v>
                </c:pt>
                <c:pt idx="218">
                  <c:v>-229.02</c:v>
                </c:pt>
                <c:pt idx="219">
                  <c:v>-235.18</c:v>
                </c:pt>
                <c:pt idx="220">
                  <c:v>-212.73</c:v>
                </c:pt>
                <c:pt idx="221">
                  <c:v>-217.36</c:v>
                </c:pt>
                <c:pt idx="222">
                  <c:v>-218.28</c:v>
                </c:pt>
                <c:pt idx="223">
                  <c:v>-236.25</c:v>
                </c:pt>
                <c:pt idx="224">
                  <c:v>-233.02</c:v>
                </c:pt>
                <c:pt idx="225">
                  <c:v>-235.2</c:v>
                </c:pt>
                <c:pt idx="226">
                  <c:v>-232.77</c:v>
                </c:pt>
                <c:pt idx="227">
                  <c:v>-230.72</c:v>
                </c:pt>
                <c:pt idx="228">
                  <c:v>-232.93</c:v>
                </c:pt>
                <c:pt idx="229">
                  <c:v>-231.72</c:v>
                </c:pt>
                <c:pt idx="230">
                  <c:v>-223.28</c:v>
                </c:pt>
                <c:pt idx="231">
                  <c:v>-206.7</c:v>
                </c:pt>
                <c:pt idx="232">
                  <c:v>-215.08</c:v>
                </c:pt>
                <c:pt idx="233">
                  <c:v>-220.2</c:v>
                </c:pt>
                <c:pt idx="234">
                  <c:v>-227.99</c:v>
                </c:pt>
                <c:pt idx="235">
                  <c:v>-220.28</c:v>
                </c:pt>
                <c:pt idx="236">
                  <c:v>-228.64</c:v>
                </c:pt>
                <c:pt idx="237">
                  <c:v>-222.18</c:v>
                </c:pt>
                <c:pt idx="238">
                  <c:v>-217.47</c:v>
                </c:pt>
                <c:pt idx="239">
                  <c:v>-220.08</c:v>
                </c:pt>
                <c:pt idx="240">
                  <c:v>-216.03</c:v>
                </c:pt>
                <c:pt idx="241">
                  <c:v>-210.41</c:v>
                </c:pt>
                <c:pt idx="242">
                  <c:v>-181.22</c:v>
                </c:pt>
                <c:pt idx="243">
                  <c:v>-179.66</c:v>
                </c:pt>
                <c:pt idx="244">
                  <c:v>-178.95</c:v>
                </c:pt>
                <c:pt idx="245">
                  <c:v>-188.79</c:v>
                </c:pt>
                <c:pt idx="246">
                  <c:v>-192.86</c:v>
                </c:pt>
                <c:pt idx="247">
                  <c:v>-193.02</c:v>
                </c:pt>
                <c:pt idx="248">
                  <c:v>-187.82</c:v>
                </c:pt>
                <c:pt idx="249">
                  <c:v>-198.59</c:v>
                </c:pt>
                <c:pt idx="250">
                  <c:v>-207.37</c:v>
                </c:pt>
                <c:pt idx="251">
                  <c:v>-178.94</c:v>
                </c:pt>
                <c:pt idx="252">
                  <c:v>-163.85</c:v>
                </c:pt>
                <c:pt idx="253">
                  <c:v>-169.58</c:v>
                </c:pt>
                <c:pt idx="254">
                  <c:v>-153.61000000000001</c:v>
                </c:pt>
                <c:pt idx="255">
                  <c:v>-135.29</c:v>
                </c:pt>
                <c:pt idx="256">
                  <c:v>-123.42</c:v>
                </c:pt>
                <c:pt idx="257">
                  <c:v>-118.45</c:v>
                </c:pt>
                <c:pt idx="258">
                  <c:v>-82.27</c:v>
                </c:pt>
                <c:pt idx="259">
                  <c:v>-68.790000000000006</c:v>
                </c:pt>
                <c:pt idx="260">
                  <c:v>-63.85</c:v>
                </c:pt>
                <c:pt idx="261">
                  <c:v>-61.86</c:v>
                </c:pt>
                <c:pt idx="262">
                  <c:v>-83.49</c:v>
                </c:pt>
                <c:pt idx="263">
                  <c:v>-70.06</c:v>
                </c:pt>
                <c:pt idx="264">
                  <c:v>-78.180000000000007</c:v>
                </c:pt>
                <c:pt idx="265">
                  <c:v>-64.69</c:v>
                </c:pt>
                <c:pt idx="266">
                  <c:v>-70.260000000000005</c:v>
                </c:pt>
                <c:pt idx="267">
                  <c:v>-51.12</c:v>
                </c:pt>
                <c:pt idx="268">
                  <c:v>-37.9</c:v>
                </c:pt>
                <c:pt idx="269">
                  <c:v>-45.81</c:v>
                </c:pt>
                <c:pt idx="270">
                  <c:v>-40.86</c:v>
                </c:pt>
                <c:pt idx="271">
                  <c:v>-38.94</c:v>
                </c:pt>
                <c:pt idx="272">
                  <c:v>-43.61</c:v>
                </c:pt>
                <c:pt idx="273">
                  <c:v>-72.69</c:v>
                </c:pt>
                <c:pt idx="274">
                  <c:v>-63.66</c:v>
                </c:pt>
                <c:pt idx="275">
                  <c:v>-57.81</c:v>
                </c:pt>
                <c:pt idx="276">
                  <c:v>-59.76</c:v>
                </c:pt>
                <c:pt idx="277">
                  <c:v>-78.97</c:v>
                </c:pt>
                <c:pt idx="278">
                  <c:v>-78.69</c:v>
                </c:pt>
                <c:pt idx="279">
                  <c:v>-94</c:v>
                </c:pt>
                <c:pt idx="280">
                  <c:v>-91.32</c:v>
                </c:pt>
                <c:pt idx="281">
                  <c:v>-99.44</c:v>
                </c:pt>
                <c:pt idx="282">
                  <c:v>-102.37</c:v>
                </c:pt>
                <c:pt idx="283">
                  <c:v>-116.21</c:v>
                </c:pt>
                <c:pt idx="284">
                  <c:v>-112.26</c:v>
                </c:pt>
                <c:pt idx="285">
                  <c:v>-120.73</c:v>
                </c:pt>
                <c:pt idx="286">
                  <c:v>-119.1</c:v>
                </c:pt>
                <c:pt idx="287">
                  <c:v>-113.61</c:v>
                </c:pt>
                <c:pt idx="288">
                  <c:v>-96.94</c:v>
                </c:pt>
                <c:pt idx="289">
                  <c:v>-75.17</c:v>
                </c:pt>
                <c:pt idx="290">
                  <c:v>-49.65</c:v>
                </c:pt>
                <c:pt idx="291">
                  <c:v>-49.67</c:v>
                </c:pt>
                <c:pt idx="292">
                  <c:v>-70.58</c:v>
                </c:pt>
                <c:pt idx="293">
                  <c:v>-74.39</c:v>
                </c:pt>
                <c:pt idx="294">
                  <c:v>-90.81</c:v>
                </c:pt>
                <c:pt idx="295">
                  <c:v>-84.36</c:v>
                </c:pt>
                <c:pt idx="296">
                  <c:v>-88.39</c:v>
                </c:pt>
                <c:pt idx="297">
                  <c:v>-131.18</c:v>
                </c:pt>
                <c:pt idx="298">
                  <c:v>-133.65</c:v>
                </c:pt>
                <c:pt idx="299">
                  <c:v>-138.18</c:v>
                </c:pt>
                <c:pt idx="300">
                  <c:v>-148.62</c:v>
                </c:pt>
                <c:pt idx="301">
                  <c:v>-154.84</c:v>
                </c:pt>
                <c:pt idx="302">
                  <c:v>-139.91</c:v>
                </c:pt>
                <c:pt idx="303">
                  <c:v>-123.32</c:v>
                </c:pt>
                <c:pt idx="304">
                  <c:v>-113.02</c:v>
                </c:pt>
                <c:pt idx="305">
                  <c:v>-122.6</c:v>
                </c:pt>
                <c:pt idx="306">
                  <c:v>-107.41</c:v>
                </c:pt>
                <c:pt idx="307">
                  <c:v>-97.97</c:v>
                </c:pt>
                <c:pt idx="308">
                  <c:v>-103.47</c:v>
                </c:pt>
                <c:pt idx="309">
                  <c:v>-132.13999999999999</c:v>
                </c:pt>
                <c:pt idx="310">
                  <c:v>-143.41999999999999</c:v>
                </c:pt>
                <c:pt idx="311">
                  <c:v>-153.56</c:v>
                </c:pt>
                <c:pt idx="312">
                  <c:v>-140.6</c:v>
                </c:pt>
                <c:pt idx="313">
                  <c:v>-117.69</c:v>
                </c:pt>
                <c:pt idx="314">
                  <c:v>-153.66</c:v>
                </c:pt>
                <c:pt idx="315">
                  <c:v>-143.81</c:v>
                </c:pt>
                <c:pt idx="316">
                  <c:v>-141.24</c:v>
                </c:pt>
                <c:pt idx="317">
                  <c:v>-147.83000000000001</c:v>
                </c:pt>
                <c:pt idx="318">
                  <c:v>-155.01</c:v>
                </c:pt>
                <c:pt idx="319">
                  <c:v>-163.1</c:v>
                </c:pt>
                <c:pt idx="320">
                  <c:v>-155.68</c:v>
                </c:pt>
                <c:pt idx="321">
                  <c:v>-175.41</c:v>
                </c:pt>
                <c:pt idx="322">
                  <c:v>-187.18</c:v>
                </c:pt>
                <c:pt idx="323">
                  <c:v>-188.63</c:v>
                </c:pt>
                <c:pt idx="324">
                  <c:v>-186.37</c:v>
                </c:pt>
                <c:pt idx="325">
                  <c:v>-167.79</c:v>
                </c:pt>
                <c:pt idx="326">
                  <c:v>-157.13</c:v>
                </c:pt>
                <c:pt idx="327">
                  <c:v>-171.83</c:v>
                </c:pt>
                <c:pt idx="328">
                  <c:v>-185.53</c:v>
                </c:pt>
                <c:pt idx="329">
                  <c:v>-184.65</c:v>
                </c:pt>
                <c:pt idx="330">
                  <c:v>-197.14</c:v>
                </c:pt>
                <c:pt idx="331">
                  <c:v>-210.38</c:v>
                </c:pt>
                <c:pt idx="332">
                  <c:v>-235.26</c:v>
                </c:pt>
                <c:pt idx="333">
                  <c:v>-242.42</c:v>
                </c:pt>
                <c:pt idx="334">
                  <c:v>-247.37</c:v>
                </c:pt>
                <c:pt idx="335">
                  <c:v>-251.87</c:v>
                </c:pt>
                <c:pt idx="336">
                  <c:v>-254.91</c:v>
                </c:pt>
                <c:pt idx="337">
                  <c:v>-239.94</c:v>
                </c:pt>
                <c:pt idx="338">
                  <c:v>-244.15</c:v>
                </c:pt>
                <c:pt idx="339">
                  <c:v>-233.44</c:v>
                </c:pt>
                <c:pt idx="340">
                  <c:v>-263</c:v>
                </c:pt>
                <c:pt idx="341">
                  <c:v>-273.82</c:v>
                </c:pt>
                <c:pt idx="342">
                  <c:v>-273.67</c:v>
                </c:pt>
                <c:pt idx="343">
                  <c:v>-281.58</c:v>
                </c:pt>
                <c:pt idx="344">
                  <c:v>-285.3</c:v>
                </c:pt>
                <c:pt idx="345">
                  <c:v>-304.77</c:v>
                </c:pt>
                <c:pt idx="346">
                  <c:v>-295.16000000000003</c:v>
                </c:pt>
                <c:pt idx="347">
                  <c:v>-296.94</c:v>
                </c:pt>
                <c:pt idx="348">
                  <c:v>-315.83999999999997</c:v>
                </c:pt>
                <c:pt idx="349">
                  <c:v>-318.44</c:v>
                </c:pt>
                <c:pt idx="350">
                  <c:v>-314.33999999999997</c:v>
                </c:pt>
                <c:pt idx="351">
                  <c:v>-326.7</c:v>
                </c:pt>
                <c:pt idx="352">
                  <c:v>-330.6</c:v>
                </c:pt>
                <c:pt idx="353">
                  <c:v>-339.44</c:v>
                </c:pt>
                <c:pt idx="354">
                  <c:v>-340.1</c:v>
                </c:pt>
                <c:pt idx="355">
                  <c:v>-326</c:v>
                </c:pt>
                <c:pt idx="356">
                  <c:v>-356.01</c:v>
                </c:pt>
                <c:pt idx="357">
                  <c:v>-357.45</c:v>
                </c:pt>
                <c:pt idx="358">
                  <c:v>-366.83</c:v>
                </c:pt>
                <c:pt idx="359">
                  <c:v>-374.52</c:v>
                </c:pt>
                <c:pt idx="360">
                  <c:v>-373.38</c:v>
                </c:pt>
                <c:pt idx="361">
                  <c:v>-350.06</c:v>
                </c:pt>
                <c:pt idx="362">
                  <c:v>-348.31</c:v>
                </c:pt>
                <c:pt idx="363">
                  <c:v>-343.45</c:v>
                </c:pt>
                <c:pt idx="364">
                  <c:v>-348.38</c:v>
                </c:pt>
                <c:pt idx="365">
                  <c:v>-360.63</c:v>
                </c:pt>
                <c:pt idx="366">
                  <c:v>-360.72</c:v>
                </c:pt>
                <c:pt idx="367">
                  <c:v>-363.88</c:v>
                </c:pt>
                <c:pt idx="368">
                  <c:v>-392.83</c:v>
                </c:pt>
                <c:pt idx="369">
                  <c:v>-405.04</c:v>
                </c:pt>
                <c:pt idx="370">
                  <c:v>-406.36</c:v>
                </c:pt>
                <c:pt idx="371">
                  <c:v>-425.39</c:v>
                </c:pt>
                <c:pt idx="372">
                  <c:v>-438.91</c:v>
                </c:pt>
                <c:pt idx="373">
                  <c:v>-444.97</c:v>
                </c:pt>
                <c:pt idx="374">
                  <c:v>-436.62</c:v>
                </c:pt>
                <c:pt idx="375">
                  <c:v>-436.28</c:v>
                </c:pt>
                <c:pt idx="376">
                  <c:v>-435.29</c:v>
                </c:pt>
                <c:pt idx="377">
                  <c:v>-432.22</c:v>
                </c:pt>
                <c:pt idx="378">
                  <c:v>-434.25</c:v>
                </c:pt>
                <c:pt idx="379">
                  <c:v>-448.65</c:v>
                </c:pt>
                <c:pt idx="380">
                  <c:v>-456.01</c:v>
                </c:pt>
                <c:pt idx="381">
                  <c:v>-440.79</c:v>
                </c:pt>
                <c:pt idx="382">
                  <c:v>-442.84</c:v>
                </c:pt>
                <c:pt idx="383">
                  <c:v>-452.21</c:v>
                </c:pt>
                <c:pt idx="384">
                  <c:v>-468.08</c:v>
                </c:pt>
                <c:pt idx="385">
                  <c:v>-461.43</c:v>
                </c:pt>
                <c:pt idx="386">
                  <c:v>-468.59</c:v>
                </c:pt>
                <c:pt idx="387">
                  <c:v>-478.62</c:v>
                </c:pt>
                <c:pt idx="388">
                  <c:v>-480.63</c:v>
                </c:pt>
                <c:pt idx="389">
                  <c:v>-484.79</c:v>
                </c:pt>
                <c:pt idx="390">
                  <c:v>-479.43</c:v>
                </c:pt>
                <c:pt idx="391">
                  <c:v>-476.53</c:v>
                </c:pt>
                <c:pt idx="392">
                  <c:v>-485.58</c:v>
                </c:pt>
                <c:pt idx="393">
                  <c:v>-489.66</c:v>
                </c:pt>
                <c:pt idx="394">
                  <c:v>-485.3</c:v>
                </c:pt>
                <c:pt idx="395">
                  <c:v>-492.98</c:v>
                </c:pt>
                <c:pt idx="396">
                  <c:v>-481.41</c:v>
                </c:pt>
                <c:pt idx="397">
                  <c:v>-510.5</c:v>
                </c:pt>
                <c:pt idx="398">
                  <c:v>-500.99</c:v>
                </c:pt>
                <c:pt idx="399">
                  <c:v>-506.44</c:v>
                </c:pt>
                <c:pt idx="400">
                  <c:v>-505.51</c:v>
                </c:pt>
                <c:pt idx="401">
                  <c:v>-481.02</c:v>
                </c:pt>
                <c:pt idx="402">
                  <c:v>-480.8</c:v>
                </c:pt>
                <c:pt idx="403">
                  <c:v>-478.02</c:v>
                </c:pt>
                <c:pt idx="404">
                  <c:v>-488.25</c:v>
                </c:pt>
                <c:pt idx="405">
                  <c:v>-496.09</c:v>
                </c:pt>
                <c:pt idx="406">
                  <c:v>-517.1</c:v>
                </c:pt>
                <c:pt idx="407">
                  <c:v>-502.56</c:v>
                </c:pt>
                <c:pt idx="408">
                  <c:v>-503.35</c:v>
                </c:pt>
                <c:pt idx="409">
                  <c:v>-505.35</c:v>
                </c:pt>
                <c:pt idx="410">
                  <c:v>-524.66</c:v>
                </c:pt>
                <c:pt idx="411">
                  <c:v>-522.19000000000005</c:v>
                </c:pt>
                <c:pt idx="412">
                  <c:v>-497.61</c:v>
                </c:pt>
                <c:pt idx="413">
                  <c:v>-480.34</c:v>
                </c:pt>
                <c:pt idx="414">
                  <c:v>-457.09</c:v>
                </c:pt>
                <c:pt idx="415">
                  <c:v>-452.25</c:v>
                </c:pt>
                <c:pt idx="416">
                  <c:v>-450.87</c:v>
                </c:pt>
                <c:pt idx="417">
                  <c:v>-446.15</c:v>
                </c:pt>
                <c:pt idx="418">
                  <c:v>-446.83</c:v>
                </c:pt>
                <c:pt idx="419">
                  <c:v>-459.47</c:v>
                </c:pt>
                <c:pt idx="420">
                  <c:v>-449.43</c:v>
                </c:pt>
                <c:pt idx="421">
                  <c:v>-454.89</c:v>
                </c:pt>
                <c:pt idx="422">
                  <c:v>-463.51</c:v>
                </c:pt>
                <c:pt idx="423">
                  <c:v>-479.69</c:v>
                </c:pt>
                <c:pt idx="424">
                  <c:v>-497.17</c:v>
                </c:pt>
                <c:pt idx="425">
                  <c:v>-507.34</c:v>
                </c:pt>
                <c:pt idx="426">
                  <c:v>-522.79999999999995</c:v>
                </c:pt>
                <c:pt idx="427">
                  <c:v>-509.83</c:v>
                </c:pt>
                <c:pt idx="428">
                  <c:v>-523.33000000000004</c:v>
                </c:pt>
                <c:pt idx="429">
                  <c:v>-509.85</c:v>
                </c:pt>
                <c:pt idx="430">
                  <c:v>-521.21</c:v>
                </c:pt>
                <c:pt idx="431">
                  <c:v>-533.25</c:v>
                </c:pt>
                <c:pt idx="432">
                  <c:v>-540.92999999999995</c:v>
                </c:pt>
                <c:pt idx="433">
                  <c:v>-540.57000000000005</c:v>
                </c:pt>
                <c:pt idx="434">
                  <c:v>-576.11</c:v>
                </c:pt>
                <c:pt idx="435">
                  <c:v>-579.17999999999995</c:v>
                </c:pt>
                <c:pt idx="436">
                  <c:v>-610.23</c:v>
                </c:pt>
                <c:pt idx="437">
                  <c:v>-629.16</c:v>
                </c:pt>
                <c:pt idx="438">
                  <c:v>-655.9</c:v>
                </c:pt>
                <c:pt idx="439">
                  <c:v>-665.85</c:v>
                </c:pt>
                <c:pt idx="440">
                  <c:v>-613.04999999999995</c:v>
                </c:pt>
                <c:pt idx="441">
                  <c:v>-624.66999999999996</c:v>
                </c:pt>
                <c:pt idx="442">
                  <c:v>-625.33000000000004</c:v>
                </c:pt>
                <c:pt idx="443">
                  <c:v>-651.41</c:v>
                </c:pt>
                <c:pt idx="444">
                  <c:v>-647.15</c:v>
                </c:pt>
                <c:pt idx="445">
                  <c:v>-659.71</c:v>
                </c:pt>
                <c:pt idx="446">
                  <c:v>-653.22</c:v>
                </c:pt>
                <c:pt idx="447">
                  <c:v>-648.23</c:v>
                </c:pt>
                <c:pt idx="448">
                  <c:v>-645.9</c:v>
                </c:pt>
                <c:pt idx="449">
                  <c:v>-652.30999999999995</c:v>
                </c:pt>
                <c:pt idx="450">
                  <c:v>-639.26</c:v>
                </c:pt>
                <c:pt idx="451">
                  <c:v>-634.21</c:v>
                </c:pt>
                <c:pt idx="452">
                  <c:v>-615.83000000000004</c:v>
                </c:pt>
                <c:pt idx="453">
                  <c:v>-589.95000000000005</c:v>
                </c:pt>
                <c:pt idx="454">
                  <c:v>-590.03</c:v>
                </c:pt>
                <c:pt idx="455">
                  <c:v>-583.66</c:v>
                </c:pt>
                <c:pt idx="456">
                  <c:v>-572.49</c:v>
                </c:pt>
                <c:pt idx="457">
                  <c:v>-555.12</c:v>
                </c:pt>
                <c:pt idx="458">
                  <c:v>-566.79999999999995</c:v>
                </c:pt>
                <c:pt idx="459">
                  <c:v>-546.26</c:v>
                </c:pt>
                <c:pt idx="460">
                  <c:v>-526.41999999999996</c:v>
                </c:pt>
                <c:pt idx="461">
                  <c:v>-529.35</c:v>
                </c:pt>
                <c:pt idx="462">
                  <c:v>-552.24</c:v>
                </c:pt>
                <c:pt idx="463">
                  <c:v>-570.70000000000005</c:v>
                </c:pt>
                <c:pt idx="464">
                  <c:v>-565.15</c:v>
                </c:pt>
                <c:pt idx="465">
                  <c:v>-537</c:v>
                </c:pt>
                <c:pt idx="466">
                  <c:v>-525.19000000000005</c:v>
                </c:pt>
                <c:pt idx="467">
                  <c:v>-556.23</c:v>
                </c:pt>
                <c:pt idx="468">
                  <c:v>-554.71</c:v>
                </c:pt>
                <c:pt idx="469">
                  <c:v>-568.51</c:v>
                </c:pt>
                <c:pt idx="470">
                  <c:v>-564.62</c:v>
                </c:pt>
                <c:pt idx="471">
                  <c:v>-594.79999999999995</c:v>
                </c:pt>
                <c:pt idx="472">
                  <c:v>-625.38</c:v>
                </c:pt>
                <c:pt idx="473">
                  <c:v>-622.78</c:v>
                </c:pt>
                <c:pt idx="474">
                  <c:v>-633.88</c:v>
                </c:pt>
                <c:pt idx="475">
                  <c:v>-644.84</c:v>
                </c:pt>
                <c:pt idx="476">
                  <c:v>-675.36</c:v>
                </c:pt>
                <c:pt idx="477">
                  <c:v>-664.58</c:v>
                </c:pt>
                <c:pt idx="478">
                  <c:v>-667.14</c:v>
                </c:pt>
                <c:pt idx="479">
                  <c:v>-630.04999999999995</c:v>
                </c:pt>
                <c:pt idx="480">
                  <c:v>-630.62</c:v>
                </c:pt>
                <c:pt idx="481">
                  <c:v>-623.15</c:v>
                </c:pt>
                <c:pt idx="482">
                  <c:v>-624.02</c:v>
                </c:pt>
                <c:pt idx="483">
                  <c:v>-631.13</c:v>
                </c:pt>
                <c:pt idx="484">
                  <c:v>-643.91999999999996</c:v>
                </c:pt>
                <c:pt idx="485">
                  <c:v>-650.36</c:v>
                </c:pt>
                <c:pt idx="486">
                  <c:v>-641.33000000000004</c:v>
                </c:pt>
                <c:pt idx="487">
                  <c:v>-625.37</c:v>
                </c:pt>
                <c:pt idx="488">
                  <c:v>-649.63</c:v>
                </c:pt>
                <c:pt idx="489">
                  <c:v>-656.34</c:v>
                </c:pt>
                <c:pt idx="490">
                  <c:v>-668.05</c:v>
                </c:pt>
                <c:pt idx="491">
                  <c:v>-678.39</c:v>
                </c:pt>
                <c:pt idx="492">
                  <c:v>-682.34</c:v>
                </c:pt>
                <c:pt idx="493">
                  <c:v>-709.9</c:v>
                </c:pt>
                <c:pt idx="494">
                  <c:v>-674.85</c:v>
                </c:pt>
                <c:pt idx="495">
                  <c:v>-660.79</c:v>
                </c:pt>
                <c:pt idx="496">
                  <c:v>-677.99</c:v>
                </c:pt>
                <c:pt idx="497">
                  <c:v>-672.36</c:v>
                </c:pt>
                <c:pt idx="498">
                  <c:v>-687.25</c:v>
                </c:pt>
                <c:pt idx="499">
                  <c:v>-690.03</c:v>
                </c:pt>
                <c:pt idx="500">
                  <c:v>-694.55</c:v>
                </c:pt>
                <c:pt idx="501">
                  <c:v>-694.05</c:v>
                </c:pt>
                <c:pt idx="502">
                  <c:v>-700.46</c:v>
                </c:pt>
                <c:pt idx="503">
                  <c:v>-681.45</c:v>
                </c:pt>
                <c:pt idx="504">
                  <c:v>-688.06</c:v>
                </c:pt>
                <c:pt idx="505">
                  <c:v>-689.62</c:v>
                </c:pt>
                <c:pt idx="506">
                  <c:v>-681.6</c:v>
                </c:pt>
                <c:pt idx="507">
                  <c:v>-670.05</c:v>
                </c:pt>
                <c:pt idx="508">
                  <c:v>-677.06</c:v>
                </c:pt>
                <c:pt idx="509">
                  <c:v>-673.63</c:v>
                </c:pt>
                <c:pt idx="510">
                  <c:v>-672.3</c:v>
                </c:pt>
                <c:pt idx="511">
                  <c:v>-659.31</c:v>
                </c:pt>
                <c:pt idx="512">
                  <c:v>-658.32</c:v>
                </c:pt>
                <c:pt idx="513">
                  <c:v>-647.04999999999995</c:v>
                </c:pt>
                <c:pt idx="514">
                  <c:v>-639.08000000000004</c:v>
                </c:pt>
                <c:pt idx="515">
                  <c:v>-653.79999999999995</c:v>
                </c:pt>
                <c:pt idx="516">
                  <c:v>-633.66999999999996</c:v>
                </c:pt>
                <c:pt idx="517">
                  <c:v>-624.69000000000005</c:v>
                </c:pt>
                <c:pt idx="518">
                  <c:v>-637.22</c:v>
                </c:pt>
                <c:pt idx="519">
                  <c:v>-636.04</c:v>
                </c:pt>
                <c:pt idx="520">
                  <c:v>-621.1</c:v>
                </c:pt>
                <c:pt idx="521">
                  <c:v>-608.44000000000005</c:v>
                </c:pt>
                <c:pt idx="522">
                  <c:v>-609.6</c:v>
                </c:pt>
                <c:pt idx="523">
                  <c:v>-618.53</c:v>
                </c:pt>
                <c:pt idx="524">
                  <c:v>-612.82000000000005</c:v>
                </c:pt>
                <c:pt idx="525">
                  <c:v>-617.70000000000005</c:v>
                </c:pt>
                <c:pt idx="526">
                  <c:v>-624.58000000000004</c:v>
                </c:pt>
                <c:pt idx="527">
                  <c:v>-611.20000000000005</c:v>
                </c:pt>
                <c:pt idx="528">
                  <c:v>-618.25</c:v>
                </c:pt>
                <c:pt idx="529">
                  <c:v>-601.67999999999995</c:v>
                </c:pt>
                <c:pt idx="530">
                  <c:v>-613.76</c:v>
                </c:pt>
                <c:pt idx="531">
                  <c:v>-614.15</c:v>
                </c:pt>
                <c:pt idx="532">
                  <c:v>-626.6</c:v>
                </c:pt>
                <c:pt idx="533">
                  <c:v>-617.45000000000005</c:v>
                </c:pt>
                <c:pt idx="534">
                  <c:v>-621.54</c:v>
                </c:pt>
                <c:pt idx="535">
                  <c:v>-637.57000000000005</c:v>
                </c:pt>
                <c:pt idx="536">
                  <c:v>-643.71</c:v>
                </c:pt>
                <c:pt idx="537">
                  <c:v>-641.72</c:v>
                </c:pt>
                <c:pt idx="538">
                  <c:v>-643.47</c:v>
                </c:pt>
                <c:pt idx="539">
                  <c:v>-648.78</c:v>
                </c:pt>
                <c:pt idx="540">
                  <c:v>-631.29</c:v>
                </c:pt>
              </c:numCache>
            </c:numRef>
          </c:val>
          <c:smooth val="0"/>
          <c:extLst>
            <c:ext xmlns:c16="http://schemas.microsoft.com/office/drawing/2014/chart" uri="{C3380CC4-5D6E-409C-BE32-E72D297353CC}">
              <c16:uniqueId val="{00000001-B8EB-4536-9661-1B0021A09D14}"/>
            </c:ext>
          </c:extLst>
        </c:ser>
        <c:dLbls>
          <c:showLegendKey val="0"/>
          <c:showVal val="0"/>
          <c:showCatName val="0"/>
          <c:showSerName val="0"/>
          <c:showPercent val="0"/>
          <c:showBubbleSize val="0"/>
        </c:dLbls>
        <c:marker val="1"/>
        <c:smooth val="0"/>
        <c:axId val="663399791"/>
        <c:axId val="663407951"/>
      </c:lineChart>
      <c:dateAx>
        <c:axId val="24394894"/>
        <c:scaling>
          <c:orientation val="minMax"/>
        </c:scaling>
        <c:delete val="0"/>
        <c:axPos val="b"/>
        <c:numFmt formatCode="yyyy" sourceLinked="0"/>
        <c:majorTickMark val="none"/>
        <c:minorTickMark val="none"/>
        <c:tickLblPos val="nextTo"/>
        <c:spPr>
          <a:ln w="9360">
            <a:solidFill>
              <a:srgbClr val="878787"/>
            </a:solidFill>
            <a:round/>
          </a:ln>
        </c:spPr>
        <c:txPr>
          <a:bodyPr/>
          <a:lstStyle/>
          <a:p>
            <a:pPr>
              <a:defRPr sz="900"/>
            </a:pPr>
            <a:endParaRPr lang="es-PE"/>
          </a:p>
        </c:txPr>
        <c:crossAx val="98192222"/>
        <c:crosses val="autoZero"/>
        <c:auto val="1"/>
        <c:lblOffset val="100"/>
        <c:baseTimeUnit val="days"/>
        <c:majorUnit val="12"/>
        <c:majorTimeUnit val="months"/>
      </c:dateAx>
      <c:valAx>
        <c:axId val="98192222"/>
        <c:scaling>
          <c:orientation val="minMax"/>
        </c:scaling>
        <c:delete val="0"/>
        <c:axPos val="l"/>
        <c:title>
          <c:tx>
            <c:rich>
              <a:bodyPr rot="-5400000"/>
              <a:lstStyle/>
              <a:p>
                <a:pPr>
                  <a:defRPr/>
                </a:pPr>
                <a:r>
                  <a:rPr lang="es-PE"/>
                  <a:t>$bn</a:t>
                </a:r>
              </a:p>
            </c:rich>
          </c:tx>
          <c:overlay val="0"/>
          <c:spPr>
            <a:noFill/>
            <a:ln w="0">
              <a:noFill/>
            </a:ln>
          </c:spPr>
        </c:title>
        <c:numFmt formatCode="#,##0" sourceLinked="0"/>
        <c:majorTickMark val="none"/>
        <c:minorTickMark val="none"/>
        <c:tickLblPos val="nextTo"/>
        <c:spPr>
          <a:ln w="9360">
            <a:solidFill>
              <a:srgbClr val="878787"/>
            </a:solidFill>
            <a:round/>
          </a:ln>
        </c:spPr>
        <c:txPr>
          <a:bodyPr/>
          <a:lstStyle/>
          <a:p>
            <a:pPr>
              <a:defRPr sz="900"/>
            </a:pPr>
            <a:endParaRPr lang="es-PE"/>
          </a:p>
        </c:txPr>
        <c:crossAx val="24394894"/>
        <c:crosses val="autoZero"/>
        <c:crossBetween val="between"/>
      </c:valAx>
      <c:valAx>
        <c:axId val="663407951"/>
        <c:scaling>
          <c:orientation val="maxMin"/>
          <c:min val="-1000"/>
        </c:scaling>
        <c:delete val="0"/>
        <c:axPos val="r"/>
        <c:numFmt formatCode="#,##0" sourceLinked="0"/>
        <c:majorTickMark val="out"/>
        <c:minorTickMark val="none"/>
        <c:tickLblPos val="nextTo"/>
        <c:txPr>
          <a:bodyPr/>
          <a:lstStyle/>
          <a:p>
            <a:pPr>
              <a:defRPr sz="900"/>
            </a:pPr>
            <a:endParaRPr lang="es-PE"/>
          </a:p>
        </c:txPr>
        <c:crossAx val="663399791"/>
        <c:crosses val="max"/>
        <c:crossBetween val="between"/>
      </c:valAx>
      <c:dateAx>
        <c:axId val="663399791"/>
        <c:scaling>
          <c:orientation val="minMax"/>
        </c:scaling>
        <c:delete val="1"/>
        <c:axPos val="t"/>
        <c:numFmt formatCode="yyyy\-mm\-dd" sourceLinked="1"/>
        <c:majorTickMark val="out"/>
        <c:minorTickMark val="none"/>
        <c:tickLblPos val="nextTo"/>
        <c:crossAx val="663407951"/>
        <c:crosses val="autoZero"/>
        <c:auto val="1"/>
        <c:lblOffset val="100"/>
        <c:baseTimeUnit val="days"/>
      </c:dateAx>
      <c:spPr>
        <a:noFill/>
        <a:ln w="0">
          <a:noFill/>
        </a:ln>
      </c:spPr>
    </c:plotArea>
    <c:legend>
      <c:legendPos val="r"/>
      <c:layout>
        <c:manualLayout>
          <c:xMode val="edge"/>
          <c:yMode val="edge"/>
          <c:x val="0.16724378712777857"/>
          <c:y val="0.2438524840665233"/>
          <c:w val="0.36124748694691733"/>
          <c:h val="0.18429066075436584"/>
        </c:manualLayout>
      </c:layout>
      <c:overlay val="0"/>
      <c:spPr>
        <a:noFill/>
        <a:ln w="0">
          <a:noFill/>
        </a:ln>
      </c:spPr>
      <c:txPr>
        <a:bodyPr/>
        <a:lstStyle/>
        <a:p>
          <a:pPr>
            <a:defRPr sz="900"/>
          </a:pPr>
          <a:endParaRPr lang="es-PE"/>
        </a:p>
      </c:txPr>
    </c:legend>
    <c:plotVisOnly val="1"/>
    <c:dispBlanksAs val="gap"/>
    <c:showDLblsOverMax val="1"/>
  </c:chart>
  <c:spPr>
    <a:solidFill>
      <a:srgbClr val="FFFFFF"/>
    </a:solidFill>
    <a:ln w="9360">
      <a:noFill/>
      <a:round/>
    </a:ln>
  </c:spPr>
  <c:txPr>
    <a:bodyPr/>
    <a:lstStyle/>
    <a:p>
      <a:pPr>
        <a:defRPr>
          <a:solidFill>
            <a:srgbClr val="000000"/>
          </a:solidFill>
          <a:latin typeface="Trebuchet MS" panose="020B0603020202020204" pitchFamily="34" charset="0"/>
        </a:defRPr>
      </a:pPr>
      <a:endParaRPr lang="es-PE"/>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s-PE" sz="1100" dirty="0" err="1"/>
              <a:t>Asset</a:t>
            </a:r>
            <a:r>
              <a:rPr lang="es-PE" sz="1100" dirty="0"/>
              <a:t> manager futures </a:t>
            </a:r>
            <a:r>
              <a:rPr lang="es-PE" sz="1100" dirty="0" err="1"/>
              <a:t>positioning</a:t>
            </a:r>
            <a:r>
              <a:rPr lang="es-PE" sz="1100" dirty="0"/>
              <a:t> in 10y </a:t>
            </a:r>
            <a:r>
              <a:rPr lang="es-PE" sz="1100" dirty="0" err="1"/>
              <a:t>equivalents</a:t>
            </a:r>
            <a:r>
              <a:rPr lang="es-PE" sz="1100" dirty="0"/>
              <a:t> ($</a:t>
            </a:r>
            <a:r>
              <a:rPr lang="es-PE" sz="1100" dirty="0" err="1"/>
              <a:t>bn</a:t>
            </a:r>
            <a:r>
              <a:rPr lang="es-PE" sz="1100" dirty="0"/>
              <a:t>)</a:t>
            </a:r>
          </a:p>
        </c:rich>
      </c:tx>
      <c:layout>
        <c:manualLayout>
          <c:xMode val="edge"/>
          <c:yMode val="edge"/>
          <c:x val="0.15043833287786693"/>
          <c:y val="3.490353432638927E-2"/>
        </c:manualLayout>
      </c:layout>
      <c:overlay val="0"/>
      <c:spPr>
        <a:noFill/>
        <a:ln w="0">
          <a:noFill/>
        </a:ln>
      </c:spPr>
    </c:title>
    <c:autoTitleDeleted val="0"/>
    <c:plotArea>
      <c:layout>
        <c:manualLayout>
          <c:layoutTarget val="inner"/>
          <c:xMode val="edge"/>
          <c:yMode val="edge"/>
          <c:x val="0.11486921323312187"/>
          <c:y val="0.14846749681886123"/>
          <c:w val="0.88373271903688566"/>
          <c:h val="0.73478887796095949"/>
        </c:manualLayout>
      </c:layout>
      <c:lineChart>
        <c:grouping val="standard"/>
        <c:varyColors val="0"/>
        <c:ser>
          <c:idx val="0"/>
          <c:order val="0"/>
          <c:tx>
            <c:strRef>
              <c:f>Datos!$C$4</c:f>
              <c:strCache>
                <c:ptCount val="1"/>
                <c:pt idx="0">
                  <c:v>Asset Manager: TU-TY ($bn)</c:v>
                </c:pt>
              </c:strCache>
            </c:strRef>
          </c:tx>
          <c:spPr>
            <a:ln w="20160">
              <a:solidFill>
                <a:srgbClr val="0033A0"/>
              </a:solidFill>
              <a:round/>
            </a:ln>
          </c:spPr>
          <c:marker>
            <c:symbol val="none"/>
          </c:marker>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Datos!$B$359:$B$545</c:f>
              <c:numCache>
                <c:formatCode>yyyy\-mm\-dd</c:formatCode>
                <c:ptCount val="187"/>
                <c:pt idx="0">
                  <c:v>44929</c:v>
                </c:pt>
                <c:pt idx="1">
                  <c:v>44936</c:v>
                </c:pt>
                <c:pt idx="2">
                  <c:v>44943</c:v>
                </c:pt>
                <c:pt idx="3">
                  <c:v>44950</c:v>
                </c:pt>
                <c:pt idx="4">
                  <c:v>44957</c:v>
                </c:pt>
                <c:pt idx="5">
                  <c:v>44964</c:v>
                </c:pt>
                <c:pt idx="6">
                  <c:v>44971</c:v>
                </c:pt>
                <c:pt idx="7">
                  <c:v>44978</c:v>
                </c:pt>
                <c:pt idx="8">
                  <c:v>44985</c:v>
                </c:pt>
                <c:pt idx="9">
                  <c:v>44992</c:v>
                </c:pt>
                <c:pt idx="10">
                  <c:v>44999</c:v>
                </c:pt>
                <c:pt idx="11">
                  <c:v>45006</c:v>
                </c:pt>
                <c:pt idx="12">
                  <c:v>45013</c:v>
                </c:pt>
                <c:pt idx="13">
                  <c:v>45020</c:v>
                </c:pt>
                <c:pt idx="14">
                  <c:v>45027</c:v>
                </c:pt>
                <c:pt idx="15">
                  <c:v>45034</c:v>
                </c:pt>
                <c:pt idx="16">
                  <c:v>45041</c:v>
                </c:pt>
                <c:pt idx="17">
                  <c:v>45048</c:v>
                </c:pt>
                <c:pt idx="18">
                  <c:v>45055</c:v>
                </c:pt>
                <c:pt idx="19">
                  <c:v>45062</c:v>
                </c:pt>
                <c:pt idx="20">
                  <c:v>45069</c:v>
                </c:pt>
                <c:pt idx="21">
                  <c:v>45076</c:v>
                </c:pt>
                <c:pt idx="22">
                  <c:v>45083</c:v>
                </c:pt>
                <c:pt idx="23">
                  <c:v>45090</c:v>
                </c:pt>
                <c:pt idx="24">
                  <c:v>45097</c:v>
                </c:pt>
                <c:pt idx="25">
                  <c:v>45104</c:v>
                </c:pt>
                <c:pt idx="26">
                  <c:v>45110</c:v>
                </c:pt>
                <c:pt idx="27">
                  <c:v>45118</c:v>
                </c:pt>
                <c:pt idx="28">
                  <c:v>45125</c:v>
                </c:pt>
                <c:pt idx="29">
                  <c:v>45132</c:v>
                </c:pt>
                <c:pt idx="30">
                  <c:v>45139</c:v>
                </c:pt>
                <c:pt idx="31">
                  <c:v>45146</c:v>
                </c:pt>
                <c:pt idx="32">
                  <c:v>45153</c:v>
                </c:pt>
                <c:pt idx="33">
                  <c:v>45160</c:v>
                </c:pt>
                <c:pt idx="34">
                  <c:v>45167</c:v>
                </c:pt>
                <c:pt idx="35">
                  <c:v>45174</c:v>
                </c:pt>
                <c:pt idx="36">
                  <c:v>45181</c:v>
                </c:pt>
                <c:pt idx="37">
                  <c:v>45188</c:v>
                </c:pt>
                <c:pt idx="38">
                  <c:v>45195</c:v>
                </c:pt>
                <c:pt idx="39">
                  <c:v>45202</c:v>
                </c:pt>
                <c:pt idx="40">
                  <c:v>45209</c:v>
                </c:pt>
                <c:pt idx="41">
                  <c:v>45216</c:v>
                </c:pt>
                <c:pt idx="42">
                  <c:v>45223</c:v>
                </c:pt>
                <c:pt idx="43">
                  <c:v>45230</c:v>
                </c:pt>
                <c:pt idx="44">
                  <c:v>45237</c:v>
                </c:pt>
                <c:pt idx="45">
                  <c:v>45244</c:v>
                </c:pt>
                <c:pt idx="46">
                  <c:v>45251</c:v>
                </c:pt>
                <c:pt idx="47">
                  <c:v>45258</c:v>
                </c:pt>
                <c:pt idx="48">
                  <c:v>45265</c:v>
                </c:pt>
                <c:pt idx="49">
                  <c:v>45272</c:v>
                </c:pt>
                <c:pt idx="50">
                  <c:v>45279</c:v>
                </c:pt>
                <c:pt idx="51">
                  <c:v>45286</c:v>
                </c:pt>
                <c:pt idx="52">
                  <c:v>45293</c:v>
                </c:pt>
                <c:pt idx="53">
                  <c:v>45300</c:v>
                </c:pt>
                <c:pt idx="54">
                  <c:v>45307</c:v>
                </c:pt>
                <c:pt idx="55">
                  <c:v>45314</c:v>
                </c:pt>
                <c:pt idx="56">
                  <c:v>45321</c:v>
                </c:pt>
                <c:pt idx="57">
                  <c:v>45328</c:v>
                </c:pt>
                <c:pt idx="58">
                  <c:v>45335</c:v>
                </c:pt>
                <c:pt idx="59">
                  <c:v>45342</c:v>
                </c:pt>
                <c:pt idx="60">
                  <c:v>45349</c:v>
                </c:pt>
                <c:pt idx="61">
                  <c:v>45356</c:v>
                </c:pt>
                <c:pt idx="62">
                  <c:v>45363</c:v>
                </c:pt>
                <c:pt idx="63">
                  <c:v>45370</c:v>
                </c:pt>
                <c:pt idx="64">
                  <c:v>45377</c:v>
                </c:pt>
                <c:pt idx="65">
                  <c:v>45384</c:v>
                </c:pt>
                <c:pt idx="66">
                  <c:v>45391</c:v>
                </c:pt>
                <c:pt idx="67">
                  <c:v>45398</c:v>
                </c:pt>
                <c:pt idx="68">
                  <c:v>45405</c:v>
                </c:pt>
                <c:pt idx="69">
                  <c:v>45412</c:v>
                </c:pt>
                <c:pt idx="70">
                  <c:v>45419</c:v>
                </c:pt>
                <c:pt idx="71">
                  <c:v>45426</c:v>
                </c:pt>
                <c:pt idx="72">
                  <c:v>45433</c:v>
                </c:pt>
                <c:pt idx="73">
                  <c:v>45440</c:v>
                </c:pt>
                <c:pt idx="74">
                  <c:v>45447</c:v>
                </c:pt>
                <c:pt idx="75">
                  <c:v>45454</c:v>
                </c:pt>
                <c:pt idx="76">
                  <c:v>45461</c:v>
                </c:pt>
                <c:pt idx="77">
                  <c:v>45468</c:v>
                </c:pt>
                <c:pt idx="78">
                  <c:v>45475</c:v>
                </c:pt>
                <c:pt idx="79">
                  <c:v>45482</c:v>
                </c:pt>
                <c:pt idx="80">
                  <c:v>45489</c:v>
                </c:pt>
                <c:pt idx="81">
                  <c:v>45496</c:v>
                </c:pt>
                <c:pt idx="82">
                  <c:v>45503</c:v>
                </c:pt>
                <c:pt idx="83">
                  <c:v>45510</c:v>
                </c:pt>
                <c:pt idx="84">
                  <c:v>45517</c:v>
                </c:pt>
                <c:pt idx="85">
                  <c:v>45524</c:v>
                </c:pt>
                <c:pt idx="86">
                  <c:v>45531</c:v>
                </c:pt>
                <c:pt idx="87">
                  <c:v>45538</c:v>
                </c:pt>
                <c:pt idx="88">
                  <c:v>45545</c:v>
                </c:pt>
                <c:pt idx="89">
                  <c:v>45552</c:v>
                </c:pt>
                <c:pt idx="90">
                  <c:v>45559</c:v>
                </c:pt>
                <c:pt idx="91">
                  <c:v>45566</c:v>
                </c:pt>
                <c:pt idx="92">
                  <c:v>45573</c:v>
                </c:pt>
                <c:pt idx="93">
                  <c:v>45580</c:v>
                </c:pt>
                <c:pt idx="94">
                  <c:v>45587</c:v>
                </c:pt>
                <c:pt idx="95">
                  <c:v>45594</c:v>
                </c:pt>
                <c:pt idx="96">
                  <c:v>45601</c:v>
                </c:pt>
                <c:pt idx="97">
                  <c:v>45608</c:v>
                </c:pt>
                <c:pt idx="98">
                  <c:v>45615</c:v>
                </c:pt>
                <c:pt idx="99">
                  <c:v>45622</c:v>
                </c:pt>
                <c:pt idx="100">
                  <c:v>45629</c:v>
                </c:pt>
                <c:pt idx="101">
                  <c:v>45636</c:v>
                </c:pt>
                <c:pt idx="102">
                  <c:v>45643</c:v>
                </c:pt>
                <c:pt idx="103">
                  <c:v>45650</c:v>
                </c:pt>
                <c:pt idx="104">
                  <c:v>45657</c:v>
                </c:pt>
                <c:pt idx="105">
                  <c:v>45664</c:v>
                </c:pt>
                <c:pt idx="106">
                  <c:v>45671</c:v>
                </c:pt>
                <c:pt idx="107">
                  <c:v>45678</c:v>
                </c:pt>
                <c:pt idx="108">
                  <c:v>45685</c:v>
                </c:pt>
                <c:pt idx="109">
                  <c:v>45692</c:v>
                </c:pt>
                <c:pt idx="110">
                  <c:v>45699</c:v>
                </c:pt>
                <c:pt idx="111">
                  <c:v>45706</c:v>
                </c:pt>
                <c:pt idx="112">
                  <c:v>45713</c:v>
                </c:pt>
                <c:pt idx="113">
                  <c:v>45720</c:v>
                </c:pt>
                <c:pt idx="114">
                  <c:v>45727</c:v>
                </c:pt>
                <c:pt idx="115">
                  <c:v>45734</c:v>
                </c:pt>
                <c:pt idx="116">
                  <c:v>45741</c:v>
                </c:pt>
                <c:pt idx="117">
                  <c:v>45748</c:v>
                </c:pt>
                <c:pt idx="118">
                  <c:v>45755</c:v>
                </c:pt>
                <c:pt idx="119">
                  <c:v>45762</c:v>
                </c:pt>
                <c:pt idx="120">
                  <c:v>45769</c:v>
                </c:pt>
                <c:pt idx="121">
                  <c:v>45776</c:v>
                </c:pt>
                <c:pt idx="122">
                  <c:v>45783</c:v>
                </c:pt>
                <c:pt idx="123">
                  <c:v>45790</c:v>
                </c:pt>
                <c:pt idx="124">
                  <c:v>45797</c:v>
                </c:pt>
                <c:pt idx="125">
                  <c:v>45804</c:v>
                </c:pt>
                <c:pt idx="126">
                  <c:v>45811</c:v>
                </c:pt>
                <c:pt idx="127">
                  <c:v>45818</c:v>
                </c:pt>
                <c:pt idx="128">
                  <c:v>45825</c:v>
                </c:pt>
                <c:pt idx="129">
                  <c:v>45832</c:v>
                </c:pt>
                <c:pt idx="130">
                  <c:v>45839</c:v>
                </c:pt>
                <c:pt idx="131">
                  <c:v>45846</c:v>
                </c:pt>
                <c:pt idx="132">
                  <c:v>45853</c:v>
                </c:pt>
                <c:pt idx="133">
                  <c:v>45860</c:v>
                </c:pt>
                <c:pt idx="134">
                  <c:v>45867</c:v>
                </c:pt>
                <c:pt idx="135">
                  <c:v>45874</c:v>
                </c:pt>
                <c:pt idx="136">
                  <c:v>45881</c:v>
                </c:pt>
                <c:pt idx="137">
                  <c:v>45888</c:v>
                </c:pt>
                <c:pt idx="138">
                  <c:v>45895</c:v>
                </c:pt>
                <c:pt idx="139">
                  <c:v>45902</c:v>
                </c:pt>
                <c:pt idx="140">
                  <c:v>45923</c:v>
                </c:pt>
                <c:pt idx="141">
                  <c:v>45930</c:v>
                </c:pt>
                <c:pt idx="142">
                  <c:v>45937</c:v>
                </c:pt>
                <c:pt idx="143">
                  <c:v>45944</c:v>
                </c:pt>
                <c:pt idx="144">
                  <c:v>45951</c:v>
                </c:pt>
                <c:pt idx="145">
                  <c:v>45958</c:v>
                </c:pt>
                <c:pt idx="146">
                  <c:v>45965</c:v>
                </c:pt>
                <c:pt idx="147">
                  <c:v>45971</c:v>
                </c:pt>
                <c:pt idx="148">
                  <c:v>45979</c:v>
                </c:pt>
                <c:pt idx="149">
                  <c:v>45986</c:v>
                </c:pt>
                <c:pt idx="150">
                  <c:v>45993</c:v>
                </c:pt>
                <c:pt idx="151">
                  <c:v>46000</c:v>
                </c:pt>
                <c:pt idx="152">
                  <c:v>46007</c:v>
                </c:pt>
                <c:pt idx="153">
                  <c:v>46014</c:v>
                </c:pt>
                <c:pt idx="154">
                  <c:v>46021</c:v>
                </c:pt>
                <c:pt idx="155">
                  <c:v>46028</c:v>
                </c:pt>
                <c:pt idx="156">
                  <c:v>46035</c:v>
                </c:pt>
                <c:pt idx="157">
                  <c:v>46042</c:v>
                </c:pt>
                <c:pt idx="158">
                  <c:v>46049</c:v>
                </c:pt>
                <c:pt idx="159">
                  <c:v>46056</c:v>
                </c:pt>
                <c:pt idx="160">
                  <c:v>46063</c:v>
                </c:pt>
                <c:pt idx="161">
                  <c:v>46070</c:v>
                </c:pt>
                <c:pt idx="162">
                  <c:v>46077</c:v>
                </c:pt>
                <c:pt idx="163">
                  <c:v>46084</c:v>
                </c:pt>
                <c:pt idx="164">
                  <c:v>46091</c:v>
                </c:pt>
                <c:pt idx="165">
                  <c:v>46098</c:v>
                </c:pt>
                <c:pt idx="166">
                  <c:v>46105</c:v>
                </c:pt>
                <c:pt idx="167">
                  <c:v>46112</c:v>
                </c:pt>
                <c:pt idx="168">
                  <c:v>46119</c:v>
                </c:pt>
                <c:pt idx="169">
                  <c:v>46126</c:v>
                </c:pt>
                <c:pt idx="170">
                  <c:v>46133</c:v>
                </c:pt>
                <c:pt idx="171">
                  <c:v>46140</c:v>
                </c:pt>
                <c:pt idx="172">
                  <c:v>46147</c:v>
                </c:pt>
                <c:pt idx="173">
                  <c:v>46154</c:v>
                </c:pt>
                <c:pt idx="174">
                  <c:v>46161</c:v>
                </c:pt>
                <c:pt idx="175">
                  <c:v>46168</c:v>
                </c:pt>
                <c:pt idx="176">
                  <c:v>46175</c:v>
                </c:pt>
                <c:pt idx="177">
                  <c:v>46182</c:v>
                </c:pt>
                <c:pt idx="178">
                  <c:v>46189</c:v>
                </c:pt>
                <c:pt idx="179">
                  <c:v>46196</c:v>
                </c:pt>
                <c:pt idx="180">
                  <c:v>46203</c:v>
                </c:pt>
                <c:pt idx="181">
                  <c:v>46210</c:v>
                </c:pt>
                <c:pt idx="182">
                  <c:v>46217</c:v>
                </c:pt>
                <c:pt idx="183">
                  <c:v>46224</c:v>
                </c:pt>
                <c:pt idx="184">
                  <c:v>46231</c:v>
                </c:pt>
                <c:pt idx="185">
                  <c:v>46238</c:v>
                </c:pt>
                <c:pt idx="186">
                  <c:v>46245</c:v>
                </c:pt>
              </c:numCache>
            </c:numRef>
          </c:cat>
          <c:val>
            <c:numRef>
              <c:f>Datos!$C$5:$C$545</c:f>
              <c:numCache>
                <c:formatCode>#,##0.0</c:formatCode>
                <c:ptCount val="541"/>
                <c:pt idx="0">
                  <c:v>57.65</c:v>
                </c:pt>
                <c:pt idx="1">
                  <c:v>32.700000000000003</c:v>
                </c:pt>
                <c:pt idx="2">
                  <c:v>55.49</c:v>
                </c:pt>
                <c:pt idx="3">
                  <c:v>49.43</c:v>
                </c:pt>
                <c:pt idx="4">
                  <c:v>41.72</c:v>
                </c:pt>
                <c:pt idx="5">
                  <c:v>32.99</c:v>
                </c:pt>
                <c:pt idx="6">
                  <c:v>32.380000000000003</c:v>
                </c:pt>
                <c:pt idx="7">
                  <c:v>39.4</c:v>
                </c:pt>
                <c:pt idx="8">
                  <c:v>41.99</c:v>
                </c:pt>
                <c:pt idx="9">
                  <c:v>42.22</c:v>
                </c:pt>
                <c:pt idx="10">
                  <c:v>42.52</c:v>
                </c:pt>
                <c:pt idx="11">
                  <c:v>45.22</c:v>
                </c:pt>
                <c:pt idx="12">
                  <c:v>53.4</c:v>
                </c:pt>
                <c:pt idx="13">
                  <c:v>56.97</c:v>
                </c:pt>
                <c:pt idx="14">
                  <c:v>53.11</c:v>
                </c:pt>
                <c:pt idx="15">
                  <c:v>41.83</c:v>
                </c:pt>
                <c:pt idx="16">
                  <c:v>31.6</c:v>
                </c:pt>
                <c:pt idx="17">
                  <c:v>32.479999999999997</c:v>
                </c:pt>
                <c:pt idx="18">
                  <c:v>35.65</c:v>
                </c:pt>
                <c:pt idx="19">
                  <c:v>38.020000000000003</c:v>
                </c:pt>
                <c:pt idx="20">
                  <c:v>30.52</c:v>
                </c:pt>
                <c:pt idx="21">
                  <c:v>28.17</c:v>
                </c:pt>
                <c:pt idx="22">
                  <c:v>26.96</c:v>
                </c:pt>
                <c:pt idx="23">
                  <c:v>33.659999999999997</c:v>
                </c:pt>
                <c:pt idx="24">
                  <c:v>35.24</c:v>
                </c:pt>
                <c:pt idx="25">
                  <c:v>40.98</c:v>
                </c:pt>
                <c:pt idx="26">
                  <c:v>42.33</c:v>
                </c:pt>
                <c:pt idx="27">
                  <c:v>48.96</c:v>
                </c:pt>
                <c:pt idx="28">
                  <c:v>51.13</c:v>
                </c:pt>
                <c:pt idx="29">
                  <c:v>46.77</c:v>
                </c:pt>
                <c:pt idx="30">
                  <c:v>55.91</c:v>
                </c:pt>
                <c:pt idx="31">
                  <c:v>55.7</c:v>
                </c:pt>
                <c:pt idx="32">
                  <c:v>55.6</c:v>
                </c:pt>
                <c:pt idx="33">
                  <c:v>63.63</c:v>
                </c:pt>
                <c:pt idx="34">
                  <c:v>52.21</c:v>
                </c:pt>
                <c:pt idx="35">
                  <c:v>53.68</c:v>
                </c:pt>
                <c:pt idx="36">
                  <c:v>77.38</c:v>
                </c:pt>
                <c:pt idx="37">
                  <c:v>78.92</c:v>
                </c:pt>
                <c:pt idx="38">
                  <c:v>78.22</c:v>
                </c:pt>
                <c:pt idx="39">
                  <c:v>87.58</c:v>
                </c:pt>
                <c:pt idx="40">
                  <c:v>96.85</c:v>
                </c:pt>
                <c:pt idx="41">
                  <c:v>105.85</c:v>
                </c:pt>
                <c:pt idx="42">
                  <c:v>112.38</c:v>
                </c:pt>
                <c:pt idx="43">
                  <c:v>102.22</c:v>
                </c:pt>
                <c:pt idx="44">
                  <c:v>85.09</c:v>
                </c:pt>
                <c:pt idx="45">
                  <c:v>87.15</c:v>
                </c:pt>
                <c:pt idx="46">
                  <c:v>92.23</c:v>
                </c:pt>
                <c:pt idx="47">
                  <c:v>95.01</c:v>
                </c:pt>
                <c:pt idx="48">
                  <c:v>91.62</c:v>
                </c:pt>
                <c:pt idx="49">
                  <c:v>94.05</c:v>
                </c:pt>
                <c:pt idx="50">
                  <c:v>91.82</c:v>
                </c:pt>
                <c:pt idx="51">
                  <c:v>89.5</c:v>
                </c:pt>
                <c:pt idx="52">
                  <c:v>86.6</c:v>
                </c:pt>
                <c:pt idx="53">
                  <c:v>79.16</c:v>
                </c:pt>
                <c:pt idx="54">
                  <c:v>73.33</c:v>
                </c:pt>
                <c:pt idx="55">
                  <c:v>77.400000000000006</c:v>
                </c:pt>
                <c:pt idx="56">
                  <c:v>84.42</c:v>
                </c:pt>
                <c:pt idx="57">
                  <c:v>79.59</c:v>
                </c:pt>
                <c:pt idx="58">
                  <c:v>81.61</c:v>
                </c:pt>
                <c:pt idx="59">
                  <c:v>76.150000000000006</c:v>
                </c:pt>
                <c:pt idx="60">
                  <c:v>78.08</c:v>
                </c:pt>
                <c:pt idx="61">
                  <c:v>70.98</c:v>
                </c:pt>
                <c:pt idx="62">
                  <c:v>80.62</c:v>
                </c:pt>
                <c:pt idx="63">
                  <c:v>77.22</c:v>
                </c:pt>
                <c:pt idx="64">
                  <c:v>73.72</c:v>
                </c:pt>
                <c:pt idx="65">
                  <c:v>75.400000000000006</c:v>
                </c:pt>
                <c:pt idx="66">
                  <c:v>73.67</c:v>
                </c:pt>
                <c:pt idx="67">
                  <c:v>68.06</c:v>
                </c:pt>
                <c:pt idx="68">
                  <c:v>66.56</c:v>
                </c:pt>
                <c:pt idx="69">
                  <c:v>64.069999999999993</c:v>
                </c:pt>
                <c:pt idx="70">
                  <c:v>58.82</c:v>
                </c:pt>
                <c:pt idx="71">
                  <c:v>58.03</c:v>
                </c:pt>
                <c:pt idx="72">
                  <c:v>54.31</c:v>
                </c:pt>
                <c:pt idx="73">
                  <c:v>56.88</c:v>
                </c:pt>
                <c:pt idx="74">
                  <c:v>63.54</c:v>
                </c:pt>
                <c:pt idx="75">
                  <c:v>66.03</c:v>
                </c:pt>
                <c:pt idx="76">
                  <c:v>66.760000000000005</c:v>
                </c:pt>
                <c:pt idx="77">
                  <c:v>53.45</c:v>
                </c:pt>
                <c:pt idx="78">
                  <c:v>41.1</c:v>
                </c:pt>
                <c:pt idx="79">
                  <c:v>42.39</c:v>
                </c:pt>
                <c:pt idx="80">
                  <c:v>51.72</c:v>
                </c:pt>
                <c:pt idx="81">
                  <c:v>54.97</c:v>
                </c:pt>
                <c:pt idx="82">
                  <c:v>66.459999999999994</c:v>
                </c:pt>
                <c:pt idx="83">
                  <c:v>63.04</c:v>
                </c:pt>
                <c:pt idx="84">
                  <c:v>73.569999999999993</c:v>
                </c:pt>
                <c:pt idx="85">
                  <c:v>70.3</c:v>
                </c:pt>
                <c:pt idx="86">
                  <c:v>65.150000000000006</c:v>
                </c:pt>
                <c:pt idx="87">
                  <c:v>74.239999999999995</c:v>
                </c:pt>
                <c:pt idx="88">
                  <c:v>80.42</c:v>
                </c:pt>
                <c:pt idx="89">
                  <c:v>80.77</c:v>
                </c:pt>
                <c:pt idx="90">
                  <c:v>77.599999999999994</c:v>
                </c:pt>
                <c:pt idx="91">
                  <c:v>84.76</c:v>
                </c:pt>
                <c:pt idx="92">
                  <c:v>84.79</c:v>
                </c:pt>
                <c:pt idx="93">
                  <c:v>86.18</c:v>
                </c:pt>
                <c:pt idx="94">
                  <c:v>92.93</c:v>
                </c:pt>
                <c:pt idx="95">
                  <c:v>85.16</c:v>
                </c:pt>
                <c:pt idx="96">
                  <c:v>88.56</c:v>
                </c:pt>
                <c:pt idx="97">
                  <c:v>88.91</c:v>
                </c:pt>
                <c:pt idx="98">
                  <c:v>87.95</c:v>
                </c:pt>
                <c:pt idx="99">
                  <c:v>86.99</c:v>
                </c:pt>
                <c:pt idx="100">
                  <c:v>94.96</c:v>
                </c:pt>
                <c:pt idx="101">
                  <c:v>115.05</c:v>
                </c:pt>
                <c:pt idx="102">
                  <c:v>116.33</c:v>
                </c:pt>
                <c:pt idx="103">
                  <c:v>110.46</c:v>
                </c:pt>
                <c:pt idx="104">
                  <c:v>113.1</c:v>
                </c:pt>
                <c:pt idx="105">
                  <c:v>116.81</c:v>
                </c:pt>
                <c:pt idx="106">
                  <c:v>133.01</c:v>
                </c:pt>
                <c:pt idx="107">
                  <c:v>132.05000000000001</c:v>
                </c:pt>
                <c:pt idx="108">
                  <c:v>132.78</c:v>
                </c:pt>
                <c:pt idx="109">
                  <c:v>133.84</c:v>
                </c:pt>
                <c:pt idx="110">
                  <c:v>143.28</c:v>
                </c:pt>
                <c:pt idx="111">
                  <c:v>146.27000000000001</c:v>
                </c:pt>
                <c:pt idx="112">
                  <c:v>141.6</c:v>
                </c:pt>
                <c:pt idx="113">
                  <c:v>151.75</c:v>
                </c:pt>
                <c:pt idx="114">
                  <c:v>170.51</c:v>
                </c:pt>
                <c:pt idx="115">
                  <c:v>163.63999999999999</c:v>
                </c:pt>
                <c:pt idx="116">
                  <c:v>154.03</c:v>
                </c:pt>
                <c:pt idx="117">
                  <c:v>145.02000000000001</c:v>
                </c:pt>
                <c:pt idx="118">
                  <c:v>154.84</c:v>
                </c:pt>
                <c:pt idx="119">
                  <c:v>166.76</c:v>
                </c:pt>
                <c:pt idx="120">
                  <c:v>160.22999999999999</c:v>
                </c:pt>
                <c:pt idx="121">
                  <c:v>164.78</c:v>
                </c:pt>
                <c:pt idx="122">
                  <c:v>159.05000000000001</c:v>
                </c:pt>
                <c:pt idx="123">
                  <c:v>160.38999999999999</c:v>
                </c:pt>
                <c:pt idx="124">
                  <c:v>169.36</c:v>
                </c:pt>
                <c:pt idx="125">
                  <c:v>186.29</c:v>
                </c:pt>
                <c:pt idx="126">
                  <c:v>198.63</c:v>
                </c:pt>
                <c:pt idx="127">
                  <c:v>178.19</c:v>
                </c:pt>
                <c:pt idx="128">
                  <c:v>189.33</c:v>
                </c:pt>
                <c:pt idx="129">
                  <c:v>193.42</c:v>
                </c:pt>
                <c:pt idx="130">
                  <c:v>191.62</c:v>
                </c:pt>
                <c:pt idx="131">
                  <c:v>203.58</c:v>
                </c:pt>
                <c:pt idx="132">
                  <c:v>200.59</c:v>
                </c:pt>
                <c:pt idx="133">
                  <c:v>194.87</c:v>
                </c:pt>
                <c:pt idx="134">
                  <c:v>204.35</c:v>
                </c:pt>
                <c:pt idx="135">
                  <c:v>205.53</c:v>
                </c:pt>
                <c:pt idx="136">
                  <c:v>230.4</c:v>
                </c:pt>
                <c:pt idx="137">
                  <c:v>221.69</c:v>
                </c:pt>
                <c:pt idx="138">
                  <c:v>223.36</c:v>
                </c:pt>
                <c:pt idx="139">
                  <c:v>234.22</c:v>
                </c:pt>
                <c:pt idx="140">
                  <c:v>229.79</c:v>
                </c:pt>
                <c:pt idx="141">
                  <c:v>231.33</c:v>
                </c:pt>
                <c:pt idx="142">
                  <c:v>236.25</c:v>
                </c:pt>
                <c:pt idx="143">
                  <c:v>245.36</c:v>
                </c:pt>
                <c:pt idx="144">
                  <c:v>237.94</c:v>
                </c:pt>
                <c:pt idx="145">
                  <c:v>247.57</c:v>
                </c:pt>
                <c:pt idx="146">
                  <c:v>228.77</c:v>
                </c:pt>
                <c:pt idx="147">
                  <c:v>230.59</c:v>
                </c:pt>
                <c:pt idx="148">
                  <c:v>213.53</c:v>
                </c:pt>
                <c:pt idx="149">
                  <c:v>218.7</c:v>
                </c:pt>
                <c:pt idx="150">
                  <c:v>208.49</c:v>
                </c:pt>
                <c:pt idx="151">
                  <c:v>202.41</c:v>
                </c:pt>
                <c:pt idx="152">
                  <c:v>209.03</c:v>
                </c:pt>
                <c:pt idx="153">
                  <c:v>196.4</c:v>
                </c:pt>
                <c:pt idx="154">
                  <c:v>187.29</c:v>
                </c:pt>
                <c:pt idx="155">
                  <c:v>188.37</c:v>
                </c:pt>
                <c:pt idx="156">
                  <c:v>186.12</c:v>
                </c:pt>
                <c:pt idx="157">
                  <c:v>174.61</c:v>
                </c:pt>
                <c:pt idx="158">
                  <c:v>169.36</c:v>
                </c:pt>
                <c:pt idx="159">
                  <c:v>168.34</c:v>
                </c:pt>
                <c:pt idx="160">
                  <c:v>162.80000000000001</c:v>
                </c:pt>
                <c:pt idx="161">
                  <c:v>165.56</c:v>
                </c:pt>
                <c:pt idx="162">
                  <c:v>176.63</c:v>
                </c:pt>
                <c:pt idx="163">
                  <c:v>177.53</c:v>
                </c:pt>
                <c:pt idx="164">
                  <c:v>192.05</c:v>
                </c:pt>
                <c:pt idx="165">
                  <c:v>186.73</c:v>
                </c:pt>
                <c:pt idx="166">
                  <c:v>188.12</c:v>
                </c:pt>
                <c:pt idx="167">
                  <c:v>188.1</c:v>
                </c:pt>
                <c:pt idx="168">
                  <c:v>176.87</c:v>
                </c:pt>
                <c:pt idx="169">
                  <c:v>193.33</c:v>
                </c:pt>
                <c:pt idx="170">
                  <c:v>181.82</c:v>
                </c:pt>
                <c:pt idx="171">
                  <c:v>191.2</c:v>
                </c:pt>
                <c:pt idx="172">
                  <c:v>184.42</c:v>
                </c:pt>
                <c:pt idx="173">
                  <c:v>186.39</c:v>
                </c:pt>
                <c:pt idx="174">
                  <c:v>206.41</c:v>
                </c:pt>
                <c:pt idx="175">
                  <c:v>209.49</c:v>
                </c:pt>
                <c:pt idx="176">
                  <c:v>204.65</c:v>
                </c:pt>
                <c:pt idx="177">
                  <c:v>200.4</c:v>
                </c:pt>
                <c:pt idx="178">
                  <c:v>197.71</c:v>
                </c:pt>
                <c:pt idx="179">
                  <c:v>164.95</c:v>
                </c:pt>
                <c:pt idx="180">
                  <c:v>172.99</c:v>
                </c:pt>
                <c:pt idx="181">
                  <c:v>163.66</c:v>
                </c:pt>
                <c:pt idx="182">
                  <c:v>148.32</c:v>
                </c:pt>
                <c:pt idx="183">
                  <c:v>149.6</c:v>
                </c:pt>
                <c:pt idx="184">
                  <c:v>154.86000000000001</c:v>
                </c:pt>
                <c:pt idx="185">
                  <c:v>159.28</c:v>
                </c:pt>
                <c:pt idx="186">
                  <c:v>156.91</c:v>
                </c:pt>
                <c:pt idx="187">
                  <c:v>151.93</c:v>
                </c:pt>
                <c:pt idx="188">
                  <c:v>178.67</c:v>
                </c:pt>
                <c:pt idx="189">
                  <c:v>176.21</c:v>
                </c:pt>
                <c:pt idx="190">
                  <c:v>160.85</c:v>
                </c:pt>
                <c:pt idx="191">
                  <c:v>170.69</c:v>
                </c:pt>
                <c:pt idx="192">
                  <c:v>166.49</c:v>
                </c:pt>
                <c:pt idx="193">
                  <c:v>177.67</c:v>
                </c:pt>
                <c:pt idx="194">
                  <c:v>162.1</c:v>
                </c:pt>
                <c:pt idx="195">
                  <c:v>165.82</c:v>
                </c:pt>
                <c:pt idx="196">
                  <c:v>155.5</c:v>
                </c:pt>
                <c:pt idx="197">
                  <c:v>164.09</c:v>
                </c:pt>
                <c:pt idx="198">
                  <c:v>170.73</c:v>
                </c:pt>
                <c:pt idx="199">
                  <c:v>169.73</c:v>
                </c:pt>
                <c:pt idx="200">
                  <c:v>173.45</c:v>
                </c:pt>
                <c:pt idx="201">
                  <c:v>173.31</c:v>
                </c:pt>
                <c:pt idx="202">
                  <c:v>164.78</c:v>
                </c:pt>
                <c:pt idx="203">
                  <c:v>157.28</c:v>
                </c:pt>
                <c:pt idx="204">
                  <c:v>157.09</c:v>
                </c:pt>
                <c:pt idx="205">
                  <c:v>161.27000000000001</c:v>
                </c:pt>
                <c:pt idx="206">
                  <c:v>172.87</c:v>
                </c:pt>
                <c:pt idx="207">
                  <c:v>162.71</c:v>
                </c:pt>
                <c:pt idx="208">
                  <c:v>169.57</c:v>
                </c:pt>
                <c:pt idx="209">
                  <c:v>165.75</c:v>
                </c:pt>
                <c:pt idx="210">
                  <c:v>148.1</c:v>
                </c:pt>
                <c:pt idx="211">
                  <c:v>128.99</c:v>
                </c:pt>
                <c:pt idx="212">
                  <c:v>124.28</c:v>
                </c:pt>
                <c:pt idx="213">
                  <c:v>115.45</c:v>
                </c:pt>
                <c:pt idx="214">
                  <c:v>106.19</c:v>
                </c:pt>
                <c:pt idx="215">
                  <c:v>111.88</c:v>
                </c:pt>
                <c:pt idx="216">
                  <c:v>114.9</c:v>
                </c:pt>
                <c:pt idx="217">
                  <c:v>127.86</c:v>
                </c:pt>
                <c:pt idx="218">
                  <c:v>122.88</c:v>
                </c:pt>
                <c:pt idx="219">
                  <c:v>127.91</c:v>
                </c:pt>
                <c:pt idx="220">
                  <c:v>117.82</c:v>
                </c:pt>
                <c:pt idx="221">
                  <c:v>119.68</c:v>
                </c:pt>
                <c:pt idx="222">
                  <c:v>116.71</c:v>
                </c:pt>
                <c:pt idx="223">
                  <c:v>114.92</c:v>
                </c:pt>
                <c:pt idx="224">
                  <c:v>111.47</c:v>
                </c:pt>
                <c:pt idx="225">
                  <c:v>105.89</c:v>
                </c:pt>
                <c:pt idx="226">
                  <c:v>97.09</c:v>
                </c:pt>
                <c:pt idx="227">
                  <c:v>90.36</c:v>
                </c:pt>
                <c:pt idx="228">
                  <c:v>87.71</c:v>
                </c:pt>
                <c:pt idx="229">
                  <c:v>83.1</c:v>
                </c:pt>
                <c:pt idx="230">
                  <c:v>77.459999999999994</c:v>
                </c:pt>
                <c:pt idx="231">
                  <c:v>73.39</c:v>
                </c:pt>
                <c:pt idx="232">
                  <c:v>70</c:v>
                </c:pt>
                <c:pt idx="233">
                  <c:v>73.430000000000007</c:v>
                </c:pt>
                <c:pt idx="234">
                  <c:v>78.61</c:v>
                </c:pt>
                <c:pt idx="235">
                  <c:v>70.75</c:v>
                </c:pt>
                <c:pt idx="236">
                  <c:v>76.180000000000007</c:v>
                </c:pt>
                <c:pt idx="237">
                  <c:v>62.78</c:v>
                </c:pt>
                <c:pt idx="238">
                  <c:v>65.47</c:v>
                </c:pt>
                <c:pt idx="239">
                  <c:v>65.55</c:v>
                </c:pt>
                <c:pt idx="240">
                  <c:v>66.58</c:v>
                </c:pt>
                <c:pt idx="241">
                  <c:v>68.349999999999994</c:v>
                </c:pt>
                <c:pt idx="242">
                  <c:v>58.19</c:v>
                </c:pt>
                <c:pt idx="243">
                  <c:v>62.73</c:v>
                </c:pt>
                <c:pt idx="244">
                  <c:v>67.290000000000006</c:v>
                </c:pt>
                <c:pt idx="245">
                  <c:v>65.64</c:v>
                </c:pt>
                <c:pt idx="246">
                  <c:v>69.099999999999994</c:v>
                </c:pt>
                <c:pt idx="247">
                  <c:v>62.92</c:v>
                </c:pt>
                <c:pt idx="248">
                  <c:v>66.77</c:v>
                </c:pt>
                <c:pt idx="249">
                  <c:v>67.67</c:v>
                </c:pt>
                <c:pt idx="250">
                  <c:v>66.290000000000006</c:v>
                </c:pt>
                <c:pt idx="251">
                  <c:v>42.47</c:v>
                </c:pt>
                <c:pt idx="252">
                  <c:v>41.66</c:v>
                </c:pt>
                <c:pt idx="253">
                  <c:v>48.57</c:v>
                </c:pt>
                <c:pt idx="254">
                  <c:v>52.96</c:v>
                </c:pt>
                <c:pt idx="255">
                  <c:v>36.51</c:v>
                </c:pt>
                <c:pt idx="256">
                  <c:v>32.79</c:v>
                </c:pt>
                <c:pt idx="257">
                  <c:v>38.74</c:v>
                </c:pt>
                <c:pt idx="258">
                  <c:v>26.12</c:v>
                </c:pt>
                <c:pt idx="259">
                  <c:v>22.27</c:v>
                </c:pt>
                <c:pt idx="260">
                  <c:v>23.9</c:v>
                </c:pt>
                <c:pt idx="261">
                  <c:v>29.89</c:v>
                </c:pt>
                <c:pt idx="262">
                  <c:v>45.36</c:v>
                </c:pt>
                <c:pt idx="263">
                  <c:v>39.54</c:v>
                </c:pt>
                <c:pt idx="264">
                  <c:v>44.26</c:v>
                </c:pt>
                <c:pt idx="265">
                  <c:v>41.67</c:v>
                </c:pt>
                <c:pt idx="266">
                  <c:v>46.54</c:v>
                </c:pt>
                <c:pt idx="267">
                  <c:v>43.01</c:v>
                </c:pt>
                <c:pt idx="268">
                  <c:v>37.450000000000003</c:v>
                </c:pt>
                <c:pt idx="269">
                  <c:v>40.98</c:v>
                </c:pt>
                <c:pt idx="270">
                  <c:v>34.96</c:v>
                </c:pt>
                <c:pt idx="271">
                  <c:v>36.93</c:v>
                </c:pt>
                <c:pt idx="272">
                  <c:v>44.04</c:v>
                </c:pt>
                <c:pt idx="273">
                  <c:v>43.42</c:v>
                </c:pt>
                <c:pt idx="274">
                  <c:v>45.53</c:v>
                </c:pt>
                <c:pt idx="275">
                  <c:v>49.64</c:v>
                </c:pt>
                <c:pt idx="276">
                  <c:v>50.14</c:v>
                </c:pt>
                <c:pt idx="277">
                  <c:v>52.59</c:v>
                </c:pt>
                <c:pt idx="278">
                  <c:v>44.86</c:v>
                </c:pt>
                <c:pt idx="279">
                  <c:v>38.28</c:v>
                </c:pt>
                <c:pt idx="280">
                  <c:v>42.87</c:v>
                </c:pt>
                <c:pt idx="281">
                  <c:v>38.58</c:v>
                </c:pt>
                <c:pt idx="282">
                  <c:v>43.8</c:v>
                </c:pt>
                <c:pt idx="283">
                  <c:v>50.14</c:v>
                </c:pt>
                <c:pt idx="284">
                  <c:v>59.28</c:v>
                </c:pt>
                <c:pt idx="285">
                  <c:v>61.05</c:v>
                </c:pt>
                <c:pt idx="286">
                  <c:v>58.26</c:v>
                </c:pt>
                <c:pt idx="287">
                  <c:v>53.67</c:v>
                </c:pt>
                <c:pt idx="288">
                  <c:v>35.99</c:v>
                </c:pt>
                <c:pt idx="289">
                  <c:v>44.68</c:v>
                </c:pt>
                <c:pt idx="290">
                  <c:v>31.25</c:v>
                </c:pt>
                <c:pt idx="291">
                  <c:v>29.81</c:v>
                </c:pt>
                <c:pt idx="292">
                  <c:v>48.38</c:v>
                </c:pt>
                <c:pt idx="293">
                  <c:v>60.01</c:v>
                </c:pt>
                <c:pt idx="294">
                  <c:v>62.89</c:v>
                </c:pt>
                <c:pt idx="295">
                  <c:v>51.52</c:v>
                </c:pt>
                <c:pt idx="296">
                  <c:v>56.37</c:v>
                </c:pt>
                <c:pt idx="297">
                  <c:v>71.92</c:v>
                </c:pt>
                <c:pt idx="298">
                  <c:v>69.599999999999994</c:v>
                </c:pt>
                <c:pt idx="299">
                  <c:v>65.2</c:v>
                </c:pt>
                <c:pt idx="300">
                  <c:v>76.67</c:v>
                </c:pt>
                <c:pt idx="301">
                  <c:v>77.8</c:v>
                </c:pt>
                <c:pt idx="302">
                  <c:v>81.790000000000006</c:v>
                </c:pt>
                <c:pt idx="303">
                  <c:v>77.760000000000005</c:v>
                </c:pt>
                <c:pt idx="304">
                  <c:v>73.959999999999994</c:v>
                </c:pt>
                <c:pt idx="305">
                  <c:v>78.44</c:v>
                </c:pt>
                <c:pt idx="306">
                  <c:v>81.83</c:v>
                </c:pt>
                <c:pt idx="307">
                  <c:v>72.34</c:v>
                </c:pt>
                <c:pt idx="308">
                  <c:v>71.92</c:v>
                </c:pt>
                <c:pt idx="309">
                  <c:v>83.71</c:v>
                </c:pt>
                <c:pt idx="310">
                  <c:v>75.42</c:v>
                </c:pt>
                <c:pt idx="311">
                  <c:v>86.19</c:v>
                </c:pt>
                <c:pt idx="312">
                  <c:v>62.87</c:v>
                </c:pt>
                <c:pt idx="313">
                  <c:v>45.49</c:v>
                </c:pt>
                <c:pt idx="314">
                  <c:v>59.22</c:v>
                </c:pt>
                <c:pt idx="315">
                  <c:v>53.32</c:v>
                </c:pt>
                <c:pt idx="316">
                  <c:v>68.3</c:v>
                </c:pt>
                <c:pt idx="317">
                  <c:v>74.7</c:v>
                </c:pt>
                <c:pt idx="318">
                  <c:v>84.52</c:v>
                </c:pt>
                <c:pt idx="319">
                  <c:v>98.64</c:v>
                </c:pt>
                <c:pt idx="320">
                  <c:v>96.61</c:v>
                </c:pt>
                <c:pt idx="321">
                  <c:v>101.54</c:v>
                </c:pt>
                <c:pt idx="322">
                  <c:v>112.15</c:v>
                </c:pt>
                <c:pt idx="323">
                  <c:v>118.86</c:v>
                </c:pt>
                <c:pt idx="324">
                  <c:v>116.23</c:v>
                </c:pt>
                <c:pt idx="325">
                  <c:v>104.43</c:v>
                </c:pt>
                <c:pt idx="326">
                  <c:v>97.42</c:v>
                </c:pt>
                <c:pt idx="327">
                  <c:v>112.84</c:v>
                </c:pt>
                <c:pt idx="328">
                  <c:v>128.32</c:v>
                </c:pt>
                <c:pt idx="329">
                  <c:v>127.13</c:v>
                </c:pt>
                <c:pt idx="330">
                  <c:v>127.6</c:v>
                </c:pt>
                <c:pt idx="331">
                  <c:v>140.85</c:v>
                </c:pt>
                <c:pt idx="332">
                  <c:v>144.52000000000001</c:v>
                </c:pt>
                <c:pt idx="333">
                  <c:v>144.4</c:v>
                </c:pt>
                <c:pt idx="334">
                  <c:v>142.22</c:v>
                </c:pt>
                <c:pt idx="335">
                  <c:v>141.62</c:v>
                </c:pt>
                <c:pt idx="336">
                  <c:v>139.52000000000001</c:v>
                </c:pt>
                <c:pt idx="337">
                  <c:v>138.33000000000001</c:v>
                </c:pt>
                <c:pt idx="338">
                  <c:v>136.19999999999999</c:v>
                </c:pt>
                <c:pt idx="339">
                  <c:v>121.8</c:v>
                </c:pt>
                <c:pt idx="340">
                  <c:v>131.63999999999999</c:v>
                </c:pt>
                <c:pt idx="341">
                  <c:v>149.58000000000001</c:v>
                </c:pt>
                <c:pt idx="342">
                  <c:v>155.21</c:v>
                </c:pt>
                <c:pt idx="343">
                  <c:v>164.34</c:v>
                </c:pt>
                <c:pt idx="344">
                  <c:v>170.91</c:v>
                </c:pt>
                <c:pt idx="345">
                  <c:v>186.79</c:v>
                </c:pt>
                <c:pt idx="346">
                  <c:v>185.43</c:v>
                </c:pt>
                <c:pt idx="347">
                  <c:v>185.21</c:v>
                </c:pt>
                <c:pt idx="348">
                  <c:v>190.45</c:v>
                </c:pt>
                <c:pt idx="349">
                  <c:v>189.41</c:v>
                </c:pt>
                <c:pt idx="350">
                  <c:v>187.47</c:v>
                </c:pt>
                <c:pt idx="351">
                  <c:v>186.28</c:v>
                </c:pt>
                <c:pt idx="352">
                  <c:v>192.73</c:v>
                </c:pt>
                <c:pt idx="353">
                  <c:v>191.26</c:v>
                </c:pt>
                <c:pt idx="354">
                  <c:v>194.52</c:v>
                </c:pt>
                <c:pt idx="355">
                  <c:v>188.43</c:v>
                </c:pt>
                <c:pt idx="356">
                  <c:v>207.44</c:v>
                </c:pt>
                <c:pt idx="357">
                  <c:v>197.08</c:v>
                </c:pt>
                <c:pt idx="358">
                  <c:v>192.19</c:v>
                </c:pt>
                <c:pt idx="359">
                  <c:v>176.49</c:v>
                </c:pt>
                <c:pt idx="360">
                  <c:v>177.18</c:v>
                </c:pt>
                <c:pt idx="361">
                  <c:v>169.2</c:v>
                </c:pt>
                <c:pt idx="362">
                  <c:v>182.41</c:v>
                </c:pt>
                <c:pt idx="363">
                  <c:v>186.51</c:v>
                </c:pt>
                <c:pt idx="364">
                  <c:v>181.25</c:v>
                </c:pt>
                <c:pt idx="365">
                  <c:v>183.21</c:v>
                </c:pt>
                <c:pt idx="366">
                  <c:v>176.51</c:v>
                </c:pt>
                <c:pt idx="367">
                  <c:v>196.59</c:v>
                </c:pt>
                <c:pt idx="368">
                  <c:v>194.45</c:v>
                </c:pt>
                <c:pt idx="369">
                  <c:v>197.24</c:v>
                </c:pt>
                <c:pt idx="370">
                  <c:v>210.72</c:v>
                </c:pt>
                <c:pt idx="371">
                  <c:v>227.99</c:v>
                </c:pt>
                <c:pt idx="372">
                  <c:v>232.28</c:v>
                </c:pt>
                <c:pt idx="373">
                  <c:v>228.43</c:v>
                </c:pt>
                <c:pt idx="374">
                  <c:v>236.35</c:v>
                </c:pt>
                <c:pt idx="375">
                  <c:v>233.1</c:v>
                </c:pt>
                <c:pt idx="376">
                  <c:v>218.01</c:v>
                </c:pt>
                <c:pt idx="377">
                  <c:v>213.15</c:v>
                </c:pt>
                <c:pt idx="378">
                  <c:v>226.61</c:v>
                </c:pt>
                <c:pt idx="379">
                  <c:v>228.86</c:v>
                </c:pt>
                <c:pt idx="380">
                  <c:v>225.84</c:v>
                </c:pt>
                <c:pt idx="381">
                  <c:v>220.13</c:v>
                </c:pt>
                <c:pt idx="382">
                  <c:v>226.12</c:v>
                </c:pt>
                <c:pt idx="383">
                  <c:v>230.32</c:v>
                </c:pt>
                <c:pt idx="384">
                  <c:v>237.32</c:v>
                </c:pt>
                <c:pt idx="385">
                  <c:v>235.29</c:v>
                </c:pt>
                <c:pt idx="386">
                  <c:v>244.61</c:v>
                </c:pt>
                <c:pt idx="387">
                  <c:v>241.66</c:v>
                </c:pt>
                <c:pt idx="388">
                  <c:v>243.86</c:v>
                </c:pt>
                <c:pt idx="389">
                  <c:v>248.43</c:v>
                </c:pt>
                <c:pt idx="390">
                  <c:v>243.34</c:v>
                </c:pt>
                <c:pt idx="391">
                  <c:v>235.66</c:v>
                </c:pt>
                <c:pt idx="392">
                  <c:v>241.77</c:v>
                </c:pt>
                <c:pt idx="393">
                  <c:v>244.87</c:v>
                </c:pt>
                <c:pt idx="394">
                  <c:v>242.5</c:v>
                </c:pt>
                <c:pt idx="395">
                  <c:v>247.15</c:v>
                </c:pt>
                <c:pt idx="396">
                  <c:v>248.74</c:v>
                </c:pt>
                <c:pt idx="397">
                  <c:v>265.20999999999998</c:v>
                </c:pt>
                <c:pt idx="398">
                  <c:v>257.51</c:v>
                </c:pt>
                <c:pt idx="399">
                  <c:v>246.78</c:v>
                </c:pt>
                <c:pt idx="400">
                  <c:v>239.07</c:v>
                </c:pt>
                <c:pt idx="401">
                  <c:v>246.04</c:v>
                </c:pt>
                <c:pt idx="402">
                  <c:v>244.67</c:v>
                </c:pt>
                <c:pt idx="403">
                  <c:v>237.62</c:v>
                </c:pt>
                <c:pt idx="404">
                  <c:v>243.14</c:v>
                </c:pt>
                <c:pt idx="405">
                  <c:v>248.89</c:v>
                </c:pt>
                <c:pt idx="406">
                  <c:v>254.14</c:v>
                </c:pt>
                <c:pt idx="407">
                  <c:v>249.09</c:v>
                </c:pt>
                <c:pt idx="408">
                  <c:v>258.3</c:v>
                </c:pt>
                <c:pt idx="409">
                  <c:v>258.58</c:v>
                </c:pt>
                <c:pt idx="410">
                  <c:v>258.64999999999998</c:v>
                </c:pt>
                <c:pt idx="411">
                  <c:v>250.51</c:v>
                </c:pt>
                <c:pt idx="412">
                  <c:v>236.66</c:v>
                </c:pt>
                <c:pt idx="413">
                  <c:v>235.86</c:v>
                </c:pt>
                <c:pt idx="414">
                  <c:v>227.46</c:v>
                </c:pt>
                <c:pt idx="415">
                  <c:v>226.32</c:v>
                </c:pt>
                <c:pt idx="416">
                  <c:v>214.56</c:v>
                </c:pt>
                <c:pt idx="417">
                  <c:v>215.88</c:v>
                </c:pt>
                <c:pt idx="418">
                  <c:v>221.56</c:v>
                </c:pt>
                <c:pt idx="419">
                  <c:v>238.34</c:v>
                </c:pt>
                <c:pt idx="420">
                  <c:v>231.36</c:v>
                </c:pt>
                <c:pt idx="421">
                  <c:v>266.94</c:v>
                </c:pt>
                <c:pt idx="422">
                  <c:v>271.77999999999997</c:v>
                </c:pt>
                <c:pt idx="423">
                  <c:v>282.82</c:v>
                </c:pt>
                <c:pt idx="424">
                  <c:v>287.62</c:v>
                </c:pt>
                <c:pt idx="425">
                  <c:v>290.27</c:v>
                </c:pt>
                <c:pt idx="426">
                  <c:v>284.86</c:v>
                </c:pt>
                <c:pt idx="427">
                  <c:v>277.33999999999997</c:v>
                </c:pt>
                <c:pt idx="428">
                  <c:v>273.89</c:v>
                </c:pt>
                <c:pt idx="429">
                  <c:v>274.83999999999997</c:v>
                </c:pt>
                <c:pt idx="430">
                  <c:v>278.68</c:v>
                </c:pt>
                <c:pt idx="431">
                  <c:v>283.86</c:v>
                </c:pt>
                <c:pt idx="432">
                  <c:v>295.58999999999997</c:v>
                </c:pt>
                <c:pt idx="433">
                  <c:v>299.58999999999997</c:v>
                </c:pt>
                <c:pt idx="434">
                  <c:v>309.7</c:v>
                </c:pt>
                <c:pt idx="435">
                  <c:v>307.13</c:v>
                </c:pt>
                <c:pt idx="436">
                  <c:v>334.15</c:v>
                </c:pt>
                <c:pt idx="437">
                  <c:v>333.14</c:v>
                </c:pt>
                <c:pt idx="438">
                  <c:v>349.3</c:v>
                </c:pt>
                <c:pt idx="439">
                  <c:v>353.76</c:v>
                </c:pt>
                <c:pt idx="440">
                  <c:v>328.63</c:v>
                </c:pt>
                <c:pt idx="441">
                  <c:v>331.35</c:v>
                </c:pt>
                <c:pt idx="442">
                  <c:v>340.68</c:v>
                </c:pt>
                <c:pt idx="443">
                  <c:v>344.64</c:v>
                </c:pt>
                <c:pt idx="444">
                  <c:v>350.22</c:v>
                </c:pt>
                <c:pt idx="445">
                  <c:v>357.92</c:v>
                </c:pt>
                <c:pt idx="446">
                  <c:v>353.55</c:v>
                </c:pt>
                <c:pt idx="447">
                  <c:v>341.94</c:v>
                </c:pt>
                <c:pt idx="448">
                  <c:v>346.93</c:v>
                </c:pt>
                <c:pt idx="449">
                  <c:v>365.03</c:v>
                </c:pt>
                <c:pt idx="450">
                  <c:v>355.89</c:v>
                </c:pt>
                <c:pt idx="451">
                  <c:v>352.37</c:v>
                </c:pt>
                <c:pt idx="452">
                  <c:v>351.32</c:v>
                </c:pt>
                <c:pt idx="453">
                  <c:v>339</c:v>
                </c:pt>
                <c:pt idx="454">
                  <c:v>333.17</c:v>
                </c:pt>
                <c:pt idx="455">
                  <c:v>333.06</c:v>
                </c:pt>
                <c:pt idx="456">
                  <c:v>332.71</c:v>
                </c:pt>
                <c:pt idx="457">
                  <c:v>341.17</c:v>
                </c:pt>
                <c:pt idx="458">
                  <c:v>347.56</c:v>
                </c:pt>
                <c:pt idx="459">
                  <c:v>349.76</c:v>
                </c:pt>
                <c:pt idx="460">
                  <c:v>346.02</c:v>
                </c:pt>
                <c:pt idx="461">
                  <c:v>345.49</c:v>
                </c:pt>
                <c:pt idx="462">
                  <c:v>362.92</c:v>
                </c:pt>
                <c:pt idx="463">
                  <c:v>351.88</c:v>
                </c:pt>
                <c:pt idx="464">
                  <c:v>347.27</c:v>
                </c:pt>
                <c:pt idx="465">
                  <c:v>335.63</c:v>
                </c:pt>
                <c:pt idx="466">
                  <c:v>332.13</c:v>
                </c:pt>
                <c:pt idx="467">
                  <c:v>343.36</c:v>
                </c:pt>
                <c:pt idx="468">
                  <c:v>351.05</c:v>
                </c:pt>
                <c:pt idx="469">
                  <c:v>354.87</c:v>
                </c:pt>
                <c:pt idx="470">
                  <c:v>355.83</c:v>
                </c:pt>
                <c:pt idx="471">
                  <c:v>369.37</c:v>
                </c:pt>
                <c:pt idx="472">
                  <c:v>398.27</c:v>
                </c:pt>
                <c:pt idx="473">
                  <c:v>405.3</c:v>
                </c:pt>
                <c:pt idx="474">
                  <c:v>412.72</c:v>
                </c:pt>
                <c:pt idx="475">
                  <c:v>417.96</c:v>
                </c:pt>
                <c:pt idx="476">
                  <c:v>432.21</c:v>
                </c:pt>
                <c:pt idx="477">
                  <c:v>416.69</c:v>
                </c:pt>
                <c:pt idx="478">
                  <c:v>406.96</c:v>
                </c:pt>
                <c:pt idx="479">
                  <c:v>391.17</c:v>
                </c:pt>
                <c:pt idx="480">
                  <c:v>404</c:v>
                </c:pt>
                <c:pt idx="481">
                  <c:v>401.17</c:v>
                </c:pt>
                <c:pt idx="482">
                  <c:v>412.4</c:v>
                </c:pt>
                <c:pt idx="483">
                  <c:v>406.44</c:v>
                </c:pt>
                <c:pt idx="484">
                  <c:v>448.91</c:v>
                </c:pt>
                <c:pt idx="485">
                  <c:v>441.43</c:v>
                </c:pt>
                <c:pt idx="486">
                  <c:v>436.44</c:v>
                </c:pt>
                <c:pt idx="487">
                  <c:v>420.58</c:v>
                </c:pt>
                <c:pt idx="488">
                  <c:v>436.87</c:v>
                </c:pt>
                <c:pt idx="489">
                  <c:v>440.63</c:v>
                </c:pt>
                <c:pt idx="490">
                  <c:v>450.95</c:v>
                </c:pt>
                <c:pt idx="491">
                  <c:v>464.13</c:v>
                </c:pt>
                <c:pt idx="492">
                  <c:v>468.3</c:v>
                </c:pt>
                <c:pt idx="493">
                  <c:v>469.16</c:v>
                </c:pt>
                <c:pt idx="494">
                  <c:v>435.62</c:v>
                </c:pt>
                <c:pt idx="495">
                  <c:v>421.86</c:v>
                </c:pt>
                <c:pt idx="496">
                  <c:v>422.68</c:v>
                </c:pt>
                <c:pt idx="497">
                  <c:v>424.45</c:v>
                </c:pt>
                <c:pt idx="498">
                  <c:v>433.87</c:v>
                </c:pt>
                <c:pt idx="499">
                  <c:v>436.72</c:v>
                </c:pt>
                <c:pt idx="500">
                  <c:v>434.9</c:v>
                </c:pt>
                <c:pt idx="501">
                  <c:v>442.3</c:v>
                </c:pt>
                <c:pt idx="502">
                  <c:v>446.17</c:v>
                </c:pt>
                <c:pt idx="503">
                  <c:v>440.55</c:v>
                </c:pt>
                <c:pt idx="504">
                  <c:v>429.39</c:v>
                </c:pt>
                <c:pt idx="505">
                  <c:v>425.24</c:v>
                </c:pt>
                <c:pt idx="506">
                  <c:v>421.71</c:v>
                </c:pt>
                <c:pt idx="507">
                  <c:v>432.17</c:v>
                </c:pt>
                <c:pt idx="508">
                  <c:v>446.71</c:v>
                </c:pt>
                <c:pt idx="509">
                  <c:v>445.36</c:v>
                </c:pt>
                <c:pt idx="510">
                  <c:v>438.2</c:v>
                </c:pt>
                <c:pt idx="511">
                  <c:v>400.8</c:v>
                </c:pt>
                <c:pt idx="512">
                  <c:v>412.31</c:v>
                </c:pt>
                <c:pt idx="513">
                  <c:v>419.18</c:v>
                </c:pt>
                <c:pt idx="514">
                  <c:v>433.05</c:v>
                </c:pt>
                <c:pt idx="515">
                  <c:v>445.01</c:v>
                </c:pt>
                <c:pt idx="516">
                  <c:v>418.35</c:v>
                </c:pt>
                <c:pt idx="517">
                  <c:v>410.92</c:v>
                </c:pt>
                <c:pt idx="518">
                  <c:v>399.37</c:v>
                </c:pt>
                <c:pt idx="519">
                  <c:v>400.98</c:v>
                </c:pt>
                <c:pt idx="520">
                  <c:v>393.37</c:v>
                </c:pt>
                <c:pt idx="521">
                  <c:v>406.91</c:v>
                </c:pt>
                <c:pt idx="522">
                  <c:v>406.73</c:v>
                </c:pt>
                <c:pt idx="523">
                  <c:v>406.05</c:v>
                </c:pt>
                <c:pt idx="524">
                  <c:v>399.83</c:v>
                </c:pt>
                <c:pt idx="525">
                  <c:v>400.72</c:v>
                </c:pt>
                <c:pt idx="526">
                  <c:v>390.05</c:v>
                </c:pt>
                <c:pt idx="527">
                  <c:v>384.63</c:v>
                </c:pt>
                <c:pt idx="528">
                  <c:v>407.42</c:v>
                </c:pt>
                <c:pt idx="529">
                  <c:v>376.84</c:v>
                </c:pt>
                <c:pt idx="530">
                  <c:v>413.7</c:v>
                </c:pt>
                <c:pt idx="531">
                  <c:v>419.51</c:v>
                </c:pt>
                <c:pt idx="532">
                  <c:v>423.04</c:v>
                </c:pt>
                <c:pt idx="533">
                  <c:v>419.4</c:v>
                </c:pt>
                <c:pt idx="534">
                  <c:v>417.7</c:v>
                </c:pt>
                <c:pt idx="535">
                  <c:v>422.91</c:v>
                </c:pt>
                <c:pt idx="536">
                  <c:v>427.66</c:v>
                </c:pt>
                <c:pt idx="537">
                  <c:v>426.94</c:v>
                </c:pt>
                <c:pt idx="538">
                  <c:v>437.12</c:v>
                </c:pt>
                <c:pt idx="539">
                  <c:v>435.57</c:v>
                </c:pt>
                <c:pt idx="540">
                  <c:v>427.48</c:v>
                </c:pt>
              </c:numCache>
            </c:numRef>
          </c:val>
          <c:smooth val="0"/>
          <c:extLst>
            <c:ext xmlns:c16="http://schemas.microsoft.com/office/drawing/2014/chart" uri="{C3380CC4-5D6E-409C-BE32-E72D297353CC}">
              <c16:uniqueId val="{00000000-9DF7-42B3-9932-04C47A26849F}"/>
            </c:ext>
          </c:extLst>
        </c:ser>
        <c:ser>
          <c:idx val="1"/>
          <c:order val="1"/>
          <c:tx>
            <c:strRef>
              <c:f>Datos!$D$4</c:f>
              <c:strCache>
                <c:ptCount val="1"/>
                <c:pt idx="0">
                  <c:v>Asset Manager: UXY-WN ($bn)</c:v>
                </c:pt>
              </c:strCache>
            </c:strRef>
          </c:tx>
          <c:spPr>
            <a:ln w="20160">
              <a:solidFill>
                <a:srgbClr val="00AEC7"/>
              </a:solidFill>
              <a:round/>
            </a:ln>
          </c:spPr>
          <c:marker>
            <c:symbol val="none"/>
          </c:marker>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Datos!$B$359:$B$545</c:f>
              <c:numCache>
                <c:formatCode>yyyy\-mm\-dd</c:formatCode>
                <c:ptCount val="187"/>
                <c:pt idx="0">
                  <c:v>44929</c:v>
                </c:pt>
                <c:pt idx="1">
                  <c:v>44936</c:v>
                </c:pt>
                <c:pt idx="2">
                  <c:v>44943</c:v>
                </c:pt>
                <c:pt idx="3">
                  <c:v>44950</c:v>
                </c:pt>
                <c:pt idx="4">
                  <c:v>44957</c:v>
                </c:pt>
                <c:pt idx="5">
                  <c:v>44964</c:v>
                </c:pt>
                <c:pt idx="6">
                  <c:v>44971</c:v>
                </c:pt>
                <c:pt idx="7">
                  <c:v>44978</c:v>
                </c:pt>
                <c:pt idx="8">
                  <c:v>44985</c:v>
                </c:pt>
                <c:pt idx="9">
                  <c:v>44992</c:v>
                </c:pt>
                <c:pt idx="10">
                  <c:v>44999</c:v>
                </c:pt>
                <c:pt idx="11">
                  <c:v>45006</c:v>
                </c:pt>
                <c:pt idx="12">
                  <c:v>45013</c:v>
                </c:pt>
                <c:pt idx="13">
                  <c:v>45020</c:v>
                </c:pt>
                <c:pt idx="14">
                  <c:v>45027</c:v>
                </c:pt>
                <c:pt idx="15">
                  <c:v>45034</c:v>
                </c:pt>
                <c:pt idx="16">
                  <c:v>45041</c:v>
                </c:pt>
                <c:pt idx="17">
                  <c:v>45048</c:v>
                </c:pt>
                <c:pt idx="18">
                  <c:v>45055</c:v>
                </c:pt>
                <c:pt idx="19">
                  <c:v>45062</c:v>
                </c:pt>
                <c:pt idx="20">
                  <c:v>45069</c:v>
                </c:pt>
                <c:pt idx="21">
                  <c:v>45076</c:v>
                </c:pt>
                <c:pt idx="22">
                  <c:v>45083</c:v>
                </c:pt>
                <c:pt idx="23">
                  <c:v>45090</c:v>
                </c:pt>
                <c:pt idx="24">
                  <c:v>45097</c:v>
                </c:pt>
                <c:pt idx="25">
                  <c:v>45104</c:v>
                </c:pt>
                <c:pt idx="26">
                  <c:v>45110</c:v>
                </c:pt>
                <c:pt idx="27">
                  <c:v>45118</c:v>
                </c:pt>
                <c:pt idx="28">
                  <c:v>45125</c:v>
                </c:pt>
                <c:pt idx="29">
                  <c:v>45132</c:v>
                </c:pt>
                <c:pt idx="30">
                  <c:v>45139</c:v>
                </c:pt>
                <c:pt idx="31">
                  <c:v>45146</c:v>
                </c:pt>
                <c:pt idx="32">
                  <c:v>45153</c:v>
                </c:pt>
                <c:pt idx="33">
                  <c:v>45160</c:v>
                </c:pt>
                <c:pt idx="34">
                  <c:v>45167</c:v>
                </c:pt>
                <c:pt idx="35">
                  <c:v>45174</c:v>
                </c:pt>
                <c:pt idx="36">
                  <c:v>45181</c:v>
                </c:pt>
                <c:pt idx="37">
                  <c:v>45188</c:v>
                </c:pt>
                <c:pt idx="38">
                  <c:v>45195</c:v>
                </c:pt>
                <c:pt idx="39">
                  <c:v>45202</c:v>
                </c:pt>
                <c:pt idx="40">
                  <c:v>45209</c:v>
                </c:pt>
                <c:pt idx="41">
                  <c:v>45216</c:v>
                </c:pt>
                <c:pt idx="42">
                  <c:v>45223</c:v>
                </c:pt>
                <c:pt idx="43">
                  <c:v>45230</c:v>
                </c:pt>
                <c:pt idx="44">
                  <c:v>45237</c:v>
                </c:pt>
                <c:pt idx="45">
                  <c:v>45244</c:v>
                </c:pt>
                <c:pt idx="46">
                  <c:v>45251</c:v>
                </c:pt>
                <c:pt idx="47">
                  <c:v>45258</c:v>
                </c:pt>
                <c:pt idx="48">
                  <c:v>45265</c:v>
                </c:pt>
                <c:pt idx="49">
                  <c:v>45272</c:v>
                </c:pt>
                <c:pt idx="50">
                  <c:v>45279</c:v>
                </c:pt>
                <c:pt idx="51">
                  <c:v>45286</c:v>
                </c:pt>
                <c:pt idx="52">
                  <c:v>45293</c:v>
                </c:pt>
                <c:pt idx="53">
                  <c:v>45300</c:v>
                </c:pt>
                <c:pt idx="54">
                  <c:v>45307</c:v>
                </c:pt>
                <c:pt idx="55">
                  <c:v>45314</c:v>
                </c:pt>
                <c:pt idx="56">
                  <c:v>45321</c:v>
                </c:pt>
                <c:pt idx="57">
                  <c:v>45328</c:v>
                </c:pt>
                <c:pt idx="58">
                  <c:v>45335</c:v>
                </c:pt>
                <c:pt idx="59">
                  <c:v>45342</c:v>
                </c:pt>
                <c:pt idx="60">
                  <c:v>45349</c:v>
                </c:pt>
                <c:pt idx="61">
                  <c:v>45356</c:v>
                </c:pt>
                <c:pt idx="62">
                  <c:v>45363</c:v>
                </c:pt>
                <c:pt idx="63">
                  <c:v>45370</c:v>
                </c:pt>
                <c:pt idx="64">
                  <c:v>45377</c:v>
                </c:pt>
                <c:pt idx="65">
                  <c:v>45384</c:v>
                </c:pt>
                <c:pt idx="66">
                  <c:v>45391</c:v>
                </c:pt>
                <c:pt idx="67">
                  <c:v>45398</c:v>
                </c:pt>
                <c:pt idx="68">
                  <c:v>45405</c:v>
                </c:pt>
                <c:pt idx="69">
                  <c:v>45412</c:v>
                </c:pt>
                <c:pt idx="70">
                  <c:v>45419</c:v>
                </c:pt>
                <c:pt idx="71">
                  <c:v>45426</c:v>
                </c:pt>
                <c:pt idx="72">
                  <c:v>45433</c:v>
                </c:pt>
                <c:pt idx="73">
                  <c:v>45440</c:v>
                </c:pt>
                <c:pt idx="74">
                  <c:v>45447</c:v>
                </c:pt>
                <c:pt idx="75">
                  <c:v>45454</c:v>
                </c:pt>
                <c:pt idx="76">
                  <c:v>45461</c:v>
                </c:pt>
                <c:pt idx="77">
                  <c:v>45468</c:v>
                </c:pt>
                <c:pt idx="78">
                  <c:v>45475</c:v>
                </c:pt>
                <c:pt idx="79">
                  <c:v>45482</c:v>
                </c:pt>
                <c:pt idx="80">
                  <c:v>45489</c:v>
                </c:pt>
                <c:pt idx="81">
                  <c:v>45496</c:v>
                </c:pt>
                <c:pt idx="82">
                  <c:v>45503</c:v>
                </c:pt>
                <c:pt idx="83">
                  <c:v>45510</c:v>
                </c:pt>
                <c:pt idx="84">
                  <c:v>45517</c:v>
                </c:pt>
                <c:pt idx="85">
                  <c:v>45524</c:v>
                </c:pt>
                <c:pt idx="86">
                  <c:v>45531</c:v>
                </c:pt>
                <c:pt idx="87">
                  <c:v>45538</c:v>
                </c:pt>
                <c:pt idx="88">
                  <c:v>45545</c:v>
                </c:pt>
                <c:pt idx="89">
                  <c:v>45552</c:v>
                </c:pt>
                <c:pt idx="90">
                  <c:v>45559</c:v>
                </c:pt>
                <c:pt idx="91">
                  <c:v>45566</c:v>
                </c:pt>
                <c:pt idx="92">
                  <c:v>45573</c:v>
                </c:pt>
                <c:pt idx="93">
                  <c:v>45580</c:v>
                </c:pt>
                <c:pt idx="94">
                  <c:v>45587</c:v>
                </c:pt>
                <c:pt idx="95">
                  <c:v>45594</c:v>
                </c:pt>
                <c:pt idx="96">
                  <c:v>45601</c:v>
                </c:pt>
                <c:pt idx="97">
                  <c:v>45608</c:v>
                </c:pt>
                <c:pt idx="98">
                  <c:v>45615</c:v>
                </c:pt>
                <c:pt idx="99">
                  <c:v>45622</c:v>
                </c:pt>
                <c:pt idx="100">
                  <c:v>45629</c:v>
                </c:pt>
                <c:pt idx="101">
                  <c:v>45636</c:v>
                </c:pt>
                <c:pt idx="102">
                  <c:v>45643</c:v>
                </c:pt>
                <c:pt idx="103">
                  <c:v>45650</c:v>
                </c:pt>
                <c:pt idx="104">
                  <c:v>45657</c:v>
                </c:pt>
                <c:pt idx="105">
                  <c:v>45664</c:v>
                </c:pt>
                <c:pt idx="106">
                  <c:v>45671</c:v>
                </c:pt>
                <c:pt idx="107">
                  <c:v>45678</c:v>
                </c:pt>
                <c:pt idx="108">
                  <c:v>45685</c:v>
                </c:pt>
                <c:pt idx="109">
                  <c:v>45692</c:v>
                </c:pt>
                <c:pt idx="110">
                  <c:v>45699</c:v>
                </c:pt>
                <c:pt idx="111">
                  <c:v>45706</c:v>
                </c:pt>
                <c:pt idx="112">
                  <c:v>45713</c:v>
                </c:pt>
                <c:pt idx="113">
                  <c:v>45720</c:v>
                </c:pt>
                <c:pt idx="114">
                  <c:v>45727</c:v>
                </c:pt>
                <c:pt idx="115">
                  <c:v>45734</c:v>
                </c:pt>
                <c:pt idx="116">
                  <c:v>45741</c:v>
                </c:pt>
                <c:pt idx="117">
                  <c:v>45748</c:v>
                </c:pt>
                <c:pt idx="118">
                  <c:v>45755</c:v>
                </c:pt>
                <c:pt idx="119">
                  <c:v>45762</c:v>
                </c:pt>
                <c:pt idx="120">
                  <c:v>45769</c:v>
                </c:pt>
                <c:pt idx="121">
                  <c:v>45776</c:v>
                </c:pt>
                <c:pt idx="122">
                  <c:v>45783</c:v>
                </c:pt>
                <c:pt idx="123">
                  <c:v>45790</c:v>
                </c:pt>
                <c:pt idx="124">
                  <c:v>45797</c:v>
                </c:pt>
                <c:pt idx="125">
                  <c:v>45804</c:v>
                </c:pt>
                <c:pt idx="126">
                  <c:v>45811</c:v>
                </c:pt>
                <c:pt idx="127">
                  <c:v>45818</c:v>
                </c:pt>
                <c:pt idx="128">
                  <c:v>45825</c:v>
                </c:pt>
                <c:pt idx="129">
                  <c:v>45832</c:v>
                </c:pt>
                <c:pt idx="130">
                  <c:v>45839</c:v>
                </c:pt>
                <c:pt idx="131">
                  <c:v>45846</c:v>
                </c:pt>
                <c:pt idx="132">
                  <c:v>45853</c:v>
                </c:pt>
                <c:pt idx="133">
                  <c:v>45860</c:v>
                </c:pt>
                <c:pt idx="134">
                  <c:v>45867</c:v>
                </c:pt>
                <c:pt idx="135">
                  <c:v>45874</c:v>
                </c:pt>
                <c:pt idx="136">
                  <c:v>45881</c:v>
                </c:pt>
                <c:pt idx="137">
                  <c:v>45888</c:v>
                </c:pt>
                <c:pt idx="138">
                  <c:v>45895</c:v>
                </c:pt>
                <c:pt idx="139">
                  <c:v>45902</c:v>
                </c:pt>
                <c:pt idx="140">
                  <c:v>45923</c:v>
                </c:pt>
                <c:pt idx="141">
                  <c:v>45930</c:v>
                </c:pt>
                <c:pt idx="142">
                  <c:v>45937</c:v>
                </c:pt>
                <c:pt idx="143">
                  <c:v>45944</c:v>
                </c:pt>
                <c:pt idx="144">
                  <c:v>45951</c:v>
                </c:pt>
                <c:pt idx="145">
                  <c:v>45958</c:v>
                </c:pt>
                <c:pt idx="146">
                  <c:v>45965</c:v>
                </c:pt>
                <c:pt idx="147">
                  <c:v>45971</c:v>
                </c:pt>
                <c:pt idx="148">
                  <c:v>45979</c:v>
                </c:pt>
                <c:pt idx="149">
                  <c:v>45986</c:v>
                </c:pt>
                <c:pt idx="150">
                  <c:v>45993</c:v>
                </c:pt>
                <c:pt idx="151">
                  <c:v>46000</c:v>
                </c:pt>
                <c:pt idx="152">
                  <c:v>46007</c:v>
                </c:pt>
                <c:pt idx="153">
                  <c:v>46014</c:v>
                </c:pt>
                <c:pt idx="154">
                  <c:v>46021</c:v>
                </c:pt>
                <c:pt idx="155">
                  <c:v>46028</c:v>
                </c:pt>
                <c:pt idx="156">
                  <c:v>46035</c:v>
                </c:pt>
                <c:pt idx="157">
                  <c:v>46042</c:v>
                </c:pt>
                <c:pt idx="158">
                  <c:v>46049</c:v>
                </c:pt>
                <c:pt idx="159">
                  <c:v>46056</c:v>
                </c:pt>
                <c:pt idx="160">
                  <c:v>46063</c:v>
                </c:pt>
                <c:pt idx="161">
                  <c:v>46070</c:v>
                </c:pt>
                <c:pt idx="162">
                  <c:v>46077</c:v>
                </c:pt>
                <c:pt idx="163">
                  <c:v>46084</c:v>
                </c:pt>
                <c:pt idx="164">
                  <c:v>46091</c:v>
                </c:pt>
                <c:pt idx="165">
                  <c:v>46098</c:v>
                </c:pt>
                <c:pt idx="166">
                  <c:v>46105</c:v>
                </c:pt>
                <c:pt idx="167">
                  <c:v>46112</c:v>
                </c:pt>
                <c:pt idx="168">
                  <c:v>46119</c:v>
                </c:pt>
                <c:pt idx="169">
                  <c:v>46126</c:v>
                </c:pt>
                <c:pt idx="170">
                  <c:v>46133</c:v>
                </c:pt>
                <c:pt idx="171">
                  <c:v>46140</c:v>
                </c:pt>
                <c:pt idx="172">
                  <c:v>46147</c:v>
                </c:pt>
                <c:pt idx="173">
                  <c:v>46154</c:v>
                </c:pt>
                <c:pt idx="174">
                  <c:v>46161</c:v>
                </c:pt>
                <c:pt idx="175">
                  <c:v>46168</c:v>
                </c:pt>
                <c:pt idx="176">
                  <c:v>46175</c:v>
                </c:pt>
                <c:pt idx="177">
                  <c:v>46182</c:v>
                </c:pt>
                <c:pt idx="178">
                  <c:v>46189</c:v>
                </c:pt>
                <c:pt idx="179">
                  <c:v>46196</c:v>
                </c:pt>
                <c:pt idx="180">
                  <c:v>46203</c:v>
                </c:pt>
                <c:pt idx="181">
                  <c:v>46210</c:v>
                </c:pt>
                <c:pt idx="182">
                  <c:v>46217</c:v>
                </c:pt>
                <c:pt idx="183">
                  <c:v>46224</c:v>
                </c:pt>
                <c:pt idx="184">
                  <c:v>46231</c:v>
                </c:pt>
                <c:pt idx="185">
                  <c:v>46238</c:v>
                </c:pt>
                <c:pt idx="186">
                  <c:v>46245</c:v>
                </c:pt>
              </c:numCache>
            </c:numRef>
          </c:cat>
          <c:val>
            <c:numRef>
              <c:f>Datos!$D$5:$D$545</c:f>
              <c:numCache>
                <c:formatCode>#,##0.0</c:formatCode>
                <c:ptCount val="541"/>
                <c:pt idx="0">
                  <c:v>55.84</c:v>
                </c:pt>
                <c:pt idx="1">
                  <c:v>53.81</c:v>
                </c:pt>
                <c:pt idx="2">
                  <c:v>51.11</c:v>
                </c:pt>
                <c:pt idx="3">
                  <c:v>45.41</c:v>
                </c:pt>
                <c:pt idx="4">
                  <c:v>45</c:v>
                </c:pt>
                <c:pt idx="5">
                  <c:v>43.1</c:v>
                </c:pt>
                <c:pt idx="6">
                  <c:v>41.61</c:v>
                </c:pt>
                <c:pt idx="7">
                  <c:v>46.34</c:v>
                </c:pt>
                <c:pt idx="8">
                  <c:v>46.33</c:v>
                </c:pt>
                <c:pt idx="9">
                  <c:v>43.69</c:v>
                </c:pt>
                <c:pt idx="10">
                  <c:v>42.73</c:v>
                </c:pt>
                <c:pt idx="11">
                  <c:v>42.79</c:v>
                </c:pt>
                <c:pt idx="12">
                  <c:v>48.75</c:v>
                </c:pt>
                <c:pt idx="13">
                  <c:v>47.8</c:v>
                </c:pt>
                <c:pt idx="14">
                  <c:v>43.47</c:v>
                </c:pt>
                <c:pt idx="15">
                  <c:v>44.83</c:v>
                </c:pt>
                <c:pt idx="16">
                  <c:v>40.520000000000003</c:v>
                </c:pt>
                <c:pt idx="17">
                  <c:v>41.75</c:v>
                </c:pt>
                <c:pt idx="18">
                  <c:v>40.89</c:v>
                </c:pt>
                <c:pt idx="19">
                  <c:v>39.99</c:v>
                </c:pt>
                <c:pt idx="20">
                  <c:v>40.479999999999997</c:v>
                </c:pt>
                <c:pt idx="21">
                  <c:v>40.58</c:v>
                </c:pt>
                <c:pt idx="22">
                  <c:v>39.44</c:v>
                </c:pt>
                <c:pt idx="23">
                  <c:v>40.090000000000003</c:v>
                </c:pt>
                <c:pt idx="24">
                  <c:v>43.73</c:v>
                </c:pt>
                <c:pt idx="25">
                  <c:v>45.84</c:v>
                </c:pt>
                <c:pt idx="26">
                  <c:v>42.74</c:v>
                </c:pt>
                <c:pt idx="27">
                  <c:v>43.05</c:v>
                </c:pt>
                <c:pt idx="28">
                  <c:v>48.14</c:v>
                </c:pt>
                <c:pt idx="29">
                  <c:v>47.44</c:v>
                </c:pt>
                <c:pt idx="30">
                  <c:v>46.34</c:v>
                </c:pt>
                <c:pt idx="31">
                  <c:v>45.96</c:v>
                </c:pt>
                <c:pt idx="32">
                  <c:v>52.09</c:v>
                </c:pt>
                <c:pt idx="33">
                  <c:v>52.78</c:v>
                </c:pt>
                <c:pt idx="34">
                  <c:v>57.69</c:v>
                </c:pt>
                <c:pt idx="35">
                  <c:v>55.74</c:v>
                </c:pt>
                <c:pt idx="36">
                  <c:v>65.66</c:v>
                </c:pt>
                <c:pt idx="37">
                  <c:v>75.55</c:v>
                </c:pt>
                <c:pt idx="38">
                  <c:v>87.54</c:v>
                </c:pt>
                <c:pt idx="39">
                  <c:v>87.12</c:v>
                </c:pt>
                <c:pt idx="40">
                  <c:v>92.66</c:v>
                </c:pt>
                <c:pt idx="41">
                  <c:v>96.69</c:v>
                </c:pt>
                <c:pt idx="42">
                  <c:v>97.47</c:v>
                </c:pt>
                <c:pt idx="43">
                  <c:v>99.4</c:v>
                </c:pt>
                <c:pt idx="44">
                  <c:v>96.95</c:v>
                </c:pt>
                <c:pt idx="45">
                  <c:v>100.21</c:v>
                </c:pt>
                <c:pt idx="46">
                  <c:v>99.94</c:v>
                </c:pt>
                <c:pt idx="47">
                  <c:v>103.4</c:v>
                </c:pt>
                <c:pt idx="48">
                  <c:v>95.77</c:v>
                </c:pt>
                <c:pt idx="49">
                  <c:v>99.71</c:v>
                </c:pt>
                <c:pt idx="50">
                  <c:v>96.24</c:v>
                </c:pt>
                <c:pt idx="51">
                  <c:v>93.27</c:v>
                </c:pt>
                <c:pt idx="52">
                  <c:v>93.65</c:v>
                </c:pt>
                <c:pt idx="53">
                  <c:v>91.56</c:v>
                </c:pt>
                <c:pt idx="54">
                  <c:v>89.82</c:v>
                </c:pt>
                <c:pt idx="55">
                  <c:v>88.65</c:v>
                </c:pt>
                <c:pt idx="56">
                  <c:v>92.64</c:v>
                </c:pt>
                <c:pt idx="57">
                  <c:v>89.15</c:v>
                </c:pt>
                <c:pt idx="58">
                  <c:v>90.32</c:v>
                </c:pt>
                <c:pt idx="59">
                  <c:v>93.13</c:v>
                </c:pt>
                <c:pt idx="60">
                  <c:v>99.04</c:v>
                </c:pt>
                <c:pt idx="61">
                  <c:v>96.9</c:v>
                </c:pt>
                <c:pt idx="62">
                  <c:v>95.69</c:v>
                </c:pt>
                <c:pt idx="63">
                  <c:v>92.27</c:v>
                </c:pt>
                <c:pt idx="64">
                  <c:v>93.63</c:v>
                </c:pt>
                <c:pt idx="65">
                  <c:v>95.71</c:v>
                </c:pt>
                <c:pt idx="66">
                  <c:v>93.12</c:v>
                </c:pt>
                <c:pt idx="67">
                  <c:v>92.5</c:v>
                </c:pt>
                <c:pt idx="68">
                  <c:v>90.57</c:v>
                </c:pt>
                <c:pt idx="69">
                  <c:v>95.01</c:v>
                </c:pt>
                <c:pt idx="70">
                  <c:v>92.48</c:v>
                </c:pt>
                <c:pt idx="71">
                  <c:v>96.1</c:v>
                </c:pt>
                <c:pt idx="72">
                  <c:v>100.19</c:v>
                </c:pt>
                <c:pt idx="73">
                  <c:v>102.49</c:v>
                </c:pt>
                <c:pt idx="74">
                  <c:v>104.15</c:v>
                </c:pt>
                <c:pt idx="75">
                  <c:v>106.13</c:v>
                </c:pt>
                <c:pt idx="76">
                  <c:v>108.56</c:v>
                </c:pt>
                <c:pt idx="77">
                  <c:v>106.75</c:v>
                </c:pt>
                <c:pt idx="78">
                  <c:v>102.96</c:v>
                </c:pt>
                <c:pt idx="79">
                  <c:v>100.73</c:v>
                </c:pt>
                <c:pt idx="80">
                  <c:v>97.29</c:v>
                </c:pt>
                <c:pt idx="81">
                  <c:v>96.56</c:v>
                </c:pt>
                <c:pt idx="82">
                  <c:v>102.29</c:v>
                </c:pt>
                <c:pt idx="83">
                  <c:v>94.45</c:v>
                </c:pt>
                <c:pt idx="84">
                  <c:v>99.57</c:v>
                </c:pt>
                <c:pt idx="85">
                  <c:v>96.92</c:v>
                </c:pt>
                <c:pt idx="86">
                  <c:v>94.99</c:v>
                </c:pt>
                <c:pt idx="87">
                  <c:v>90.16</c:v>
                </c:pt>
                <c:pt idx="88">
                  <c:v>85.31</c:v>
                </c:pt>
                <c:pt idx="89">
                  <c:v>83.51</c:v>
                </c:pt>
                <c:pt idx="90">
                  <c:v>82.37</c:v>
                </c:pt>
                <c:pt idx="91">
                  <c:v>79.91</c:v>
                </c:pt>
                <c:pt idx="92">
                  <c:v>80.78</c:v>
                </c:pt>
                <c:pt idx="93">
                  <c:v>79.41</c:v>
                </c:pt>
                <c:pt idx="94">
                  <c:v>80.260000000000005</c:v>
                </c:pt>
                <c:pt idx="95">
                  <c:v>80.37</c:v>
                </c:pt>
                <c:pt idx="96">
                  <c:v>79.69</c:v>
                </c:pt>
                <c:pt idx="97">
                  <c:v>72.849999999999994</c:v>
                </c:pt>
                <c:pt idx="98">
                  <c:v>73.36</c:v>
                </c:pt>
                <c:pt idx="99">
                  <c:v>94.01</c:v>
                </c:pt>
                <c:pt idx="100">
                  <c:v>94.14</c:v>
                </c:pt>
                <c:pt idx="101">
                  <c:v>95.7</c:v>
                </c:pt>
                <c:pt idx="102">
                  <c:v>101</c:v>
                </c:pt>
                <c:pt idx="103">
                  <c:v>96.97</c:v>
                </c:pt>
                <c:pt idx="104">
                  <c:v>102.55</c:v>
                </c:pt>
                <c:pt idx="105">
                  <c:v>108.34</c:v>
                </c:pt>
                <c:pt idx="106">
                  <c:v>109.68</c:v>
                </c:pt>
                <c:pt idx="107">
                  <c:v>105.23</c:v>
                </c:pt>
                <c:pt idx="108">
                  <c:v>101.51</c:v>
                </c:pt>
                <c:pt idx="109">
                  <c:v>105.67</c:v>
                </c:pt>
                <c:pt idx="110">
                  <c:v>108.03</c:v>
                </c:pt>
                <c:pt idx="111">
                  <c:v>105.19</c:v>
                </c:pt>
                <c:pt idx="112">
                  <c:v>108.56</c:v>
                </c:pt>
                <c:pt idx="113">
                  <c:v>112.74</c:v>
                </c:pt>
                <c:pt idx="114">
                  <c:v>119.16</c:v>
                </c:pt>
                <c:pt idx="115">
                  <c:v>113.58</c:v>
                </c:pt>
                <c:pt idx="116">
                  <c:v>114.24</c:v>
                </c:pt>
                <c:pt idx="117">
                  <c:v>113.7</c:v>
                </c:pt>
                <c:pt idx="118">
                  <c:v>108.53</c:v>
                </c:pt>
                <c:pt idx="119">
                  <c:v>111.96</c:v>
                </c:pt>
                <c:pt idx="120">
                  <c:v>109.36</c:v>
                </c:pt>
                <c:pt idx="121">
                  <c:v>113.81</c:v>
                </c:pt>
                <c:pt idx="122">
                  <c:v>118.69</c:v>
                </c:pt>
                <c:pt idx="123">
                  <c:v>122.8</c:v>
                </c:pt>
                <c:pt idx="124">
                  <c:v>121.32</c:v>
                </c:pt>
                <c:pt idx="125">
                  <c:v>123.59</c:v>
                </c:pt>
                <c:pt idx="126">
                  <c:v>124.97</c:v>
                </c:pt>
                <c:pt idx="127">
                  <c:v>123.21</c:v>
                </c:pt>
                <c:pt idx="128">
                  <c:v>121.08</c:v>
                </c:pt>
                <c:pt idx="129">
                  <c:v>126.24</c:v>
                </c:pt>
                <c:pt idx="130">
                  <c:v>126.9</c:v>
                </c:pt>
                <c:pt idx="131">
                  <c:v>133.18</c:v>
                </c:pt>
                <c:pt idx="132">
                  <c:v>133.22</c:v>
                </c:pt>
                <c:pt idx="133">
                  <c:v>135.51</c:v>
                </c:pt>
                <c:pt idx="134">
                  <c:v>138.13999999999999</c:v>
                </c:pt>
                <c:pt idx="135">
                  <c:v>134.07</c:v>
                </c:pt>
                <c:pt idx="136">
                  <c:v>138.54</c:v>
                </c:pt>
                <c:pt idx="137">
                  <c:v>140.86000000000001</c:v>
                </c:pt>
                <c:pt idx="138">
                  <c:v>159.68</c:v>
                </c:pt>
                <c:pt idx="139">
                  <c:v>163.04</c:v>
                </c:pt>
                <c:pt idx="140">
                  <c:v>154.69</c:v>
                </c:pt>
                <c:pt idx="141">
                  <c:v>154.88999999999999</c:v>
                </c:pt>
                <c:pt idx="142">
                  <c:v>149.19</c:v>
                </c:pt>
                <c:pt idx="143">
                  <c:v>156.1</c:v>
                </c:pt>
                <c:pt idx="144">
                  <c:v>164.31</c:v>
                </c:pt>
                <c:pt idx="145">
                  <c:v>162.84</c:v>
                </c:pt>
                <c:pt idx="146">
                  <c:v>164.76</c:v>
                </c:pt>
                <c:pt idx="147">
                  <c:v>172.82</c:v>
                </c:pt>
                <c:pt idx="148">
                  <c:v>175.61</c:v>
                </c:pt>
                <c:pt idx="149">
                  <c:v>172.78</c:v>
                </c:pt>
                <c:pt idx="150">
                  <c:v>173.8</c:v>
                </c:pt>
                <c:pt idx="151">
                  <c:v>174.2</c:v>
                </c:pt>
                <c:pt idx="152">
                  <c:v>167.67</c:v>
                </c:pt>
                <c:pt idx="153">
                  <c:v>163.26</c:v>
                </c:pt>
                <c:pt idx="154">
                  <c:v>149.47999999999999</c:v>
                </c:pt>
                <c:pt idx="155">
                  <c:v>146.78</c:v>
                </c:pt>
                <c:pt idx="156">
                  <c:v>147.44</c:v>
                </c:pt>
                <c:pt idx="157">
                  <c:v>149.25</c:v>
                </c:pt>
                <c:pt idx="158">
                  <c:v>149.80000000000001</c:v>
                </c:pt>
                <c:pt idx="159">
                  <c:v>149.55000000000001</c:v>
                </c:pt>
                <c:pt idx="160">
                  <c:v>151.78</c:v>
                </c:pt>
                <c:pt idx="161">
                  <c:v>151.38999999999999</c:v>
                </c:pt>
                <c:pt idx="162">
                  <c:v>162.82</c:v>
                </c:pt>
                <c:pt idx="163">
                  <c:v>167.14</c:v>
                </c:pt>
                <c:pt idx="164">
                  <c:v>171.17</c:v>
                </c:pt>
                <c:pt idx="165">
                  <c:v>172.24</c:v>
                </c:pt>
                <c:pt idx="166">
                  <c:v>171.7</c:v>
                </c:pt>
                <c:pt idx="167">
                  <c:v>170.84</c:v>
                </c:pt>
                <c:pt idx="168">
                  <c:v>164.82</c:v>
                </c:pt>
                <c:pt idx="169">
                  <c:v>166.24</c:v>
                </c:pt>
                <c:pt idx="170">
                  <c:v>166.8</c:v>
                </c:pt>
                <c:pt idx="171">
                  <c:v>160.16999999999999</c:v>
                </c:pt>
                <c:pt idx="172">
                  <c:v>157.97</c:v>
                </c:pt>
                <c:pt idx="173">
                  <c:v>169.05</c:v>
                </c:pt>
                <c:pt idx="174">
                  <c:v>165.09</c:v>
                </c:pt>
                <c:pt idx="175">
                  <c:v>163.11000000000001</c:v>
                </c:pt>
                <c:pt idx="176">
                  <c:v>179.3</c:v>
                </c:pt>
                <c:pt idx="177">
                  <c:v>185.71</c:v>
                </c:pt>
                <c:pt idx="178">
                  <c:v>179.92</c:v>
                </c:pt>
                <c:pt idx="179">
                  <c:v>166.05</c:v>
                </c:pt>
                <c:pt idx="180">
                  <c:v>168.41</c:v>
                </c:pt>
                <c:pt idx="181">
                  <c:v>158.11000000000001</c:v>
                </c:pt>
                <c:pt idx="182">
                  <c:v>160.29</c:v>
                </c:pt>
                <c:pt idx="183">
                  <c:v>162.08000000000001</c:v>
                </c:pt>
                <c:pt idx="184">
                  <c:v>164.06</c:v>
                </c:pt>
                <c:pt idx="185">
                  <c:v>161.93</c:v>
                </c:pt>
                <c:pt idx="186">
                  <c:v>160.04</c:v>
                </c:pt>
                <c:pt idx="187">
                  <c:v>159.72</c:v>
                </c:pt>
                <c:pt idx="188">
                  <c:v>159.80000000000001</c:v>
                </c:pt>
                <c:pt idx="189">
                  <c:v>157.07</c:v>
                </c:pt>
                <c:pt idx="190">
                  <c:v>152.78</c:v>
                </c:pt>
                <c:pt idx="191">
                  <c:v>156.66</c:v>
                </c:pt>
                <c:pt idx="192">
                  <c:v>156.27000000000001</c:v>
                </c:pt>
                <c:pt idx="193">
                  <c:v>160.52000000000001</c:v>
                </c:pt>
                <c:pt idx="194">
                  <c:v>164.03</c:v>
                </c:pt>
                <c:pt idx="195">
                  <c:v>167.24</c:v>
                </c:pt>
                <c:pt idx="196">
                  <c:v>170.16</c:v>
                </c:pt>
                <c:pt idx="197">
                  <c:v>173.21</c:v>
                </c:pt>
                <c:pt idx="198">
                  <c:v>169.15</c:v>
                </c:pt>
                <c:pt idx="199">
                  <c:v>173.58</c:v>
                </c:pt>
                <c:pt idx="200">
                  <c:v>173.42</c:v>
                </c:pt>
                <c:pt idx="201">
                  <c:v>167.85</c:v>
                </c:pt>
                <c:pt idx="202">
                  <c:v>161.69</c:v>
                </c:pt>
                <c:pt idx="203">
                  <c:v>160.05000000000001</c:v>
                </c:pt>
                <c:pt idx="204">
                  <c:v>165.53</c:v>
                </c:pt>
                <c:pt idx="205">
                  <c:v>175.24</c:v>
                </c:pt>
                <c:pt idx="206">
                  <c:v>180.65</c:v>
                </c:pt>
                <c:pt idx="207">
                  <c:v>190.44</c:v>
                </c:pt>
                <c:pt idx="208">
                  <c:v>191.45</c:v>
                </c:pt>
                <c:pt idx="209">
                  <c:v>176.96</c:v>
                </c:pt>
                <c:pt idx="210">
                  <c:v>166.51</c:v>
                </c:pt>
                <c:pt idx="211">
                  <c:v>165.4</c:v>
                </c:pt>
                <c:pt idx="212">
                  <c:v>155.05000000000001</c:v>
                </c:pt>
                <c:pt idx="213">
                  <c:v>151.55000000000001</c:v>
                </c:pt>
                <c:pt idx="214">
                  <c:v>151.19</c:v>
                </c:pt>
                <c:pt idx="215">
                  <c:v>153.16999999999999</c:v>
                </c:pt>
                <c:pt idx="216">
                  <c:v>149.28</c:v>
                </c:pt>
                <c:pt idx="217">
                  <c:v>147.37</c:v>
                </c:pt>
                <c:pt idx="218">
                  <c:v>137.88</c:v>
                </c:pt>
                <c:pt idx="219">
                  <c:v>143.47</c:v>
                </c:pt>
                <c:pt idx="220">
                  <c:v>133.72999999999999</c:v>
                </c:pt>
                <c:pt idx="221">
                  <c:v>129.65</c:v>
                </c:pt>
                <c:pt idx="222">
                  <c:v>137.04</c:v>
                </c:pt>
                <c:pt idx="223">
                  <c:v>144.43</c:v>
                </c:pt>
                <c:pt idx="224">
                  <c:v>148.69999999999999</c:v>
                </c:pt>
                <c:pt idx="225">
                  <c:v>149.01</c:v>
                </c:pt>
                <c:pt idx="226">
                  <c:v>147.82</c:v>
                </c:pt>
                <c:pt idx="227">
                  <c:v>141.97</c:v>
                </c:pt>
                <c:pt idx="228">
                  <c:v>141.01</c:v>
                </c:pt>
                <c:pt idx="229">
                  <c:v>137.94999999999999</c:v>
                </c:pt>
                <c:pt idx="230">
                  <c:v>145.08000000000001</c:v>
                </c:pt>
                <c:pt idx="231">
                  <c:v>143.53</c:v>
                </c:pt>
                <c:pt idx="232">
                  <c:v>147.16999999999999</c:v>
                </c:pt>
                <c:pt idx="233">
                  <c:v>145.37</c:v>
                </c:pt>
                <c:pt idx="234">
                  <c:v>151.27000000000001</c:v>
                </c:pt>
                <c:pt idx="235">
                  <c:v>146.05000000000001</c:v>
                </c:pt>
                <c:pt idx="236">
                  <c:v>147.05000000000001</c:v>
                </c:pt>
                <c:pt idx="237">
                  <c:v>145.75</c:v>
                </c:pt>
                <c:pt idx="238">
                  <c:v>149.13999999999999</c:v>
                </c:pt>
                <c:pt idx="239">
                  <c:v>148.86000000000001</c:v>
                </c:pt>
                <c:pt idx="240">
                  <c:v>153.54</c:v>
                </c:pt>
                <c:pt idx="241">
                  <c:v>148.57</c:v>
                </c:pt>
                <c:pt idx="242">
                  <c:v>148</c:v>
                </c:pt>
                <c:pt idx="243">
                  <c:v>147.59</c:v>
                </c:pt>
                <c:pt idx="244">
                  <c:v>138.78</c:v>
                </c:pt>
                <c:pt idx="245">
                  <c:v>144.35</c:v>
                </c:pt>
                <c:pt idx="246">
                  <c:v>148.13</c:v>
                </c:pt>
                <c:pt idx="247">
                  <c:v>148.28</c:v>
                </c:pt>
                <c:pt idx="248">
                  <c:v>147.49</c:v>
                </c:pt>
                <c:pt idx="249">
                  <c:v>154.31</c:v>
                </c:pt>
                <c:pt idx="250">
                  <c:v>157.11000000000001</c:v>
                </c:pt>
                <c:pt idx="251">
                  <c:v>153.29</c:v>
                </c:pt>
                <c:pt idx="252">
                  <c:v>154.69</c:v>
                </c:pt>
                <c:pt idx="253">
                  <c:v>157.80000000000001</c:v>
                </c:pt>
                <c:pt idx="254">
                  <c:v>152.33000000000001</c:v>
                </c:pt>
                <c:pt idx="255">
                  <c:v>146.6</c:v>
                </c:pt>
                <c:pt idx="256">
                  <c:v>142.28</c:v>
                </c:pt>
                <c:pt idx="257">
                  <c:v>133.69999999999999</c:v>
                </c:pt>
                <c:pt idx="258">
                  <c:v>125.24</c:v>
                </c:pt>
                <c:pt idx="259">
                  <c:v>112.37</c:v>
                </c:pt>
                <c:pt idx="260">
                  <c:v>105.86</c:v>
                </c:pt>
                <c:pt idx="261">
                  <c:v>100.17</c:v>
                </c:pt>
                <c:pt idx="262">
                  <c:v>108.47</c:v>
                </c:pt>
                <c:pt idx="263">
                  <c:v>112.65</c:v>
                </c:pt>
                <c:pt idx="264">
                  <c:v>118.7</c:v>
                </c:pt>
                <c:pt idx="265">
                  <c:v>118.06</c:v>
                </c:pt>
                <c:pt idx="266">
                  <c:v>124.87</c:v>
                </c:pt>
                <c:pt idx="267">
                  <c:v>119.79</c:v>
                </c:pt>
                <c:pt idx="268">
                  <c:v>109.84</c:v>
                </c:pt>
                <c:pt idx="269">
                  <c:v>103.1</c:v>
                </c:pt>
                <c:pt idx="270">
                  <c:v>108.14</c:v>
                </c:pt>
                <c:pt idx="271">
                  <c:v>105.28</c:v>
                </c:pt>
                <c:pt idx="272">
                  <c:v>110.93</c:v>
                </c:pt>
                <c:pt idx="273">
                  <c:v>113.56</c:v>
                </c:pt>
                <c:pt idx="274">
                  <c:v>104.44</c:v>
                </c:pt>
                <c:pt idx="275">
                  <c:v>97.35</c:v>
                </c:pt>
                <c:pt idx="276">
                  <c:v>98.02</c:v>
                </c:pt>
                <c:pt idx="277">
                  <c:v>107.12</c:v>
                </c:pt>
                <c:pt idx="278">
                  <c:v>115.36</c:v>
                </c:pt>
                <c:pt idx="279">
                  <c:v>127.96</c:v>
                </c:pt>
                <c:pt idx="280">
                  <c:v>129.09</c:v>
                </c:pt>
                <c:pt idx="281">
                  <c:v>125.26</c:v>
                </c:pt>
                <c:pt idx="282">
                  <c:v>135.32</c:v>
                </c:pt>
                <c:pt idx="283">
                  <c:v>134.19</c:v>
                </c:pt>
                <c:pt idx="284">
                  <c:v>130.97</c:v>
                </c:pt>
                <c:pt idx="285">
                  <c:v>126.59</c:v>
                </c:pt>
                <c:pt idx="286">
                  <c:v>125.94</c:v>
                </c:pt>
                <c:pt idx="287">
                  <c:v>132.68</c:v>
                </c:pt>
                <c:pt idx="288">
                  <c:v>128.72999999999999</c:v>
                </c:pt>
                <c:pt idx="289">
                  <c:v>128.77000000000001</c:v>
                </c:pt>
                <c:pt idx="290">
                  <c:v>115.28</c:v>
                </c:pt>
                <c:pt idx="291">
                  <c:v>111.69</c:v>
                </c:pt>
                <c:pt idx="292">
                  <c:v>113.48</c:v>
                </c:pt>
                <c:pt idx="293">
                  <c:v>101.8</c:v>
                </c:pt>
                <c:pt idx="294">
                  <c:v>109.77</c:v>
                </c:pt>
                <c:pt idx="295">
                  <c:v>105.35</c:v>
                </c:pt>
                <c:pt idx="296">
                  <c:v>115.4</c:v>
                </c:pt>
                <c:pt idx="297">
                  <c:v>129.28</c:v>
                </c:pt>
                <c:pt idx="298">
                  <c:v>125.9</c:v>
                </c:pt>
                <c:pt idx="299">
                  <c:v>125.97</c:v>
                </c:pt>
                <c:pt idx="300">
                  <c:v>125.18</c:v>
                </c:pt>
                <c:pt idx="301">
                  <c:v>118.66</c:v>
                </c:pt>
                <c:pt idx="302">
                  <c:v>110.11</c:v>
                </c:pt>
                <c:pt idx="303">
                  <c:v>114.13</c:v>
                </c:pt>
                <c:pt idx="304">
                  <c:v>118.35</c:v>
                </c:pt>
                <c:pt idx="305">
                  <c:v>128.43</c:v>
                </c:pt>
                <c:pt idx="306">
                  <c:v>125.5</c:v>
                </c:pt>
                <c:pt idx="307">
                  <c:v>119.15</c:v>
                </c:pt>
                <c:pt idx="308">
                  <c:v>120.73</c:v>
                </c:pt>
                <c:pt idx="309">
                  <c:v>123.31</c:v>
                </c:pt>
                <c:pt idx="310">
                  <c:v>122.15</c:v>
                </c:pt>
                <c:pt idx="311">
                  <c:v>127.28</c:v>
                </c:pt>
                <c:pt idx="312">
                  <c:v>131.28</c:v>
                </c:pt>
                <c:pt idx="313">
                  <c:v>136.49</c:v>
                </c:pt>
                <c:pt idx="314">
                  <c:v>146.55000000000001</c:v>
                </c:pt>
                <c:pt idx="315">
                  <c:v>147.75</c:v>
                </c:pt>
                <c:pt idx="316">
                  <c:v>142.69999999999999</c:v>
                </c:pt>
                <c:pt idx="317">
                  <c:v>142.15</c:v>
                </c:pt>
                <c:pt idx="318">
                  <c:v>154.83000000000001</c:v>
                </c:pt>
                <c:pt idx="319">
                  <c:v>157.33000000000001</c:v>
                </c:pt>
                <c:pt idx="320">
                  <c:v>157.4</c:v>
                </c:pt>
                <c:pt idx="321">
                  <c:v>168</c:v>
                </c:pt>
                <c:pt idx="322">
                  <c:v>181.99</c:v>
                </c:pt>
                <c:pt idx="323">
                  <c:v>170.63</c:v>
                </c:pt>
                <c:pt idx="324">
                  <c:v>169.7</c:v>
                </c:pt>
                <c:pt idx="325">
                  <c:v>172.02</c:v>
                </c:pt>
                <c:pt idx="326">
                  <c:v>175.19</c:v>
                </c:pt>
                <c:pt idx="327">
                  <c:v>182.6</c:v>
                </c:pt>
                <c:pt idx="328">
                  <c:v>187.16</c:v>
                </c:pt>
                <c:pt idx="329">
                  <c:v>188.98</c:v>
                </c:pt>
                <c:pt idx="330">
                  <c:v>197.63</c:v>
                </c:pt>
                <c:pt idx="331">
                  <c:v>199.76</c:v>
                </c:pt>
                <c:pt idx="332">
                  <c:v>198.27</c:v>
                </c:pt>
                <c:pt idx="333">
                  <c:v>198.94</c:v>
                </c:pt>
                <c:pt idx="334">
                  <c:v>204.23</c:v>
                </c:pt>
                <c:pt idx="335">
                  <c:v>196.67</c:v>
                </c:pt>
                <c:pt idx="336">
                  <c:v>195.06</c:v>
                </c:pt>
                <c:pt idx="337">
                  <c:v>191.97</c:v>
                </c:pt>
                <c:pt idx="338">
                  <c:v>193.77</c:v>
                </c:pt>
                <c:pt idx="339">
                  <c:v>198.19</c:v>
                </c:pt>
                <c:pt idx="340">
                  <c:v>204.19</c:v>
                </c:pt>
                <c:pt idx="341">
                  <c:v>199.47</c:v>
                </c:pt>
                <c:pt idx="342">
                  <c:v>200.47</c:v>
                </c:pt>
                <c:pt idx="343">
                  <c:v>204.35</c:v>
                </c:pt>
                <c:pt idx="344">
                  <c:v>205.16</c:v>
                </c:pt>
                <c:pt idx="345">
                  <c:v>194.45</c:v>
                </c:pt>
                <c:pt idx="346">
                  <c:v>186.99</c:v>
                </c:pt>
                <c:pt idx="347">
                  <c:v>188.93</c:v>
                </c:pt>
                <c:pt idx="348">
                  <c:v>188.26</c:v>
                </c:pt>
                <c:pt idx="349">
                  <c:v>185.11</c:v>
                </c:pt>
                <c:pt idx="350">
                  <c:v>191.16</c:v>
                </c:pt>
                <c:pt idx="351">
                  <c:v>197.95</c:v>
                </c:pt>
                <c:pt idx="352">
                  <c:v>203.89</c:v>
                </c:pt>
                <c:pt idx="353">
                  <c:v>207.86</c:v>
                </c:pt>
                <c:pt idx="354">
                  <c:v>203.26</c:v>
                </c:pt>
                <c:pt idx="355">
                  <c:v>202.53</c:v>
                </c:pt>
                <c:pt idx="356">
                  <c:v>217.47</c:v>
                </c:pt>
                <c:pt idx="357">
                  <c:v>211.39</c:v>
                </c:pt>
                <c:pt idx="358">
                  <c:v>218.19</c:v>
                </c:pt>
                <c:pt idx="359">
                  <c:v>219.17</c:v>
                </c:pt>
                <c:pt idx="360">
                  <c:v>222.03</c:v>
                </c:pt>
                <c:pt idx="361">
                  <c:v>216.44</c:v>
                </c:pt>
                <c:pt idx="362">
                  <c:v>215.82</c:v>
                </c:pt>
                <c:pt idx="363">
                  <c:v>208.76</c:v>
                </c:pt>
                <c:pt idx="364">
                  <c:v>209.4</c:v>
                </c:pt>
                <c:pt idx="365">
                  <c:v>216.44</c:v>
                </c:pt>
                <c:pt idx="366">
                  <c:v>214.71</c:v>
                </c:pt>
                <c:pt idx="367">
                  <c:v>219.55</c:v>
                </c:pt>
                <c:pt idx="368">
                  <c:v>220.49</c:v>
                </c:pt>
                <c:pt idx="369">
                  <c:v>217.4</c:v>
                </c:pt>
                <c:pt idx="370">
                  <c:v>215.77</c:v>
                </c:pt>
                <c:pt idx="371">
                  <c:v>215.77</c:v>
                </c:pt>
                <c:pt idx="372">
                  <c:v>208.88</c:v>
                </c:pt>
                <c:pt idx="373">
                  <c:v>208.31</c:v>
                </c:pt>
                <c:pt idx="374">
                  <c:v>193.92</c:v>
                </c:pt>
                <c:pt idx="375">
                  <c:v>195.92</c:v>
                </c:pt>
                <c:pt idx="376">
                  <c:v>204.98</c:v>
                </c:pt>
                <c:pt idx="377">
                  <c:v>205.36</c:v>
                </c:pt>
                <c:pt idx="378">
                  <c:v>210.83</c:v>
                </c:pt>
                <c:pt idx="379">
                  <c:v>213.81</c:v>
                </c:pt>
                <c:pt idx="380">
                  <c:v>223.58</c:v>
                </c:pt>
                <c:pt idx="381">
                  <c:v>220.31</c:v>
                </c:pt>
                <c:pt idx="382">
                  <c:v>225.88</c:v>
                </c:pt>
                <c:pt idx="383">
                  <c:v>232.37</c:v>
                </c:pt>
                <c:pt idx="384">
                  <c:v>237.26</c:v>
                </c:pt>
                <c:pt idx="385">
                  <c:v>234.6</c:v>
                </c:pt>
                <c:pt idx="386">
                  <c:v>243.57</c:v>
                </c:pt>
                <c:pt idx="387">
                  <c:v>252.16</c:v>
                </c:pt>
                <c:pt idx="388">
                  <c:v>260.99</c:v>
                </c:pt>
                <c:pt idx="389">
                  <c:v>262.27999999999997</c:v>
                </c:pt>
                <c:pt idx="390">
                  <c:v>260.27999999999997</c:v>
                </c:pt>
                <c:pt idx="391">
                  <c:v>257.76</c:v>
                </c:pt>
                <c:pt idx="392">
                  <c:v>255.02</c:v>
                </c:pt>
                <c:pt idx="393">
                  <c:v>261.25</c:v>
                </c:pt>
                <c:pt idx="394">
                  <c:v>259.85000000000002</c:v>
                </c:pt>
                <c:pt idx="395">
                  <c:v>253.02</c:v>
                </c:pt>
                <c:pt idx="396">
                  <c:v>257.48</c:v>
                </c:pt>
                <c:pt idx="397">
                  <c:v>256.55</c:v>
                </c:pt>
                <c:pt idx="398">
                  <c:v>258.95</c:v>
                </c:pt>
                <c:pt idx="399">
                  <c:v>268.01</c:v>
                </c:pt>
                <c:pt idx="400">
                  <c:v>270.88</c:v>
                </c:pt>
                <c:pt idx="401">
                  <c:v>261.99</c:v>
                </c:pt>
                <c:pt idx="402">
                  <c:v>266.74</c:v>
                </c:pt>
                <c:pt idx="403">
                  <c:v>260.05</c:v>
                </c:pt>
                <c:pt idx="404">
                  <c:v>269.97000000000003</c:v>
                </c:pt>
                <c:pt idx="405">
                  <c:v>270.92</c:v>
                </c:pt>
                <c:pt idx="406">
                  <c:v>282.01</c:v>
                </c:pt>
                <c:pt idx="407">
                  <c:v>277.95</c:v>
                </c:pt>
                <c:pt idx="408">
                  <c:v>269.95</c:v>
                </c:pt>
                <c:pt idx="409">
                  <c:v>272.23</c:v>
                </c:pt>
                <c:pt idx="410">
                  <c:v>277.41000000000003</c:v>
                </c:pt>
                <c:pt idx="411">
                  <c:v>271.44</c:v>
                </c:pt>
                <c:pt idx="412">
                  <c:v>258.73</c:v>
                </c:pt>
                <c:pt idx="413">
                  <c:v>256.33</c:v>
                </c:pt>
                <c:pt idx="414">
                  <c:v>240.97</c:v>
                </c:pt>
                <c:pt idx="415">
                  <c:v>245.32</c:v>
                </c:pt>
                <c:pt idx="416">
                  <c:v>240.37</c:v>
                </c:pt>
                <c:pt idx="417">
                  <c:v>233.47</c:v>
                </c:pt>
                <c:pt idx="418">
                  <c:v>228.81</c:v>
                </c:pt>
                <c:pt idx="419">
                  <c:v>228.92</c:v>
                </c:pt>
                <c:pt idx="420">
                  <c:v>228.05</c:v>
                </c:pt>
                <c:pt idx="421">
                  <c:v>236.97</c:v>
                </c:pt>
                <c:pt idx="422">
                  <c:v>247.59</c:v>
                </c:pt>
                <c:pt idx="423">
                  <c:v>245.99</c:v>
                </c:pt>
                <c:pt idx="424">
                  <c:v>244.94</c:v>
                </c:pt>
                <c:pt idx="425">
                  <c:v>263.86</c:v>
                </c:pt>
                <c:pt idx="426">
                  <c:v>271.31</c:v>
                </c:pt>
                <c:pt idx="427">
                  <c:v>266.92</c:v>
                </c:pt>
                <c:pt idx="428">
                  <c:v>267.12</c:v>
                </c:pt>
                <c:pt idx="429">
                  <c:v>271.33</c:v>
                </c:pt>
                <c:pt idx="430">
                  <c:v>276.64</c:v>
                </c:pt>
                <c:pt idx="431">
                  <c:v>278.52999999999997</c:v>
                </c:pt>
                <c:pt idx="432">
                  <c:v>281.27999999999997</c:v>
                </c:pt>
                <c:pt idx="433">
                  <c:v>276.14999999999998</c:v>
                </c:pt>
                <c:pt idx="434">
                  <c:v>284.64999999999998</c:v>
                </c:pt>
                <c:pt idx="435">
                  <c:v>284.63</c:v>
                </c:pt>
                <c:pt idx="436">
                  <c:v>291.62</c:v>
                </c:pt>
                <c:pt idx="437">
                  <c:v>298.44</c:v>
                </c:pt>
                <c:pt idx="438">
                  <c:v>294.64999999999998</c:v>
                </c:pt>
                <c:pt idx="439">
                  <c:v>282.08999999999997</c:v>
                </c:pt>
                <c:pt idx="440">
                  <c:v>267.70999999999998</c:v>
                </c:pt>
                <c:pt idx="441">
                  <c:v>270.94</c:v>
                </c:pt>
                <c:pt idx="442">
                  <c:v>268.31</c:v>
                </c:pt>
                <c:pt idx="443">
                  <c:v>276.51</c:v>
                </c:pt>
                <c:pt idx="444">
                  <c:v>273.79000000000002</c:v>
                </c:pt>
                <c:pt idx="445">
                  <c:v>277.89</c:v>
                </c:pt>
                <c:pt idx="446">
                  <c:v>277.18</c:v>
                </c:pt>
                <c:pt idx="447">
                  <c:v>289.20999999999998</c:v>
                </c:pt>
                <c:pt idx="448">
                  <c:v>289.3</c:v>
                </c:pt>
                <c:pt idx="449">
                  <c:v>288.45999999999998</c:v>
                </c:pt>
                <c:pt idx="450">
                  <c:v>297.47000000000003</c:v>
                </c:pt>
                <c:pt idx="451">
                  <c:v>297.86</c:v>
                </c:pt>
                <c:pt idx="452">
                  <c:v>295.88</c:v>
                </c:pt>
                <c:pt idx="453">
                  <c:v>291.56</c:v>
                </c:pt>
                <c:pt idx="454">
                  <c:v>301.75</c:v>
                </c:pt>
                <c:pt idx="455">
                  <c:v>303.77999999999997</c:v>
                </c:pt>
                <c:pt idx="456">
                  <c:v>302.61</c:v>
                </c:pt>
                <c:pt idx="457">
                  <c:v>310.33999999999997</c:v>
                </c:pt>
                <c:pt idx="458">
                  <c:v>311.85000000000002</c:v>
                </c:pt>
                <c:pt idx="459">
                  <c:v>301.5</c:v>
                </c:pt>
                <c:pt idx="460">
                  <c:v>296.3</c:v>
                </c:pt>
                <c:pt idx="461">
                  <c:v>299.74</c:v>
                </c:pt>
                <c:pt idx="462">
                  <c:v>292.45999999999998</c:v>
                </c:pt>
                <c:pt idx="463">
                  <c:v>302.74</c:v>
                </c:pt>
                <c:pt idx="464">
                  <c:v>292.68</c:v>
                </c:pt>
                <c:pt idx="465">
                  <c:v>292.54000000000002</c:v>
                </c:pt>
                <c:pt idx="466">
                  <c:v>289.69</c:v>
                </c:pt>
                <c:pt idx="467">
                  <c:v>293.39</c:v>
                </c:pt>
                <c:pt idx="468">
                  <c:v>277.8</c:v>
                </c:pt>
                <c:pt idx="469">
                  <c:v>280.2</c:v>
                </c:pt>
                <c:pt idx="470">
                  <c:v>283.01</c:v>
                </c:pt>
                <c:pt idx="471">
                  <c:v>302.89</c:v>
                </c:pt>
                <c:pt idx="472">
                  <c:v>306.41000000000003</c:v>
                </c:pt>
                <c:pt idx="473">
                  <c:v>301.88</c:v>
                </c:pt>
                <c:pt idx="474">
                  <c:v>323.45999999999998</c:v>
                </c:pt>
                <c:pt idx="475">
                  <c:v>323.74</c:v>
                </c:pt>
                <c:pt idx="476">
                  <c:v>327.14999999999998</c:v>
                </c:pt>
                <c:pt idx="477">
                  <c:v>325.57</c:v>
                </c:pt>
                <c:pt idx="478">
                  <c:v>320.89999999999998</c:v>
                </c:pt>
                <c:pt idx="479">
                  <c:v>282.52999999999997</c:v>
                </c:pt>
                <c:pt idx="480">
                  <c:v>305.68</c:v>
                </c:pt>
                <c:pt idx="481">
                  <c:v>303.67</c:v>
                </c:pt>
                <c:pt idx="482">
                  <c:v>308.57</c:v>
                </c:pt>
                <c:pt idx="483">
                  <c:v>315.02</c:v>
                </c:pt>
                <c:pt idx="484">
                  <c:v>319.08999999999997</c:v>
                </c:pt>
                <c:pt idx="485">
                  <c:v>326.05</c:v>
                </c:pt>
                <c:pt idx="486">
                  <c:v>312.51</c:v>
                </c:pt>
                <c:pt idx="487">
                  <c:v>299.01</c:v>
                </c:pt>
                <c:pt idx="488">
                  <c:v>303.20999999999998</c:v>
                </c:pt>
                <c:pt idx="489">
                  <c:v>307.02</c:v>
                </c:pt>
                <c:pt idx="490">
                  <c:v>312.19</c:v>
                </c:pt>
                <c:pt idx="491">
                  <c:v>323.76</c:v>
                </c:pt>
                <c:pt idx="492">
                  <c:v>315.19</c:v>
                </c:pt>
                <c:pt idx="493">
                  <c:v>320.5</c:v>
                </c:pt>
                <c:pt idx="494">
                  <c:v>311.33</c:v>
                </c:pt>
                <c:pt idx="495">
                  <c:v>325.58</c:v>
                </c:pt>
                <c:pt idx="496">
                  <c:v>317.92</c:v>
                </c:pt>
                <c:pt idx="497">
                  <c:v>316.25</c:v>
                </c:pt>
                <c:pt idx="498">
                  <c:v>327.58</c:v>
                </c:pt>
                <c:pt idx="499">
                  <c:v>330.12</c:v>
                </c:pt>
                <c:pt idx="500">
                  <c:v>334.66</c:v>
                </c:pt>
                <c:pt idx="501">
                  <c:v>337.6</c:v>
                </c:pt>
                <c:pt idx="502">
                  <c:v>344.17</c:v>
                </c:pt>
                <c:pt idx="503">
                  <c:v>330.82</c:v>
                </c:pt>
                <c:pt idx="504">
                  <c:v>347.97</c:v>
                </c:pt>
                <c:pt idx="505">
                  <c:v>346.96</c:v>
                </c:pt>
                <c:pt idx="506">
                  <c:v>355.42</c:v>
                </c:pt>
                <c:pt idx="507">
                  <c:v>344.94</c:v>
                </c:pt>
                <c:pt idx="508">
                  <c:v>345.69</c:v>
                </c:pt>
                <c:pt idx="509">
                  <c:v>349.08</c:v>
                </c:pt>
                <c:pt idx="510">
                  <c:v>364.41</c:v>
                </c:pt>
                <c:pt idx="511">
                  <c:v>366.06</c:v>
                </c:pt>
                <c:pt idx="512">
                  <c:v>376.33</c:v>
                </c:pt>
                <c:pt idx="513">
                  <c:v>361.11</c:v>
                </c:pt>
                <c:pt idx="514">
                  <c:v>380.68</c:v>
                </c:pt>
                <c:pt idx="515">
                  <c:v>389.23</c:v>
                </c:pt>
                <c:pt idx="516">
                  <c:v>378.83</c:v>
                </c:pt>
                <c:pt idx="517">
                  <c:v>377.84</c:v>
                </c:pt>
                <c:pt idx="518">
                  <c:v>386.45</c:v>
                </c:pt>
                <c:pt idx="519">
                  <c:v>391.71</c:v>
                </c:pt>
                <c:pt idx="520">
                  <c:v>397.55</c:v>
                </c:pt>
                <c:pt idx="521">
                  <c:v>388.53</c:v>
                </c:pt>
                <c:pt idx="522">
                  <c:v>397.78</c:v>
                </c:pt>
                <c:pt idx="523">
                  <c:v>402.21</c:v>
                </c:pt>
                <c:pt idx="524">
                  <c:v>392.42</c:v>
                </c:pt>
                <c:pt idx="525">
                  <c:v>382</c:v>
                </c:pt>
                <c:pt idx="526">
                  <c:v>387.5</c:v>
                </c:pt>
                <c:pt idx="527">
                  <c:v>388.09</c:v>
                </c:pt>
                <c:pt idx="528">
                  <c:v>383.13</c:v>
                </c:pt>
                <c:pt idx="529">
                  <c:v>375.45</c:v>
                </c:pt>
                <c:pt idx="530">
                  <c:v>388.65</c:v>
                </c:pt>
                <c:pt idx="531">
                  <c:v>392.09</c:v>
                </c:pt>
                <c:pt idx="532">
                  <c:v>412.08</c:v>
                </c:pt>
                <c:pt idx="533">
                  <c:v>419.4</c:v>
                </c:pt>
                <c:pt idx="534">
                  <c:v>407.64</c:v>
                </c:pt>
                <c:pt idx="535">
                  <c:v>412.58</c:v>
                </c:pt>
                <c:pt idx="536">
                  <c:v>409.59</c:v>
                </c:pt>
                <c:pt idx="537">
                  <c:v>414.51</c:v>
                </c:pt>
                <c:pt idx="538">
                  <c:v>419.47</c:v>
                </c:pt>
                <c:pt idx="539">
                  <c:v>402.06</c:v>
                </c:pt>
                <c:pt idx="540">
                  <c:v>400.95</c:v>
                </c:pt>
              </c:numCache>
            </c:numRef>
          </c:val>
          <c:smooth val="0"/>
          <c:extLst>
            <c:ext xmlns:c16="http://schemas.microsoft.com/office/drawing/2014/chart" uri="{C3380CC4-5D6E-409C-BE32-E72D297353CC}">
              <c16:uniqueId val="{00000001-9DF7-42B3-9932-04C47A26849F}"/>
            </c:ext>
          </c:extLst>
        </c:ser>
        <c:dLbls>
          <c:showLegendKey val="0"/>
          <c:showVal val="0"/>
          <c:showCatName val="0"/>
          <c:showSerName val="0"/>
          <c:showPercent val="0"/>
          <c:showBubbleSize val="0"/>
        </c:dLbls>
        <c:hiLowLines>
          <c:spPr>
            <a:ln w="0">
              <a:noFill/>
            </a:ln>
          </c:spPr>
        </c:hiLowLines>
        <c:smooth val="0"/>
        <c:axId val="24069920"/>
        <c:axId val="95750094"/>
      </c:lineChart>
      <c:dateAx>
        <c:axId val="24069920"/>
        <c:scaling>
          <c:orientation val="minMax"/>
        </c:scaling>
        <c:delete val="0"/>
        <c:axPos val="b"/>
        <c:numFmt formatCode="yyyy" sourceLinked="0"/>
        <c:majorTickMark val="none"/>
        <c:minorTickMark val="none"/>
        <c:tickLblPos val="nextTo"/>
        <c:spPr>
          <a:ln w="9360">
            <a:solidFill>
              <a:srgbClr val="878787"/>
            </a:solidFill>
            <a:round/>
          </a:ln>
        </c:spPr>
        <c:txPr>
          <a:bodyPr/>
          <a:lstStyle/>
          <a:p>
            <a:pPr>
              <a:defRPr sz="900"/>
            </a:pPr>
            <a:endParaRPr lang="es-PE"/>
          </a:p>
        </c:txPr>
        <c:crossAx val="95750094"/>
        <c:crosses val="autoZero"/>
        <c:auto val="1"/>
        <c:lblOffset val="100"/>
        <c:baseTimeUnit val="days"/>
        <c:majorUnit val="12"/>
        <c:majorTimeUnit val="months"/>
      </c:dateAx>
      <c:valAx>
        <c:axId val="95750094"/>
        <c:scaling>
          <c:orientation val="minMax"/>
          <c:max val="330"/>
          <c:min val="0"/>
        </c:scaling>
        <c:delete val="0"/>
        <c:axPos val="l"/>
        <c:title>
          <c:tx>
            <c:rich>
              <a:bodyPr rot="-5400000"/>
              <a:lstStyle/>
              <a:p>
                <a:pPr>
                  <a:defRPr/>
                </a:pPr>
                <a:r>
                  <a:rPr lang="es-PE"/>
                  <a:t>$bn</a:t>
                </a:r>
              </a:p>
            </c:rich>
          </c:tx>
          <c:overlay val="0"/>
          <c:spPr>
            <a:noFill/>
            <a:ln w="0">
              <a:noFill/>
            </a:ln>
          </c:spPr>
        </c:title>
        <c:numFmt formatCode="#,##0" sourceLinked="0"/>
        <c:majorTickMark val="none"/>
        <c:minorTickMark val="none"/>
        <c:tickLblPos val="nextTo"/>
        <c:spPr>
          <a:ln w="9360">
            <a:solidFill>
              <a:srgbClr val="878787"/>
            </a:solidFill>
            <a:round/>
          </a:ln>
        </c:spPr>
        <c:txPr>
          <a:bodyPr/>
          <a:lstStyle/>
          <a:p>
            <a:pPr>
              <a:defRPr sz="900"/>
            </a:pPr>
            <a:endParaRPr lang="es-PE"/>
          </a:p>
        </c:txPr>
        <c:crossAx val="24069920"/>
        <c:crosses val="autoZero"/>
        <c:crossBetween val="between"/>
      </c:valAx>
      <c:spPr>
        <a:noFill/>
        <a:ln w="0">
          <a:noFill/>
        </a:ln>
      </c:spPr>
    </c:plotArea>
    <c:legend>
      <c:legendPos val="r"/>
      <c:layout>
        <c:manualLayout>
          <c:xMode val="edge"/>
          <c:yMode val="edge"/>
          <c:x val="0.11057981125482302"/>
          <c:y val="0.21562508682147283"/>
          <c:w val="0.44936992832273065"/>
          <c:h val="0.14755321905599486"/>
        </c:manualLayout>
      </c:layout>
      <c:overlay val="0"/>
      <c:spPr>
        <a:noFill/>
        <a:ln w="0">
          <a:noFill/>
        </a:ln>
      </c:spPr>
      <c:txPr>
        <a:bodyPr/>
        <a:lstStyle/>
        <a:p>
          <a:pPr>
            <a:defRPr sz="900"/>
          </a:pPr>
          <a:endParaRPr lang="es-PE"/>
        </a:p>
      </c:txPr>
    </c:legend>
    <c:plotVisOnly val="1"/>
    <c:dispBlanksAs val="gap"/>
    <c:showDLblsOverMax val="1"/>
  </c:chart>
  <c:spPr>
    <a:solidFill>
      <a:srgbClr val="FFFFFF"/>
    </a:solidFill>
    <a:ln w="9360">
      <a:noFill/>
      <a:round/>
    </a:ln>
  </c:spPr>
  <c:txPr>
    <a:bodyPr/>
    <a:lstStyle/>
    <a:p>
      <a:pPr>
        <a:defRPr>
          <a:solidFill>
            <a:srgbClr val="000000"/>
          </a:solidFill>
          <a:latin typeface="Trebuchet MS" panose="020B0603020202020204" pitchFamily="34" charset="0"/>
        </a:defRPr>
      </a:pPr>
      <a:endParaRPr lang="es-PE"/>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s-PE" sz="1200" dirty="0"/>
              <a:t>US </a:t>
            </a:r>
            <a:r>
              <a:rPr lang="es-PE" sz="1200" dirty="0" err="1"/>
              <a:t>Treasury</a:t>
            </a:r>
            <a:r>
              <a:rPr lang="es-PE" sz="1200" dirty="0"/>
              <a:t> </a:t>
            </a:r>
            <a:r>
              <a:rPr lang="es-PE" sz="1200" dirty="0" err="1"/>
              <a:t>funding</a:t>
            </a:r>
            <a:r>
              <a:rPr lang="es-PE" sz="1200" dirty="0"/>
              <a:t> gap: </a:t>
            </a:r>
            <a:r>
              <a:rPr lang="es-PE" sz="1200" dirty="0" err="1"/>
              <a:t>borrowing</a:t>
            </a:r>
            <a:r>
              <a:rPr lang="es-PE" sz="1200" dirty="0"/>
              <a:t> </a:t>
            </a:r>
            <a:r>
              <a:rPr lang="es-PE" sz="1200" dirty="0" err="1"/>
              <a:t>capacity</a:t>
            </a:r>
            <a:r>
              <a:rPr lang="es-PE" sz="1200" dirty="0"/>
              <a:t> vs. </a:t>
            </a:r>
            <a:r>
              <a:rPr lang="es-PE" sz="1200" dirty="0" err="1"/>
              <a:t>funding</a:t>
            </a:r>
            <a:r>
              <a:rPr lang="es-PE" sz="1200" dirty="0"/>
              <a:t> </a:t>
            </a:r>
            <a:r>
              <a:rPr lang="es-PE" sz="1200" dirty="0" err="1"/>
              <a:t>needs</a:t>
            </a:r>
            <a:endParaRPr lang="es-PE" sz="1200" dirty="0"/>
          </a:p>
        </c:rich>
      </c:tx>
      <c:layout>
        <c:manualLayout>
          <c:xMode val="edge"/>
          <c:yMode val="edge"/>
          <c:x val="0.19701164074571462"/>
          <c:y val="8.8155723267384287E-3"/>
        </c:manualLayout>
      </c:layout>
      <c:overlay val="0"/>
      <c:spPr>
        <a:noFill/>
        <a:ln w="0">
          <a:noFill/>
        </a:ln>
      </c:spPr>
    </c:title>
    <c:autoTitleDeleted val="0"/>
    <c:plotArea>
      <c:layout>
        <c:manualLayout>
          <c:layoutTarget val="inner"/>
          <c:xMode val="edge"/>
          <c:yMode val="edge"/>
          <c:x val="0.15340581169583287"/>
          <c:y val="0.21100072364048431"/>
          <c:w val="0.78939607909943621"/>
          <c:h val="0.68158152755820789"/>
        </c:manualLayout>
      </c:layout>
      <c:barChart>
        <c:barDir val="col"/>
        <c:grouping val="stacked"/>
        <c:varyColors val="0"/>
        <c:ser>
          <c:idx val="0"/>
          <c:order val="0"/>
          <c:tx>
            <c:strRef>
              <c:f>Fig13_Funding_Gap!$B$5</c:f>
              <c:strCache>
                <c:ptCount val="1"/>
                <c:pt idx="0">
                  <c:v>Borrowing capacity</c:v>
                </c:pt>
              </c:strCache>
            </c:strRef>
          </c:tx>
          <c:spPr>
            <a:solidFill>
              <a:srgbClr val="0033A0"/>
            </a:solidFill>
            <a:ln w="0">
              <a:noFill/>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Fig13_Funding_Gap!$A$6:$A$10</c:f>
              <c:strCache>
                <c:ptCount val="5"/>
                <c:pt idx="0">
                  <c:v>FY2026</c:v>
                </c:pt>
                <c:pt idx="1">
                  <c:v>FY2027</c:v>
                </c:pt>
                <c:pt idx="2">
                  <c:v>FY2028</c:v>
                </c:pt>
                <c:pt idx="3">
                  <c:v>FY2029</c:v>
                </c:pt>
                <c:pt idx="4">
                  <c:v>FY2030</c:v>
                </c:pt>
              </c:strCache>
            </c:strRef>
          </c:cat>
          <c:val>
            <c:numRef>
              <c:f>Fig13_Funding_Gap!$B$6:$B$10</c:f>
              <c:numCache>
                <c:formatCode>#,##0</c:formatCode>
                <c:ptCount val="5"/>
                <c:pt idx="0">
                  <c:v>1800</c:v>
                </c:pt>
                <c:pt idx="1">
                  <c:v>1650</c:v>
                </c:pt>
                <c:pt idx="2">
                  <c:v>1100</c:v>
                </c:pt>
                <c:pt idx="3">
                  <c:v>950</c:v>
                </c:pt>
                <c:pt idx="4">
                  <c:v>1100</c:v>
                </c:pt>
              </c:numCache>
            </c:numRef>
          </c:val>
          <c:extLst>
            <c:ext xmlns:c16="http://schemas.microsoft.com/office/drawing/2014/chart" uri="{C3380CC4-5D6E-409C-BE32-E72D297353CC}">
              <c16:uniqueId val="{00000000-66FB-45C6-B9AD-9B5D2AABD1B0}"/>
            </c:ext>
          </c:extLst>
        </c:ser>
        <c:ser>
          <c:idx val="1"/>
          <c:order val="1"/>
          <c:tx>
            <c:strRef>
              <c:f>Fig13_Funding_Gap!$C$5</c:f>
              <c:strCache>
                <c:ptCount val="1"/>
                <c:pt idx="0">
                  <c:v>Forecasted increases</c:v>
                </c:pt>
              </c:strCache>
            </c:strRef>
          </c:tx>
          <c:spPr>
            <a:solidFill>
              <a:srgbClr val="00AEC7"/>
            </a:solidFill>
            <a:ln w="0">
              <a:noFill/>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Fig13_Funding_Gap!$A$6:$A$10</c:f>
              <c:strCache>
                <c:ptCount val="5"/>
                <c:pt idx="0">
                  <c:v>FY2026</c:v>
                </c:pt>
                <c:pt idx="1">
                  <c:v>FY2027</c:v>
                </c:pt>
                <c:pt idx="2">
                  <c:v>FY2028</c:v>
                </c:pt>
                <c:pt idx="3">
                  <c:v>FY2029</c:v>
                </c:pt>
                <c:pt idx="4">
                  <c:v>FY2030</c:v>
                </c:pt>
              </c:strCache>
            </c:strRef>
          </c:cat>
          <c:val>
            <c:numRef>
              <c:f>Fig13_Funding_Gap!$C$6:$C$10</c:f>
              <c:numCache>
                <c:formatCode>#,##0</c:formatCode>
                <c:ptCount val="5"/>
                <c:pt idx="0">
                  <c:v>100</c:v>
                </c:pt>
                <c:pt idx="1">
                  <c:v>250</c:v>
                </c:pt>
                <c:pt idx="2">
                  <c:v>700</c:v>
                </c:pt>
                <c:pt idx="3">
                  <c:v>700</c:v>
                </c:pt>
                <c:pt idx="4">
                  <c:v>500</c:v>
                </c:pt>
              </c:numCache>
            </c:numRef>
          </c:val>
          <c:extLst>
            <c:ext xmlns:c16="http://schemas.microsoft.com/office/drawing/2014/chart" uri="{C3380CC4-5D6E-409C-BE32-E72D297353CC}">
              <c16:uniqueId val="{00000001-66FB-45C6-B9AD-9B5D2AABD1B0}"/>
            </c:ext>
          </c:extLst>
        </c:ser>
        <c:dLbls>
          <c:showLegendKey val="0"/>
          <c:showVal val="0"/>
          <c:showCatName val="0"/>
          <c:showSerName val="0"/>
          <c:showPercent val="0"/>
          <c:showBubbleSize val="0"/>
        </c:dLbls>
        <c:gapWidth val="150"/>
        <c:overlap val="100"/>
        <c:axId val="53765170"/>
        <c:axId val="20822558"/>
      </c:barChart>
      <c:lineChart>
        <c:grouping val="stacked"/>
        <c:varyColors val="0"/>
        <c:ser>
          <c:idx val="2"/>
          <c:order val="2"/>
          <c:tx>
            <c:strRef>
              <c:f>Fig13_Funding_Gap!$E$5</c:f>
              <c:strCache>
                <c:ptCount val="1"/>
                <c:pt idx="0">
                  <c:v>Funding needs</c:v>
                </c:pt>
              </c:strCache>
            </c:strRef>
          </c:tx>
          <c:spPr>
            <a:ln w="21960">
              <a:solidFill>
                <a:srgbClr val="002060"/>
              </a:solidFill>
              <a:round/>
            </a:ln>
          </c:spPr>
          <c:marker>
            <c:symbol val="circle"/>
            <c:size val="7"/>
            <c:spPr>
              <a:solidFill>
                <a:srgbClr val="002060"/>
              </a:solidFill>
            </c:spPr>
          </c:marker>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Fig13_Funding_Gap!$A$6:$A$10</c:f>
              <c:strCache>
                <c:ptCount val="5"/>
                <c:pt idx="0">
                  <c:v>FY2026</c:v>
                </c:pt>
                <c:pt idx="1">
                  <c:v>FY2027</c:v>
                </c:pt>
                <c:pt idx="2">
                  <c:v>FY2028</c:v>
                </c:pt>
                <c:pt idx="3">
                  <c:v>FY2029</c:v>
                </c:pt>
                <c:pt idx="4">
                  <c:v>FY2030</c:v>
                </c:pt>
              </c:strCache>
            </c:strRef>
          </c:cat>
          <c:val>
            <c:numRef>
              <c:f>Fig13_Funding_Gap!$E$6:$E$10</c:f>
              <c:numCache>
                <c:formatCode>#,##0</c:formatCode>
                <c:ptCount val="5"/>
                <c:pt idx="0">
                  <c:v>1900</c:v>
                </c:pt>
                <c:pt idx="1">
                  <c:v>1950</c:v>
                </c:pt>
                <c:pt idx="2">
                  <c:v>2050</c:v>
                </c:pt>
                <c:pt idx="3">
                  <c:v>2050</c:v>
                </c:pt>
                <c:pt idx="4">
                  <c:v>2150</c:v>
                </c:pt>
              </c:numCache>
            </c:numRef>
          </c:val>
          <c:smooth val="0"/>
          <c:extLst>
            <c:ext xmlns:c16="http://schemas.microsoft.com/office/drawing/2014/chart" uri="{C3380CC4-5D6E-409C-BE32-E72D297353CC}">
              <c16:uniqueId val="{00000002-66FB-45C6-B9AD-9B5D2AABD1B0}"/>
            </c:ext>
          </c:extLst>
        </c:ser>
        <c:dLbls>
          <c:showLegendKey val="0"/>
          <c:showVal val="0"/>
          <c:showCatName val="0"/>
          <c:showSerName val="0"/>
          <c:showPercent val="0"/>
          <c:showBubbleSize val="0"/>
        </c:dLbls>
        <c:hiLowLines>
          <c:spPr>
            <a:ln w="0">
              <a:noFill/>
            </a:ln>
          </c:spPr>
        </c:hiLowLines>
        <c:marker val="1"/>
        <c:smooth val="0"/>
        <c:axId val="53765170"/>
        <c:axId val="20822558"/>
      </c:lineChart>
      <c:catAx>
        <c:axId val="53765170"/>
        <c:scaling>
          <c:orientation val="minMax"/>
        </c:scaling>
        <c:delete val="0"/>
        <c:axPos val="b"/>
        <c:numFmt formatCode="General" sourceLinked="1"/>
        <c:majorTickMark val="none"/>
        <c:minorTickMark val="none"/>
        <c:tickLblPos val="nextTo"/>
        <c:spPr>
          <a:ln w="9360">
            <a:solidFill>
              <a:srgbClr val="878787"/>
            </a:solidFill>
            <a:round/>
          </a:ln>
        </c:spPr>
        <c:txPr>
          <a:bodyPr/>
          <a:lstStyle/>
          <a:p>
            <a:pPr>
              <a:defRPr sz="900"/>
            </a:pPr>
            <a:endParaRPr lang="es-PE"/>
          </a:p>
        </c:txPr>
        <c:crossAx val="20822558"/>
        <c:crosses val="autoZero"/>
        <c:auto val="1"/>
        <c:lblAlgn val="ctr"/>
        <c:lblOffset val="100"/>
        <c:noMultiLvlLbl val="0"/>
      </c:catAx>
      <c:valAx>
        <c:axId val="20822558"/>
        <c:scaling>
          <c:orientation val="minMax"/>
        </c:scaling>
        <c:delete val="0"/>
        <c:axPos val="l"/>
        <c:majorGridlines>
          <c:spPr>
            <a:ln w="9360">
              <a:noFill/>
              <a:round/>
            </a:ln>
          </c:spPr>
        </c:majorGridlines>
        <c:title>
          <c:tx>
            <c:rich>
              <a:bodyPr rot="-5400000"/>
              <a:lstStyle/>
              <a:p>
                <a:pPr>
                  <a:defRPr sz="900"/>
                </a:pPr>
                <a:r>
                  <a:rPr lang="es-PE" sz="900"/>
                  <a:t>US$ bn</a:t>
                </a:r>
              </a:p>
            </c:rich>
          </c:tx>
          <c:overlay val="0"/>
          <c:spPr>
            <a:noFill/>
            <a:ln w="0">
              <a:noFill/>
            </a:ln>
          </c:spPr>
        </c:title>
        <c:numFmt formatCode="#,##0" sourceLinked="1"/>
        <c:majorTickMark val="none"/>
        <c:minorTickMark val="none"/>
        <c:tickLblPos val="nextTo"/>
        <c:spPr>
          <a:ln w="9360">
            <a:solidFill>
              <a:srgbClr val="878787"/>
            </a:solidFill>
            <a:round/>
          </a:ln>
        </c:spPr>
        <c:txPr>
          <a:bodyPr/>
          <a:lstStyle/>
          <a:p>
            <a:pPr>
              <a:defRPr sz="900"/>
            </a:pPr>
            <a:endParaRPr lang="es-PE"/>
          </a:p>
        </c:txPr>
        <c:crossAx val="53765170"/>
        <c:crosses val="autoZero"/>
        <c:crossBetween val="between"/>
      </c:valAx>
      <c:spPr>
        <a:noFill/>
        <a:ln w="0">
          <a:noFill/>
        </a:ln>
      </c:spPr>
    </c:plotArea>
    <c:legend>
      <c:legendPos val="r"/>
      <c:layout>
        <c:manualLayout>
          <c:xMode val="edge"/>
          <c:yMode val="edge"/>
          <c:x val="0.18961228825871226"/>
          <c:y val="0.16145651302466105"/>
          <c:w val="0.72192584567155804"/>
          <c:h val="0.12113290516491888"/>
        </c:manualLayout>
      </c:layout>
      <c:overlay val="0"/>
      <c:spPr>
        <a:noFill/>
        <a:ln w="0">
          <a:noFill/>
        </a:ln>
      </c:spPr>
      <c:txPr>
        <a:bodyPr/>
        <a:lstStyle/>
        <a:p>
          <a:pPr>
            <a:defRPr sz="900"/>
          </a:pPr>
          <a:endParaRPr lang="es-PE"/>
        </a:p>
      </c:txPr>
    </c:legend>
    <c:plotVisOnly val="1"/>
    <c:dispBlanksAs val="gap"/>
    <c:showDLblsOverMax val="1"/>
  </c:chart>
  <c:spPr>
    <a:solidFill>
      <a:srgbClr val="FFFFFF"/>
    </a:solidFill>
    <a:ln w="9360">
      <a:noFill/>
      <a:round/>
    </a:ln>
  </c:spPr>
  <c:txPr>
    <a:bodyPr/>
    <a:lstStyle/>
    <a:p>
      <a:pPr>
        <a:defRPr sz="1000">
          <a:solidFill>
            <a:srgbClr val="000000"/>
          </a:solidFill>
          <a:latin typeface="Trebuchet MS" panose="020B0603020202020204" pitchFamily="34" charset="0"/>
        </a:defRPr>
      </a:pPr>
      <a:endParaRPr lang="es-PE"/>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s-PE" sz="1200" dirty="0"/>
              <a:t>T-</a:t>
            </a:r>
            <a:r>
              <a:rPr lang="es-PE" sz="1200" dirty="0" err="1"/>
              <a:t>bill</a:t>
            </a:r>
            <a:r>
              <a:rPr lang="es-PE" sz="1200" dirty="0"/>
              <a:t> share </a:t>
            </a:r>
            <a:r>
              <a:rPr lang="es-PE" sz="1200" dirty="0" err="1"/>
              <a:t>of</a:t>
            </a:r>
            <a:r>
              <a:rPr lang="es-PE" sz="1200" dirty="0"/>
              <a:t> total </a:t>
            </a:r>
            <a:r>
              <a:rPr lang="es-PE" sz="1200" dirty="0" err="1"/>
              <a:t>debt</a:t>
            </a:r>
            <a:r>
              <a:rPr lang="es-PE" sz="1200" dirty="0"/>
              <a:t>, incl. J.P. Morgan </a:t>
            </a:r>
            <a:r>
              <a:rPr lang="es-PE" sz="1200" dirty="0" err="1"/>
              <a:t>forecasts</a:t>
            </a:r>
            <a:r>
              <a:rPr lang="es-PE" sz="1200" dirty="0"/>
              <a:t> (%)</a:t>
            </a:r>
          </a:p>
        </c:rich>
      </c:tx>
      <c:layout>
        <c:manualLayout>
          <c:xMode val="edge"/>
          <c:yMode val="edge"/>
          <c:x val="0.150971359017083"/>
          <c:y val="6.3487768023360827E-2"/>
        </c:manualLayout>
      </c:layout>
      <c:overlay val="0"/>
      <c:spPr>
        <a:noFill/>
        <a:ln w="0">
          <a:noFill/>
        </a:ln>
      </c:spPr>
    </c:title>
    <c:autoTitleDeleted val="0"/>
    <c:plotArea>
      <c:layout>
        <c:manualLayout>
          <c:layoutTarget val="inner"/>
          <c:xMode val="edge"/>
          <c:yMode val="edge"/>
          <c:x val="0.13875554912246274"/>
          <c:y val="0.1913231384086666"/>
          <c:w val="0.82435669397756406"/>
          <c:h val="0.60704637573160902"/>
        </c:manualLayout>
      </c:layout>
      <c:lineChart>
        <c:grouping val="standard"/>
        <c:varyColors val="0"/>
        <c:ser>
          <c:idx val="0"/>
          <c:order val="0"/>
          <c:tx>
            <c:strRef>
              <c:f>Fig9_Tbill_Share!$B$5</c:f>
              <c:strCache>
                <c:ptCount val="1"/>
                <c:pt idx="0">
                  <c:v>Actual (%)</c:v>
                </c:pt>
              </c:strCache>
            </c:strRef>
          </c:tx>
          <c:spPr>
            <a:ln w="20160">
              <a:solidFill>
                <a:srgbClr val="0033A0"/>
              </a:solidFill>
              <a:round/>
            </a:ln>
          </c:spPr>
          <c:marker>
            <c:symbol val="none"/>
          </c:marker>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Fig9_Tbill_Share!$A$6:$A$70</c:f>
              <c:numCache>
                <c:formatCode>m/d/yyyy</c:formatCode>
                <c:ptCount val="65"/>
                <c:pt idx="0">
                  <c:v>41640</c:v>
                </c:pt>
                <c:pt idx="1">
                  <c:v>41730</c:v>
                </c:pt>
                <c:pt idx="2">
                  <c:v>41821</c:v>
                </c:pt>
                <c:pt idx="3">
                  <c:v>41913</c:v>
                </c:pt>
                <c:pt idx="4">
                  <c:v>42005</c:v>
                </c:pt>
                <c:pt idx="5">
                  <c:v>42095</c:v>
                </c:pt>
                <c:pt idx="6">
                  <c:v>42186</c:v>
                </c:pt>
                <c:pt idx="7">
                  <c:v>42278</c:v>
                </c:pt>
                <c:pt idx="8">
                  <c:v>42370</c:v>
                </c:pt>
                <c:pt idx="9">
                  <c:v>42461</c:v>
                </c:pt>
                <c:pt idx="10">
                  <c:v>42552</c:v>
                </c:pt>
                <c:pt idx="11">
                  <c:v>42644</c:v>
                </c:pt>
                <c:pt idx="12">
                  <c:v>42736</c:v>
                </c:pt>
                <c:pt idx="13">
                  <c:v>42826</c:v>
                </c:pt>
                <c:pt idx="14">
                  <c:v>42917</c:v>
                </c:pt>
                <c:pt idx="15">
                  <c:v>43009</c:v>
                </c:pt>
                <c:pt idx="16">
                  <c:v>43101</c:v>
                </c:pt>
                <c:pt idx="17">
                  <c:v>43191</c:v>
                </c:pt>
                <c:pt idx="18">
                  <c:v>43282</c:v>
                </c:pt>
                <c:pt idx="19">
                  <c:v>43374</c:v>
                </c:pt>
                <c:pt idx="20">
                  <c:v>43466</c:v>
                </c:pt>
                <c:pt idx="21">
                  <c:v>43556</c:v>
                </c:pt>
                <c:pt idx="22">
                  <c:v>43647</c:v>
                </c:pt>
                <c:pt idx="23">
                  <c:v>43739</c:v>
                </c:pt>
                <c:pt idx="24">
                  <c:v>43831</c:v>
                </c:pt>
                <c:pt idx="25">
                  <c:v>43922</c:v>
                </c:pt>
                <c:pt idx="26">
                  <c:v>44013</c:v>
                </c:pt>
                <c:pt idx="27">
                  <c:v>44105</c:v>
                </c:pt>
                <c:pt idx="28">
                  <c:v>44197</c:v>
                </c:pt>
                <c:pt idx="29">
                  <c:v>44287</c:v>
                </c:pt>
                <c:pt idx="30">
                  <c:v>44378</c:v>
                </c:pt>
                <c:pt idx="31">
                  <c:v>44470</c:v>
                </c:pt>
                <c:pt idx="32">
                  <c:v>44562</c:v>
                </c:pt>
                <c:pt idx="33">
                  <c:v>44652</c:v>
                </c:pt>
                <c:pt idx="34">
                  <c:v>44743</c:v>
                </c:pt>
                <c:pt idx="35">
                  <c:v>44835</c:v>
                </c:pt>
                <c:pt idx="36">
                  <c:v>44927</c:v>
                </c:pt>
                <c:pt idx="37">
                  <c:v>45017</c:v>
                </c:pt>
                <c:pt idx="38">
                  <c:v>45108</c:v>
                </c:pt>
                <c:pt idx="39">
                  <c:v>45200</c:v>
                </c:pt>
                <c:pt idx="40">
                  <c:v>45292</c:v>
                </c:pt>
                <c:pt idx="41">
                  <c:v>45383</c:v>
                </c:pt>
                <c:pt idx="42">
                  <c:v>45474</c:v>
                </c:pt>
                <c:pt idx="43">
                  <c:v>45566</c:v>
                </c:pt>
                <c:pt idx="44">
                  <c:v>45658</c:v>
                </c:pt>
                <c:pt idx="45">
                  <c:v>45748</c:v>
                </c:pt>
                <c:pt idx="46">
                  <c:v>45839</c:v>
                </c:pt>
                <c:pt idx="47">
                  <c:v>45931</c:v>
                </c:pt>
                <c:pt idx="48">
                  <c:v>46023</c:v>
                </c:pt>
                <c:pt idx="49">
                  <c:v>46113</c:v>
                </c:pt>
                <c:pt idx="50">
                  <c:v>46388</c:v>
                </c:pt>
                <c:pt idx="51">
                  <c:v>46478</c:v>
                </c:pt>
                <c:pt idx="52">
                  <c:v>46569</c:v>
                </c:pt>
                <c:pt idx="53">
                  <c:v>46661</c:v>
                </c:pt>
                <c:pt idx="54">
                  <c:v>46753</c:v>
                </c:pt>
                <c:pt idx="55">
                  <c:v>46844</c:v>
                </c:pt>
                <c:pt idx="56">
                  <c:v>46935</c:v>
                </c:pt>
                <c:pt idx="57">
                  <c:v>47027</c:v>
                </c:pt>
                <c:pt idx="58">
                  <c:v>47119</c:v>
                </c:pt>
                <c:pt idx="59">
                  <c:v>47209</c:v>
                </c:pt>
                <c:pt idx="60">
                  <c:v>47300</c:v>
                </c:pt>
                <c:pt idx="61">
                  <c:v>47392</c:v>
                </c:pt>
                <c:pt idx="62">
                  <c:v>47484</c:v>
                </c:pt>
                <c:pt idx="63">
                  <c:v>47574</c:v>
                </c:pt>
                <c:pt idx="64">
                  <c:v>47665</c:v>
                </c:pt>
              </c:numCache>
            </c:numRef>
          </c:cat>
          <c:val>
            <c:numRef>
              <c:f>Fig9_Tbill_Share!$B$6:$B$70</c:f>
              <c:numCache>
                <c:formatCode>0.0</c:formatCode>
                <c:ptCount val="65"/>
                <c:pt idx="0">
                  <c:v>13.639975653188197</c:v>
                </c:pt>
                <c:pt idx="1">
                  <c:v>11.50778779118774</c:v>
                </c:pt>
                <c:pt idx="2">
                  <c:v>11.501747911106701</c:v>
                </c:pt>
                <c:pt idx="3">
                  <c:v>11.671412869664207</c:v>
                </c:pt>
                <c:pt idx="4">
                  <c:v>11.712340649256193</c:v>
                </c:pt>
                <c:pt idx="5">
                  <c:v>10.995186199544237</c:v>
                </c:pt>
                <c:pt idx="6">
                  <c:v>10.577130350940097</c:v>
                </c:pt>
                <c:pt idx="7">
                  <c:v>11.474147307812988</c:v>
                </c:pt>
                <c:pt idx="8">
                  <c:v>12.041215170884804</c:v>
                </c:pt>
                <c:pt idx="9">
                  <c:v>11.238251725123877</c:v>
                </c:pt>
                <c:pt idx="10">
                  <c:v>12.074315269493058</c:v>
                </c:pt>
                <c:pt idx="11">
                  <c:v>13.080965131537523</c:v>
                </c:pt>
                <c:pt idx="12">
                  <c:v>12.603730301037745</c:v>
                </c:pt>
                <c:pt idx="13">
                  <c:v>12.285939489011509</c:v>
                </c:pt>
                <c:pt idx="14">
                  <c:v>12.712362187142004</c:v>
                </c:pt>
                <c:pt idx="15">
                  <c:v>13.526682332278389</c:v>
                </c:pt>
                <c:pt idx="16">
                  <c:v>15.337123498374252</c:v>
                </c:pt>
                <c:pt idx="17">
                  <c:v>14.446583228637369</c:v>
                </c:pt>
                <c:pt idx="18">
                  <c:v>14.706648568854114</c:v>
                </c:pt>
                <c:pt idx="19">
                  <c:v>15.028533588381402</c:v>
                </c:pt>
                <c:pt idx="20">
                  <c:v>15.604837095627913</c:v>
                </c:pt>
                <c:pt idx="21">
                  <c:v>14.167171253401003</c:v>
                </c:pt>
                <c:pt idx="22">
                  <c:v>14.575657412524404</c:v>
                </c:pt>
                <c:pt idx="23">
                  <c:v>14.531424103821136</c:v>
                </c:pt>
                <c:pt idx="24">
                  <c:v>15.524161873783617</c:v>
                </c:pt>
                <c:pt idx="25">
                  <c:v>25.564121671905244</c:v>
                </c:pt>
                <c:pt idx="26">
                  <c:v>24.720168419346908</c:v>
                </c:pt>
                <c:pt idx="27">
                  <c:v>23.694350056941229</c:v>
                </c:pt>
                <c:pt idx="28">
                  <c:v>21.866146009121032</c:v>
                </c:pt>
                <c:pt idx="29">
                  <c:v>19.695200382800294</c:v>
                </c:pt>
                <c:pt idx="30">
                  <c:v>16.99592170422823</c:v>
                </c:pt>
                <c:pt idx="31">
                  <c:v>16.703792470950731</c:v>
                </c:pt>
                <c:pt idx="32">
                  <c:v>16.894243113728972</c:v>
                </c:pt>
                <c:pt idx="33">
                  <c:v>15.148777587831578</c:v>
                </c:pt>
                <c:pt idx="34">
                  <c:v>15.428376772209168</c:v>
                </c:pt>
                <c:pt idx="35">
                  <c:v>15.500827889210047</c:v>
                </c:pt>
                <c:pt idx="36">
                  <c:v>16.751210627178718</c:v>
                </c:pt>
                <c:pt idx="37">
                  <c:v>18.026868075981255</c:v>
                </c:pt>
                <c:pt idx="38">
                  <c:v>20.520073084190205</c:v>
                </c:pt>
                <c:pt idx="39">
                  <c:v>21.637694964979978</c:v>
                </c:pt>
                <c:pt idx="40">
                  <c:v>22.611155342343771</c:v>
                </c:pt>
                <c:pt idx="41">
                  <c:v>21.42836513291109</c:v>
                </c:pt>
                <c:pt idx="42">
                  <c:v>21.764838257772137</c:v>
                </c:pt>
                <c:pt idx="43">
                  <c:v>21.984013913552744</c:v>
                </c:pt>
                <c:pt idx="44">
                  <c:v>21.636777684693282</c:v>
                </c:pt>
                <c:pt idx="45">
                  <c:v>20.279991703585885</c:v>
                </c:pt>
                <c:pt idx="46">
                  <c:v>21.630962197304662</c:v>
                </c:pt>
                <c:pt idx="47">
                  <c:v>21.771340735328369</c:v>
                </c:pt>
                <c:pt idx="48">
                  <c:v>22.254828639858534</c:v>
                </c:pt>
              </c:numCache>
            </c:numRef>
          </c:val>
          <c:smooth val="0"/>
          <c:extLst>
            <c:ext xmlns:c16="http://schemas.microsoft.com/office/drawing/2014/chart" uri="{C3380CC4-5D6E-409C-BE32-E72D297353CC}">
              <c16:uniqueId val="{00000000-41CF-4E5F-B40C-08B50BBF9E19}"/>
            </c:ext>
          </c:extLst>
        </c:ser>
        <c:ser>
          <c:idx val="1"/>
          <c:order val="1"/>
          <c:tx>
            <c:strRef>
              <c:f>Fig9_Tbill_Share!$C$5</c:f>
              <c:strCache>
                <c:ptCount val="1"/>
                <c:pt idx="0">
                  <c:v>Forecast (%)</c:v>
                </c:pt>
              </c:strCache>
            </c:strRef>
          </c:tx>
          <c:spPr>
            <a:ln w="20160">
              <a:solidFill>
                <a:srgbClr val="00AEC7"/>
              </a:solidFill>
              <a:prstDash val="dash"/>
              <a:round/>
            </a:ln>
          </c:spPr>
          <c:marker>
            <c:symbol val="none"/>
          </c:marker>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Fig9_Tbill_Share!$A$6:$A$70</c:f>
              <c:numCache>
                <c:formatCode>m/d/yyyy</c:formatCode>
                <c:ptCount val="65"/>
                <c:pt idx="0">
                  <c:v>41640</c:v>
                </c:pt>
                <c:pt idx="1">
                  <c:v>41730</c:v>
                </c:pt>
                <c:pt idx="2">
                  <c:v>41821</c:v>
                </c:pt>
                <c:pt idx="3">
                  <c:v>41913</c:v>
                </c:pt>
                <c:pt idx="4">
                  <c:v>42005</c:v>
                </c:pt>
                <c:pt idx="5">
                  <c:v>42095</c:v>
                </c:pt>
                <c:pt idx="6">
                  <c:v>42186</c:v>
                </c:pt>
                <c:pt idx="7">
                  <c:v>42278</c:v>
                </c:pt>
                <c:pt idx="8">
                  <c:v>42370</c:v>
                </c:pt>
                <c:pt idx="9">
                  <c:v>42461</c:v>
                </c:pt>
                <c:pt idx="10">
                  <c:v>42552</c:v>
                </c:pt>
                <c:pt idx="11">
                  <c:v>42644</c:v>
                </c:pt>
                <c:pt idx="12">
                  <c:v>42736</c:v>
                </c:pt>
                <c:pt idx="13">
                  <c:v>42826</c:v>
                </c:pt>
                <c:pt idx="14">
                  <c:v>42917</c:v>
                </c:pt>
                <c:pt idx="15">
                  <c:v>43009</c:v>
                </c:pt>
                <c:pt idx="16">
                  <c:v>43101</c:v>
                </c:pt>
                <c:pt idx="17">
                  <c:v>43191</c:v>
                </c:pt>
                <c:pt idx="18">
                  <c:v>43282</c:v>
                </c:pt>
                <c:pt idx="19">
                  <c:v>43374</c:v>
                </c:pt>
                <c:pt idx="20">
                  <c:v>43466</c:v>
                </c:pt>
                <c:pt idx="21">
                  <c:v>43556</c:v>
                </c:pt>
                <c:pt idx="22">
                  <c:v>43647</c:v>
                </c:pt>
                <c:pt idx="23">
                  <c:v>43739</c:v>
                </c:pt>
                <c:pt idx="24">
                  <c:v>43831</c:v>
                </c:pt>
                <c:pt idx="25">
                  <c:v>43922</c:v>
                </c:pt>
                <c:pt idx="26">
                  <c:v>44013</c:v>
                </c:pt>
                <c:pt idx="27">
                  <c:v>44105</c:v>
                </c:pt>
                <c:pt idx="28">
                  <c:v>44197</c:v>
                </c:pt>
                <c:pt idx="29">
                  <c:v>44287</c:v>
                </c:pt>
                <c:pt idx="30">
                  <c:v>44378</c:v>
                </c:pt>
                <c:pt idx="31">
                  <c:v>44470</c:v>
                </c:pt>
                <c:pt idx="32">
                  <c:v>44562</c:v>
                </c:pt>
                <c:pt idx="33">
                  <c:v>44652</c:v>
                </c:pt>
                <c:pt idx="34">
                  <c:v>44743</c:v>
                </c:pt>
                <c:pt idx="35">
                  <c:v>44835</c:v>
                </c:pt>
                <c:pt idx="36">
                  <c:v>44927</c:v>
                </c:pt>
                <c:pt idx="37">
                  <c:v>45017</c:v>
                </c:pt>
                <c:pt idx="38">
                  <c:v>45108</c:v>
                </c:pt>
                <c:pt idx="39">
                  <c:v>45200</c:v>
                </c:pt>
                <c:pt idx="40">
                  <c:v>45292</c:v>
                </c:pt>
                <c:pt idx="41">
                  <c:v>45383</c:v>
                </c:pt>
                <c:pt idx="42">
                  <c:v>45474</c:v>
                </c:pt>
                <c:pt idx="43">
                  <c:v>45566</c:v>
                </c:pt>
                <c:pt idx="44">
                  <c:v>45658</c:v>
                </c:pt>
                <c:pt idx="45">
                  <c:v>45748</c:v>
                </c:pt>
                <c:pt idx="46">
                  <c:v>45839</c:v>
                </c:pt>
                <c:pt idx="47">
                  <c:v>45931</c:v>
                </c:pt>
                <c:pt idx="48">
                  <c:v>46023</c:v>
                </c:pt>
                <c:pt idx="49">
                  <c:v>46113</c:v>
                </c:pt>
                <c:pt idx="50">
                  <c:v>46388</c:v>
                </c:pt>
                <c:pt idx="51">
                  <c:v>46478</c:v>
                </c:pt>
                <c:pt idx="52">
                  <c:v>46569</c:v>
                </c:pt>
                <c:pt idx="53">
                  <c:v>46661</c:v>
                </c:pt>
                <c:pt idx="54">
                  <c:v>46753</c:v>
                </c:pt>
                <c:pt idx="55">
                  <c:v>46844</c:v>
                </c:pt>
                <c:pt idx="56">
                  <c:v>46935</c:v>
                </c:pt>
                <c:pt idx="57">
                  <c:v>47027</c:v>
                </c:pt>
                <c:pt idx="58">
                  <c:v>47119</c:v>
                </c:pt>
                <c:pt idx="59">
                  <c:v>47209</c:v>
                </c:pt>
                <c:pt idx="60">
                  <c:v>47300</c:v>
                </c:pt>
                <c:pt idx="61">
                  <c:v>47392</c:v>
                </c:pt>
                <c:pt idx="62">
                  <c:v>47484</c:v>
                </c:pt>
                <c:pt idx="63">
                  <c:v>47574</c:v>
                </c:pt>
                <c:pt idx="64">
                  <c:v>47665</c:v>
                </c:pt>
              </c:numCache>
            </c:numRef>
          </c:cat>
          <c:val>
            <c:numRef>
              <c:f>Fig9_Tbill_Share!$C$6:$C$70</c:f>
              <c:numCache>
                <c:formatCode>General</c:formatCode>
                <c:ptCount val="65"/>
                <c:pt idx="48" formatCode="0.0">
                  <c:v>22.254828639858534</c:v>
                </c:pt>
                <c:pt idx="49" formatCode="0.0">
                  <c:v>23.2</c:v>
                </c:pt>
                <c:pt idx="50" formatCode="0.0">
                  <c:v>23.4</c:v>
                </c:pt>
                <c:pt idx="51" formatCode="0.0">
                  <c:v>23.65</c:v>
                </c:pt>
                <c:pt idx="52" formatCode="0.0">
                  <c:v>23.9</c:v>
                </c:pt>
                <c:pt idx="53" formatCode="0.0">
                  <c:v>24.1</c:v>
                </c:pt>
                <c:pt idx="54" formatCode="0.0">
                  <c:v>24.3</c:v>
                </c:pt>
                <c:pt idx="55" formatCode="0.0">
                  <c:v>24.5</c:v>
                </c:pt>
                <c:pt idx="56" formatCode="0.0">
                  <c:v>24.7</c:v>
                </c:pt>
                <c:pt idx="57" formatCode="0.0">
                  <c:v>24.9</c:v>
                </c:pt>
                <c:pt idx="58" formatCode="0.0">
                  <c:v>25.1</c:v>
                </c:pt>
                <c:pt idx="59" formatCode="0.0">
                  <c:v>25.3</c:v>
                </c:pt>
                <c:pt idx="60" formatCode="0.0">
                  <c:v>25.5</c:v>
                </c:pt>
                <c:pt idx="61" formatCode="0.0">
                  <c:v>25.7</c:v>
                </c:pt>
                <c:pt idx="62" formatCode="0.0">
                  <c:v>25.9</c:v>
                </c:pt>
                <c:pt idx="63" formatCode="0.0">
                  <c:v>26.1</c:v>
                </c:pt>
                <c:pt idx="64" formatCode="0.0">
                  <c:v>26.3</c:v>
                </c:pt>
              </c:numCache>
            </c:numRef>
          </c:val>
          <c:smooth val="0"/>
          <c:extLst>
            <c:ext xmlns:c16="http://schemas.microsoft.com/office/drawing/2014/chart" uri="{C3380CC4-5D6E-409C-BE32-E72D297353CC}">
              <c16:uniqueId val="{00000001-41CF-4E5F-B40C-08B50BBF9E19}"/>
            </c:ext>
          </c:extLst>
        </c:ser>
        <c:dLbls>
          <c:showLegendKey val="0"/>
          <c:showVal val="0"/>
          <c:showCatName val="0"/>
          <c:showSerName val="0"/>
          <c:showPercent val="0"/>
          <c:showBubbleSize val="0"/>
        </c:dLbls>
        <c:hiLowLines>
          <c:spPr>
            <a:ln w="0">
              <a:noFill/>
            </a:ln>
          </c:spPr>
        </c:hiLowLines>
        <c:smooth val="0"/>
        <c:axId val="44555432"/>
        <c:axId val="78184348"/>
      </c:lineChart>
      <c:dateAx>
        <c:axId val="44555432"/>
        <c:scaling>
          <c:orientation val="minMax"/>
        </c:scaling>
        <c:delete val="0"/>
        <c:axPos val="b"/>
        <c:minorGridlines>
          <c:spPr>
            <a:ln>
              <a:noFill/>
            </a:ln>
          </c:spPr>
        </c:minorGridlines>
        <c:title>
          <c:tx>
            <c:rich>
              <a:bodyPr rot="0"/>
              <a:lstStyle/>
              <a:p>
                <a:pPr>
                  <a:defRPr/>
                </a:pPr>
                <a:r>
                  <a:rPr lang="es-PE"/>
                  <a:t>Year</a:t>
                </a:r>
              </a:p>
            </c:rich>
          </c:tx>
          <c:overlay val="0"/>
          <c:spPr>
            <a:noFill/>
            <a:ln w="0">
              <a:noFill/>
            </a:ln>
          </c:spPr>
        </c:title>
        <c:numFmt formatCode="yyyy" sourceLinked="0"/>
        <c:majorTickMark val="none"/>
        <c:minorTickMark val="none"/>
        <c:tickLblPos val="nextTo"/>
        <c:spPr>
          <a:ln w="9360">
            <a:solidFill>
              <a:srgbClr val="878787"/>
            </a:solidFill>
            <a:round/>
          </a:ln>
        </c:spPr>
        <c:txPr>
          <a:bodyPr rot="-5400000" vert="horz"/>
          <a:lstStyle/>
          <a:p>
            <a:pPr>
              <a:defRPr sz="900"/>
            </a:pPr>
            <a:endParaRPr lang="es-PE"/>
          </a:p>
        </c:txPr>
        <c:crossAx val="78184348"/>
        <c:crosses val="autoZero"/>
        <c:auto val="1"/>
        <c:lblOffset val="100"/>
        <c:baseTimeUnit val="months"/>
        <c:majorUnit val="12"/>
        <c:majorTimeUnit val="months"/>
      </c:dateAx>
      <c:valAx>
        <c:axId val="78184348"/>
        <c:scaling>
          <c:orientation val="minMax"/>
          <c:max val="28"/>
          <c:min val="10"/>
        </c:scaling>
        <c:delete val="0"/>
        <c:axPos val="l"/>
        <c:title>
          <c:tx>
            <c:rich>
              <a:bodyPr rot="-5400000"/>
              <a:lstStyle/>
              <a:p>
                <a:pPr>
                  <a:defRPr/>
                </a:pPr>
                <a:r>
                  <a:rPr lang="es-PE"/>
                  <a:t>%</a:t>
                </a:r>
              </a:p>
            </c:rich>
          </c:tx>
          <c:overlay val="0"/>
          <c:spPr>
            <a:noFill/>
            <a:ln w="0">
              <a:noFill/>
            </a:ln>
          </c:spPr>
        </c:title>
        <c:numFmt formatCode="0" sourceLinked="0"/>
        <c:majorTickMark val="none"/>
        <c:minorTickMark val="none"/>
        <c:tickLblPos val="nextTo"/>
        <c:spPr>
          <a:ln w="9360">
            <a:solidFill>
              <a:srgbClr val="878787"/>
            </a:solidFill>
            <a:round/>
          </a:ln>
        </c:spPr>
        <c:txPr>
          <a:bodyPr/>
          <a:lstStyle/>
          <a:p>
            <a:pPr>
              <a:defRPr sz="900"/>
            </a:pPr>
            <a:endParaRPr lang="es-PE"/>
          </a:p>
        </c:txPr>
        <c:crossAx val="44555432"/>
        <c:crosses val="autoZero"/>
        <c:crossBetween val="between"/>
      </c:valAx>
      <c:spPr>
        <a:noFill/>
        <a:ln w="0">
          <a:noFill/>
        </a:ln>
      </c:spPr>
    </c:plotArea>
    <c:legend>
      <c:legendPos val="r"/>
      <c:layout>
        <c:manualLayout>
          <c:xMode val="edge"/>
          <c:yMode val="edge"/>
          <c:x val="0.64730325640962449"/>
          <c:y val="0.56723104681831304"/>
          <c:w val="0.28255164296705987"/>
          <c:h val="0.13431413833035055"/>
        </c:manualLayout>
      </c:layout>
      <c:overlay val="0"/>
      <c:spPr>
        <a:noFill/>
        <a:ln w="0">
          <a:noFill/>
        </a:ln>
      </c:spPr>
      <c:txPr>
        <a:bodyPr/>
        <a:lstStyle/>
        <a:p>
          <a:pPr>
            <a:defRPr sz="900"/>
          </a:pPr>
          <a:endParaRPr lang="es-PE"/>
        </a:p>
      </c:txPr>
    </c:legend>
    <c:plotVisOnly val="1"/>
    <c:dispBlanksAs val="gap"/>
    <c:showDLblsOverMax val="1"/>
  </c:chart>
  <c:spPr>
    <a:solidFill>
      <a:srgbClr val="FFFFFF"/>
    </a:solidFill>
    <a:ln w="9360">
      <a:noFill/>
      <a:round/>
    </a:ln>
  </c:spPr>
  <c:txPr>
    <a:bodyPr/>
    <a:lstStyle/>
    <a:p>
      <a:pPr>
        <a:defRPr>
          <a:solidFill>
            <a:srgbClr val="000000"/>
          </a:solidFill>
          <a:latin typeface="Trebuchet MS" panose="020B0603020202020204" pitchFamily="34" charset="0"/>
        </a:defRPr>
      </a:pPr>
      <a:endParaRPr lang="es-PE"/>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Trebuchet MS" panose="020B0603020202020204" pitchFamily="34" charset="0"/>
                <a:ea typeface="+mn-ea"/>
                <a:cs typeface="+mn-cs"/>
              </a:defRPr>
            </a:pPr>
            <a:r>
              <a:rPr lang="es-PE" sz="1100" b="1" dirty="0"/>
              <a:t>USG30Y, 2026 YTD</a:t>
            </a:r>
            <a:r>
              <a:rPr lang="es-PE" sz="1100" dirty="0"/>
              <a:t> </a:t>
            </a:r>
          </a:p>
        </c:rich>
      </c:tx>
      <c:layout>
        <c:manualLayout>
          <c:xMode val="edge"/>
          <c:yMode val="edge"/>
          <c:x val="0.4326026235998876"/>
          <c:y val="4.260519505415508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lineChart>
        <c:grouping val="standard"/>
        <c:varyColors val="0"/>
        <c:ser>
          <c:idx val="0"/>
          <c:order val="0"/>
          <c:spPr>
            <a:ln w="28575" cap="rnd">
              <a:solidFill>
                <a:schemeClr val="accent1"/>
              </a:solidFill>
              <a:round/>
            </a:ln>
            <a:effectLst/>
          </c:spPr>
          <c:marker>
            <c:symbol val="none"/>
          </c:marker>
          <c:cat>
            <c:numRef>
              <c:f>Japan!$B$12010:$B$12175</c:f>
              <c:numCache>
                <c:formatCode>m/d/yyyy</c:formatCode>
                <c:ptCount val="166"/>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46069</c:v>
                </c:pt>
                <c:pt idx="33">
                  <c:v>46070</c:v>
                </c:pt>
                <c:pt idx="34">
                  <c:v>46071</c:v>
                </c:pt>
                <c:pt idx="35">
                  <c:v>46072</c:v>
                </c:pt>
                <c:pt idx="36">
                  <c:v>46073</c:v>
                </c:pt>
                <c:pt idx="37">
                  <c:v>46076</c:v>
                </c:pt>
                <c:pt idx="38">
                  <c:v>46077</c:v>
                </c:pt>
                <c:pt idx="39">
                  <c:v>46078</c:v>
                </c:pt>
                <c:pt idx="40">
                  <c:v>46079</c:v>
                </c:pt>
                <c:pt idx="41">
                  <c:v>46080</c:v>
                </c:pt>
                <c:pt idx="42">
                  <c:v>46083</c:v>
                </c:pt>
                <c:pt idx="43">
                  <c:v>46084</c:v>
                </c:pt>
                <c:pt idx="44">
                  <c:v>46085</c:v>
                </c:pt>
                <c:pt idx="45">
                  <c:v>46086</c:v>
                </c:pt>
                <c:pt idx="46">
                  <c:v>46087</c:v>
                </c:pt>
                <c:pt idx="47">
                  <c:v>46090</c:v>
                </c:pt>
                <c:pt idx="48">
                  <c:v>46091</c:v>
                </c:pt>
                <c:pt idx="49">
                  <c:v>46092</c:v>
                </c:pt>
                <c:pt idx="50">
                  <c:v>46093</c:v>
                </c:pt>
                <c:pt idx="51">
                  <c:v>46094</c:v>
                </c:pt>
                <c:pt idx="52">
                  <c:v>46097</c:v>
                </c:pt>
                <c:pt idx="53">
                  <c:v>46098</c:v>
                </c:pt>
                <c:pt idx="54">
                  <c:v>46099</c:v>
                </c:pt>
                <c:pt idx="55">
                  <c:v>46100</c:v>
                </c:pt>
                <c:pt idx="56">
                  <c:v>46101</c:v>
                </c:pt>
                <c:pt idx="57">
                  <c:v>46104</c:v>
                </c:pt>
                <c:pt idx="58">
                  <c:v>46105</c:v>
                </c:pt>
                <c:pt idx="59">
                  <c:v>46106</c:v>
                </c:pt>
                <c:pt idx="60">
                  <c:v>46107</c:v>
                </c:pt>
                <c:pt idx="61">
                  <c:v>46108</c:v>
                </c:pt>
                <c:pt idx="62">
                  <c:v>46111</c:v>
                </c:pt>
                <c:pt idx="63">
                  <c:v>46112</c:v>
                </c:pt>
                <c:pt idx="64">
                  <c:v>46113</c:v>
                </c:pt>
                <c:pt idx="65">
                  <c:v>46114</c:v>
                </c:pt>
                <c:pt idx="66">
                  <c:v>46115</c:v>
                </c:pt>
                <c:pt idx="67">
                  <c:v>46118</c:v>
                </c:pt>
                <c:pt idx="68">
                  <c:v>46119</c:v>
                </c:pt>
                <c:pt idx="69">
                  <c:v>46120</c:v>
                </c:pt>
                <c:pt idx="70">
                  <c:v>46121</c:v>
                </c:pt>
                <c:pt idx="71">
                  <c:v>46122</c:v>
                </c:pt>
                <c:pt idx="72">
                  <c:v>46125</c:v>
                </c:pt>
                <c:pt idx="73">
                  <c:v>46126</c:v>
                </c:pt>
                <c:pt idx="74">
                  <c:v>46127</c:v>
                </c:pt>
                <c:pt idx="75">
                  <c:v>46128</c:v>
                </c:pt>
                <c:pt idx="76">
                  <c:v>46129</c:v>
                </c:pt>
                <c:pt idx="77">
                  <c:v>46132</c:v>
                </c:pt>
                <c:pt idx="78">
                  <c:v>46133</c:v>
                </c:pt>
                <c:pt idx="79">
                  <c:v>46134</c:v>
                </c:pt>
                <c:pt idx="80">
                  <c:v>46135</c:v>
                </c:pt>
                <c:pt idx="81">
                  <c:v>46136</c:v>
                </c:pt>
                <c:pt idx="82">
                  <c:v>46139</c:v>
                </c:pt>
                <c:pt idx="83">
                  <c:v>46140</c:v>
                </c:pt>
                <c:pt idx="84">
                  <c:v>46141</c:v>
                </c:pt>
                <c:pt idx="85">
                  <c:v>46142</c:v>
                </c:pt>
                <c:pt idx="86">
                  <c:v>46143</c:v>
                </c:pt>
                <c:pt idx="87">
                  <c:v>46146</c:v>
                </c:pt>
                <c:pt idx="88">
                  <c:v>46147</c:v>
                </c:pt>
                <c:pt idx="89">
                  <c:v>46148</c:v>
                </c:pt>
                <c:pt idx="90">
                  <c:v>46149</c:v>
                </c:pt>
                <c:pt idx="91">
                  <c:v>46150</c:v>
                </c:pt>
                <c:pt idx="92">
                  <c:v>46153</c:v>
                </c:pt>
                <c:pt idx="93">
                  <c:v>46154</c:v>
                </c:pt>
                <c:pt idx="94">
                  <c:v>46155</c:v>
                </c:pt>
                <c:pt idx="95">
                  <c:v>46156</c:v>
                </c:pt>
                <c:pt idx="96">
                  <c:v>46157</c:v>
                </c:pt>
                <c:pt idx="97">
                  <c:v>46160</c:v>
                </c:pt>
                <c:pt idx="98">
                  <c:v>46161</c:v>
                </c:pt>
                <c:pt idx="99">
                  <c:v>46162</c:v>
                </c:pt>
                <c:pt idx="100">
                  <c:v>46163</c:v>
                </c:pt>
                <c:pt idx="101">
                  <c:v>46164</c:v>
                </c:pt>
                <c:pt idx="102">
                  <c:v>46167</c:v>
                </c:pt>
                <c:pt idx="103">
                  <c:v>46168</c:v>
                </c:pt>
                <c:pt idx="104">
                  <c:v>46169</c:v>
                </c:pt>
                <c:pt idx="105">
                  <c:v>46170</c:v>
                </c:pt>
                <c:pt idx="106">
                  <c:v>46171</c:v>
                </c:pt>
                <c:pt idx="107">
                  <c:v>46174</c:v>
                </c:pt>
                <c:pt idx="108">
                  <c:v>46175</c:v>
                </c:pt>
                <c:pt idx="109">
                  <c:v>46176</c:v>
                </c:pt>
                <c:pt idx="110">
                  <c:v>46177</c:v>
                </c:pt>
                <c:pt idx="111">
                  <c:v>46178</c:v>
                </c:pt>
                <c:pt idx="112">
                  <c:v>46181</c:v>
                </c:pt>
                <c:pt idx="113">
                  <c:v>46182</c:v>
                </c:pt>
                <c:pt idx="114">
                  <c:v>46183</c:v>
                </c:pt>
                <c:pt idx="115">
                  <c:v>46184</c:v>
                </c:pt>
                <c:pt idx="116">
                  <c:v>46185</c:v>
                </c:pt>
                <c:pt idx="117">
                  <c:v>46188</c:v>
                </c:pt>
                <c:pt idx="118">
                  <c:v>46189</c:v>
                </c:pt>
                <c:pt idx="119">
                  <c:v>46190</c:v>
                </c:pt>
                <c:pt idx="120">
                  <c:v>46191</c:v>
                </c:pt>
                <c:pt idx="121">
                  <c:v>46192</c:v>
                </c:pt>
                <c:pt idx="122">
                  <c:v>46195</c:v>
                </c:pt>
                <c:pt idx="123">
                  <c:v>46196</c:v>
                </c:pt>
                <c:pt idx="124">
                  <c:v>46197</c:v>
                </c:pt>
                <c:pt idx="125">
                  <c:v>46198</c:v>
                </c:pt>
                <c:pt idx="126">
                  <c:v>46199</c:v>
                </c:pt>
                <c:pt idx="127">
                  <c:v>46202</c:v>
                </c:pt>
                <c:pt idx="128">
                  <c:v>46203</c:v>
                </c:pt>
                <c:pt idx="129">
                  <c:v>46204</c:v>
                </c:pt>
                <c:pt idx="130">
                  <c:v>46205</c:v>
                </c:pt>
                <c:pt idx="131">
                  <c:v>46206</c:v>
                </c:pt>
                <c:pt idx="132">
                  <c:v>46209</c:v>
                </c:pt>
                <c:pt idx="133">
                  <c:v>46210</c:v>
                </c:pt>
                <c:pt idx="134">
                  <c:v>46211</c:v>
                </c:pt>
                <c:pt idx="135">
                  <c:v>46212</c:v>
                </c:pt>
                <c:pt idx="136">
                  <c:v>46213</c:v>
                </c:pt>
                <c:pt idx="137">
                  <c:v>46216</c:v>
                </c:pt>
                <c:pt idx="138">
                  <c:v>46217</c:v>
                </c:pt>
                <c:pt idx="139">
                  <c:v>46218</c:v>
                </c:pt>
                <c:pt idx="140">
                  <c:v>46219</c:v>
                </c:pt>
                <c:pt idx="141">
                  <c:v>46220</c:v>
                </c:pt>
                <c:pt idx="142">
                  <c:v>46223</c:v>
                </c:pt>
                <c:pt idx="143">
                  <c:v>46224</c:v>
                </c:pt>
                <c:pt idx="144">
                  <c:v>46225</c:v>
                </c:pt>
                <c:pt idx="145">
                  <c:v>46226</c:v>
                </c:pt>
                <c:pt idx="146">
                  <c:v>46227</c:v>
                </c:pt>
                <c:pt idx="147">
                  <c:v>46230</c:v>
                </c:pt>
                <c:pt idx="148">
                  <c:v>46231</c:v>
                </c:pt>
                <c:pt idx="149">
                  <c:v>46232</c:v>
                </c:pt>
                <c:pt idx="150">
                  <c:v>46233</c:v>
                </c:pt>
                <c:pt idx="151">
                  <c:v>46234</c:v>
                </c:pt>
                <c:pt idx="152">
                  <c:v>46237</c:v>
                </c:pt>
                <c:pt idx="153">
                  <c:v>46238</c:v>
                </c:pt>
                <c:pt idx="154">
                  <c:v>46239</c:v>
                </c:pt>
                <c:pt idx="155">
                  <c:v>46240</c:v>
                </c:pt>
                <c:pt idx="156">
                  <c:v>46241</c:v>
                </c:pt>
                <c:pt idx="157">
                  <c:v>46244</c:v>
                </c:pt>
                <c:pt idx="158">
                  <c:v>46245</c:v>
                </c:pt>
                <c:pt idx="159">
                  <c:v>46246</c:v>
                </c:pt>
                <c:pt idx="160">
                  <c:v>46247</c:v>
                </c:pt>
                <c:pt idx="161">
                  <c:v>46248</c:v>
                </c:pt>
                <c:pt idx="162">
                  <c:v>46251</c:v>
                </c:pt>
                <c:pt idx="163">
                  <c:v>46252</c:v>
                </c:pt>
                <c:pt idx="164">
                  <c:v>46253</c:v>
                </c:pt>
                <c:pt idx="165">
                  <c:v>46254</c:v>
                </c:pt>
              </c:numCache>
            </c:numRef>
          </c:cat>
          <c:val>
            <c:numRef>
              <c:f>Japan!$F$12010:$F$12175</c:f>
              <c:numCache>
                <c:formatCode>General</c:formatCode>
                <c:ptCount val="166"/>
                <c:pt idx="0">
                  <c:v>4.8436000000000003</c:v>
                </c:pt>
                <c:pt idx="1">
                  <c:v>4.8701999999999996</c:v>
                </c:pt>
                <c:pt idx="2">
                  <c:v>4.8497000000000003</c:v>
                </c:pt>
                <c:pt idx="3">
                  <c:v>4.8651</c:v>
                </c:pt>
                <c:pt idx="4">
                  <c:v>4.8314000000000004</c:v>
                </c:pt>
                <c:pt idx="5">
                  <c:v>4.8365</c:v>
                </c:pt>
                <c:pt idx="6">
                  <c:v>4.8121</c:v>
                </c:pt>
                <c:pt idx="7">
                  <c:v>4.8273000000000001</c:v>
                </c:pt>
                <c:pt idx="8">
                  <c:v>4.8354999999999997</c:v>
                </c:pt>
                <c:pt idx="9">
                  <c:v>4.7838000000000003</c:v>
                </c:pt>
                <c:pt idx="10">
                  <c:v>4.7958999999999996</c:v>
                </c:pt>
                <c:pt idx="11">
                  <c:v>4.8365</c:v>
                </c:pt>
                <c:pt idx="12">
                  <c:v>4.8365</c:v>
                </c:pt>
                <c:pt idx="13">
                  <c:v>4.9188999999999998</c:v>
                </c:pt>
                <c:pt idx="14">
                  <c:v>4.8620999999999999</c:v>
                </c:pt>
                <c:pt idx="15">
                  <c:v>4.8376000000000001</c:v>
                </c:pt>
                <c:pt idx="16">
                  <c:v>4.8263999999999996</c:v>
                </c:pt>
                <c:pt idx="17">
                  <c:v>4.8019999999999996</c:v>
                </c:pt>
                <c:pt idx="18">
                  <c:v>4.8590999999999998</c:v>
                </c:pt>
                <c:pt idx="19">
                  <c:v>4.8550000000000004</c:v>
                </c:pt>
                <c:pt idx="20">
                  <c:v>4.8529999999999998</c:v>
                </c:pt>
                <c:pt idx="21">
                  <c:v>4.8724999999999996</c:v>
                </c:pt>
                <c:pt idx="22">
                  <c:v>4.9118000000000004</c:v>
                </c:pt>
                <c:pt idx="23">
                  <c:v>4.8941999999999997</c:v>
                </c:pt>
                <c:pt idx="24">
                  <c:v>4.9169999999999998</c:v>
                </c:pt>
                <c:pt idx="25">
                  <c:v>4.8407</c:v>
                </c:pt>
                <c:pt idx="26">
                  <c:v>4.851</c:v>
                </c:pt>
                <c:pt idx="27">
                  <c:v>4.8582000000000001</c:v>
                </c:pt>
                <c:pt idx="28">
                  <c:v>4.7839999999999998</c:v>
                </c:pt>
                <c:pt idx="29">
                  <c:v>4.8071999999999999</c:v>
                </c:pt>
                <c:pt idx="30">
                  <c:v>4.7328000000000001</c:v>
                </c:pt>
                <c:pt idx="31">
                  <c:v>4.6943000000000001</c:v>
                </c:pt>
                <c:pt idx="32">
                  <c:v>4.6943000000000001</c:v>
                </c:pt>
                <c:pt idx="33">
                  <c:v>4.6885000000000003</c:v>
                </c:pt>
                <c:pt idx="34">
                  <c:v>4.7060000000000004</c:v>
                </c:pt>
                <c:pt idx="35">
                  <c:v>4.6981999999999999</c:v>
                </c:pt>
                <c:pt idx="36">
                  <c:v>4.7234999999999996</c:v>
                </c:pt>
                <c:pt idx="37">
                  <c:v>4.702</c:v>
                </c:pt>
                <c:pt idx="38">
                  <c:v>4.6817000000000002</c:v>
                </c:pt>
                <c:pt idx="39">
                  <c:v>4.6970999999999998</c:v>
                </c:pt>
                <c:pt idx="40">
                  <c:v>4.6565000000000003</c:v>
                </c:pt>
                <c:pt idx="41">
                  <c:v>4.6105999999999998</c:v>
                </c:pt>
                <c:pt idx="42">
                  <c:v>4.6797000000000004</c:v>
                </c:pt>
                <c:pt idx="43">
                  <c:v>4.7039</c:v>
                </c:pt>
                <c:pt idx="44">
                  <c:v>4.7340999999999998</c:v>
                </c:pt>
                <c:pt idx="45">
                  <c:v>4.7527999999999997</c:v>
                </c:pt>
                <c:pt idx="46">
                  <c:v>4.7567000000000004</c:v>
                </c:pt>
                <c:pt idx="47">
                  <c:v>4.7135999999999996</c:v>
                </c:pt>
                <c:pt idx="48">
                  <c:v>4.7903000000000002</c:v>
                </c:pt>
                <c:pt idx="49">
                  <c:v>4.8784999999999998</c:v>
                </c:pt>
                <c:pt idx="50">
                  <c:v>4.8815999999999997</c:v>
                </c:pt>
                <c:pt idx="51">
                  <c:v>4.9039000000000001</c:v>
                </c:pt>
                <c:pt idx="52">
                  <c:v>4.8663999999999996</c:v>
                </c:pt>
                <c:pt idx="53">
                  <c:v>4.8402000000000003</c:v>
                </c:pt>
                <c:pt idx="54">
                  <c:v>4.8806000000000003</c:v>
                </c:pt>
                <c:pt idx="55">
                  <c:v>4.8372000000000002</c:v>
                </c:pt>
                <c:pt idx="56">
                  <c:v>4.9377000000000004</c:v>
                </c:pt>
                <c:pt idx="57">
                  <c:v>4.9131</c:v>
                </c:pt>
                <c:pt idx="58">
                  <c:v>4.9273999999999996</c:v>
                </c:pt>
                <c:pt idx="59">
                  <c:v>4.9009</c:v>
                </c:pt>
                <c:pt idx="60">
                  <c:v>4.9325999999999999</c:v>
                </c:pt>
                <c:pt idx="61">
                  <c:v>4.9645000000000001</c:v>
                </c:pt>
                <c:pt idx="62">
                  <c:v>4.9111000000000002</c:v>
                </c:pt>
                <c:pt idx="63">
                  <c:v>4.9100999999999999</c:v>
                </c:pt>
                <c:pt idx="64">
                  <c:v>4.8978000000000002</c:v>
                </c:pt>
                <c:pt idx="65">
                  <c:v>4.8795000000000002</c:v>
                </c:pt>
                <c:pt idx="66">
                  <c:v>4.9050000000000002</c:v>
                </c:pt>
                <c:pt idx="67">
                  <c:v>4.8865999999999996</c:v>
                </c:pt>
                <c:pt idx="68">
                  <c:v>4.8704000000000001</c:v>
                </c:pt>
                <c:pt idx="69">
                  <c:v>4.8826000000000001</c:v>
                </c:pt>
                <c:pt idx="70">
                  <c:v>4.8806000000000003</c:v>
                </c:pt>
                <c:pt idx="71">
                  <c:v>4.9090999999999996</c:v>
                </c:pt>
                <c:pt idx="72">
                  <c:v>4.8967999999999998</c:v>
                </c:pt>
                <c:pt idx="73">
                  <c:v>4.8602999999999996</c:v>
                </c:pt>
                <c:pt idx="74">
                  <c:v>4.8978999999999999</c:v>
                </c:pt>
                <c:pt idx="75">
                  <c:v>4.9325999999999999</c:v>
                </c:pt>
                <c:pt idx="76">
                  <c:v>4.8836000000000004</c:v>
                </c:pt>
                <c:pt idx="77">
                  <c:v>4.8785999999999996</c:v>
                </c:pt>
                <c:pt idx="78">
                  <c:v>4.8998999999999997</c:v>
                </c:pt>
                <c:pt idx="79">
                  <c:v>4.9039999999999999</c:v>
                </c:pt>
                <c:pt idx="80">
                  <c:v>4.9112</c:v>
                </c:pt>
                <c:pt idx="81">
                  <c:v>4.9070999999999998</c:v>
                </c:pt>
                <c:pt idx="82">
                  <c:v>4.9461000000000004</c:v>
                </c:pt>
                <c:pt idx="83">
                  <c:v>4.9337</c:v>
                </c:pt>
                <c:pt idx="84">
                  <c:v>5.0011000000000001</c:v>
                </c:pt>
                <c:pt idx="85">
                  <c:v>4.9657</c:v>
                </c:pt>
                <c:pt idx="86">
                  <c:v>4.9584999999999999</c:v>
                </c:pt>
                <c:pt idx="87">
                  <c:v>5.0147000000000004</c:v>
                </c:pt>
                <c:pt idx="88">
                  <c:v>4.9875999999999996</c:v>
                </c:pt>
                <c:pt idx="89">
                  <c:v>4.9358000000000004</c:v>
                </c:pt>
                <c:pt idx="90">
                  <c:v>4.9606000000000003</c:v>
                </c:pt>
                <c:pt idx="91">
                  <c:v>4.9337999999999997</c:v>
                </c:pt>
                <c:pt idx="92">
                  <c:v>4.9855</c:v>
                </c:pt>
                <c:pt idx="93">
                  <c:v>5.0242000000000004</c:v>
                </c:pt>
                <c:pt idx="94">
                  <c:v>5.0336999999999996</c:v>
                </c:pt>
                <c:pt idx="95">
                  <c:v>5.0263999999999998</c:v>
                </c:pt>
                <c:pt idx="96">
                  <c:v>5.1157000000000004</c:v>
                </c:pt>
                <c:pt idx="97">
                  <c:v>5.1230000000000002</c:v>
                </c:pt>
                <c:pt idx="98">
                  <c:v>5.1806000000000001</c:v>
                </c:pt>
                <c:pt idx="99">
                  <c:v>5.1230000000000002</c:v>
                </c:pt>
                <c:pt idx="100">
                  <c:v>5.0918999999999999</c:v>
                </c:pt>
                <c:pt idx="101">
                  <c:v>5.0640999999999998</c:v>
                </c:pt>
                <c:pt idx="102">
                  <c:v>5.0640999999999998</c:v>
                </c:pt>
                <c:pt idx="103">
                  <c:v>5.0180999999999996</c:v>
                </c:pt>
                <c:pt idx="104">
                  <c:v>5.0110000000000001</c:v>
                </c:pt>
                <c:pt idx="105">
                  <c:v>4.9725999999999999</c:v>
                </c:pt>
                <c:pt idx="106">
                  <c:v>4.9715999999999996</c:v>
                </c:pt>
                <c:pt idx="107">
                  <c:v>4.9695999999999998</c:v>
                </c:pt>
                <c:pt idx="108">
                  <c:v>4.9554999999999998</c:v>
                </c:pt>
                <c:pt idx="109">
                  <c:v>4.9916999999999998</c:v>
                </c:pt>
                <c:pt idx="110">
                  <c:v>4.9745999999999997</c:v>
                </c:pt>
                <c:pt idx="111">
                  <c:v>4.9957000000000003</c:v>
                </c:pt>
                <c:pt idx="112">
                  <c:v>5.0353000000000003</c:v>
                </c:pt>
                <c:pt idx="113">
                  <c:v>4.9966999999999997</c:v>
                </c:pt>
                <c:pt idx="114">
                  <c:v>5.0292000000000003</c:v>
                </c:pt>
                <c:pt idx="115">
                  <c:v>4.9554</c:v>
                </c:pt>
                <c:pt idx="116">
                  <c:v>4.9664000000000001</c:v>
                </c:pt>
                <c:pt idx="117">
                  <c:v>4.9785000000000004</c:v>
                </c:pt>
                <c:pt idx="118">
                  <c:v>4.9433999999999996</c:v>
                </c:pt>
                <c:pt idx="119">
                  <c:v>4.9314</c:v>
                </c:pt>
                <c:pt idx="120">
                  <c:v>4.8975999999999997</c:v>
                </c:pt>
                <c:pt idx="121">
                  <c:v>4.8975999999999997</c:v>
                </c:pt>
                <c:pt idx="122">
                  <c:v>4.9482999999999997</c:v>
                </c:pt>
                <c:pt idx="123">
                  <c:v>4.9452999999999996</c:v>
                </c:pt>
                <c:pt idx="124">
                  <c:v>4.8395999999999999</c:v>
                </c:pt>
                <c:pt idx="125">
                  <c:v>4.8611000000000004</c:v>
                </c:pt>
                <c:pt idx="126">
                  <c:v>4.8639999999999999</c:v>
                </c:pt>
                <c:pt idx="127">
                  <c:v>4.8630000000000004</c:v>
                </c:pt>
                <c:pt idx="128">
                  <c:v>4.9512999999999998</c:v>
                </c:pt>
                <c:pt idx="129">
                  <c:v>4.9702999999999999</c:v>
                </c:pt>
                <c:pt idx="130">
                  <c:v>4.9854000000000003</c:v>
                </c:pt>
                <c:pt idx="131">
                  <c:v>4.9854000000000003</c:v>
                </c:pt>
                <c:pt idx="132">
                  <c:v>4.9843999999999999</c:v>
                </c:pt>
                <c:pt idx="133">
                  <c:v>5.0556999999999999</c:v>
                </c:pt>
                <c:pt idx="134">
                  <c:v>5.0720999999999998</c:v>
                </c:pt>
                <c:pt idx="135">
                  <c:v>5.0648999999999997</c:v>
                </c:pt>
                <c:pt idx="136">
                  <c:v>5.0587</c:v>
                </c:pt>
                <c:pt idx="137">
                  <c:v>5.1052</c:v>
                </c:pt>
                <c:pt idx="138">
                  <c:v>5.1040999999999999</c:v>
                </c:pt>
                <c:pt idx="139">
                  <c:v>5.0792999999999999</c:v>
                </c:pt>
                <c:pt idx="140">
                  <c:v>5.0834000000000001</c:v>
                </c:pt>
                <c:pt idx="141">
                  <c:v>5.069</c:v>
                </c:pt>
                <c:pt idx="142">
                  <c:v>5.1124999999999998</c:v>
                </c:pt>
                <c:pt idx="143">
                  <c:v>5.1311999999999998</c:v>
                </c:pt>
                <c:pt idx="144">
                  <c:v>5.1448</c:v>
                </c:pt>
                <c:pt idx="145">
                  <c:v>5.1595000000000004</c:v>
                </c:pt>
                <c:pt idx="146">
                  <c:v>5.1574</c:v>
                </c:pt>
                <c:pt idx="147">
                  <c:v>5.1364999999999998</c:v>
                </c:pt>
                <c:pt idx="148">
                  <c:v>5.0885999999999996</c:v>
                </c:pt>
                <c:pt idx="149">
                  <c:v>5.2007000000000003</c:v>
                </c:pt>
                <c:pt idx="150">
                  <c:v>5.2134999999999998</c:v>
                </c:pt>
                <c:pt idx="151">
                  <c:v>5.2724000000000002</c:v>
                </c:pt>
                <c:pt idx="152">
                  <c:v>5.2274000000000003</c:v>
                </c:pt>
                <c:pt idx="153">
                  <c:v>5.1742999999999997</c:v>
                </c:pt>
                <c:pt idx="154">
                  <c:v>5.1680000000000001</c:v>
                </c:pt>
                <c:pt idx="155">
                  <c:v>5.2241999999999997</c:v>
                </c:pt>
                <c:pt idx="156">
                  <c:v>5.2008000000000001</c:v>
                </c:pt>
                <c:pt idx="157">
                  <c:v>5.2510000000000003</c:v>
                </c:pt>
                <c:pt idx="158">
                  <c:v>5.2403000000000004</c:v>
                </c:pt>
                <c:pt idx="159">
                  <c:v>5.2573999999999996</c:v>
                </c:pt>
                <c:pt idx="160">
                  <c:v>5.2125000000000004</c:v>
                </c:pt>
                <c:pt idx="161">
                  <c:v>5.2592999999999996</c:v>
                </c:pt>
                <c:pt idx="162">
                  <c:v>5.306</c:v>
                </c:pt>
                <c:pt idx="163">
                  <c:v>5.2826000000000004</c:v>
                </c:pt>
                <c:pt idx="164">
                  <c:v>5.1910999999999996</c:v>
                </c:pt>
                <c:pt idx="165">
                  <c:v>5.24</c:v>
                </c:pt>
              </c:numCache>
            </c:numRef>
          </c:val>
          <c:smooth val="0"/>
          <c:extLst>
            <c:ext xmlns:c16="http://schemas.microsoft.com/office/drawing/2014/chart" uri="{C3380CC4-5D6E-409C-BE32-E72D297353CC}">
              <c16:uniqueId val="{00000000-1836-471D-B7A7-0BF671AEDD26}"/>
            </c:ext>
          </c:extLst>
        </c:ser>
        <c:dLbls>
          <c:showLegendKey val="0"/>
          <c:showVal val="0"/>
          <c:showCatName val="0"/>
          <c:showSerName val="0"/>
          <c:showPercent val="0"/>
          <c:showBubbleSize val="0"/>
        </c:dLbls>
        <c:smooth val="0"/>
        <c:axId val="1839899648"/>
        <c:axId val="1839898208"/>
      </c:lineChart>
      <c:dateAx>
        <c:axId val="1839899648"/>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1839898208"/>
        <c:crosses val="autoZero"/>
        <c:auto val="1"/>
        <c:lblOffset val="100"/>
        <c:baseTimeUnit val="days"/>
        <c:majorUnit val="30"/>
        <c:majorTimeUnit val="days"/>
      </c:dateAx>
      <c:valAx>
        <c:axId val="1839898208"/>
        <c:scaling>
          <c:orientation val="minMax"/>
          <c:min val="4.5"/>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1839899648"/>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0000"/>
          </a:solidFill>
          <a:latin typeface="Trebuchet MS" panose="020B0603020202020204" pitchFamily="34" charset="0"/>
        </a:defRPr>
      </a:pPr>
      <a:endParaRPr lang="es-PE"/>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s-PE" sz="1100" dirty="0" err="1"/>
              <a:t>Japanese</a:t>
            </a:r>
            <a:r>
              <a:rPr lang="es-PE" sz="1100" dirty="0"/>
              <a:t> </a:t>
            </a:r>
            <a:r>
              <a:rPr lang="es-PE" sz="1100" dirty="0" err="1"/>
              <a:t>quartely</a:t>
            </a:r>
            <a:r>
              <a:rPr lang="es-PE" sz="1100" dirty="0"/>
              <a:t> net </a:t>
            </a:r>
            <a:r>
              <a:rPr lang="es-PE" sz="1100" dirty="0" err="1"/>
              <a:t>purchases</a:t>
            </a:r>
            <a:r>
              <a:rPr lang="es-PE" sz="1100" dirty="0"/>
              <a:t> </a:t>
            </a:r>
            <a:r>
              <a:rPr lang="es-PE" sz="1100" dirty="0" err="1"/>
              <a:t>of</a:t>
            </a:r>
            <a:r>
              <a:rPr lang="es-PE" sz="1100" dirty="0"/>
              <a:t> US </a:t>
            </a:r>
            <a:r>
              <a:rPr lang="es-PE" sz="1100" dirty="0" err="1"/>
              <a:t>sovereign</a:t>
            </a:r>
            <a:r>
              <a:rPr lang="es-PE" sz="1100" dirty="0"/>
              <a:t> </a:t>
            </a:r>
            <a:r>
              <a:rPr lang="es-PE" sz="1100" dirty="0" err="1"/>
              <a:t>bonds</a:t>
            </a:r>
            <a:endParaRPr lang="es-PE" sz="1100" dirty="0"/>
          </a:p>
          <a:p>
            <a:pPr>
              <a:defRPr/>
            </a:pPr>
            <a:r>
              <a:rPr lang="es-PE" sz="1100" dirty="0"/>
              <a:t> (¥ </a:t>
            </a:r>
            <a:r>
              <a:rPr lang="es-PE" sz="1100" dirty="0" err="1"/>
              <a:t>trillion</a:t>
            </a:r>
            <a:r>
              <a:rPr lang="es-PE" sz="1100" dirty="0"/>
              <a:t>)</a:t>
            </a:r>
            <a:endParaRPr lang="es-PE" dirty="0"/>
          </a:p>
        </c:rich>
      </c:tx>
      <c:layout>
        <c:manualLayout>
          <c:xMode val="edge"/>
          <c:yMode val="edge"/>
          <c:x val="0.17966602770716122"/>
          <c:y val="2.4004914391922757E-2"/>
        </c:manualLayout>
      </c:layout>
      <c:overlay val="0"/>
      <c:spPr>
        <a:noFill/>
        <a:ln w="0">
          <a:noFill/>
        </a:ln>
      </c:spPr>
    </c:title>
    <c:autoTitleDeleted val="0"/>
    <c:plotArea>
      <c:layout>
        <c:manualLayout>
          <c:layoutTarget val="inner"/>
          <c:xMode val="edge"/>
          <c:yMode val="edge"/>
          <c:x val="0.10580787540539151"/>
          <c:y val="0.1915192086568904"/>
          <c:w val="0.86656845573205621"/>
          <c:h val="0.65035550585159163"/>
        </c:manualLayout>
      </c:layout>
      <c:barChart>
        <c:barDir val="col"/>
        <c:grouping val="clustered"/>
        <c:varyColors val="0"/>
        <c:ser>
          <c:idx val="0"/>
          <c:order val="0"/>
          <c:tx>
            <c:strRef>
              <c:f>Bloomberg_Estimate!$B$5</c:f>
              <c:strCache>
                <c:ptCount val="1"/>
                <c:pt idx="0">
                  <c:v>Net purchases (¥ trillion, ESTIMATED)</c:v>
                </c:pt>
              </c:strCache>
            </c:strRef>
          </c:tx>
          <c:spPr>
            <a:solidFill>
              <a:srgbClr val="0033A0"/>
            </a:solidFill>
            <a:ln w="0">
              <a:solidFill>
                <a:srgbClr val="0033A0"/>
              </a:solidFill>
            </a:ln>
          </c:spPr>
          <c:invertIfNegative val="0"/>
          <c:dPt>
            <c:idx val="16"/>
            <c:invertIfNegative val="0"/>
            <c:bubble3D val="0"/>
            <c:spPr>
              <a:solidFill>
                <a:srgbClr val="C00000"/>
              </a:solidFill>
              <a:ln w="0">
                <a:noFill/>
              </a:ln>
            </c:spPr>
            <c:extLst>
              <c:ext xmlns:c16="http://schemas.microsoft.com/office/drawing/2014/chart" uri="{C3380CC4-5D6E-409C-BE32-E72D297353CC}">
                <c16:uniqueId val="{00000001-86FF-46D5-86A5-9E9CD48CEB53}"/>
              </c:ext>
            </c:extLst>
          </c:dPt>
          <c:dPt>
            <c:idx val="17"/>
            <c:invertIfNegative val="0"/>
            <c:bubble3D val="0"/>
            <c:spPr>
              <a:solidFill>
                <a:srgbClr val="C00000"/>
              </a:solidFill>
              <a:ln w="0">
                <a:noFill/>
              </a:ln>
            </c:spPr>
            <c:extLst>
              <c:ext xmlns:c16="http://schemas.microsoft.com/office/drawing/2014/chart" uri="{C3380CC4-5D6E-409C-BE32-E72D297353CC}">
                <c16:uniqueId val="{00000003-86FF-46D5-86A5-9E9CD48CEB53}"/>
              </c:ext>
            </c:extLst>
          </c:dPt>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Bloomberg_Estimate!$A$7:$A$23</c:f>
              <c:strCache>
                <c:ptCount val="17"/>
                <c:pt idx="0">
                  <c:v>Q1 2022</c:v>
                </c:pt>
                <c:pt idx="1">
                  <c:v>Q2 2022</c:v>
                </c:pt>
                <c:pt idx="2">
                  <c:v>Q3 2022</c:v>
                </c:pt>
                <c:pt idx="3">
                  <c:v>Q4 2022</c:v>
                </c:pt>
                <c:pt idx="4">
                  <c:v>Q1 2023</c:v>
                </c:pt>
                <c:pt idx="5">
                  <c:v>Q2 2023</c:v>
                </c:pt>
                <c:pt idx="6">
                  <c:v>Q3 2023</c:v>
                </c:pt>
                <c:pt idx="7">
                  <c:v>Q4 2023</c:v>
                </c:pt>
                <c:pt idx="8">
                  <c:v>Q1 2024</c:v>
                </c:pt>
                <c:pt idx="9">
                  <c:v>Q2 2024</c:v>
                </c:pt>
                <c:pt idx="10">
                  <c:v>Q3 2024</c:v>
                </c:pt>
                <c:pt idx="11">
                  <c:v>Q4 2024</c:v>
                </c:pt>
                <c:pt idx="12">
                  <c:v>Q1 2025</c:v>
                </c:pt>
                <c:pt idx="13">
                  <c:v>Q2 2025</c:v>
                </c:pt>
                <c:pt idx="14">
                  <c:v>Q3 2025</c:v>
                </c:pt>
                <c:pt idx="15">
                  <c:v>Q4 2025</c:v>
                </c:pt>
                <c:pt idx="16">
                  <c:v>Q1 2026</c:v>
                </c:pt>
              </c:strCache>
            </c:strRef>
          </c:cat>
          <c:val>
            <c:numRef>
              <c:f>Bloomberg_Estimate!$B$7:$B$23</c:f>
              <c:numCache>
                <c:formatCode>0.0</c:formatCode>
                <c:ptCount val="17"/>
                <c:pt idx="0">
                  <c:v>-2.2999999999999998</c:v>
                </c:pt>
                <c:pt idx="1">
                  <c:v>-1.3</c:v>
                </c:pt>
                <c:pt idx="2">
                  <c:v>8.3000000000000007</c:v>
                </c:pt>
                <c:pt idx="3">
                  <c:v>2.2999999999999998</c:v>
                </c:pt>
                <c:pt idx="4">
                  <c:v>3</c:v>
                </c:pt>
                <c:pt idx="5">
                  <c:v>2.2999999999999998</c:v>
                </c:pt>
                <c:pt idx="6">
                  <c:v>5</c:v>
                </c:pt>
                <c:pt idx="7">
                  <c:v>1</c:v>
                </c:pt>
                <c:pt idx="8">
                  <c:v>7.2</c:v>
                </c:pt>
                <c:pt idx="9">
                  <c:v>-0.7</c:v>
                </c:pt>
                <c:pt idx="10">
                  <c:v>1.3</c:v>
                </c:pt>
                <c:pt idx="11">
                  <c:v>1</c:v>
                </c:pt>
                <c:pt idx="12">
                  <c:v>3</c:v>
                </c:pt>
                <c:pt idx="13">
                  <c:v>1</c:v>
                </c:pt>
                <c:pt idx="14">
                  <c:v>1</c:v>
                </c:pt>
                <c:pt idx="15">
                  <c:v>3</c:v>
                </c:pt>
                <c:pt idx="16">
                  <c:v>-5.5</c:v>
                </c:pt>
              </c:numCache>
            </c:numRef>
          </c:val>
          <c:extLst>
            <c:ext xmlns:c16="http://schemas.microsoft.com/office/drawing/2014/chart" uri="{C3380CC4-5D6E-409C-BE32-E72D297353CC}">
              <c16:uniqueId val="{00000004-86FF-46D5-86A5-9E9CD48CEB53}"/>
            </c:ext>
          </c:extLst>
        </c:ser>
        <c:dLbls>
          <c:showLegendKey val="0"/>
          <c:showVal val="0"/>
          <c:showCatName val="0"/>
          <c:showSerName val="0"/>
          <c:showPercent val="0"/>
          <c:showBubbleSize val="0"/>
        </c:dLbls>
        <c:gapWidth val="50"/>
        <c:axId val="12389218"/>
        <c:axId val="80580581"/>
      </c:barChart>
      <c:catAx>
        <c:axId val="12389218"/>
        <c:scaling>
          <c:orientation val="minMax"/>
        </c:scaling>
        <c:delete val="0"/>
        <c:axPos val="b"/>
        <c:numFmt formatCode="General" sourceLinked="1"/>
        <c:majorTickMark val="none"/>
        <c:minorTickMark val="none"/>
        <c:tickLblPos val="low"/>
        <c:spPr>
          <a:ln w="9360">
            <a:solidFill>
              <a:srgbClr val="878787"/>
            </a:solidFill>
            <a:round/>
          </a:ln>
        </c:spPr>
        <c:txPr>
          <a:bodyPr rot="-5400000" vert="horz"/>
          <a:lstStyle/>
          <a:p>
            <a:pPr>
              <a:defRPr sz="900"/>
            </a:pPr>
            <a:endParaRPr lang="es-PE"/>
          </a:p>
        </c:txPr>
        <c:crossAx val="80580581"/>
        <c:crosses val="autoZero"/>
        <c:auto val="1"/>
        <c:lblAlgn val="ctr"/>
        <c:lblOffset val="100"/>
        <c:noMultiLvlLbl val="0"/>
      </c:catAx>
      <c:valAx>
        <c:axId val="80580581"/>
        <c:scaling>
          <c:orientation val="minMax"/>
        </c:scaling>
        <c:delete val="0"/>
        <c:axPos val="l"/>
        <c:numFmt formatCode="0.0" sourceLinked="1"/>
        <c:majorTickMark val="none"/>
        <c:minorTickMark val="none"/>
        <c:tickLblPos val="nextTo"/>
        <c:spPr>
          <a:ln w="9360">
            <a:solidFill>
              <a:srgbClr val="878787"/>
            </a:solidFill>
            <a:round/>
          </a:ln>
        </c:spPr>
        <c:txPr>
          <a:bodyPr/>
          <a:lstStyle/>
          <a:p>
            <a:pPr>
              <a:defRPr sz="900"/>
            </a:pPr>
            <a:endParaRPr lang="es-PE"/>
          </a:p>
        </c:txPr>
        <c:crossAx val="12389218"/>
        <c:crosses val="autoZero"/>
        <c:crossBetween val="between"/>
      </c:valAx>
      <c:spPr>
        <a:noFill/>
        <a:ln w="0">
          <a:noFill/>
        </a:ln>
      </c:spPr>
    </c:plotArea>
    <c:plotVisOnly val="1"/>
    <c:dispBlanksAs val="gap"/>
    <c:showDLblsOverMax val="1"/>
  </c:chart>
  <c:spPr>
    <a:solidFill>
      <a:srgbClr val="FFFFFF"/>
    </a:solidFill>
    <a:ln w="9360">
      <a:noFill/>
      <a:round/>
    </a:ln>
  </c:spPr>
  <c:txPr>
    <a:bodyPr/>
    <a:lstStyle/>
    <a:p>
      <a:pPr>
        <a:defRPr sz="1000">
          <a:solidFill>
            <a:srgbClr val="000000"/>
          </a:solidFill>
          <a:latin typeface="Trebuchet MS" panose="020B0603020202020204" pitchFamily="34" charset="0"/>
        </a:defRPr>
      </a:pPr>
      <a:endParaRPr lang="es-PE"/>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r>
              <a:rPr lang="es-ES" sz="1400" b="1" dirty="0"/>
              <a:t>Market premia</a:t>
            </a:r>
          </a:p>
        </c:rich>
      </c:tx>
      <c:layout>
        <c:manualLayout>
          <c:xMode val="edge"/>
          <c:yMode val="edge"/>
          <c:x val="1.8744230769230767E-2"/>
          <c:y val="2.1709375E-2"/>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endParaRPr lang="es-ES"/>
        </a:p>
      </c:txPr>
    </c:title>
    <c:autoTitleDeleted val="0"/>
    <c:plotArea>
      <c:layout>
        <c:manualLayout>
          <c:layoutTarget val="inner"/>
          <c:xMode val="edge"/>
          <c:yMode val="edge"/>
          <c:x val="8.2428216479189104E-2"/>
          <c:y val="0.13696597222222223"/>
          <c:w val="0.83630147262166665"/>
          <c:h val="0.7117878579091288"/>
        </c:manualLayout>
      </c:layout>
      <c:areaChart>
        <c:grouping val="standard"/>
        <c:varyColors val="0"/>
        <c:ser>
          <c:idx val="2"/>
          <c:order val="1"/>
          <c:tx>
            <c:strRef>
              <c:f>US10Y_chg!$Z$20</c:f>
              <c:strCache>
                <c:ptCount val="1"/>
                <c:pt idx="0">
                  <c:v>LB</c:v>
                </c:pt>
              </c:strCache>
            </c:strRef>
          </c:tx>
          <c:spPr>
            <a:solidFill>
              <a:schemeClr val="accent1">
                <a:lumMod val="20000"/>
                <a:lumOff val="80000"/>
                <a:alpha val="70000"/>
              </a:schemeClr>
            </a:solidFill>
            <a:ln w="25400">
              <a:noFill/>
              <a:prstDash val="sysDot"/>
            </a:ln>
            <a:effectLst/>
          </c:spPr>
          <c:cat>
            <c:numRef>
              <c:f>US10Y_chg!$I$21:$I$5000</c:f>
              <c:numCache>
                <c:formatCode>m/d/yyyy</c:formatCode>
                <c:ptCount val="4980"/>
                <c:pt idx="0">
                  <c:v>43462</c:v>
                </c:pt>
                <c:pt idx="1">
                  <c:v>43469</c:v>
                </c:pt>
                <c:pt idx="2">
                  <c:v>43476</c:v>
                </c:pt>
                <c:pt idx="3">
                  <c:v>43483</c:v>
                </c:pt>
                <c:pt idx="4">
                  <c:v>43490</c:v>
                </c:pt>
                <c:pt idx="5">
                  <c:v>43497</c:v>
                </c:pt>
                <c:pt idx="6">
                  <c:v>43504</c:v>
                </c:pt>
                <c:pt idx="7">
                  <c:v>43511</c:v>
                </c:pt>
                <c:pt idx="8">
                  <c:v>43518</c:v>
                </c:pt>
                <c:pt idx="9">
                  <c:v>43525</c:v>
                </c:pt>
                <c:pt idx="10">
                  <c:v>43532</c:v>
                </c:pt>
                <c:pt idx="11">
                  <c:v>43539</c:v>
                </c:pt>
                <c:pt idx="12">
                  <c:v>43546</c:v>
                </c:pt>
                <c:pt idx="13">
                  <c:v>43553</c:v>
                </c:pt>
                <c:pt idx="14">
                  <c:v>43560</c:v>
                </c:pt>
                <c:pt idx="15">
                  <c:v>43567</c:v>
                </c:pt>
                <c:pt idx="16">
                  <c:v>43574</c:v>
                </c:pt>
                <c:pt idx="17">
                  <c:v>43581</c:v>
                </c:pt>
                <c:pt idx="18">
                  <c:v>43588</c:v>
                </c:pt>
                <c:pt idx="19">
                  <c:v>43595</c:v>
                </c:pt>
                <c:pt idx="20">
                  <c:v>43602</c:v>
                </c:pt>
                <c:pt idx="21">
                  <c:v>43609</c:v>
                </c:pt>
                <c:pt idx="22">
                  <c:v>43616</c:v>
                </c:pt>
                <c:pt idx="23">
                  <c:v>43623</c:v>
                </c:pt>
                <c:pt idx="24">
                  <c:v>43630</c:v>
                </c:pt>
                <c:pt idx="25">
                  <c:v>43637</c:v>
                </c:pt>
                <c:pt idx="26">
                  <c:v>43644</c:v>
                </c:pt>
                <c:pt idx="27">
                  <c:v>43651</c:v>
                </c:pt>
                <c:pt idx="28">
                  <c:v>43658</c:v>
                </c:pt>
                <c:pt idx="29">
                  <c:v>43665</c:v>
                </c:pt>
                <c:pt idx="30">
                  <c:v>43672</c:v>
                </c:pt>
                <c:pt idx="31">
                  <c:v>43679</c:v>
                </c:pt>
                <c:pt idx="32">
                  <c:v>43686</c:v>
                </c:pt>
                <c:pt idx="33">
                  <c:v>43693</c:v>
                </c:pt>
                <c:pt idx="34">
                  <c:v>43700</c:v>
                </c:pt>
                <c:pt idx="35">
                  <c:v>43707</c:v>
                </c:pt>
                <c:pt idx="36">
                  <c:v>43714</c:v>
                </c:pt>
                <c:pt idx="37">
                  <c:v>43721</c:v>
                </c:pt>
                <c:pt idx="38">
                  <c:v>43728</c:v>
                </c:pt>
                <c:pt idx="39">
                  <c:v>43735</c:v>
                </c:pt>
                <c:pt idx="40">
                  <c:v>43742</c:v>
                </c:pt>
                <c:pt idx="41">
                  <c:v>43749</c:v>
                </c:pt>
                <c:pt idx="42">
                  <c:v>43756</c:v>
                </c:pt>
                <c:pt idx="43">
                  <c:v>43763</c:v>
                </c:pt>
                <c:pt idx="44">
                  <c:v>43770</c:v>
                </c:pt>
                <c:pt idx="45">
                  <c:v>43777</c:v>
                </c:pt>
                <c:pt idx="46">
                  <c:v>43784</c:v>
                </c:pt>
                <c:pt idx="47">
                  <c:v>43791</c:v>
                </c:pt>
                <c:pt idx="48">
                  <c:v>43798</c:v>
                </c:pt>
                <c:pt idx="49">
                  <c:v>43805</c:v>
                </c:pt>
                <c:pt idx="50">
                  <c:v>43812</c:v>
                </c:pt>
                <c:pt idx="51">
                  <c:v>43819</c:v>
                </c:pt>
                <c:pt idx="52">
                  <c:v>43826</c:v>
                </c:pt>
                <c:pt idx="53">
                  <c:v>43833</c:v>
                </c:pt>
                <c:pt idx="54">
                  <c:v>43840</c:v>
                </c:pt>
                <c:pt idx="55">
                  <c:v>43847</c:v>
                </c:pt>
                <c:pt idx="56">
                  <c:v>43854</c:v>
                </c:pt>
                <c:pt idx="57">
                  <c:v>43861</c:v>
                </c:pt>
                <c:pt idx="58">
                  <c:v>43868</c:v>
                </c:pt>
                <c:pt idx="59">
                  <c:v>43875</c:v>
                </c:pt>
                <c:pt idx="60">
                  <c:v>43882</c:v>
                </c:pt>
                <c:pt idx="61">
                  <c:v>43889</c:v>
                </c:pt>
                <c:pt idx="62">
                  <c:v>43896</c:v>
                </c:pt>
                <c:pt idx="63">
                  <c:v>43903</c:v>
                </c:pt>
                <c:pt idx="64">
                  <c:v>43910</c:v>
                </c:pt>
                <c:pt idx="65">
                  <c:v>43917</c:v>
                </c:pt>
                <c:pt idx="66">
                  <c:v>43924</c:v>
                </c:pt>
                <c:pt idx="67">
                  <c:v>43931</c:v>
                </c:pt>
                <c:pt idx="68">
                  <c:v>43938</c:v>
                </c:pt>
                <c:pt idx="69">
                  <c:v>43945</c:v>
                </c:pt>
                <c:pt idx="70">
                  <c:v>43952</c:v>
                </c:pt>
                <c:pt idx="71">
                  <c:v>43959</c:v>
                </c:pt>
                <c:pt idx="72">
                  <c:v>43966</c:v>
                </c:pt>
                <c:pt idx="73">
                  <c:v>43973</c:v>
                </c:pt>
                <c:pt idx="74">
                  <c:v>43980</c:v>
                </c:pt>
                <c:pt idx="75">
                  <c:v>43987</c:v>
                </c:pt>
                <c:pt idx="76">
                  <c:v>43994</c:v>
                </c:pt>
                <c:pt idx="77">
                  <c:v>44001</c:v>
                </c:pt>
                <c:pt idx="78">
                  <c:v>44008</c:v>
                </c:pt>
                <c:pt idx="79">
                  <c:v>44015</c:v>
                </c:pt>
                <c:pt idx="80">
                  <c:v>44022</c:v>
                </c:pt>
                <c:pt idx="81">
                  <c:v>44029</c:v>
                </c:pt>
                <c:pt idx="82">
                  <c:v>44036</c:v>
                </c:pt>
                <c:pt idx="83">
                  <c:v>44043</c:v>
                </c:pt>
                <c:pt idx="84">
                  <c:v>44050</c:v>
                </c:pt>
                <c:pt idx="85">
                  <c:v>44057</c:v>
                </c:pt>
                <c:pt idx="86">
                  <c:v>44064</c:v>
                </c:pt>
                <c:pt idx="87">
                  <c:v>44071</c:v>
                </c:pt>
                <c:pt idx="88">
                  <c:v>44078</c:v>
                </c:pt>
                <c:pt idx="89">
                  <c:v>44085</c:v>
                </c:pt>
                <c:pt idx="90">
                  <c:v>44092</c:v>
                </c:pt>
                <c:pt idx="91">
                  <c:v>44099</c:v>
                </c:pt>
                <c:pt idx="92">
                  <c:v>44106</c:v>
                </c:pt>
                <c:pt idx="93">
                  <c:v>44113</c:v>
                </c:pt>
                <c:pt idx="94">
                  <c:v>44120</c:v>
                </c:pt>
                <c:pt idx="95">
                  <c:v>44127</c:v>
                </c:pt>
                <c:pt idx="96">
                  <c:v>44134</c:v>
                </c:pt>
                <c:pt idx="97">
                  <c:v>44141</c:v>
                </c:pt>
                <c:pt idx="98">
                  <c:v>44148</c:v>
                </c:pt>
                <c:pt idx="99">
                  <c:v>44155</c:v>
                </c:pt>
                <c:pt idx="100">
                  <c:v>44162</c:v>
                </c:pt>
                <c:pt idx="101">
                  <c:v>44169</c:v>
                </c:pt>
                <c:pt idx="102">
                  <c:v>44176</c:v>
                </c:pt>
                <c:pt idx="103">
                  <c:v>44183</c:v>
                </c:pt>
                <c:pt idx="104">
                  <c:v>44190</c:v>
                </c:pt>
                <c:pt idx="105">
                  <c:v>44197</c:v>
                </c:pt>
                <c:pt idx="106">
                  <c:v>44204</c:v>
                </c:pt>
                <c:pt idx="107">
                  <c:v>44211</c:v>
                </c:pt>
                <c:pt idx="108">
                  <c:v>44218</c:v>
                </c:pt>
                <c:pt idx="109">
                  <c:v>44225</c:v>
                </c:pt>
                <c:pt idx="110">
                  <c:v>44232</c:v>
                </c:pt>
                <c:pt idx="111">
                  <c:v>44239</c:v>
                </c:pt>
                <c:pt idx="112">
                  <c:v>44246</c:v>
                </c:pt>
                <c:pt idx="113">
                  <c:v>44253</c:v>
                </c:pt>
                <c:pt idx="114">
                  <c:v>44260</c:v>
                </c:pt>
                <c:pt idx="115">
                  <c:v>44267</c:v>
                </c:pt>
                <c:pt idx="116">
                  <c:v>44274</c:v>
                </c:pt>
                <c:pt idx="117">
                  <c:v>44281</c:v>
                </c:pt>
                <c:pt idx="118">
                  <c:v>44288</c:v>
                </c:pt>
                <c:pt idx="119">
                  <c:v>44295</c:v>
                </c:pt>
                <c:pt idx="120">
                  <c:v>44302</c:v>
                </c:pt>
                <c:pt idx="121">
                  <c:v>44309</c:v>
                </c:pt>
                <c:pt idx="122">
                  <c:v>44316</c:v>
                </c:pt>
                <c:pt idx="123">
                  <c:v>44323</c:v>
                </c:pt>
                <c:pt idx="124">
                  <c:v>44330</c:v>
                </c:pt>
                <c:pt idx="125">
                  <c:v>44337</c:v>
                </c:pt>
                <c:pt idx="126">
                  <c:v>44344</c:v>
                </c:pt>
                <c:pt idx="127">
                  <c:v>44351</c:v>
                </c:pt>
                <c:pt idx="128">
                  <c:v>44358</c:v>
                </c:pt>
                <c:pt idx="129">
                  <c:v>44365</c:v>
                </c:pt>
                <c:pt idx="130">
                  <c:v>44372</c:v>
                </c:pt>
                <c:pt idx="131">
                  <c:v>44379</c:v>
                </c:pt>
                <c:pt idx="132">
                  <c:v>44386</c:v>
                </c:pt>
                <c:pt idx="133">
                  <c:v>44393</c:v>
                </c:pt>
                <c:pt idx="134">
                  <c:v>44400</c:v>
                </c:pt>
                <c:pt idx="135">
                  <c:v>44407</c:v>
                </c:pt>
                <c:pt idx="136">
                  <c:v>44414</c:v>
                </c:pt>
                <c:pt idx="137">
                  <c:v>44421</c:v>
                </c:pt>
                <c:pt idx="138">
                  <c:v>44428</c:v>
                </c:pt>
                <c:pt idx="139">
                  <c:v>44435</c:v>
                </c:pt>
                <c:pt idx="140">
                  <c:v>44442</c:v>
                </c:pt>
                <c:pt idx="141">
                  <c:v>44449</c:v>
                </c:pt>
                <c:pt idx="142">
                  <c:v>44456</c:v>
                </c:pt>
                <c:pt idx="143">
                  <c:v>44463</c:v>
                </c:pt>
                <c:pt idx="144">
                  <c:v>44470</c:v>
                </c:pt>
                <c:pt idx="145">
                  <c:v>44477</c:v>
                </c:pt>
                <c:pt idx="146">
                  <c:v>44484</c:v>
                </c:pt>
                <c:pt idx="147">
                  <c:v>44491</c:v>
                </c:pt>
                <c:pt idx="148">
                  <c:v>44498</c:v>
                </c:pt>
                <c:pt idx="149">
                  <c:v>44505</c:v>
                </c:pt>
                <c:pt idx="150">
                  <c:v>44512</c:v>
                </c:pt>
                <c:pt idx="151">
                  <c:v>44519</c:v>
                </c:pt>
                <c:pt idx="152">
                  <c:v>44526</c:v>
                </c:pt>
                <c:pt idx="153">
                  <c:v>44533</c:v>
                </c:pt>
                <c:pt idx="154">
                  <c:v>44540</c:v>
                </c:pt>
                <c:pt idx="155">
                  <c:v>44547</c:v>
                </c:pt>
                <c:pt idx="156">
                  <c:v>44554</c:v>
                </c:pt>
                <c:pt idx="157">
                  <c:v>44561</c:v>
                </c:pt>
                <c:pt idx="158">
                  <c:v>44568</c:v>
                </c:pt>
                <c:pt idx="159">
                  <c:v>44575</c:v>
                </c:pt>
                <c:pt idx="160">
                  <c:v>44582</c:v>
                </c:pt>
                <c:pt idx="161">
                  <c:v>44589</c:v>
                </c:pt>
                <c:pt idx="162">
                  <c:v>44596</c:v>
                </c:pt>
                <c:pt idx="163">
                  <c:v>44603</c:v>
                </c:pt>
                <c:pt idx="164">
                  <c:v>44610</c:v>
                </c:pt>
                <c:pt idx="165">
                  <c:v>44617</c:v>
                </c:pt>
                <c:pt idx="166">
                  <c:v>44624</c:v>
                </c:pt>
                <c:pt idx="167">
                  <c:v>44631</c:v>
                </c:pt>
                <c:pt idx="168">
                  <c:v>44638</c:v>
                </c:pt>
                <c:pt idx="169">
                  <c:v>44645</c:v>
                </c:pt>
                <c:pt idx="170">
                  <c:v>44652</c:v>
                </c:pt>
                <c:pt idx="171">
                  <c:v>44659</c:v>
                </c:pt>
                <c:pt idx="172">
                  <c:v>44666</c:v>
                </c:pt>
                <c:pt idx="173">
                  <c:v>44673</c:v>
                </c:pt>
                <c:pt idx="174">
                  <c:v>44680</c:v>
                </c:pt>
                <c:pt idx="175">
                  <c:v>44687</c:v>
                </c:pt>
                <c:pt idx="176">
                  <c:v>44694</c:v>
                </c:pt>
                <c:pt idx="177">
                  <c:v>44701</c:v>
                </c:pt>
                <c:pt idx="178">
                  <c:v>44708</c:v>
                </c:pt>
                <c:pt idx="179">
                  <c:v>44715</c:v>
                </c:pt>
                <c:pt idx="180">
                  <c:v>44722</c:v>
                </c:pt>
                <c:pt idx="181">
                  <c:v>44729</c:v>
                </c:pt>
                <c:pt idx="182">
                  <c:v>44736</c:v>
                </c:pt>
                <c:pt idx="183">
                  <c:v>44743</c:v>
                </c:pt>
                <c:pt idx="184">
                  <c:v>44750</c:v>
                </c:pt>
                <c:pt idx="185">
                  <c:v>44757</c:v>
                </c:pt>
                <c:pt idx="186">
                  <c:v>44764</c:v>
                </c:pt>
                <c:pt idx="187">
                  <c:v>44771</c:v>
                </c:pt>
                <c:pt idx="188">
                  <c:v>44778</c:v>
                </c:pt>
                <c:pt idx="189">
                  <c:v>44785</c:v>
                </c:pt>
                <c:pt idx="190">
                  <c:v>44792</c:v>
                </c:pt>
                <c:pt idx="191">
                  <c:v>44799</c:v>
                </c:pt>
                <c:pt idx="192">
                  <c:v>44806</c:v>
                </c:pt>
                <c:pt idx="193">
                  <c:v>44813</c:v>
                </c:pt>
                <c:pt idx="194">
                  <c:v>44820</c:v>
                </c:pt>
                <c:pt idx="195">
                  <c:v>44827</c:v>
                </c:pt>
                <c:pt idx="196">
                  <c:v>44834</c:v>
                </c:pt>
                <c:pt idx="197">
                  <c:v>44841</c:v>
                </c:pt>
                <c:pt idx="198">
                  <c:v>44848</c:v>
                </c:pt>
                <c:pt idx="199">
                  <c:v>44855</c:v>
                </c:pt>
                <c:pt idx="200">
                  <c:v>44862</c:v>
                </c:pt>
                <c:pt idx="201">
                  <c:v>44869</c:v>
                </c:pt>
                <c:pt idx="202">
                  <c:v>44876</c:v>
                </c:pt>
                <c:pt idx="203">
                  <c:v>44883</c:v>
                </c:pt>
                <c:pt idx="204">
                  <c:v>44890</c:v>
                </c:pt>
                <c:pt idx="205">
                  <c:v>44897</c:v>
                </c:pt>
                <c:pt idx="206">
                  <c:v>44904</c:v>
                </c:pt>
                <c:pt idx="207">
                  <c:v>44911</c:v>
                </c:pt>
                <c:pt idx="208">
                  <c:v>44918</c:v>
                </c:pt>
                <c:pt idx="209">
                  <c:v>44925</c:v>
                </c:pt>
                <c:pt idx="210">
                  <c:v>44932</c:v>
                </c:pt>
                <c:pt idx="211">
                  <c:v>44939</c:v>
                </c:pt>
                <c:pt idx="212">
                  <c:v>44946</c:v>
                </c:pt>
                <c:pt idx="213">
                  <c:v>44953</c:v>
                </c:pt>
                <c:pt idx="214">
                  <c:v>44960</c:v>
                </c:pt>
                <c:pt idx="215">
                  <c:v>44967</c:v>
                </c:pt>
                <c:pt idx="216">
                  <c:v>44974</c:v>
                </c:pt>
                <c:pt idx="217">
                  <c:v>44981</c:v>
                </c:pt>
                <c:pt idx="218">
                  <c:v>44988</c:v>
                </c:pt>
                <c:pt idx="219">
                  <c:v>44995</c:v>
                </c:pt>
                <c:pt idx="220">
                  <c:v>45002</c:v>
                </c:pt>
                <c:pt idx="221">
                  <c:v>45009</c:v>
                </c:pt>
                <c:pt idx="222">
                  <c:v>45016</c:v>
                </c:pt>
                <c:pt idx="223">
                  <c:v>45023</c:v>
                </c:pt>
                <c:pt idx="224">
                  <c:v>45030</c:v>
                </c:pt>
                <c:pt idx="225">
                  <c:v>45037</c:v>
                </c:pt>
                <c:pt idx="226">
                  <c:v>45044</c:v>
                </c:pt>
                <c:pt idx="227">
                  <c:v>45051</c:v>
                </c:pt>
                <c:pt idx="228">
                  <c:v>45058</c:v>
                </c:pt>
                <c:pt idx="229">
                  <c:v>45065</c:v>
                </c:pt>
                <c:pt idx="230">
                  <c:v>45072</c:v>
                </c:pt>
                <c:pt idx="231">
                  <c:v>45079</c:v>
                </c:pt>
                <c:pt idx="232">
                  <c:v>45086</c:v>
                </c:pt>
                <c:pt idx="233">
                  <c:v>45093</c:v>
                </c:pt>
                <c:pt idx="234">
                  <c:v>45100</c:v>
                </c:pt>
                <c:pt idx="235">
                  <c:v>45107</c:v>
                </c:pt>
                <c:pt idx="236">
                  <c:v>45114</c:v>
                </c:pt>
                <c:pt idx="237">
                  <c:v>45121</c:v>
                </c:pt>
                <c:pt idx="238">
                  <c:v>45128</c:v>
                </c:pt>
                <c:pt idx="239">
                  <c:v>45135</c:v>
                </c:pt>
                <c:pt idx="240">
                  <c:v>45142</c:v>
                </c:pt>
                <c:pt idx="241">
                  <c:v>45149</c:v>
                </c:pt>
                <c:pt idx="242">
                  <c:v>45156</c:v>
                </c:pt>
                <c:pt idx="243">
                  <c:v>45163</c:v>
                </c:pt>
                <c:pt idx="244">
                  <c:v>45170</c:v>
                </c:pt>
                <c:pt idx="245">
                  <c:v>45177</c:v>
                </c:pt>
                <c:pt idx="246">
                  <c:v>45184</c:v>
                </c:pt>
                <c:pt idx="247">
                  <c:v>45191</c:v>
                </c:pt>
                <c:pt idx="248">
                  <c:v>45198</c:v>
                </c:pt>
                <c:pt idx="249">
                  <c:v>45205</c:v>
                </c:pt>
                <c:pt idx="250">
                  <c:v>45212</c:v>
                </c:pt>
                <c:pt idx="251">
                  <c:v>45219</c:v>
                </c:pt>
                <c:pt idx="252">
                  <c:v>45226</c:v>
                </c:pt>
                <c:pt idx="253">
                  <c:v>45233</c:v>
                </c:pt>
                <c:pt idx="254">
                  <c:v>45240</c:v>
                </c:pt>
                <c:pt idx="255">
                  <c:v>45247</c:v>
                </c:pt>
                <c:pt idx="256">
                  <c:v>45254</c:v>
                </c:pt>
                <c:pt idx="257">
                  <c:v>45261</c:v>
                </c:pt>
                <c:pt idx="258">
                  <c:v>45268</c:v>
                </c:pt>
                <c:pt idx="259">
                  <c:v>45275</c:v>
                </c:pt>
                <c:pt idx="260">
                  <c:v>45282</c:v>
                </c:pt>
                <c:pt idx="261">
                  <c:v>45289</c:v>
                </c:pt>
                <c:pt idx="262">
                  <c:v>45296</c:v>
                </c:pt>
                <c:pt idx="263">
                  <c:v>45303</c:v>
                </c:pt>
                <c:pt idx="264">
                  <c:v>45310</c:v>
                </c:pt>
                <c:pt idx="265">
                  <c:v>45317</c:v>
                </c:pt>
                <c:pt idx="266">
                  <c:v>45324</c:v>
                </c:pt>
                <c:pt idx="267">
                  <c:v>45331</c:v>
                </c:pt>
                <c:pt idx="268">
                  <c:v>45338</c:v>
                </c:pt>
                <c:pt idx="269">
                  <c:v>45345</c:v>
                </c:pt>
                <c:pt idx="270">
                  <c:v>45352</c:v>
                </c:pt>
                <c:pt idx="271">
                  <c:v>45359</c:v>
                </c:pt>
                <c:pt idx="272">
                  <c:v>45366</c:v>
                </c:pt>
                <c:pt idx="273">
                  <c:v>45373</c:v>
                </c:pt>
                <c:pt idx="274">
                  <c:v>45380</c:v>
                </c:pt>
                <c:pt idx="275">
                  <c:v>45387</c:v>
                </c:pt>
                <c:pt idx="276">
                  <c:v>45394</c:v>
                </c:pt>
                <c:pt idx="277">
                  <c:v>45401</c:v>
                </c:pt>
                <c:pt idx="278">
                  <c:v>45408</c:v>
                </c:pt>
                <c:pt idx="279">
                  <c:v>45415</c:v>
                </c:pt>
                <c:pt idx="280">
                  <c:v>45422</c:v>
                </c:pt>
                <c:pt idx="281">
                  <c:v>45429</c:v>
                </c:pt>
                <c:pt idx="282">
                  <c:v>45436</c:v>
                </c:pt>
                <c:pt idx="283">
                  <c:v>45443</c:v>
                </c:pt>
                <c:pt idx="284">
                  <c:v>45450</c:v>
                </c:pt>
                <c:pt idx="285">
                  <c:v>45457</c:v>
                </c:pt>
                <c:pt idx="286">
                  <c:v>45464</c:v>
                </c:pt>
                <c:pt idx="287">
                  <c:v>45471</c:v>
                </c:pt>
                <c:pt idx="288">
                  <c:v>45478</c:v>
                </c:pt>
                <c:pt idx="289">
                  <c:v>45485</c:v>
                </c:pt>
                <c:pt idx="290">
                  <c:v>45492</c:v>
                </c:pt>
                <c:pt idx="291">
                  <c:v>45499</c:v>
                </c:pt>
                <c:pt idx="292">
                  <c:v>45506</c:v>
                </c:pt>
                <c:pt idx="293">
                  <c:v>45513</c:v>
                </c:pt>
                <c:pt idx="294">
                  <c:v>45520</c:v>
                </c:pt>
                <c:pt idx="295">
                  <c:v>45527</c:v>
                </c:pt>
                <c:pt idx="296">
                  <c:v>45534</c:v>
                </c:pt>
                <c:pt idx="297">
                  <c:v>45541</c:v>
                </c:pt>
                <c:pt idx="298">
                  <c:v>45548</c:v>
                </c:pt>
                <c:pt idx="299">
                  <c:v>45555</c:v>
                </c:pt>
                <c:pt idx="300">
                  <c:v>45562</c:v>
                </c:pt>
                <c:pt idx="301">
                  <c:v>45569</c:v>
                </c:pt>
                <c:pt idx="302">
                  <c:v>45576</c:v>
                </c:pt>
                <c:pt idx="303">
                  <c:v>45583</c:v>
                </c:pt>
                <c:pt idx="304">
                  <c:v>45590</c:v>
                </c:pt>
                <c:pt idx="305">
                  <c:v>45597</c:v>
                </c:pt>
                <c:pt idx="306">
                  <c:v>45604</c:v>
                </c:pt>
                <c:pt idx="307">
                  <c:v>45611</c:v>
                </c:pt>
                <c:pt idx="308">
                  <c:v>45618</c:v>
                </c:pt>
                <c:pt idx="309">
                  <c:v>45625</c:v>
                </c:pt>
                <c:pt idx="310">
                  <c:v>45632</c:v>
                </c:pt>
                <c:pt idx="311">
                  <c:v>45639</c:v>
                </c:pt>
                <c:pt idx="312">
                  <c:v>45646</c:v>
                </c:pt>
                <c:pt idx="313">
                  <c:v>45653</c:v>
                </c:pt>
                <c:pt idx="314">
                  <c:v>45660</c:v>
                </c:pt>
                <c:pt idx="315">
                  <c:v>45667</c:v>
                </c:pt>
                <c:pt idx="316">
                  <c:v>45674</c:v>
                </c:pt>
                <c:pt idx="317">
                  <c:v>45681</c:v>
                </c:pt>
                <c:pt idx="318">
                  <c:v>45688</c:v>
                </c:pt>
                <c:pt idx="319">
                  <c:v>45695</c:v>
                </c:pt>
                <c:pt idx="320">
                  <c:v>45702</c:v>
                </c:pt>
                <c:pt idx="321">
                  <c:v>45709</c:v>
                </c:pt>
                <c:pt idx="322">
                  <c:v>45716</c:v>
                </c:pt>
                <c:pt idx="323">
                  <c:v>45723</c:v>
                </c:pt>
                <c:pt idx="324">
                  <c:v>45730</c:v>
                </c:pt>
                <c:pt idx="325">
                  <c:v>45737</c:v>
                </c:pt>
                <c:pt idx="326">
                  <c:v>45744</c:v>
                </c:pt>
                <c:pt idx="327">
                  <c:v>45751</c:v>
                </c:pt>
                <c:pt idx="328">
                  <c:v>45758</c:v>
                </c:pt>
                <c:pt idx="329">
                  <c:v>45765</c:v>
                </c:pt>
                <c:pt idx="330">
                  <c:v>45772</c:v>
                </c:pt>
                <c:pt idx="331">
                  <c:v>45779</c:v>
                </c:pt>
                <c:pt idx="332">
                  <c:v>45786</c:v>
                </c:pt>
                <c:pt idx="333">
                  <c:v>45793</c:v>
                </c:pt>
                <c:pt idx="334">
                  <c:v>45800</c:v>
                </c:pt>
                <c:pt idx="335">
                  <c:v>45807</c:v>
                </c:pt>
                <c:pt idx="336">
                  <c:v>45814</c:v>
                </c:pt>
                <c:pt idx="337">
                  <c:v>45821</c:v>
                </c:pt>
                <c:pt idx="338">
                  <c:v>45828</c:v>
                </c:pt>
                <c:pt idx="339">
                  <c:v>45835</c:v>
                </c:pt>
                <c:pt idx="340">
                  <c:v>45842</c:v>
                </c:pt>
                <c:pt idx="341">
                  <c:v>45849</c:v>
                </c:pt>
                <c:pt idx="342">
                  <c:v>45856</c:v>
                </c:pt>
                <c:pt idx="343">
                  <c:v>45863</c:v>
                </c:pt>
                <c:pt idx="344">
                  <c:v>45870</c:v>
                </c:pt>
                <c:pt idx="345">
                  <c:v>45877</c:v>
                </c:pt>
                <c:pt idx="346">
                  <c:v>45884</c:v>
                </c:pt>
                <c:pt idx="347">
                  <c:v>45891</c:v>
                </c:pt>
                <c:pt idx="348">
                  <c:v>45898</c:v>
                </c:pt>
                <c:pt idx="349">
                  <c:v>45905</c:v>
                </c:pt>
                <c:pt idx="350">
                  <c:v>45912</c:v>
                </c:pt>
                <c:pt idx="351">
                  <c:v>45919</c:v>
                </c:pt>
                <c:pt idx="352">
                  <c:v>45926</c:v>
                </c:pt>
                <c:pt idx="353">
                  <c:v>45933</c:v>
                </c:pt>
                <c:pt idx="354">
                  <c:v>45940</c:v>
                </c:pt>
                <c:pt idx="355">
                  <c:v>45947</c:v>
                </c:pt>
                <c:pt idx="356">
                  <c:v>45954</c:v>
                </c:pt>
                <c:pt idx="357">
                  <c:v>45961</c:v>
                </c:pt>
                <c:pt idx="358">
                  <c:v>45968</c:v>
                </c:pt>
                <c:pt idx="359">
                  <c:v>45975</c:v>
                </c:pt>
                <c:pt idx="360">
                  <c:v>45982</c:v>
                </c:pt>
                <c:pt idx="361">
                  <c:v>45989</c:v>
                </c:pt>
                <c:pt idx="362">
                  <c:v>45996</c:v>
                </c:pt>
                <c:pt idx="363">
                  <c:v>46003</c:v>
                </c:pt>
                <c:pt idx="364">
                  <c:v>46010</c:v>
                </c:pt>
                <c:pt idx="365">
                  <c:v>46017</c:v>
                </c:pt>
                <c:pt idx="366">
                  <c:v>46024</c:v>
                </c:pt>
                <c:pt idx="367">
                  <c:v>46031</c:v>
                </c:pt>
                <c:pt idx="368">
                  <c:v>46038</c:v>
                </c:pt>
                <c:pt idx="369">
                  <c:v>46045</c:v>
                </c:pt>
                <c:pt idx="370">
                  <c:v>46052</c:v>
                </c:pt>
                <c:pt idx="371">
                  <c:v>46059</c:v>
                </c:pt>
                <c:pt idx="372">
                  <c:v>46066</c:v>
                </c:pt>
                <c:pt idx="373">
                  <c:v>46073</c:v>
                </c:pt>
                <c:pt idx="374">
                  <c:v>46080</c:v>
                </c:pt>
                <c:pt idx="375">
                  <c:v>46087</c:v>
                </c:pt>
                <c:pt idx="376">
                  <c:v>46094</c:v>
                </c:pt>
                <c:pt idx="377">
                  <c:v>46101</c:v>
                </c:pt>
                <c:pt idx="378">
                  <c:v>46108</c:v>
                </c:pt>
                <c:pt idx="379">
                  <c:v>46115</c:v>
                </c:pt>
                <c:pt idx="380">
                  <c:v>46122</c:v>
                </c:pt>
                <c:pt idx="381">
                  <c:v>46129</c:v>
                </c:pt>
                <c:pt idx="382">
                  <c:v>46136</c:v>
                </c:pt>
                <c:pt idx="383">
                  <c:v>46143</c:v>
                </c:pt>
                <c:pt idx="384">
                  <c:v>46150</c:v>
                </c:pt>
                <c:pt idx="385">
                  <c:v>46157</c:v>
                </c:pt>
                <c:pt idx="386">
                  <c:v>46164</c:v>
                </c:pt>
                <c:pt idx="387">
                  <c:v>46171</c:v>
                </c:pt>
                <c:pt idx="388">
                  <c:v>46178</c:v>
                </c:pt>
                <c:pt idx="389">
                  <c:v>46185</c:v>
                </c:pt>
                <c:pt idx="390">
                  <c:v>46192</c:v>
                </c:pt>
                <c:pt idx="391">
                  <c:v>46199</c:v>
                </c:pt>
                <c:pt idx="392">
                  <c:v>46206</c:v>
                </c:pt>
                <c:pt idx="393">
                  <c:v>46213</c:v>
                </c:pt>
                <c:pt idx="394">
                  <c:v>46220</c:v>
                </c:pt>
                <c:pt idx="395">
                  <c:v>46227</c:v>
                </c:pt>
                <c:pt idx="396">
                  <c:v>46234</c:v>
                </c:pt>
                <c:pt idx="397">
                  <c:v>46241</c:v>
                </c:pt>
                <c:pt idx="398">
                  <c:v>46248</c:v>
                </c:pt>
                <c:pt idx="399">
                  <c:v>46255</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US10Y_chg!$Z$21:$Z$5000</c:f>
              <c:numCache>
                <c:formatCode>General</c:formatCode>
                <c:ptCount val="4980"/>
                <c:pt idx="0">
                  <c:v>#N/A</c:v>
                </c:pt>
                <c:pt idx="1">
                  <c:v>#N/A</c:v>
                </c:pt>
                <c:pt idx="2">
                  <c:v>#N/A</c:v>
                </c:pt>
                <c:pt idx="3">
                  <c:v>#N/A</c:v>
                </c:pt>
                <c:pt idx="4">
                  <c:v>#N/A</c:v>
                </c:pt>
                <c:pt idx="5">
                  <c:v>#N/A</c:v>
                </c:pt>
                <c:pt idx="6">
                  <c:v>#N/A</c:v>
                </c:pt>
                <c:pt idx="7">
                  <c:v>#N/A</c:v>
                </c:pt>
                <c:pt idx="8">
                  <c:v>#N/A</c:v>
                </c:pt>
                <c:pt idx="9">
                  <c:v>#N/A</c:v>
                </c:pt>
                <c:pt idx="10">
                  <c:v>#N/A</c:v>
                </c:pt>
                <c:pt idx="11">
                  <c:v>#N/A</c:v>
                </c:pt>
                <c:pt idx="12">
                  <c:v>#N/A</c:v>
                </c:pt>
                <c:pt idx="13">
                  <c:v>0.43885070084483169</c:v>
                </c:pt>
                <c:pt idx="14">
                  <c:v>0.50441086166064131</c:v>
                </c:pt>
                <c:pt idx="15">
                  <c:v>0.52214135408836437</c:v>
                </c:pt>
                <c:pt idx="16">
                  <c:v>0.49939265872549937</c:v>
                </c:pt>
                <c:pt idx="17">
                  <c:v>0.49951287887300766</c:v>
                </c:pt>
                <c:pt idx="18">
                  <c:v>0.48651575274488607</c:v>
                </c:pt>
                <c:pt idx="19">
                  <c:v>0.48651575274488601</c:v>
                </c:pt>
                <c:pt idx="20">
                  <c:v>0.50220888503612793</c:v>
                </c:pt>
                <c:pt idx="21">
                  <c:v>0.50200490875197312</c:v>
                </c:pt>
                <c:pt idx="22">
                  <c:v>0.5153975237861772</c:v>
                </c:pt>
                <c:pt idx="23">
                  <c:v>0.48377386192756183</c:v>
                </c:pt>
                <c:pt idx="24">
                  <c:v>0.48591019826997794</c:v>
                </c:pt>
                <c:pt idx="25">
                  <c:v>0.43285650324754543</c:v>
                </c:pt>
                <c:pt idx="26">
                  <c:v>0.43364376345425421</c:v>
                </c:pt>
                <c:pt idx="27">
                  <c:v>0.37193631943612632</c:v>
                </c:pt>
                <c:pt idx="28">
                  <c:v>0.37945438439462997</c:v>
                </c:pt>
                <c:pt idx="29">
                  <c:v>0.40715508453205845</c:v>
                </c:pt>
                <c:pt idx="30">
                  <c:v>0.4168100224839571</c:v>
                </c:pt>
                <c:pt idx="31">
                  <c:v>0.48069078970613488</c:v>
                </c:pt>
                <c:pt idx="32">
                  <c:v>0.49363212475190144</c:v>
                </c:pt>
                <c:pt idx="33">
                  <c:v>0.54008013582715386</c:v>
                </c:pt>
                <c:pt idx="34">
                  <c:v>0.54061510613345998</c:v>
                </c:pt>
                <c:pt idx="35">
                  <c:v>0.49371989795523025</c:v>
                </c:pt>
                <c:pt idx="36">
                  <c:v>0.51873646103288618</c:v>
                </c:pt>
                <c:pt idx="37">
                  <c:v>0.74224555053722463</c:v>
                </c:pt>
                <c:pt idx="38">
                  <c:v>0.78086703065837682</c:v>
                </c:pt>
                <c:pt idx="39">
                  <c:v>0.78109228688272947</c:v>
                </c:pt>
                <c:pt idx="40">
                  <c:v>0.78372966669106781</c:v>
                </c:pt>
                <c:pt idx="41">
                  <c:v>0.85208511403100473</c:v>
                </c:pt>
                <c:pt idx="42">
                  <c:v>0.85263096377993886</c:v>
                </c:pt>
                <c:pt idx="43">
                  <c:v>0.85568977183304706</c:v>
                </c:pt>
                <c:pt idx="44">
                  <c:v>0.79555250928066901</c:v>
                </c:pt>
                <c:pt idx="45">
                  <c:v>0.8319649512203483</c:v>
                </c:pt>
                <c:pt idx="46">
                  <c:v>0.77224374825250386</c:v>
                </c:pt>
                <c:pt idx="47">
                  <c:v>0.78338490923506476</c:v>
                </c:pt>
                <c:pt idx="48">
                  <c:v>0.77758857898703526</c:v>
                </c:pt>
                <c:pt idx="49">
                  <c:v>0.77615551391279225</c:v>
                </c:pt>
                <c:pt idx="50">
                  <c:v>0.62360449391186779</c:v>
                </c:pt>
                <c:pt idx="51">
                  <c:v>0.55777085291969963</c:v>
                </c:pt>
                <c:pt idx="52">
                  <c:v>0.56216472979367882</c:v>
                </c:pt>
                <c:pt idx="53">
                  <c:v>0.56019324361619249</c:v>
                </c:pt>
                <c:pt idx="54">
                  <c:v>0.4819329039236766</c:v>
                </c:pt>
                <c:pt idx="55">
                  <c:v>0.47203767267128477</c:v>
                </c:pt>
                <c:pt idx="56">
                  <c:v>0.51359930037335522</c:v>
                </c:pt>
                <c:pt idx="57">
                  <c:v>0.58171104980658295</c:v>
                </c:pt>
                <c:pt idx="58">
                  <c:v>0.4669552842502489</c:v>
                </c:pt>
                <c:pt idx="59">
                  <c:v>0.45810014415526762</c:v>
                </c:pt>
                <c:pt idx="60">
                  <c:v>0.48652638395497899</c:v>
                </c:pt>
                <c:pt idx="61">
                  <c:v>0.65556493403757676</c:v>
                </c:pt>
                <c:pt idx="62">
                  <c:v>0.78976480815766137</c:v>
                </c:pt>
                <c:pt idx="63">
                  <c:v>1.0915251310401917</c:v>
                </c:pt>
                <c:pt idx="64">
                  <c:v>1.0932306823862792</c:v>
                </c:pt>
                <c:pt idx="65">
                  <c:v>1.1014171250071778</c:v>
                </c:pt>
                <c:pt idx="66">
                  <c:v>1.0978719593193427</c:v>
                </c:pt>
                <c:pt idx="67">
                  <c:v>1.11126307655942</c:v>
                </c:pt>
                <c:pt idx="68">
                  <c:v>1.1133866596705329</c:v>
                </c:pt>
                <c:pt idx="69">
                  <c:v>1.1051907761813375</c:v>
                </c:pt>
                <c:pt idx="70">
                  <c:v>1.091438794012606</c:v>
                </c:pt>
                <c:pt idx="71">
                  <c:v>1.0842202743155667</c:v>
                </c:pt>
                <c:pt idx="72">
                  <c:v>1.0835331304704423</c:v>
                </c:pt>
                <c:pt idx="73">
                  <c:v>1.0691950672262394</c:v>
                </c:pt>
                <c:pt idx="74">
                  <c:v>0.950330276232912</c:v>
                </c:pt>
                <c:pt idx="75">
                  <c:v>0.74456228966099991</c:v>
                </c:pt>
                <c:pt idx="76">
                  <c:v>0.53321530307083553</c:v>
                </c:pt>
                <c:pt idx="77">
                  <c:v>0.50054533138660173</c:v>
                </c:pt>
                <c:pt idx="78">
                  <c:v>0.47211832542667975</c:v>
                </c:pt>
                <c:pt idx="79">
                  <c:v>0.47232913730477916</c:v>
                </c:pt>
                <c:pt idx="80">
                  <c:v>0.42835673680563163</c:v>
                </c:pt>
                <c:pt idx="81">
                  <c:v>0.41942799423537241</c:v>
                </c:pt>
                <c:pt idx="82">
                  <c:v>0.4169332977871788</c:v>
                </c:pt>
                <c:pt idx="83">
                  <c:v>0.38045215813252031</c:v>
                </c:pt>
                <c:pt idx="84">
                  <c:v>0.39830805190107654</c:v>
                </c:pt>
                <c:pt idx="85">
                  <c:v>0.46135337569773166</c:v>
                </c:pt>
                <c:pt idx="86">
                  <c:v>0.46667349745916481</c:v>
                </c:pt>
                <c:pt idx="87">
                  <c:v>0.50125516288981231</c:v>
                </c:pt>
                <c:pt idx="88">
                  <c:v>0.49161609021674618</c:v>
                </c:pt>
                <c:pt idx="89">
                  <c:v>0.36513486823364322</c:v>
                </c:pt>
                <c:pt idx="90">
                  <c:v>0.35797728722794259</c:v>
                </c:pt>
                <c:pt idx="91">
                  <c:v>0.33696939653784125</c:v>
                </c:pt>
                <c:pt idx="92">
                  <c:v>0.34441958933299321</c:v>
                </c:pt>
                <c:pt idx="93">
                  <c:v>0.33334910020023706</c:v>
                </c:pt>
                <c:pt idx="94">
                  <c:v>0.31971012054527914</c:v>
                </c:pt>
                <c:pt idx="95">
                  <c:v>0.31057280229230033</c:v>
                </c:pt>
                <c:pt idx="96">
                  <c:v>0.27771424655514582</c:v>
                </c:pt>
                <c:pt idx="97">
                  <c:v>0.28059778071604419</c:v>
                </c:pt>
                <c:pt idx="98">
                  <c:v>0.25828472892586518</c:v>
                </c:pt>
                <c:pt idx="99">
                  <c:v>0.25828472892586518</c:v>
                </c:pt>
                <c:pt idx="100">
                  <c:v>0.24724832928610299</c:v>
                </c:pt>
                <c:pt idx="101">
                  <c:v>0.26829713701961688</c:v>
                </c:pt>
                <c:pt idx="102">
                  <c:v>0.31350519390323933</c:v>
                </c:pt>
                <c:pt idx="103">
                  <c:v>0.31213267086140933</c:v>
                </c:pt>
                <c:pt idx="104">
                  <c:v>0.31329725276214548</c:v>
                </c:pt>
                <c:pt idx="105">
                  <c:v>0.31581868354533377</c:v>
                </c:pt>
                <c:pt idx="106">
                  <c:v>0.37222200917359888</c:v>
                </c:pt>
                <c:pt idx="107">
                  <c:v>0.38240045673612894</c:v>
                </c:pt>
                <c:pt idx="108">
                  <c:v>0.38529908518408434</c:v>
                </c:pt>
                <c:pt idx="109">
                  <c:v>0.36909746760609285</c:v>
                </c:pt>
                <c:pt idx="110">
                  <c:v>0.38834631024937993</c:v>
                </c:pt>
                <c:pt idx="111">
                  <c:v>0.37764784357265552</c:v>
                </c:pt>
                <c:pt idx="112">
                  <c:v>0.42495698325215125</c:v>
                </c:pt>
                <c:pt idx="113">
                  <c:v>0.42102683462367418</c:v>
                </c:pt>
                <c:pt idx="114">
                  <c:v>0.44640260529154269</c:v>
                </c:pt>
                <c:pt idx="115">
                  <c:v>0.39685244328998498</c:v>
                </c:pt>
                <c:pt idx="116">
                  <c:v>0.42691689321315124</c:v>
                </c:pt>
                <c:pt idx="117">
                  <c:v>0.44294963990051966</c:v>
                </c:pt>
                <c:pt idx="118">
                  <c:v>0.42232152889110808</c:v>
                </c:pt>
                <c:pt idx="119">
                  <c:v>0.42767395382931611</c:v>
                </c:pt>
                <c:pt idx="120">
                  <c:v>0.45691020803115884</c:v>
                </c:pt>
                <c:pt idx="121">
                  <c:v>0.44668222391797457</c:v>
                </c:pt>
                <c:pt idx="122">
                  <c:v>0.44282709888588828</c:v>
                </c:pt>
                <c:pt idx="123">
                  <c:v>0.45753405407550729</c:v>
                </c:pt>
                <c:pt idx="124">
                  <c:v>0.45758923601110935</c:v>
                </c:pt>
                <c:pt idx="125">
                  <c:v>0.39529422149622639</c:v>
                </c:pt>
                <c:pt idx="126">
                  <c:v>0.3976025947013308</c:v>
                </c:pt>
                <c:pt idx="127">
                  <c:v>0.34808787439778649</c:v>
                </c:pt>
                <c:pt idx="128">
                  <c:v>0.36592642108321338</c:v>
                </c:pt>
                <c:pt idx="129">
                  <c:v>0.26342943817272962</c:v>
                </c:pt>
                <c:pt idx="130">
                  <c:v>0.31477213969961965</c:v>
                </c:pt>
                <c:pt idx="131">
                  <c:v>0.31753330856462914</c:v>
                </c:pt>
                <c:pt idx="132">
                  <c:v>0.31753330856462914</c:v>
                </c:pt>
                <c:pt idx="133">
                  <c:v>0.33366891543103477</c:v>
                </c:pt>
                <c:pt idx="134">
                  <c:v>0.32942318257967679</c:v>
                </c:pt>
                <c:pt idx="135">
                  <c:v>0.30672618097379489</c:v>
                </c:pt>
                <c:pt idx="136">
                  <c:v>0.38464454823242067</c:v>
                </c:pt>
                <c:pt idx="137">
                  <c:v>0.38291244236207878</c:v>
                </c:pt>
                <c:pt idx="138">
                  <c:v>0.38414754947946356</c:v>
                </c:pt>
                <c:pt idx="139">
                  <c:v>0.38663508023418186</c:v>
                </c:pt>
                <c:pt idx="140">
                  <c:v>0.38696842780218166</c:v>
                </c:pt>
                <c:pt idx="141">
                  <c:v>0.36504034963822835</c:v>
                </c:pt>
                <c:pt idx="142">
                  <c:v>0.36593005088951086</c:v>
                </c:pt>
                <c:pt idx="143">
                  <c:v>0.36904166205832256</c:v>
                </c:pt>
                <c:pt idx="144">
                  <c:v>0.34373655467568132</c:v>
                </c:pt>
                <c:pt idx="145">
                  <c:v>0.3543829863844612</c:v>
                </c:pt>
                <c:pt idx="146">
                  <c:v>0.32806079421210471</c:v>
                </c:pt>
                <c:pt idx="147">
                  <c:v>0.32206007883670967</c:v>
                </c:pt>
                <c:pt idx="148">
                  <c:v>0.36028291478097724</c:v>
                </c:pt>
                <c:pt idx="149">
                  <c:v>0.35460860964340779</c:v>
                </c:pt>
                <c:pt idx="150">
                  <c:v>0.35392876555426972</c:v>
                </c:pt>
                <c:pt idx="151">
                  <c:v>0.35555189525970637</c:v>
                </c:pt>
                <c:pt idx="152">
                  <c:v>0.37671542251821449</c:v>
                </c:pt>
                <c:pt idx="153">
                  <c:v>0.39658879055651197</c:v>
                </c:pt>
                <c:pt idx="154">
                  <c:v>0.47510695270854536</c:v>
                </c:pt>
                <c:pt idx="155">
                  <c:v>0.4759125239491942</c:v>
                </c:pt>
                <c:pt idx="156">
                  <c:v>0.46824502463100692</c:v>
                </c:pt>
                <c:pt idx="157">
                  <c:v>0.46837683090828941</c:v>
                </c:pt>
                <c:pt idx="158">
                  <c:v>0.63678982441232279</c:v>
                </c:pt>
                <c:pt idx="159">
                  <c:v>0.61874626882828399</c:v>
                </c:pt>
                <c:pt idx="160">
                  <c:v>0.6211709515938425</c:v>
                </c:pt>
                <c:pt idx="161">
                  <c:v>0.59691533154943266</c:v>
                </c:pt>
                <c:pt idx="162">
                  <c:v>0.60712297699788065</c:v>
                </c:pt>
                <c:pt idx="163">
                  <c:v>0.62228774461683534</c:v>
                </c:pt>
                <c:pt idx="164">
                  <c:v>0.62887051943965977</c:v>
                </c:pt>
                <c:pt idx="165">
                  <c:v>0.61394321462092638</c:v>
                </c:pt>
                <c:pt idx="166">
                  <c:v>0.85255508080664821</c:v>
                </c:pt>
                <c:pt idx="167">
                  <c:v>0.87589815591329301</c:v>
                </c:pt>
                <c:pt idx="168">
                  <c:v>0.91062708400141656</c:v>
                </c:pt>
                <c:pt idx="169">
                  <c:v>0.94828473488699172</c:v>
                </c:pt>
                <c:pt idx="170">
                  <c:v>0.946881175892893</c:v>
                </c:pt>
                <c:pt idx="171">
                  <c:v>0.95376575401462005</c:v>
                </c:pt>
                <c:pt idx="172">
                  <c:v>0.9595982782618343</c:v>
                </c:pt>
                <c:pt idx="173">
                  <c:v>0.94950330969342556</c:v>
                </c:pt>
                <c:pt idx="174">
                  <c:v>0.94373071151532972</c:v>
                </c:pt>
                <c:pt idx="175">
                  <c:v>0.98893239772812958</c:v>
                </c:pt>
                <c:pt idx="176">
                  <c:v>1.0280914521285021</c:v>
                </c:pt>
                <c:pt idx="177">
                  <c:v>1.0472121245205142</c:v>
                </c:pt>
                <c:pt idx="178">
                  <c:v>1.0398683274799745</c:v>
                </c:pt>
                <c:pt idx="179">
                  <c:v>0.75334884768213461</c:v>
                </c:pt>
                <c:pt idx="180">
                  <c:v>0.73766705535846622</c:v>
                </c:pt>
                <c:pt idx="181">
                  <c:v>0.73268901636894501</c:v>
                </c:pt>
                <c:pt idx="182">
                  <c:v>0.74438583452648532</c:v>
                </c:pt>
                <c:pt idx="183">
                  <c:v>0.85366117896685267</c:v>
                </c:pt>
                <c:pt idx="184">
                  <c:v>0.80771740392026481</c:v>
                </c:pt>
                <c:pt idx="185">
                  <c:v>0.83165925350451797</c:v>
                </c:pt>
                <c:pt idx="186">
                  <c:v>0.88277400421242058</c:v>
                </c:pt>
                <c:pt idx="187">
                  <c:v>0.90640259882851015</c:v>
                </c:pt>
                <c:pt idx="188">
                  <c:v>0.87215161570275312</c:v>
                </c:pt>
                <c:pt idx="189">
                  <c:v>0.83843874138764141</c:v>
                </c:pt>
                <c:pt idx="190">
                  <c:v>0.83371320607213417</c:v>
                </c:pt>
                <c:pt idx="191">
                  <c:v>0.83141677137836856</c:v>
                </c:pt>
                <c:pt idx="192">
                  <c:v>0.86528921366424771</c:v>
                </c:pt>
                <c:pt idx="193">
                  <c:v>0.86988064293901834</c:v>
                </c:pt>
                <c:pt idx="194">
                  <c:v>0.85177784452917604</c:v>
                </c:pt>
                <c:pt idx="195">
                  <c:v>0.89240857656948203</c:v>
                </c:pt>
                <c:pt idx="196">
                  <c:v>0.79837303745747612</c:v>
                </c:pt>
                <c:pt idx="197">
                  <c:v>0.81151868169936581</c:v>
                </c:pt>
                <c:pt idx="198">
                  <c:v>0.75989542768664997</c:v>
                </c:pt>
                <c:pt idx="199">
                  <c:v>0.63793126935503253</c:v>
                </c:pt>
                <c:pt idx="200">
                  <c:v>0.67631153660151877</c:v>
                </c:pt>
                <c:pt idx="201">
                  <c:v>0.65739593353262415</c:v>
                </c:pt>
                <c:pt idx="202">
                  <c:v>0.85971411840698964</c:v>
                </c:pt>
                <c:pt idx="203">
                  <c:v>0.85389283286370299</c:v>
                </c:pt>
                <c:pt idx="204">
                  <c:v>0.93810599350754009</c:v>
                </c:pt>
                <c:pt idx="205">
                  <c:v>0.95540174821630364</c:v>
                </c:pt>
                <c:pt idx="206">
                  <c:v>0.95060578203423673</c:v>
                </c:pt>
                <c:pt idx="207">
                  <c:v>0.94064800326845044</c:v>
                </c:pt>
                <c:pt idx="208">
                  <c:v>0.93570451041505431</c:v>
                </c:pt>
                <c:pt idx="209">
                  <c:v>0.90036375013931036</c:v>
                </c:pt>
                <c:pt idx="210">
                  <c:v>0.98145280453260852</c:v>
                </c:pt>
                <c:pt idx="211">
                  <c:v>0.95626713859255863</c:v>
                </c:pt>
                <c:pt idx="212">
                  <c:v>0.92946679996055959</c:v>
                </c:pt>
                <c:pt idx="213">
                  <c:v>0.90442615742529053</c:v>
                </c:pt>
                <c:pt idx="214">
                  <c:v>0.85115309432503194</c:v>
                </c:pt>
                <c:pt idx="215">
                  <c:v>0.78672921864876244</c:v>
                </c:pt>
                <c:pt idx="216">
                  <c:v>0.78626961750358315</c:v>
                </c:pt>
                <c:pt idx="217">
                  <c:v>0.73839104901150288</c:v>
                </c:pt>
                <c:pt idx="218">
                  <c:v>0.66406793026941724</c:v>
                </c:pt>
                <c:pt idx="219">
                  <c:v>0.6995659035346905</c:v>
                </c:pt>
                <c:pt idx="220">
                  <c:v>0.80781338065593411</c:v>
                </c:pt>
                <c:pt idx="221">
                  <c:v>0.67563802804665252</c:v>
                </c:pt>
                <c:pt idx="222">
                  <c:v>0.69086366004299271</c:v>
                </c:pt>
                <c:pt idx="223">
                  <c:v>0.59137330516375841</c:v>
                </c:pt>
                <c:pt idx="224">
                  <c:v>0.68626617116011868</c:v>
                </c:pt>
                <c:pt idx="225">
                  <c:v>0.70443448196211311</c:v>
                </c:pt>
                <c:pt idx="226">
                  <c:v>0.72980868046695835</c:v>
                </c:pt>
                <c:pt idx="227">
                  <c:v>0.72960163084500584</c:v>
                </c:pt>
                <c:pt idx="228">
                  <c:v>0.72646389781651854</c:v>
                </c:pt>
                <c:pt idx="229">
                  <c:v>0.77388746314773105</c:v>
                </c:pt>
                <c:pt idx="230">
                  <c:v>0.77180283974520913</c:v>
                </c:pt>
                <c:pt idx="231">
                  <c:v>0.76968691127037037</c:v>
                </c:pt>
                <c:pt idx="232">
                  <c:v>0.71972133426294294</c:v>
                </c:pt>
                <c:pt idx="233">
                  <c:v>0.54110981542296643</c:v>
                </c:pt>
                <c:pt idx="234">
                  <c:v>0.52019802134187321</c:v>
                </c:pt>
                <c:pt idx="235">
                  <c:v>0.50565818951175689</c:v>
                </c:pt>
                <c:pt idx="236">
                  <c:v>0.52300101408697097</c:v>
                </c:pt>
                <c:pt idx="237">
                  <c:v>0.57781632044687803</c:v>
                </c:pt>
                <c:pt idx="238">
                  <c:v>0.56722171185958936</c:v>
                </c:pt>
                <c:pt idx="239">
                  <c:v>0.5135272051695321</c:v>
                </c:pt>
                <c:pt idx="240">
                  <c:v>0.51654263085605268</c:v>
                </c:pt>
                <c:pt idx="241">
                  <c:v>0.526184155995715</c:v>
                </c:pt>
                <c:pt idx="242">
                  <c:v>0.49660239050200677</c:v>
                </c:pt>
                <c:pt idx="243">
                  <c:v>0.50167696295831321</c:v>
                </c:pt>
                <c:pt idx="244">
                  <c:v>0.4899663221355901</c:v>
                </c:pt>
                <c:pt idx="245">
                  <c:v>0.48906344535275553</c:v>
                </c:pt>
                <c:pt idx="246">
                  <c:v>0.49162044590392012</c:v>
                </c:pt>
                <c:pt idx="247">
                  <c:v>0.49356934879024916</c:v>
                </c:pt>
                <c:pt idx="248">
                  <c:v>0.51695238169754965</c:v>
                </c:pt>
                <c:pt idx="249">
                  <c:v>0.55830034479935353</c:v>
                </c:pt>
                <c:pt idx="250">
                  <c:v>0.65193849720872377</c:v>
                </c:pt>
                <c:pt idx="251">
                  <c:v>0.70108204756142689</c:v>
                </c:pt>
                <c:pt idx="252">
                  <c:v>0.733731412316733</c:v>
                </c:pt>
                <c:pt idx="253">
                  <c:v>0.85272179801206138</c:v>
                </c:pt>
                <c:pt idx="254">
                  <c:v>0.84809902554178362</c:v>
                </c:pt>
                <c:pt idx="255">
                  <c:v>0.91447898630254099</c:v>
                </c:pt>
                <c:pt idx="256">
                  <c:v>0.91499461528671977</c:v>
                </c:pt>
                <c:pt idx="257">
                  <c:v>1.0136429619211627</c:v>
                </c:pt>
                <c:pt idx="258">
                  <c:v>1.0112090255135184</c:v>
                </c:pt>
                <c:pt idx="259">
                  <c:v>1.1220210638187338</c:v>
                </c:pt>
                <c:pt idx="260">
                  <c:v>1.0994578930587704</c:v>
                </c:pt>
                <c:pt idx="261">
                  <c:v>1.0555651581459535</c:v>
                </c:pt>
                <c:pt idx="262">
                  <c:v>0.99137309960059539</c:v>
                </c:pt>
                <c:pt idx="263">
                  <c:v>0.9447041610689153</c:v>
                </c:pt>
                <c:pt idx="264">
                  <c:v>0.89464433198244064</c:v>
                </c:pt>
                <c:pt idx="265">
                  <c:v>0.89806371433383092</c:v>
                </c:pt>
                <c:pt idx="266">
                  <c:v>0.86047980305945049</c:v>
                </c:pt>
                <c:pt idx="267">
                  <c:v>0.86843071617717438</c:v>
                </c:pt>
                <c:pt idx="268">
                  <c:v>0.83558314331710404</c:v>
                </c:pt>
                <c:pt idx="269">
                  <c:v>0.82862225044040616</c:v>
                </c:pt>
                <c:pt idx="270">
                  <c:v>0.7373693930749311</c:v>
                </c:pt>
                <c:pt idx="271">
                  <c:v>0.74161822168303526</c:v>
                </c:pt>
                <c:pt idx="272">
                  <c:v>0.63391911003121626</c:v>
                </c:pt>
                <c:pt idx="273">
                  <c:v>0.66101826435001609</c:v>
                </c:pt>
                <c:pt idx="274">
                  <c:v>0.66100312796560023</c:v>
                </c:pt>
                <c:pt idx="275">
                  <c:v>0.66912199434091924</c:v>
                </c:pt>
                <c:pt idx="276">
                  <c:v>0.63707085517293061</c:v>
                </c:pt>
                <c:pt idx="277">
                  <c:v>0.65750230486358219</c:v>
                </c:pt>
                <c:pt idx="278">
                  <c:v>0.65867624371403499</c:v>
                </c:pt>
                <c:pt idx="279">
                  <c:v>0.64530267693850452</c:v>
                </c:pt>
                <c:pt idx="280">
                  <c:v>0.63409174941461921</c:v>
                </c:pt>
                <c:pt idx="281">
                  <c:v>0.64670286426694967</c:v>
                </c:pt>
                <c:pt idx="282">
                  <c:v>0.63833096282004764</c:v>
                </c:pt>
                <c:pt idx="283">
                  <c:v>0.60662043264073351</c:v>
                </c:pt>
                <c:pt idx="284">
                  <c:v>0.59023869027108256</c:v>
                </c:pt>
                <c:pt idx="285">
                  <c:v>0.59123452763544493</c:v>
                </c:pt>
                <c:pt idx="286">
                  <c:v>0.56274547228278005</c:v>
                </c:pt>
                <c:pt idx="287">
                  <c:v>0.58563398285382207</c:v>
                </c:pt>
                <c:pt idx="288">
                  <c:v>0.56995188044983913</c:v>
                </c:pt>
                <c:pt idx="289">
                  <c:v>0.56393214361031341</c:v>
                </c:pt>
                <c:pt idx="290">
                  <c:v>0.46681749234907305</c:v>
                </c:pt>
                <c:pt idx="291">
                  <c:v>0.44045438107621393</c:v>
                </c:pt>
                <c:pt idx="292">
                  <c:v>0.69131302597971533</c:v>
                </c:pt>
                <c:pt idx="293">
                  <c:v>0.73811593749158189</c:v>
                </c:pt>
                <c:pt idx="294">
                  <c:v>0.73759540902792831</c:v>
                </c:pt>
                <c:pt idx="295">
                  <c:v>0.73219678331653226</c:v>
                </c:pt>
                <c:pt idx="296">
                  <c:v>0.75415942190739238</c:v>
                </c:pt>
                <c:pt idx="297">
                  <c:v>0.77562088688660846</c:v>
                </c:pt>
                <c:pt idx="298">
                  <c:v>0.74500304886686397</c:v>
                </c:pt>
                <c:pt idx="299">
                  <c:v>0.75783571300381447</c:v>
                </c:pt>
                <c:pt idx="300">
                  <c:v>0.71331984285312</c:v>
                </c:pt>
                <c:pt idx="301">
                  <c:v>0.76746878737755131</c:v>
                </c:pt>
                <c:pt idx="302">
                  <c:v>0.77900311267394307</c:v>
                </c:pt>
                <c:pt idx="303">
                  <c:v>0.77165910938245452</c:v>
                </c:pt>
                <c:pt idx="304">
                  <c:v>0.77980127302596969</c:v>
                </c:pt>
                <c:pt idx="305">
                  <c:v>0.53642352612436039</c:v>
                </c:pt>
                <c:pt idx="306">
                  <c:v>0.52016257149590339</c:v>
                </c:pt>
                <c:pt idx="307">
                  <c:v>0.54522536303553482</c:v>
                </c:pt>
                <c:pt idx="308">
                  <c:v>0.52814669277855275</c:v>
                </c:pt>
                <c:pt idx="309">
                  <c:v>0.60593449925980503</c:v>
                </c:pt>
                <c:pt idx="310">
                  <c:v>0.54433393833282429</c:v>
                </c:pt>
                <c:pt idx="311">
                  <c:v>0.60133683963546514</c:v>
                </c:pt>
                <c:pt idx="312">
                  <c:v>0.62064077381909843</c:v>
                </c:pt>
                <c:pt idx="313">
                  <c:v>0.62114040182480235</c:v>
                </c:pt>
                <c:pt idx="314">
                  <c:v>0.61149578386218728</c:v>
                </c:pt>
                <c:pt idx="315">
                  <c:v>0.62208709292806597</c:v>
                </c:pt>
                <c:pt idx="316">
                  <c:v>0.70170476858313269</c:v>
                </c:pt>
                <c:pt idx="317">
                  <c:v>0.70077272775349708</c:v>
                </c:pt>
                <c:pt idx="318">
                  <c:v>0.70908468760486731</c:v>
                </c:pt>
                <c:pt idx="319">
                  <c:v>0.71110103526205692</c:v>
                </c:pt>
                <c:pt idx="320">
                  <c:v>0.6796195830763877</c:v>
                </c:pt>
                <c:pt idx="321">
                  <c:v>0.67896281864892427</c:v>
                </c:pt>
                <c:pt idx="322">
                  <c:v>0.73105731147911845</c:v>
                </c:pt>
                <c:pt idx="323">
                  <c:v>0.74924725832469807</c:v>
                </c:pt>
                <c:pt idx="324">
                  <c:v>0.65171625125899457</c:v>
                </c:pt>
                <c:pt idx="325">
                  <c:v>0.59467053728003283</c:v>
                </c:pt>
                <c:pt idx="326">
                  <c:v>0.55151338796107896</c:v>
                </c:pt>
                <c:pt idx="327">
                  <c:v>0.6886561004998738</c:v>
                </c:pt>
                <c:pt idx="328">
                  <c:v>1.077834447449286</c:v>
                </c:pt>
                <c:pt idx="329">
                  <c:v>1.0544251017474293</c:v>
                </c:pt>
                <c:pt idx="330">
                  <c:v>1.0595567327449862</c:v>
                </c:pt>
                <c:pt idx="331">
                  <c:v>1.0706317431348651</c:v>
                </c:pt>
                <c:pt idx="332">
                  <c:v>1.071738470130154</c:v>
                </c:pt>
                <c:pt idx="333">
                  <c:v>1.0928004888083149</c:v>
                </c:pt>
                <c:pt idx="334">
                  <c:v>1.0875573697509902</c:v>
                </c:pt>
                <c:pt idx="335">
                  <c:v>1.0103964411838173</c:v>
                </c:pt>
                <c:pt idx="336">
                  <c:v>1.0190999730060457</c:v>
                </c:pt>
                <c:pt idx="337">
                  <c:v>1.0375135290592228</c:v>
                </c:pt>
                <c:pt idx="338">
                  <c:v>1.0336502150721825</c:v>
                </c:pt>
                <c:pt idx="339">
                  <c:v>1.0426543263746102</c:v>
                </c:pt>
                <c:pt idx="340">
                  <c:v>0.88635643182013557</c:v>
                </c:pt>
                <c:pt idx="341">
                  <c:v>0.47813692169116961</c:v>
                </c:pt>
                <c:pt idx="342">
                  <c:v>0.47943864801565261</c:v>
                </c:pt>
                <c:pt idx="343">
                  <c:v>0.43986498951872444</c:v>
                </c:pt>
                <c:pt idx="344">
                  <c:v>0.48520037640926478</c:v>
                </c:pt>
                <c:pt idx="345">
                  <c:v>0.4866434564856571</c:v>
                </c:pt>
                <c:pt idx="346">
                  <c:v>0.43599217957982817</c:v>
                </c:pt>
                <c:pt idx="347">
                  <c:v>0.4526901388061238</c:v>
                </c:pt>
                <c:pt idx="348">
                  <c:v>0.44317825325708388</c:v>
                </c:pt>
                <c:pt idx="349">
                  <c:v>0.40459808144341503</c:v>
                </c:pt>
                <c:pt idx="350">
                  <c:v>0.39820744159642368</c:v>
                </c:pt>
                <c:pt idx="351">
                  <c:v>0.424281188162901</c:v>
                </c:pt>
                <c:pt idx="352">
                  <c:v>0.41741511588714286</c:v>
                </c:pt>
                <c:pt idx="353">
                  <c:v>0.40635509399690162</c:v>
                </c:pt>
                <c:pt idx="354">
                  <c:v>0.41314641052146306</c:v>
                </c:pt>
                <c:pt idx="355">
                  <c:v>0.4145717240660256</c:v>
                </c:pt>
                <c:pt idx="356">
                  <c:v>0.41275939260915306</c:v>
                </c:pt>
                <c:pt idx="357">
                  <c:v>0.40239754550100176</c:v>
                </c:pt>
                <c:pt idx="358">
                  <c:v>0.38815301164994592</c:v>
                </c:pt>
                <c:pt idx="359">
                  <c:v>0.38910275276174699</c:v>
                </c:pt>
                <c:pt idx="360">
                  <c:v>0.37549449344728181</c:v>
                </c:pt>
                <c:pt idx="361">
                  <c:v>0.37253558220968325</c:v>
                </c:pt>
                <c:pt idx="362">
                  <c:v>0.34640436886568093</c:v>
                </c:pt>
                <c:pt idx="363">
                  <c:v>0.35744407394207511</c:v>
                </c:pt>
                <c:pt idx="364">
                  <c:v>0.34613130301131056</c:v>
                </c:pt>
                <c:pt idx="365">
                  <c:v>0.34670027870149217</c:v>
                </c:pt>
                <c:pt idx="366">
                  <c:v>0.34704908081533542</c:v>
                </c:pt>
                <c:pt idx="367">
                  <c:v>0.31820077629262744</c:v>
                </c:pt>
                <c:pt idx="368">
                  <c:v>0.32042272955389606</c:v>
                </c:pt>
                <c:pt idx="369">
                  <c:v>0.3152384474208495</c:v>
                </c:pt>
                <c:pt idx="370">
                  <c:v>0.29849464596358016</c:v>
                </c:pt>
                <c:pt idx="371">
                  <c:v>0.3014122389103055</c:v>
                </c:pt>
                <c:pt idx="372">
                  <c:v>0.37945303765855881</c:v>
                </c:pt>
                <c:pt idx="373">
                  <c:v>0.37661224656259262</c:v>
                </c:pt>
                <c:pt idx="374">
                  <c:v>0.46984252087235812</c:v>
                </c:pt>
                <c:pt idx="375">
                  <c:v>0.47530559195402816</c:v>
                </c:pt>
                <c:pt idx="376">
                  <c:v>0.50014971379008877</c:v>
                </c:pt>
                <c:pt idx="377">
                  <c:v>0.5015115503343559</c:v>
                </c:pt>
                <c:pt idx="378">
                  <c:v>0.51629435695898551</c:v>
                </c:pt>
                <c:pt idx="379">
                  <c:v>0.51295155496671341</c:v>
                </c:pt>
                <c:pt idx="380">
                  <c:v>0.52856131615255664</c:v>
                </c:pt>
                <c:pt idx="381">
                  <c:v>0.52623030311949037</c:v>
                </c:pt>
                <c:pt idx="382">
                  <c:v>0.52867321673440926</c:v>
                </c:pt>
                <c:pt idx="383">
                  <c:v>0.52403275887031209</c:v>
                </c:pt>
                <c:pt idx="384">
                  <c:v>0.52214641402461925</c:v>
                </c:pt>
                <c:pt idx="385">
                  <c:v>0.51275960730631176</c:v>
                </c:pt>
                <c:pt idx="386">
                  <c:v>0.51310919111927511</c:v>
                </c:pt>
                <c:pt idx="387">
                  <c:v>0.42795023768514157</c:v>
                </c:pt>
                <c:pt idx="388">
                  <c:v>0.41332092288233796</c:v>
                </c:pt>
                <c:pt idx="389">
                  <c:v>0.3971465903110491</c:v>
                </c:pt>
                <c:pt idx="390">
                  <c:v>0.39693200638280218</c:v>
                </c:pt>
                <c:pt idx="391">
                  <c:v>0.40728392877545416</c:v>
                </c:pt>
                <c:pt idx="392">
                  <c:v>0.42009353702753827</c:v>
                </c:pt>
                <c:pt idx="393">
                  <c:v>0.41154855092069398</c:v>
                </c:pt>
                <c:pt idx="394">
                  <c:v>0.39781066964536316</c:v>
                </c:pt>
                <c:pt idx="395">
                  <c:v>0.39815258276579968</c:v>
                </c:pt>
                <c:pt idx="396">
                  <c:v>0.40081582449952091</c:v>
                </c:pt>
                <c:pt idx="397">
                  <c:v>0.4262999094361043</c:v>
                </c:pt>
                <c:pt idx="398">
                  <c:v>0.34044398251514041</c:v>
                </c:pt>
                <c:pt idx="399">
                  <c:v>0.34420489286648842</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extLst>
            <c:ext xmlns:c16="http://schemas.microsoft.com/office/drawing/2014/chart" uri="{C3380CC4-5D6E-409C-BE32-E72D297353CC}">
              <c16:uniqueId val="{00000000-A429-4A8C-9AEB-51EEFC11FCD7}"/>
            </c:ext>
          </c:extLst>
        </c:ser>
        <c:ser>
          <c:idx val="3"/>
          <c:order val="2"/>
          <c:tx>
            <c:strRef>
              <c:f>US10Y_chg!$AA$20</c:f>
              <c:strCache>
                <c:ptCount val="1"/>
                <c:pt idx="0">
                  <c:v>UB</c:v>
                </c:pt>
              </c:strCache>
            </c:strRef>
          </c:tx>
          <c:spPr>
            <a:solidFill>
              <a:schemeClr val="accent1">
                <a:lumMod val="20000"/>
                <a:lumOff val="80000"/>
                <a:alpha val="70000"/>
              </a:schemeClr>
            </a:solidFill>
            <a:ln w="25400">
              <a:noFill/>
              <a:prstDash val="sysDot"/>
            </a:ln>
            <a:effectLst/>
          </c:spPr>
          <c:cat>
            <c:numRef>
              <c:f>US10Y_chg!$I$21:$I$5000</c:f>
              <c:numCache>
                <c:formatCode>m/d/yyyy</c:formatCode>
                <c:ptCount val="4980"/>
                <c:pt idx="0">
                  <c:v>43462</c:v>
                </c:pt>
                <c:pt idx="1">
                  <c:v>43469</c:v>
                </c:pt>
                <c:pt idx="2">
                  <c:v>43476</c:v>
                </c:pt>
                <c:pt idx="3">
                  <c:v>43483</c:v>
                </c:pt>
                <c:pt idx="4">
                  <c:v>43490</c:v>
                </c:pt>
                <c:pt idx="5">
                  <c:v>43497</c:v>
                </c:pt>
                <c:pt idx="6">
                  <c:v>43504</c:v>
                </c:pt>
                <c:pt idx="7">
                  <c:v>43511</c:v>
                </c:pt>
                <c:pt idx="8">
                  <c:v>43518</c:v>
                </c:pt>
                <c:pt idx="9">
                  <c:v>43525</c:v>
                </c:pt>
                <c:pt idx="10">
                  <c:v>43532</c:v>
                </c:pt>
                <c:pt idx="11">
                  <c:v>43539</c:v>
                </c:pt>
                <c:pt idx="12">
                  <c:v>43546</c:v>
                </c:pt>
                <c:pt idx="13">
                  <c:v>43553</c:v>
                </c:pt>
                <c:pt idx="14">
                  <c:v>43560</c:v>
                </c:pt>
                <c:pt idx="15">
                  <c:v>43567</c:v>
                </c:pt>
                <c:pt idx="16">
                  <c:v>43574</c:v>
                </c:pt>
                <c:pt idx="17">
                  <c:v>43581</c:v>
                </c:pt>
                <c:pt idx="18">
                  <c:v>43588</c:v>
                </c:pt>
                <c:pt idx="19">
                  <c:v>43595</c:v>
                </c:pt>
                <c:pt idx="20">
                  <c:v>43602</c:v>
                </c:pt>
                <c:pt idx="21">
                  <c:v>43609</c:v>
                </c:pt>
                <c:pt idx="22">
                  <c:v>43616</c:v>
                </c:pt>
                <c:pt idx="23">
                  <c:v>43623</c:v>
                </c:pt>
                <c:pt idx="24">
                  <c:v>43630</c:v>
                </c:pt>
                <c:pt idx="25">
                  <c:v>43637</c:v>
                </c:pt>
                <c:pt idx="26">
                  <c:v>43644</c:v>
                </c:pt>
                <c:pt idx="27">
                  <c:v>43651</c:v>
                </c:pt>
                <c:pt idx="28">
                  <c:v>43658</c:v>
                </c:pt>
                <c:pt idx="29">
                  <c:v>43665</c:v>
                </c:pt>
                <c:pt idx="30">
                  <c:v>43672</c:v>
                </c:pt>
                <c:pt idx="31">
                  <c:v>43679</c:v>
                </c:pt>
                <c:pt idx="32">
                  <c:v>43686</c:v>
                </c:pt>
                <c:pt idx="33">
                  <c:v>43693</c:v>
                </c:pt>
                <c:pt idx="34">
                  <c:v>43700</c:v>
                </c:pt>
                <c:pt idx="35">
                  <c:v>43707</c:v>
                </c:pt>
                <c:pt idx="36">
                  <c:v>43714</c:v>
                </c:pt>
                <c:pt idx="37">
                  <c:v>43721</c:v>
                </c:pt>
                <c:pt idx="38">
                  <c:v>43728</c:v>
                </c:pt>
                <c:pt idx="39">
                  <c:v>43735</c:v>
                </c:pt>
                <c:pt idx="40">
                  <c:v>43742</c:v>
                </c:pt>
                <c:pt idx="41">
                  <c:v>43749</c:v>
                </c:pt>
                <c:pt idx="42">
                  <c:v>43756</c:v>
                </c:pt>
                <c:pt idx="43">
                  <c:v>43763</c:v>
                </c:pt>
                <c:pt idx="44">
                  <c:v>43770</c:v>
                </c:pt>
                <c:pt idx="45">
                  <c:v>43777</c:v>
                </c:pt>
                <c:pt idx="46">
                  <c:v>43784</c:v>
                </c:pt>
                <c:pt idx="47">
                  <c:v>43791</c:v>
                </c:pt>
                <c:pt idx="48">
                  <c:v>43798</c:v>
                </c:pt>
                <c:pt idx="49">
                  <c:v>43805</c:v>
                </c:pt>
                <c:pt idx="50">
                  <c:v>43812</c:v>
                </c:pt>
                <c:pt idx="51">
                  <c:v>43819</c:v>
                </c:pt>
                <c:pt idx="52">
                  <c:v>43826</c:v>
                </c:pt>
                <c:pt idx="53">
                  <c:v>43833</c:v>
                </c:pt>
                <c:pt idx="54">
                  <c:v>43840</c:v>
                </c:pt>
                <c:pt idx="55">
                  <c:v>43847</c:v>
                </c:pt>
                <c:pt idx="56">
                  <c:v>43854</c:v>
                </c:pt>
                <c:pt idx="57">
                  <c:v>43861</c:v>
                </c:pt>
                <c:pt idx="58">
                  <c:v>43868</c:v>
                </c:pt>
                <c:pt idx="59">
                  <c:v>43875</c:v>
                </c:pt>
                <c:pt idx="60">
                  <c:v>43882</c:v>
                </c:pt>
                <c:pt idx="61">
                  <c:v>43889</c:v>
                </c:pt>
                <c:pt idx="62">
                  <c:v>43896</c:v>
                </c:pt>
                <c:pt idx="63">
                  <c:v>43903</c:v>
                </c:pt>
                <c:pt idx="64">
                  <c:v>43910</c:v>
                </c:pt>
                <c:pt idx="65">
                  <c:v>43917</c:v>
                </c:pt>
                <c:pt idx="66">
                  <c:v>43924</c:v>
                </c:pt>
                <c:pt idx="67">
                  <c:v>43931</c:v>
                </c:pt>
                <c:pt idx="68">
                  <c:v>43938</c:v>
                </c:pt>
                <c:pt idx="69">
                  <c:v>43945</c:v>
                </c:pt>
                <c:pt idx="70">
                  <c:v>43952</c:v>
                </c:pt>
                <c:pt idx="71">
                  <c:v>43959</c:v>
                </c:pt>
                <c:pt idx="72">
                  <c:v>43966</c:v>
                </c:pt>
                <c:pt idx="73">
                  <c:v>43973</c:v>
                </c:pt>
                <c:pt idx="74">
                  <c:v>43980</c:v>
                </c:pt>
                <c:pt idx="75">
                  <c:v>43987</c:v>
                </c:pt>
                <c:pt idx="76">
                  <c:v>43994</c:v>
                </c:pt>
                <c:pt idx="77">
                  <c:v>44001</c:v>
                </c:pt>
                <c:pt idx="78">
                  <c:v>44008</c:v>
                </c:pt>
                <c:pt idx="79">
                  <c:v>44015</c:v>
                </c:pt>
                <c:pt idx="80">
                  <c:v>44022</c:v>
                </c:pt>
                <c:pt idx="81">
                  <c:v>44029</c:v>
                </c:pt>
                <c:pt idx="82">
                  <c:v>44036</c:v>
                </c:pt>
                <c:pt idx="83">
                  <c:v>44043</c:v>
                </c:pt>
                <c:pt idx="84">
                  <c:v>44050</c:v>
                </c:pt>
                <c:pt idx="85">
                  <c:v>44057</c:v>
                </c:pt>
                <c:pt idx="86">
                  <c:v>44064</c:v>
                </c:pt>
                <c:pt idx="87">
                  <c:v>44071</c:v>
                </c:pt>
                <c:pt idx="88">
                  <c:v>44078</c:v>
                </c:pt>
                <c:pt idx="89">
                  <c:v>44085</c:v>
                </c:pt>
                <c:pt idx="90">
                  <c:v>44092</c:v>
                </c:pt>
                <c:pt idx="91">
                  <c:v>44099</c:v>
                </c:pt>
                <c:pt idx="92">
                  <c:v>44106</c:v>
                </c:pt>
                <c:pt idx="93">
                  <c:v>44113</c:v>
                </c:pt>
                <c:pt idx="94">
                  <c:v>44120</c:v>
                </c:pt>
                <c:pt idx="95">
                  <c:v>44127</c:v>
                </c:pt>
                <c:pt idx="96">
                  <c:v>44134</c:v>
                </c:pt>
                <c:pt idx="97">
                  <c:v>44141</c:v>
                </c:pt>
                <c:pt idx="98">
                  <c:v>44148</c:v>
                </c:pt>
                <c:pt idx="99">
                  <c:v>44155</c:v>
                </c:pt>
                <c:pt idx="100">
                  <c:v>44162</c:v>
                </c:pt>
                <c:pt idx="101">
                  <c:v>44169</c:v>
                </c:pt>
                <c:pt idx="102">
                  <c:v>44176</c:v>
                </c:pt>
                <c:pt idx="103">
                  <c:v>44183</c:v>
                </c:pt>
                <c:pt idx="104">
                  <c:v>44190</c:v>
                </c:pt>
                <c:pt idx="105">
                  <c:v>44197</c:v>
                </c:pt>
                <c:pt idx="106">
                  <c:v>44204</c:v>
                </c:pt>
                <c:pt idx="107">
                  <c:v>44211</c:v>
                </c:pt>
                <c:pt idx="108">
                  <c:v>44218</c:v>
                </c:pt>
                <c:pt idx="109">
                  <c:v>44225</c:v>
                </c:pt>
                <c:pt idx="110">
                  <c:v>44232</c:v>
                </c:pt>
                <c:pt idx="111">
                  <c:v>44239</c:v>
                </c:pt>
                <c:pt idx="112">
                  <c:v>44246</c:v>
                </c:pt>
                <c:pt idx="113">
                  <c:v>44253</c:v>
                </c:pt>
                <c:pt idx="114">
                  <c:v>44260</c:v>
                </c:pt>
                <c:pt idx="115">
                  <c:v>44267</c:v>
                </c:pt>
                <c:pt idx="116">
                  <c:v>44274</c:v>
                </c:pt>
                <c:pt idx="117">
                  <c:v>44281</c:v>
                </c:pt>
                <c:pt idx="118">
                  <c:v>44288</c:v>
                </c:pt>
                <c:pt idx="119">
                  <c:v>44295</c:v>
                </c:pt>
                <c:pt idx="120">
                  <c:v>44302</c:v>
                </c:pt>
                <c:pt idx="121">
                  <c:v>44309</c:v>
                </c:pt>
                <c:pt idx="122">
                  <c:v>44316</c:v>
                </c:pt>
                <c:pt idx="123">
                  <c:v>44323</c:v>
                </c:pt>
                <c:pt idx="124">
                  <c:v>44330</c:v>
                </c:pt>
                <c:pt idx="125">
                  <c:v>44337</c:v>
                </c:pt>
                <c:pt idx="126">
                  <c:v>44344</c:v>
                </c:pt>
                <c:pt idx="127">
                  <c:v>44351</c:v>
                </c:pt>
                <c:pt idx="128">
                  <c:v>44358</c:v>
                </c:pt>
                <c:pt idx="129">
                  <c:v>44365</c:v>
                </c:pt>
                <c:pt idx="130">
                  <c:v>44372</c:v>
                </c:pt>
                <c:pt idx="131">
                  <c:v>44379</c:v>
                </c:pt>
                <c:pt idx="132">
                  <c:v>44386</c:v>
                </c:pt>
                <c:pt idx="133">
                  <c:v>44393</c:v>
                </c:pt>
                <c:pt idx="134">
                  <c:v>44400</c:v>
                </c:pt>
                <c:pt idx="135">
                  <c:v>44407</c:v>
                </c:pt>
                <c:pt idx="136">
                  <c:v>44414</c:v>
                </c:pt>
                <c:pt idx="137">
                  <c:v>44421</c:v>
                </c:pt>
                <c:pt idx="138">
                  <c:v>44428</c:v>
                </c:pt>
                <c:pt idx="139">
                  <c:v>44435</c:v>
                </c:pt>
                <c:pt idx="140">
                  <c:v>44442</c:v>
                </c:pt>
                <c:pt idx="141">
                  <c:v>44449</c:v>
                </c:pt>
                <c:pt idx="142">
                  <c:v>44456</c:v>
                </c:pt>
                <c:pt idx="143">
                  <c:v>44463</c:v>
                </c:pt>
                <c:pt idx="144">
                  <c:v>44470</c:v>
                </c:pt>
                <c:pt idx="145">
                  <c:v>44477</c:v>
                </c:pt>
                <c:pt idx="146">
                  <c:v>44484</c:v>
                </c:pt>
                <c:pt idx="147">
                  <c:v>44491</c:v>
                </c:pt>
                <c:pt idx="148">
                  <c:v>44498</c:v>
                </c:pt>
                <c:pt idx="149">
                  <c:v>44505</c:v>
                </c:pt>
                <c:pt idx="150">
                  <c:v>44512</c:v>
                </c:pt>
                <c:pt idx="151">
                  <c:v>44519</c:v>
                </c:pt>
                <c:pt idx="152">
                  <c:v>44526</c:v>
                </c:pt>
                <c:pt idx="153">
                  <c:v>44533</c:v>
                </c:pt>
                <c:pt idx="154">
                  <c:v>44540</c:v>
                </c:pt>
                <c:pt idx="155">
                  <c:v>44547</c:v>
                </c:pt>
                <c:pt idx="156">
                  <c:v>44554</c:v>
                </c:pt>
                <c:pt idx="157">
                  <c:v>44561</c:v>
                </c:pt>
                <c:pt idx="158">
                  <c:v>44568</c:v>
                </c:pt>
                <c:pt idx="159">
                  <c:v>44575</c:v>
                </c:pt>
                <c:pt idx="160">
                  <c:v>44582</c:v>
                </c:pt>
                <c:pt idx="161">
                  <c:v>44589</c:v>
                </c:pt>
                <c:pt idx="162">
                  <c:v>44596</c:v>
                </c:pt>
                <c:pt idx="163">
                  <c:v>44603</c:v>
                </c:pt>
                <c:pt idx="164">
                  <c:v>44610</c:v>
                </c:pt>
                <c:pt idx="165">
                  <c:v>44617</c:v>
                </c:pt>
                <c:pt idx="166">
                  <c:v>44624</c:v>
                </c:pt>
                <c:pt idx="167">
                  <c:v>44631</c:v>
                </c:pt>
                <c:pt idx="168">
                  <c:v>44638</c:v>
                </c:pt>
                <c:pt idx="169">
                  <c:v>44645</c:v>
                </c:pt>
                <c:pt idx="170">
                  <c:v>44652</c:v>
                </c:pt>
                <c:pt idx="171">
                  <c:v>44659</c:v>
                </c:pt>
                <c:pt idx="172">
                  <c:v>44666</c:v>
                </c:pt>
                <c:pt idx="173">
                  <c:v>44673</c:v>
                </c:pt>
                <c:pt idx="174">
                  <c:v>44680</c:v>
                </c:pt>
                <c:pt idx="175">
                  <c:v>44687</c:v>
                </c:pt>
                <c:pt idx="176">
                  <c:v>44694</c:v>
                </c:pt>
                <c:pt idx="177">
                  <c:v>44701</c:v>
                </c:pt>
                <c:pt idx="178">
                  <c:v>44708</c:v>
                </c:pt>
                <c:pt idx="179">
                  <c:v>44715</c:v>
                </c:pt>
                <c:pt idx="180">
                  <c:v>44722</c:v>
                </c:pt>
                <c:pt idx="181">
                  <c:v>44729</c:v>
                </c:pt>
                <c:pt idx="182">
                  <c:v>44736</c:v>
                </c:pt>
                <c:pt idx="183">
                  <c:v>44743</c:v>
                </c:pt>
                <c:pt idx="184">
                  <c:v>44750</c:v>
                </c:pt>
                <c:pt idx="185">
                  <c:v>44757</c:v>
                </c:pt>
                <c:pt idx="186">
                  <c:v>44764</c:v>
                </c:pt>
                <c:pt idx="187">
                  <c:v>44771</c:v>
                </c:pt>
                <c:pt idx="188">
                  <c:v>44778</c:v>
                </c:pt>
                <c:pt idx="189">
                  <c:v>44785</c:v>
                </c:pt>
                <c:pt idx="190">
                  <c:v>44792</c:v>
                </c:pt>
                <c:pt idx="191">
                  <c:v>44799</c:v>
                </c:pt>
                <c:pt idx="192">
                  <c:v>44806</c:v>
                </c:pt>
                <c:pt idx="193">
                  <c:v>44813</c:v>
                </c:pt>
                <c:pt idx="194">
                  <c:v>44820</c:v>
                </c:pt>
                <c:pt idx="195">
                  <c:v>44827</c:v>
                </c:pt>
                <c:pt idx="196">
                  <c:v>44834</c:v>
                </c:pt>
                <c:pt idx="197">
                  <c:v>44841</c:v>
                </c:pt>
                <c:pt idx="198">
                  <c:v>44848</c:v>
                </c:pt>
                <c:pt idx="199">
                  <c:v>44855</c:v>
                </c:pt>
                <c:pt idx="200">
                  <c:v>44862</c:v>
                </c:pt>
                <c:pt idx="201">
                  <c:v>44869</c:v>
                </c:pt>
                <c:pt idx="202">
                  <c:v>44876</c:v>
                </c:pt>
                <c:pt idx="203">
                  <c:v>44883</c:v>
                </c:pt>
                <c:pt idx="204">
                  <c:v>44890</c:v>
                </c:pt>
                <c:pt idx="205">
                  <c:v>44897</c:v>
                </c:pt>
                <c:pt idx="206">
                  <c:v>44904</c:v>
                </c:pt>
                <c:pt idx="207">
                  <c:v>44911</c:v>
                </c:pt>
                <c:pt idx="208">
                  <c:v>44918</c:v>
                </c:pt>
                <c:pt idx="209">
                  <c:v>44925</c:v>
                </c:pt>
                <c:pt idx="210">
                  <c:v>44932</c:v>
                </c:pt>
                <c:pt idx="211">
                  <c:v>44939</c:v>
                </c:pt>
                <c:pt idx="212">
                  <c:v>44946</c:v>
                </c:pt>
                <c:pt idx="213">
                  <c:v>44953</c:v>
                </c:pt>
                <c:pt idx="214">
                  <c:v>44960</c:v>
                </c:pt>
                <c:pt idx="215">
                  <c:v>44967</c:v>
                </c:pt>
                <c:pt idx="216">
                  <c:v>44974</c:v>
                </c:pt>
                <c:pt idx="217">
                  <c:v>44981</c:v>
                </c:pt>
                <c:pt idx="218">
                  <c:v>44988</c:v>
                </c:pt>
                <c:pt idx="219">
                  <c:v>44995</c:v>
                </c:pt>
                <c:pt idx="220">
                  <c:v>45002</c:v>
                </c:pt>
                <c:pt idx="221">
                  <c:v>45009</c:v>
                </c:pt>
                <c:pt idx="222">
                  <c:v>45016</c:v>
                </c:pt>
                <c:pt idx="223">
                  <c:v>45023</c:v>
                </c:pt>
                <c:pt idx="224">
                  <c:v>45030</c:v>
                </c:pt>
                <c:pt idx="225">
                  <c:v>45037</c:v>
                </c:pt>
                <c:pt idx="226">
                  <c:v>45044</c:v>
                </c:pt>
                <c:pt idx="227">
                  <c:v>45051</c:v>
                </c:pt>
                <c:pt idx="228">
                  <c:v>45058</c:v>
                </c:pt>
                <c:pt idx="229">
                  <c:v>45065</c:v>
                </c:pt>
                <c:pt idx="230">
                  <c:v>45072</c:v>
                </c:pt>
                <c:pt idx="231">
                  <c:v>45079</c:v>
                </c:pt>
                <c:pt idx="232">
                  <c:v>45086</c:v>
                </c:pt>
                <c:pt idx="233">
                  <c:v>45093</c:v>
                </c:pt>
                <c:pt idx="234">
                  <c:v>45100</c:v>
                </c:pt>
                <c:pt idx="235">
                  <c:v>45107</c:v>
                </c:pt>
                <c:pt idx="236">
                  <c:v>45114</c:v>
                </c:pt>
                <c:pt idx="237">
                  <c:v>45121</c:v>
                </c:pt>
                <c:pt idx="238">
                  <c:v>45128</c:v>
                </c:pt>
                <c:pt idx="239">
                  <c:v>45135</c:v>
                </c:pt>
                <c:pt idx="240">
                  <c:v>45142</c:v>
                </c:pt>
                <c:pt idx="241">
                  <c:v>45149</c:v>
                </c:pt>
                <c:pt idx="242">
                  <c:v>45156</c:v>
                </c:pt>
                <c:pt idx="243">
                  <c:v>45163</c:v>
                </c:pt>
                <c:pt idx="244">
                  <c:v>45170</c:v>
                </c:pt>
                <c:pt idx="245">
                  <c:v>45177</c:v>
                </c:pt>
                <c:pt idx="246">
                  <c:v>45184</c:v>
                </c:pt>
                <c:pt idx="247">
                  <c:v>45191</c:v>
                </c:pt>
                <c:pt idx="248">
                  <c:v>45198</c:v>
                </c:pt>
                <c:pt idx="249">
                  <c:v>45205</c:v>
                </c:pt>
                <c:pt idx="250">
                  <c:v>45212</c:v>
                </c:pt>
                <c:pt idx="251">
                  <c:v>45219</c:v>
                </c:pt>
                <c:pt idx="252">
                  <c:v>45226</c:v>
                </c:pt>
                <c:pt idx="253">
                  <c:v>45233</c:v>
                </c:pt>
                <c:pt idx="254">
                  <c:v>45240</c:v>
                </c:pt>
                <c:pt idx="255">
                  <c:v>45247</c:v>
                </c:pt>
                <c:pt idx="256">
                  <c:v>45254</c:v>
                </c:pt>
                <c:pt idx="257">
                  <c:v>45261</c:v>
                </c:pt>
                <c:pt idx="258">
                  <c:v>45268</c:v>
                </c:pt>
                <c:pt idx="259">
                  <c:v>45275</c:v>
                </c:pt>
                <c:pt idx="260">
                  <c:v>45282</c:v>
                </c:pt>
                <c:pt idx="261">
                  <c:v>45289</c:v>
                </c:pt>
                <c:pt idx="262">
                  <c:v>45296</c:v>
                </c:pt>
                <c:pt idx="263">
                  <c:v>45303</c:v>
                </c:pt>
                <c:pt idx="264">
                  <c:v>45310</c:v>
                </c:pt>
                <c:pt idx="265">
                  <c:v>45317</c:v>
                </c:pt>
                <c:pt idx="266">
                  <c:v>45324</c:v>
                </c:pt>
                <c:pt idx="267">
                  <c:v>45331</c:v>
                </c:pt>
                <c:pt idx="268">
                  <c:v>45338</c:v>
                </c:pt>
                <c:pt idx="269">
                  <c:v>45345</c:v>
                </c:pt>
                <c:pt idx="270">
                  <c:v>45352</c:v>
                </c:pt>
                <c:pt idx="271">
                  <c:v>45359</c:v>
                </c:pt>
                <c:pt idx="272">
                  <c:v>45366</c:v>
                </c:pt>
                <c:pt idx="273">
                  <c:v>45373</c:v>
                </c:pt>
                <c:pt idx="274">
                  <c:v>45380</c:v>
                </c:pt>
                <c:pt idx="275">
                  <c:v>45387</c:v>
                </c:pt>
                <c:pt idx="276">
                  <c:v>45394</c:v>
                </c:pt>
                <c:pt idx="277">
                  <c:v>45401</c:v>
                </c:pt>
                <c:pt idx="278">
                  <c:v>45408</c:v>
                </c:pt>
                <c:pt idx="279">
                  <c:v>45415</c:v>
                </c:pt>
                <c:pt idx="280">
                  <c:v>45422</c:v>
                </c:pt>
                <c:pt idx="281">
                  <c:v>45429</c:v>
                </c:pt>
                <c:pt idx="282">
                  <c:v>45436</c:v>
                </c:pt>
                <c:pt idx="283">
                  <c:v>45443</c:v>
                </c:pt>
                <c:pt idx="284">
                  <c:v>45450</c:v>
                </c:pt>
                <c:pt idx="285">
                  <c:v>45457</c:v>
                </c:pt>
                <c:pt idx="286">
                  <c:v>45464</c:v>
                </c:pt>
                <c:pt idx="287">
                  <c:v>45471</c:v>
                </c:pt>
                <c:pt idx="288">
                  <c:v>45478</c:v>
                </c:pt>
                <c:pt idx="289">
                  <c:v>45485</c:v>
                </c:pt>
                <c:pt idx="290">
                  <c:v>45492</c:v>
                </c:pt>
                <c:pt idx="291">
                  <c:v>45499</c:v>
                </c:pt>
                <c:pt idx="292">
                  <c:v>45506</c:v>
                </c:pt>
                <c:pt idx="293">
                  <c:v>45513</c:v>
                </c:pt>
                <c:pt idx="294">
                  <c:v>45520</c:v>
                </c:pt>
                <c:pt idx="295">
                  <c:v>45527</c:v>
                </c:pt>
                <c:pt idx="296">
                  <c:v>45534</c:v>
                </c:pt>
                <c:pt idx="297">
                  <c:v>45541</c:v>
                </c:pt>
                <c:pt idx="298">
                  <c:v>45548</c:v>
                </c:pt>
                <c:pt idx="299">
                  <c:v>45555</c:v>
                </c:pt>
                <c:pt idx="300">
                  <c:v>45562</c:v>
                </c:pt>
                <c:pt idx="301">
                  <c:v>45569</c:v>
                </c:pt>
                <c:pt idx="302">
                  <c:v>45576</c:v>
                </c:pt>
                <c:pt idx="303">
                  <c:v>45583</c:v>
                </c:pt>
                <c:pt idx="304">
                  <c:v>45590</c:v>
                </c:pt>
                <c:pt idx="305">
                  <c:v>45597</c:v>
                </c:pt>
                <c:pt idx="306">
                  <c:v>45604</c:v>
                </c:pt>
                <c:pt idx="307">
                  <c:v>45611</c:v>
                </c:pt>
                <c:pt idx="308">
                  <c:v>45618</c:v>
                </c:pt>
                <c:pt idx="309">
                  <c:v>45625</c:v>
                </c:pt>
                <c:pt idx="310">
                  <c:v>45632</c:v>
                </c:pt>
                <c:pt idx="311">
                  <c:v>45639</c:v>
                </c:pt>
                <c:pt idx="312">
                  <c:v>45646</c:v>
                </c:pt>
                <c:pt idx="313">
                  <c:v>45653</c:v>
                </c:pt>
                <c:pt idx="314">
                  <c:v>45660</c:v>
                </c:pt>
                <c:pt idx="315">
                  <c:v>45667</c:v>
                </c:pt>
                <c:pt idx="316">
                  <c:v>45674</c:v>
                </c:pt>
                <c:pt idx="317">
                  <c:v>45681</c:v>
                </c:pt>
                <c:pt idx="318">
                  <c:v>45688</c:v>
                </c:pt>
                <c:pt idx="319">
                  <c:v>45695</c:v>
                </c:pt>
                <c:pt idx="320">
                  <c:v>45702</c:v>
                </c:pt>
                <c:pt idx="321">
                  <c:v>45709</c:v>
                </c:pt>
                <c:pt idx="322">
                  <c:v>45716</c:v>
                </c:pt>
                <c:pt idx="323">
                  <c:v>45723</c:v>
                </c:pt>
                <c:pt idx="324">
                  <c:v>45730</c:v>
                </c:pt>
                <c:pt idx="325">
                  <c:v>45737</c:v>
                </c:pt>
                <c:pt idx="326">
                  <c:v>45744</c:v>
                </c:pt>
                <c:pt idx="327">
                  <c:v>45751</c:v>
                </c:pt>
                <c:pt idx="328">
                  <c:v>45758</c:v>
                </c:pt>
                <c:pt idx="329">
                  <c:v>45765</c:v>
                </c:pt>
                <c:pt idx="330">
                  <c:v>45772</c:v>
                </c:pt>
                <c:pt idx="331">
                  <c:v>45779</c:v>
                </c:pt>
                <c:pt idx="332">
                  <c:v>45786</c:v>
                </c:pt>
                <c:pt idx="333">
                  <c:v>45793</c:v>
                </c:pt>
                <c:pt idx="334">
                  <c:v>45800</c:v>
                </c:pt>
                <c:pt idx="335">
                  <c:v>45807</c:v>
                </c:pt>
                <c:pt idx="336">
                  <c:v>45814</c:v>
                </c:pt>
                <c:pt idx="337">
                  <c:v>45821</c:v>
                </c:pt>
                <c:pt idx="338">
                  <c:v>45828</c:v>
                </c:pt>
                <c:pt idx="339">
                  <c:v>45835</c:v>
                </c:pt>
                <c:pt idx="340">
                  <c:v>45842</c:v>
                </c:pt>
                <c:pt idx="341">
                  <c:v>45849</c:v>
                </c:pt>
                <c:pt idx="342">
                  <c:v>45856</c:v>
                </c:pt>
                <c:pt idx="343">
                  <c:v>45863</c:v>
                </c:pt>
                <c:pt idx="344">
                  <c:v>45870</c:v>
                </c:pt>
                <c:pt idx="345">
                  <c:v>45877</c:v>
                </c:pt>
                <c:pt idx="346">
                  <c:v>45884</c:v>
                </c:pt>
                <c:pt idx="347">
                  <c:v>45891</c:v>
                </c:pt>
                <c:pt idx="348">
                  <c:v>45898</c:v>
                </c:pt>
                <c:pt idx="349">
                  <c:v>45905</c:v>
                </c:pt>
                <c:pt idx="350">
                  <c:v>45912</c:v>
                </c:pt>
                <c:pt idx="351">
                  <c:v>45919</c:v>
                </c:pt>
                <c:pt idx="352">
                  <c:v>45926</c:v>
                </c:pt>
                <c:pt idx="353">
                  <c:v>45933</c:v>
                </c:pt>
                <c:pt idx="354">
                  <c:v>45940</c:v>
                </c:pt>
                <c:pt idx="355">
                  <c:v>45947</c:v>
                </c:pt>
                <c:pt idx="356">
                  <c:v>45954</c:v>
                </c:pt>
                <c:pt idx="357">
                  <c:v>45961</c:v>
                </c:pt>
                <c:pt idx="358">
                  <c:v>45968</c:v>
                </c:pt>
                <c:pt idx="359">
                  <c:v>45975</c:v>
                </c:pt>
                <c:pt idx="360">
                  <c:v>45982</c:v>
                </c:pt>
                <c:pt idx="361">
                  <c:v>45989</c:v>
                </c:pt>
                <c:pt idx="362">
                  <c:v>45996</c:v>
                </c:pt>
                <c:pt idx="363">
                  <c:v>46003</c:v>
                </c:pt>
                <c:pt idx="364">
                  <c:v>46010</c:v>
                </c:pt>
                <c:pt idx="365">
                  <c:v>46017</c:v>
                </c:pt>
                <c:pt idx="366">
                  <c:v>46024</c:v>
                </c:pt>
                <c:pt idx="367">
                  <c:v>46031</c:v>
                </c:pt>
                <c:pt idx="368">
                  <c:v>46038</c:v>
                </c:pt>
                <c:pt idx="369">
                  <c:v>46045</c:v>
                </c:pt>
                <c:pt idx="370">
                  <c:v>46052</c:v>
                </c:pt>
                <c:pt idx="371">
                  <c:v>46059</c:v>
                </c:pt>
                <c:pt idx="372">
                  <c:v>46066</c:v>
                </c:pt>
                <c:pt idx="373">
                  <c:v>46073</c:v>
                </c:pt>
                <c:pt idx="374">
                  <c:v>46080</c:v>
                </c:pt>
                <c:pt idx="375">
                  <c:v>46087</c:v>
                </c:pt>
                <c:pt idx="376">
                  <c:v>46094</c:v>
                </c:pt>
                <c:pt idx="377">
                  <c:v>46101</c:v>
                </c:pt>
                <c:pt idx="378">
                  <c:v>46108</c:v>
                </c:pt>
                <c:pt idx="379">
                  <c:v>46115</c:v>
                </c:pt>
                <c:pt idx="380">
                  <c:v>46122</c:v>
                </c:pt>
                <c:pt idx="381">
                  <c:v>46129</c:v>
                </c:pt>
                <c:pt idx="382">
                  <c:v>46136</c:v>
                </c:pt>
                <c:pt idx="383">
                  <c:v>46143</c:v>
                </c:pt>
                <c:pt idx="384">
                  <c:v>46150</c:v>
                </c:pt>
                <c:pt idx="385">
                  <c:v>46157</c:v>
                </c:pt>
                <c:pt idx="386">
                  <c:v>46164</c:v>
                </c:pt>
                <c:pt idx="387">
                  <c:v>46171</c:v>
                </c:pt>
                <c:pt idx="388">
                  <c:v>46178</c:v>
                </c:pt>
                <c:pt idx="389">
                  <c:v>46185</c:v>
                </c:pt>
                <c:pt idx="390">
                  <c:v>46192</c:v>
                </c:pt>
                <c:pt idx="391">
                  <c:v>46199</c:v>
                </c:pt>
                <c:pt idx="392">
                  <c:v>46206</c:v>
                </c:pt>
                <c:pt idx="393">
                  <c:v>46213</c:v>
                </c:pt>
                <c:pt idx="394">
                  <c:v>46220</c:v>
                </c:pt>
                <c:pt idx="395">
                  <c:v>46227</c:v>
                </c:pt>
                <c:pt idx="396">
                  <c:v>46234</c:v>
                </c:pt>
                <c:pt idx="397">
                  <c:v>46241</c:v>
                </c:pt>
                <c:pt idx="398">
                  <c:v>46248</c:v>
                </c:pt>
                <c:pt idx="399">
                  <c:v>46255</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US10Y_chg!$AA$21:$AA$5000</c:f>
              <c:numCache>
                <c:formatCode>General</c:formatCode>
                <c:ptCount val="4980"/>
                <c:pt idx="0">
                  <c:v>#N/A</c:v>
                </c:pt>
                <c:pt idx="1">
                  <c:v>#N/A</c:v>
                </c:pt>
                <c:pt idx="2">
                  <c:v>#N/A</c:v>
                </c:pt>
                <c:pt idx="3">
                  <c:v>#N/A</c:v>
                </c:pt>
                <c:pt idx="4">
                  <c:v>#N/A</c:v>
                </c:pt>
                <c:pt idx="5">
                  <c:v>#N/A</c:v>
                </c:pt>
                <c:pt idx="6">
                  <c:v>#N/A</c:v>
                </c:pt>
                <c:pt idx="7">
                  <c:v>#N/A</c:v>
                </c:pt>
                <c:pt idx="8">
                  <c:v>#N/A</c:v>
                </c:pt>
                <c:pt idx="9">
                  <c:v>#N/A</c:v>
                </c:pt>
                <c:pt idx="10">
                  <c:v>#N/A</c:v>
                </c:pt>
                <c:pt idx="11">
                  <c:v>#N/A</c:v>
                </c:pt>
                <c:pt idx="12">
                  <c:v>#N/A</c:v>
                </c:pt>
                <c:pt idx="13">
                  <c:v>-0.43885070084483169</c:v>
                </c:pt>
                <c:pt idx="14">
                  <c:v>-0.50441086166064131</c:v>
                </c:pt>
                <c:pt idx="15">
                  <c:v>-0.52214135408836437</c:v>
                </c:pt>
                <c:pt idx="16">
                  <c:v>-0.49939265872549937</c:v>
                </c:pt>
                <c:pt idx="17">
                  <c:v>-0.49951287887300766</c:v>
                </c:pt>
                <c:pt idx="18">
                  <c:v>-0.48651575274488607</c:v>
                </c:pt>
                <c:pt idx="19">
                  <c:v>-0.48651575274488601</c:v>
                </c:pt>
                <c:pt idx="20">
                  <c:v>-0.50220888503612793</c:v>
                </c:pt>
                <c:pt idx="21">
                  <c:v>-0.50200490875197312</c:v>
                </c:pt>
                <c:pt idx="22">
                  <c:v>-0.5153975237861772</c:v>
                </c:pt>
                <c:pt idx="23">
                  <c:v>-0.48377386192756183</c:v>
                </c:pt>
                <c:pt idx="24">
                  <c:v>-0.48591019826997794</c:v>
                </c:pt>
                <c:pt idx="25">
                  <c:v>-0.43285650324754543</c:v>
                </c:pt>
                <c:pt idx="26">
                  <c:v>-0.43364376345425421</c:v>
                </c:pt>
                <c:pt idx="27">
                  <c:v>-0.37193631943612632</c:v>
                </c:pt>
                <c:pt idx="28">
                  <c:v>-0.37945438439462997</c:v>
                </c:pt>
                <c:pt idx="29">
                  <c:v>-0.40715508453205845</c:v>
                </c:pt>
                <c:pt idx="30">
                  <c:v>-0.4168100224839571</c:v>
                </c:pt>
                <c:pt idx="31">
                  <c:v>-0.48069078970613488</c:v>
                </c:pt>
                <c:pt idx="32">
                  <c:v>-0.49363212475190144</c:v>
                </c:pt>
                <c:pt idx="33">
                  <c:v>-0.54008013582715386</c:v>
                </c:pt>
                <c:pt idx="34">
                  <c:v>-0.54061510613345998</c:v>
                </c:pt>
                <c:pt idx="35">
                  <c:v>-0.49371989795523025</c:v>
                </c:pt>
                <c:pt idx="36">
                  <c:v>-0.51873646103288618</c:v>
                </c:pt>
                <c:pt idx="37">
                  <c:v>-0.74224555053722463</c:v>
                </c:pt>
                <c:pt idx="38">
                  <c:v>-0.78086703065837682</c:v>
                </c:pt>
                <c:pt idx="39">
                  <c:v>-0.78109228688272947</c:v>
                </c:pt>
                <c:pt idx="40">
                  <c:v>-0.78372966669106781</c:v>
                </c:pt>
                <c:pt idx="41">
                  <c:v>-0.85208511403100473</c:v>
                </c:pt>
                <c:pt idx="42">
                  <c:v>-0.85263096377993886</c:v>
                </c:pt>
                <c:pt idx="43">
                  <c:v>-0.85568977183304706</c:v>
                </c:pt>
                <c:pt idx="44">
                  <c:v>-0.79555250928066901</c:v>
                </c:pt>
                <c:pt idx="45">
                  <c:v>-0.8319649512203483</c:v>
                </c:pt>
                <c:pt idx="46">
                  <c:v>-0.77224374825250386</c:v>
                </c:pt>
                <c:pt idx="47">
                  <c:v>-0.78338490923506476</c:v>
                </c:pt>
                <c:pt idx="48">
                  <c:v>-0.77758857898703526</c:v>
                </c:pt>
                <c:pt idx="49">
                  <c:v>-0.77615551391279225</c:v>
                </c:pt>
                <c:pt idx="50">
                  <c:v>-0.62360449391186779</c:v>
                </c:pt>
                <c:pt idx="51">
                  <c:v>-0.55777085291969963</c:v>
                </c:pt>
                <c:pt idx="52">
                  <c:v>-0.56216472979367882</c:v>
                </c:pt>
                <c:pt idx="53">
                  <c:v>-0.56019324361619249</c:v>
                </c:pt>
                <c:pt idx="54">
                  <c:v>-0.4819329039236766</c:v>
                </c:pt>
                <c:pt idx="55">
                  <c:v>-0.47203767267128477</c:v>
                </c:pt>
                <c:pt idx="56">
                  <c:v>-0.51359930037335522</c:v>
                </c:pt>
                <c:pt idx="57">
                  <c:v>-0.58171104980658295</c:v>
                </c:pt>
                <c:pt idx="58">
                  <c:v>-0.4669552842502489</c:v>
                </c:pt>
                <c:pt idx="59">
                  <c:v>-0.45810014415526762</c:v>
                </c:pt>
                <c:pt idx="60">
                  <c:v>-0.48652638395497899</c:v>
                </c:pt>
                <c:pt idx="61">
                  <c:v>-0.65556493403757676</c:v>
                </c:pt>
                <c:pt idx="62">
                  <c:v>-0.78976480815766137</c:v>
                </c:pt>
                <c:pt idx="63">
                  <c:v>-1.0915251310401917</c:v>
                </c:pt>
                <c:pt idx="64">
                  <c:v>-1.0932306823862792</c:v>
                </c:pt>
                <c:pt idx="65">
                  <c:v>-1.1014171250071778</c:v>
                </c:pt>
                <c:pt idx="66">
                  <c:v>-1.0978719593193427</c:v>
                </c:pt>
                <c:pt idx="67">
                  <c:v>-1.11126307655942</c:v>
                </c:pt>
                <c:pt idx="68">
                  <c:v>-1.1133866596705329</c:v>
                </c:pt>
                <c:pt idx="69">
                  <c:v>-1.1051907761813375</c:v>
                </c:pt>
                <c:pt idx="70">
                  <c:v>-1.091438794012606</c:v>
                </c:pt>
                <c:pt idx="71">
                  <c:v>-1.0842202743155667</c:v>
                </c:pt>
                <c:pt idx="72">
                  <c:v>-1.0835331304704423</c:v>
                </c:pt>
                <c:pt idx="73">
                  <c:v>-1.0691950672262394</c:v>
                </c:pt>
                <c:pt idx="74">
                  <c:v>-0.950330276232912</c:v>
                </c:pt>
                <c:pt idx="75">
                  <c:v>-0.74456228966099991</c:v>
                </c:pt>
                <c:pt idx="76">
                  <c:v>-0.53321530307083553</c:v>
                </c:pt>
                <c:pt idx="77">
                  <c:v>-0.50054533138660173</c:v>
                </c:pt>
                <c:pt idx="78">
                  <c:v>-0.47211832542667975</c:v>
                </c:pt>
                <c:pt idx="79">
                  <c:v>-0.47232913730477916</c:v>
                </c:pt>
                <c:pt idx="80">
                  <c:v>-0.42835673680563163</c:v>
                </c:pt>
                <c:pt idx="81">
                  <c:v>-0.41942799423537241</c:v>
                </c:pt>
                <c:pt idx="82">
                  <c:v>-0.4169332977871788</c:v>
                </c:pt>
                <c:pt idx="83">
                  <c:v>-0.38045215813252031</c:v>
                </c:pt>
                <c:pt idx="84">
                  <c:v>-0.39830805190107654</c:v>
                </c:pt>
                <c:pt idx="85">
                  <c:v>-0.46135337569773166</c:v>
                </c:pt>
                <c:pt idx="86">
                  <c:v>-0.46667349745916481</c:v>
                </c:pt>
                <c:pt idx="87">
                  <c:v>-0.50125516288981231</c:v>
                </c:pt>
                <c:pt idx="88">
                  <c:v>-0.49161609021674618</c:v>
                </c:pt>
                <c:pt idx="89">
                  <c:v>-0.36513486823364322</c:v>
                </c:pt>
                <c:pt idx="90">
                  <c:v>-0.35797728722794259</c:v>
                </c:pt>
                <c:pt idx="91">
                  <c:v>-0.33696939653784125</c:v>
                </c:pt>
                <c:pt idx="92">
                  <c:v>-0.34441958933299321</c:v>
                </c:pt>
                <c:pt idx="93">
                  <c:v>-0.33334910020023706</c:v>
                </c:pt>
                <c:pt idx="94">
                  <c:v>-0.31971012054527914</c:v>
                </c:pt>
                <c:pt idx="95">
                  <c:v>-0.31057280229230033</c:v>
                </c:pt>
                <c:pt idx="96">
                  <c:v>-0.27771424655514582</c:v>
                </c:pt>
                <c:pt idx="97">
                  <c:v>-0.28059778071604419</c:v>
                </c:pt>
                <c:pt idx="98">
                  <c:v>-0.25828472892586518</c:v>
                </c:pt>
                <c:pt idx="99">
                  <c:v>-0.25828472892586518</c:v>
                </c:pt>
                <c:pt idx="100">
                  <c:v>-0.24724832928610299</c:v>
                </c:pt>
                <c:pt idx="101">
                  <c:v>-0.26829713701961688</c:v>
                </c:pt>
                <c:pt idx="102">
                  <c:v>-0.31350519390323933</c:v>
                </c:pt>
                <c:pt idx="103">
                  <c:v>-0.31213267086140933</c:v>
                </c:pt>
                <c:pt idx="104">
                  <c:v>-0.31329725276214548</c:v>
                </c:pt>
                <c:pt idx="105">
                  <c:v>-0.31581868354533377</c:v>
                </c:pt>
                <c:pt idx="106">
                  <c:v>-0.37222200917359888</c:v>
                </c:pt>
                <c:pt idx="107">
                  <c:v>-0.38240045673612894</c:v>
                </c:pt>
                <c:pt idx="108">
                  <c:v>-0.38529908518408434</c:v>
                </c:pt>
                <c:pt idx="109">
                  <c:v>-0.36909746760609285</c:v>
                </c:pt>
                <c:pt idx="110">
                  <c:v>-0.38834631024937993</c:v>
                </c:pt>
                <c:pt idx="111">
                  <c:v>-0.37764784357265552</c:v>
                </c:pt>
                <c:pt idx="112">
                  <c:v>-0.42495698325215125</c:v>
                </c:pt>
                <c:pt idx="113">
                  <c:v>-0.42102683462367418</c:v>
                </c:pt>
                <c:pt idx="114">
                  <c:v>-0.44640260529154269</c:v>
                </c:pt>
                <c:pt idx="115">
                  <c:v>-0.39685244328998498</c:v>
                </c:pt>
                <c:pt idx="116">
                  <c:v>-0.42691689321315124</c:v>
                </c:pt>
                <c:pt idx="117">
                  <c:v>-0.44294963990051966</c:v>
                </c:pt>
                <c:pt idx="118">
                  <c:v>-0.42232152889110808</c:v>
                </c:pt>
                <c:pt idx="119">
                  <c:v>-0.42767395382931611</c:v>
                </c:pt>
                <c:pt idx="120">
                  <c:v>-0.45691020803115884</c:v>
                </c:pt>
                <c:pt idx="121">
                  <c:v>-0.44668222391797457</c:v>
                </c:pt>
                <c:pt idx="122">
                  <c:v>-0.44282709888588828</c:v>
                </c:pt>
                <c:pt idx="123">
                  <c:v>-0.45753405407550729</c:v>
                </c:pt>
                <c:pt idx="124">
                  <c:v>-0.45758923601110935</c:v>
                </c:pt>
                <c:pt idx="125">
                  <c:v>-0.39529422149622639</c:v>
                </c:pt>
                <c:pt idx="126">
                  <c:v>-0.3976025947013308</c:v>
                </c:pt>
                <c:pt idx="127">
                  <c:v>-0.34808787439778649</c:v>
                </c:pt>
                <c:pt idx="128">
                  <c:v>-0.36592642108321338</c:v>
                </c:pt>
                <c:pt idx="129">
                  <c:v>-0.26342943817272962</c:v>
                </c:pt>
                <c:pt idx="130">
                  <c:v>-0.31477213969961965</c:v>
                </c:pt>
                <c:pt idx="131">
                  <c:v>-0.31753330856462914</c:v>
                </c:pt>
                <c:pt idx="132">
                  <c:v>-0.31753330856462914</c:v>
                </c:pt>
                <c:pt idx="133">
                  <c:v>-0.33366891543103477</c:v>
                </c:pt>
                <c:pt idx="134">
                  <c:v>-0.32942318257967679</c:v>
                </c:pt>
                <c:pt idx="135">
                  <c:v>-0.30672618097379489</c:v>
                </c:pt>
                <c:pt idx="136">
                  <c:v>-0.38464454823242067</c:v>
                </c:pt>
                <c:pt idx="137">
                  <c:v>-0.38291244236207878</c:v>
                </c:pt>
                <c:pt idx="138">
                  <c:v>-0.38414754947946356</c:v>
                </c:pt>
                <c:pt idx="139">
                  <c:v>-0.38663508023418186</c:v>
                </c:pt>
                <c:pt idx="140">
                  <c:v>-0.38696842780218166</c:v>
                </c:pt>
                <c:pt idx="141">
                  <c:v>-0.36504034963822835</c:v>
                </c:pt>
                <c:pt idx="142">
                  <c:v>-0.36593005088951086</c:v>
                </c:pt>
                <c:pt idx="143">
                  <c:v>-0.36904166205832256</c:v>
                </c:pt>
                <c:pt idx="144">
                  <c:v>-0.34373655467568132</c:v>
                </c:pt>
                <c:pt idx="145">
                  <c:v>-0.3543829863844612</c:v>
                </c:pt>
                <c:pt idx="146">
                  <c:v>-0.32806079421210471</c:v>
                </c:pt>
                <c:pt idx="147">
                  <c:v>-0.32206007883670967</c:v>
                </c:pt>
                <c:pt idx="148">
                  <c:v>-0.36028291478097724</c:v>
                </c:pt>
                <c:pt idx="149">
                  <c:v>-0.35460860964340779</c:v>
                </c:pt>
                <c:pt idx="150">
                  <c:v>-0.35392876555426972</c:v>
                </c:pt>
                <c:pt idx="151">
                  <c:v>-0.35555189525970637</c:v>
                </c:pt>
                <c:pt idx="152">
                  <c:v>-0.37671542251821449</c:v>
                </c:pt>
                <c:pt idx="153">
                  <c:v>-0.39658879055651197</c:v>
                </c:pt>
                <c:pt idx="154">
                  <c:v>-0.47510695270854536</c:v>
                </c:pt>
                <c:pt idx="155">
                  <c:v>-0.4759125239491942</c:v>
                </c:pt>
                <c:pt idx="156">
                  <c:v>-0.46824502463100692</c:v>
                </c:pt>
                <c:pt idx="157">
                  <c:v>-0.46837683090828941</c:v>
                </c:pt>
                <c:pt idx="158">
                  <c:v>-0.63678982441232279</c:v>
                </c:pt>
                <c:pt idx="159">
                  <c:v>-0.61874626882828399</c:v>
                </c:pt>
                <c:pt idx="160">
                  <c:v>-0.6211709515938425</c:v>
                </c:pt>
                <c:pt idx="161">
                  <c:v>-0.59691533154943266</c:v>
                </c:pt>
                <c:pt idx="162">
                  <c:v>-0.60712297699788065</c:v>
                </c:pt>
                <c:pt idx="163">
                  <c:v>-0.62228774461683534</c:v>
                </c:pt>
                <c:pt idx="164">
                  <c:v>-0.62887051943965977</c:v>
                </c:pt>
                <c:pt idx="165">
                  <c:v>-0.61394321462092638</c:v>
                </c:pt>
                <c:pt idx="166">
                  <c:v>-0.85255508080664821</c:v>
                </c:pt>
                <c:pt idx="167">
                  <c:v>-0.87589815591329301</c:v>
                </c:pt>
                <c:pt idx="168">
                  <c:v>-0.91062708400141656</c:v>
                </c:pt>
                <c:pt idx="169">
                  <c:v>-0.94828473488699172</c:v>
                </c:pt>
                <c:pt idx="170">
                  <c:v>-0.946881175892893</c:v>
                </c:pt>
                <c:pt idx="171">
                  <c:v>-0.95376575401462005</c:v>
                </c:pt>
                <c:pt idx="172">
                  <c:v>-0.9595982782618343</c:v>
                </c:pt>
                <c:pt idx="173">
                  <c:v>-0.94950330969342556</c:v>
                </c:pt>
                <c:pt idx="174">
                  <c:v>-0.94373071151532972</c:v>
                </c:pt>
                <c:pt idx="175">
                  <c:v>-0.98893239772812958</c:v>
                </c:pt>
                <c:pt idx="176">
                  <c:v>-1.0280914521285021</c:v>
                </c:pt>
                <c:pt idx="177">
                  <c:v>-1.0472121245205142</c:v>
                </c:pt>
                <c:pt idx="178">
                  <c:v>-1.0398683274799745</c:v>
                </c:pt>
                <c:pt idx="179">
                  <c:v>-0.75334884768213461</c:v>
                </c:pt>
                <c:pt idx="180">
                  <c:v>-0.73766705535846622</c:v>
                </c:pt>
                <c:pt idx="181">
                  <c:v>-0.73268901636894501</c:v>
                </c:pt>
                <c:pt idx="182">
                  <c:v>-0.74438583452648532</c:v>
                </c:pt>
                <c:pt idx="183">
                  <c:v>-0.85366117896685267</c:v>
                </c:pt>
                <c:pt idx="184">
                  <c:v>-0.80771740392026481</c:v>
                </c:pt>
                <c:pt idx="185">
                  <c:v>-0.83165925350451797</c:v>
                </c:pt>
                <c:pt idx="186">
                  <c:v>-0.88277400421242058</c:v>
                </c:pt>
                <c:pt idx="187">
                  <c:v>-0.90640259882851015</c:v>
                </c:pt>
                <c:pt idx="188">
                  <c:v>-0.87215161570275312</c:v>
                </c:pt>
                <c:pt idx="189">
                  <c:v>-0.83843874138764141</c:v>
                </c:pt>
                <c:pt idx="190">
                  <c:v>-0.83371320607213417</c:v>
                </c:pt>
                <c:pt idx="191">
                  <c:v>-0.83141677137836856</c:v>
                </c:pt>
                <c:pt idx="192">
                  <c:v>-0.86528921366424771</c:v>
                </c:pt>
                <c:pt idx="193">
                  <c:v>-0.86988064293901834</c:v>
                </c:pt>
                <c:pt idx="194">
                  <c:v>-0.85177784452917604</c:v>
                </c:pt>
                <c:pt idx="195">
                  <c:v>-0.89240857656948203</c:v>
                </c:pt>
                <c:pt idx="196">
                  <c:v>-0.79837303745747612</c:v>
                </c:pt>
                <c:pt idx="197">
                  <c:v>-0.81151868169936581</c:v>
                </c:pt>
                <c:pt idx="198">
                  <c:v>-0.75989542768664997</c:v>
                </c:pt>
                <c:pt idx="199">
                  <c:v>-0.63793126935503253</c:v>
                </c:pt>
                <c:pt idx="200">
                  <c:v>-0.67631153660151877</c:v>
                </c:pt>
                <c:pt idx="201">
                  <c:v>-0.65739593353262415</c:v>
                </c:pt>
                <c:pt idx="202">
                  <c:v>-0.85971411840698964</c:v>
                </c:pt>
                <c:pt idx="203">
                  <c:v>-0.85389283286370299</c:v>
                </c:pt>
                <c:pt idx="204">
                  <c:v>-0.93810599350754009</c:v>
                </c:pt>
                <c:pt idx="205">
                  <c:v>-0.95540174821630364</c:v>
                </c:pt>
                <c:pt idx="206">
                  <c:v>-0.95060578203423673</c:v>
                </c:pt>
                <c:pt idx="207">
                  <c:v>-0.94064800326845044</c:v>
                </c:pt>
                <c:pt idx="208">
                  <c:v>-0.93570451041505431</c:v>
                </c:pt>
                <c:pt idx="209">
                  <c:v>-0.90036375013931036</c:v>
                </c:pt>
                <c:pt idx="210">
                  <c:v>-0.98145280453260852</c:v>
                </c:pt>
                <c:pt idx="211">
                  <c:v>-0.95626713859255863</c:v>
                </c:pt>
                <c:pt idx="212">
                  <c:v>-0.92946679996055959</c:v>
                </c:pt>
                <c:pt idx="213">
                  <c:v>-0.90442615742529053</c:v>
                </c:pt>
                <c:pt idx="214">
                  <c:v>-0.85115309432503194</c:v>
                </c:pt>
                <c:pt idx="215">
                  <c:v>-0.78672921864876244</c:v>
                </c:pt>
                <c:pt idx="216">
                  <c:v>-0.78626961750358315</c:v>
                </c:pt>
                <c:pt idx="217">
                  <c:v>-0.73839104901150288</c:v>
                </c:pt>
                <c:pt idx="218">
                  <c:v>-0.66406793026941724</c:v>
                </c:pt>
                <c:pt idx="219">
                  <c:v>-0.6995659035346905</c:v>
                </c:pt>
                <c:pt idx="220">
                  <c:v>-0.80781338065593411</c:v>
                </c:pt>
                <c:pt idx="221">
                  <c:v>-0.67563802804665252</c:v>
                </c:pt>
                <c:pt idx="222">
                  <c:v>-0.69086366004299271</c:v>
                </c:pt>
                <c:pt idx="223">
                  <c:v>-0.59137330516375841</c:v>
                </c:pt>
                <c:pt idx="224">
                  <c:v>-0.68626617116011868</c:v>
                </c:pt>
                <c:pt idx="225">
                  <c:v>-0.70443448196211311</c:v>
                </c:pt>
                <c:pt idx="226">
                  <c:v>-0.72980868046695835</c:v>
                </c:pt>
                <c:pt idx="227">
                  <c:v>-0.72960163084500584</c:v>
                </c:pt>
                <c:pt idx="228">
                  <c:v>-0.72646389781651854</c:v>
                </c:pt>
                <c:pt idx="229">
                  <c:v>-0.77388746314773105</c:v>
                </c:pt>
                <c:pt idx="230">
                  <c:v>-0.77180283974520913</c:v>
                </c:pt>
                <c:pt idx="231">
                  <c:v>-0.76968691127037037</c:v>
                </c:pt>
                <c:pt idx="232">
                  <c:v>-0.71972133426294294</c:v>
                </c:pt>
                <c:pt idx="233">
                  <c:v>-0.54110981542296643</c:v>
                </c:pt>
                <c:pt idx="234">
                  <c:v>-0.52019802134187321</c:v>
                </c:pt>
                <c:pt idx="235">
                  <c:v>-0.50565818951175689</c:v>
                </c:pt>
                <c:pt idx="236">
                  <c:v>-0.52300101408697097</c:v>
                </c:pt>
                <c:pt idx="237">
                  <c:v>-0.57781632044687803</c:v>
                </c:pt>
                <c:pt idx="238">
                  <c:v>-0.56722171185958936</c:v>
                </c:pt>
                <c:pt idx="239">
                  <c:v>-0.5135272051695321</c:v>
                </c:pt>
                <c:pt idx="240">
                  <c:v>-0.51654263085605268</c:v>
                </c:pt>
                <c:pt idx="241">
                  <c:v>-0.526184155995715</c:v>
                </c:pt>
                <c:pt idx="242">
                  <c:v>-0.49660239050200677</c:v>
                </c:pt>
                <c:pt idx="243">
                  <c:v>-0.50167696295831321</c:v>
                </c:pt>
                <c:pt idx="244">
                  <c:v>-0.4899663221355901</c:v>
                </c:pt>
                <c:pt idx="245">
                  <c:v>-0.48906344535275553</c:v>
                </c:pt>
                <c:pt idx="246">
                  <c:v>-0.49162044590392012</c:v>
                </c:pt>
                <c:pt idx="247">
                  <c:v>-0.49356934879024916</c:v>
                </c:pt>
                <c:pt idx="248">
                  <c:v>-0.51695238169754965</c:v>
                </c:pt>
                <c:pt idx="249">
                  <c:v>-0.55830034479935353</c:v>
                </c:pt>
                <c:pt idx="250">
                  <c:v>-0.65193849720872377</c:v>
                </c:pt>
                <c:pt idx="251">
                  <c:v>-0.70108204756142689</c:v>
                </c:pt>
                <c:pt idx="252">
                  <c:v>-0.733731412316733</c:v>
                </c:pt>
                <c:pt idx="253">
                  <c:v>-0.85272179801206138</c:v>
                </c:pt>
                <c:pt idx="254">
                  <c:v>-0.84809902554178362</c:v>
                </c:pt>
                <c:pt idx="255">
                  <c:v>-0.91447898630254099</c:v>
                </c:pt>
                <c:pt idx="256">
                  <c:v>-0.91499461528671977</c:v>
                </c:pt>
                <c:pt idx="257">
                  <c:v>-1.0136429619211627</c:v>
                </c:pt>
                <c:pt idx="258">
                  <c:v>-1.0112090255135184</c:v>
                </c:pt>
                <c:pt idx="259">
                  <c:v>-1.1220210638187338</c:v>
                </c:pt>
                <c:pt idx="260">
                  <c:v>-1.0994578930587704</c:v>
                </c:pt>
                <c:pt idx="261">
                  <c:v>-1.0555651581459535</c:v>
                </c:pt>
                <c:pt idx="262">
                  <c:v>-0.99137309960059539</c:v>
                </c:pt>
                <c:pt idx="263">
                  <c:v>-0.9447041610689153</c:v>
                </c:pt>
                <c:pt idx="264">
                  <c:v>-0.89464433198244064</c:v>
                </c:pt>
                <c:pt idx="265">
                  <c:v>-0.89806371433383092</c:v>
                </c:pt>
                <c:pt idx="266">
                  <c:v>-0.86047980305945049</c:v>
                </c:pt>
                <c:pt idx="267">
                  <c:v>-0.86843071617717438</c:v>
                </c:pt>
                <c:pt idx="268">
                  <c:v>-0.83558314331710404</c:v>
                </c:pt>
                <c:pt idx="269">
                  <c:v>-0.82862225044040616</c:v>
                </c:pt>
                <c:pt idx="270">
                  <c:v>-0.7373693930749311</c:v>
                </c:pt>
                <c:pt idx="271">
                  <c:v>-0.74161822168303526</c:v>
                </c:pt>
                <c:pt idx="272">
                  <c:v>-0.63391911003121626</c:v>
                </c:pt>
                <c:pt idx="273">
                  <c:v>-0.66101826435001609</c:v>
                </c:pt>
                <c:pt idx="274">
                  <c:v>-0.66100312796560023</c:v>
                </c:pt>
                <c:pt idx="275">
                  <c:v>-0.66912199434091924</c:v>
                </c:pt>
                <c:pt idx="276">
                  <c:v>-0.63707085517293061</c:v>
                </c:pt>
                <c:pt idx="277">
                  <c:v>-0.65750230486358219</c:v>
                </c:pt>
                <c:pt idx="278">
                  <c:v>-0.65867624371403499</c:v>
                </c:pt>
                <c:pt idx="279">
                  <c:v>-0.64530267693850452</c:v>
                </c:pt>
                <c:pt idx="280">
                  <c:v>-0.63409174941461921</c:v>
                </c:pt>
                <c:pt idx="281">
                  <c:v>-0.64670286426694967</c:v>
                </c:pt>
                <c:pt idx="282">
                  <c:v>-0.63833096282004764</c:v>
                </c:pt>
                <c:pt idx="283">
                  <c:v>-0.60662043264073351</c:v>
                </c:pt>
                <c:pt idx="284">
                  <c:v>-0.59023869027108256</c:v>
                </c:pt>
                <c:pt idx="285">
                  <c:v>-0.59123452763544493</c:v>
                </c:pt>
                <c:pt idx="286">
                  <c:v>-0.56274547228278005</c:v>
                </c:pt>
                <c:pt idx="287">
                  <c:v>-0.58563398285382207</c:v>
                </c:pt>
                <c:pt idx="288">
                  <c:v>-0.56995188044983913</c:v>
                </c:pt>
                <c:pt idx="289">
                  <c:v>-0.56393214361031341</c:v>
                </c:pt>
                <c:pt idx="290">
                  <c:v>-0.46681749234907305</c:v>
                </c:pt>
                <c:pt idx="291">
                  <c:v>-0.44045438107621393</c:v>
                </c:pt>
                <c:pt idx="292">
                  <c:v>-0.69131302597971533</c:v>
                </c:pt>
                <c:pt idx="293">
                  <c:v>-0.73811593749158189</c:v>
                </c:pt>
                <c:pt idx="294">
                  <c:v>-0.73759540902792831</c:v>
                </c:pt>
                <c:pt idx="295">
                  <c:v>-0.73219678331653226</c:v>
                </c:pt>
                <c:pt idx="296">
                  <c:v>-0.75415942190739238</c:v>
                </c:pt>
                <c:pt idx="297">
                  <c:v>-0.77562088688660846</c:v>
                </c:pt>
                <c:pt idx="298">
                  <c:v>-0.74500304886686397</c:v>
                </c:pt>
                <c:pt idx="299">
                  <c:v>-0.75783571300381447</c:v>
                </c:pt>
                <c:pt idx="300">
                  <c:v>-0.71331984285312</c:v>
                </c:pt>
                <c:pt idx="301">
                  <c:v>-0.76746878737755131</c:v>
                </c:pt>
                <c:pt idx="302">
                  <c:v>-0.77900311267394307</c:v>
                </c:pt>
                <c:pt idx="303">
                  <c:v>-0.77165910938245452</c:v>
                </c:pt>
                <c:pt idx="304">
                  <c:v>-0.77980127302596969</c:v>
                </c:pt>
                <c:pt idx="305">
                  <c:v>-0.53642352612436039</c:v>
                </c:pt>
                <c:pt idx="306">
                  <c:v>-0.52016257149590339</c:v>
                </c:pt>
                <c:pt idx="307">
                  <c:v>-0.54522536303553482</c:v>
                </c:pt>
                <c:pt idx="308">
                  <c:v>-0.52814669277855275</c:v>
                </c:pt>
                <c:pt idx="309">
                  <c:v>-0.60593449925980503</c:v>
                </c:pt>
                <c:pt idx="310">
                  <c:v>-0.54433393833282429</c:v>
                </c:pt>
                <c:pt idx="311">
                  <c:v>-0.60133683963546514</c:v>
                </c:pt>
                <c:pt idx="312">
                  <c:v>-0.62064077381909843</c:v>
                </c:pt>
                <c:pt idx="313">
                  <c:v>-0.62114040182480235</c:v>
                </c:pt>
                <c:pt idx="314">
                  <c:v>-0.61149578386218728</c:v>
                </c:pt>
                <c:pt idx="315">
                  <c:v>-0.62208709292806597</c:v>
                </c:pt>
                <c:pt idx="316">
                  <c:v>-0.70170476858313269</c:v>
                </c:pt>
                <c:pt idx="317">
                  <c:v>-0.70077272775349708</c:v>
                </c:pt>
                <c:pt idx="318">
                  <c:v>-0.70908468760486731</c:v>
                </c:pt>
                <c:pt idx="319">
                  <c:v>-0.71110103526205692</c:v>
                </c:pt>
                <c:pt idx="320">
                  <c:v>-0.6796195830763877</c:v>
                </c:pt>
                <c:pt idx="321">
                  <c:v>-0.67896281864892427</c:v>
                </c:pt>
                <c:pt idx="322">
                  <c:v>-0.73105731147911845</c:v>
                </c:pt>
                <c:pt idx="323">
                  <c:v>-0.74924725832469807</c:v>
                </c:pt>
                <c:pt idx="324">
                  <c:v>-0.65171625125899457</c:v>
                </c:pt>
                <c:pt idx="325">
                  <c:v>-0.59467053728003283</c:v>
                </c:pt>
                <c:pt idx="326">
                  <c:v>-0.55151338796107896</c:v>
                </c:pt>
                <c:pt idx="327">
                  <c:v>-0.6886561004998738</c:v>
                </c:pt>
                <c:pt idx="328">
                  <c:v>-1.077834447449286</c:v>
                </c:pt>
                <c:pt idx="329">
                  <c:v>-1.0544251017474293</c:v>
                </c:pt>
                <c:pt idx="330">
                  <c:v>-1.0595567327449862</c:v>
                </c:pt>
                <c:pt idx="331">
                  <c:v>-1.0706317431348651</c:v>
                </c:pt>
                <c:pt idx="332">
                  <c:v>-1.071738470130154</c:v>
                </c:pt>
                <c:pt idx="333">
                  <c:v>-1.0928004888083149</c:v>
                </c:pt>
                <c:pt idx="334">
                  <c:v>-1.0875573697509902</c:v>
                </c:pt>
                <c:pt idx="335">
                  <c:v>-1.0103964411838173</c:v>
                </c:pt>
                <c:pt idx="336">
                  <c:v>-1.0190999730060457</c:v>
                </c:pt>
                <c:pt idx="337">
                  <c:v>-1.0375135290592228</c:v>
                </c:pt>
                <c:pt idx="338">
                  <c:v>-1.0336502150721825</c:v>
                </c:pt>
                <c:pt idx="339">
                  <c:v>-1.0426543263746102</c:v>
                </c:pt>
                <c:pt idx="340">
                  <c:v>-0.88635643182013557</c:v>
                </c:pt>
                <c:pt idx="341">
                  <c:v>-0.47813692169116961</c:v>
                </c:pt>
                <c:pt idx="342">
                  <c:v>-0.47943864801565261</c:v>
                </c:pt>
                <c:pt idx="343">
                  <c:v>-0.43986498951872444</c:v>
                </c:pt>
                <c:pt idx="344">
                  <c:v>-0.48520037640926478</c:v>
                </c:pt>
                <c:pt idx="345">
                  <c:v>-0.4866434564856571</c:v>
                </c:pt>
                <c:pt idx="346">
                  <c:v>-0.43599217957982817</c:v>
                </c:pt>
                <c:pt idx="347">
                  <c:v>-0.4526901388061238</c:v>
                </c:pt>
                <c:pt idx="348">
                  <c:v>-0.44317825325708388</c:v>
                </c:pt>
                <c:pt idx="349">
                  <c:v>-0.40459808144341503</c:v>
                </c:pt>
                <c:pt idx="350">
                  <c:v>-0.39820744159642368</c:v>
                </c:pt>
                <c:pt idx="351">
                  <c:v>-0.424281188162901</c:v>
                </c:pt>
                <c:pt idx="352">
                  <c:v>-0.41741511588714286</c:v>
                </c:pt>
                <c:pt idx="353">
                  <c:v>-0.40635509399690162</c:v>
                </c:pt>
                <c:pt idx="354">
                  <c:v>-0.41314641052146306</c:v>
                </c:pt>
                <c:pt idx="355">
                  <c:v>-0.4145717240660256</c:v>
                </c:pt>
                <c:pt idx="356">
                  <c:v>-0.41275939260915306</c:v>
                </c:pt>
                <c:pt idx="357">
                  <c:v>-0.40239754550100176</c:v>
                </c:pt>
                <c:pt idx="358">
                  <c:v>-0.38815301164994592</c:v>
                </c:pt>
                <c:pt idx="359">
                  <c:v>-0.38910275276174699</c:v>
                </c:pt>
                <c:pt idx="360">
                  <c:v>-0.37549449344728181</c:v>
                </c:pt>
                <c:pt idx="361">
                  <c:v>-0.37253558220968325</c:v>
                </c:pt>
                <c:pt idx="362">
                  <c:v>-0.34640436886568093</c:v>
                </c:pt>
                <c:pt idx="363">
                  <c:v>-0.35744407394207511</c:v>
                </c:pt>
                <c:pt idx="364">
                  <c:v>-0.34613130301131056</c:v>
                </c:pt>
                <c:pt idx="365">
                  <c:v>-0.34670027870149217</c:v>
                </c:pt>
                <c:pt idx="366">
                  <c:v>-0.34704908081533542</c:v>
                </c:pt>
                <c:pt idx="367">
                  <c:v>-0.31820077629262744</c:v>
                </c:pt>
                <c:pt idx="368">
                  <c:v>-0.32042272955389606</c:v>
                </c:pt>
                <c:pt idx="369">
                  <c:v>-0.3152384474208495</c:v>
                </c:pt>
                <c:pt idx="370">
                  <c:v>-0.29849464596358016</c:v>
                </c:pt>
                <c:pt idx="371">
                  <c:v>-0.3014122389103055</c:v>
                </c:pt>
                <c:pt idx="372">
                  <c:v>-0.37945303765855881</c:v>
                </c:pt>
                <c:pt idx="373">
                  <c:v>-0.37661224656259262</c:v>
                </c:pt>
                <c:pt idx="374">
                  <c:v>-0.46984252087235812</c:v>
                </c:pt>
                <c:pt idx="375">
                  <c:v>-0.47530559195402816</c:v>
                </c:pt>
                <c:pt idx="376">
                  <c:v>-0.50014971379008877</c:v>
                </c:pt>
                <c:pt idx="377">
                  <c:v>-0.5015115503343559</c:v>
                </c:pt>
                <c:pt idx="378">
                  <c:v>-0.51629435695898551</c:v>
                </c:pt>
                <c:pt idx="379">
                  <c:v>-0.51295155496671341</c:v>
                </c:pt>
                <c:pt idx="380">
                  <c:v>-0.52856131615255664</c:v>
                </c:pt>
                <c:pt idx="381">
                  <c:v>-0.52623030311949037</c:v>
                </c:pt>
                <c:pt idx="382">
                  <c:v>-0.52867321673440926</c:v>
                </c:pt>
                <c:pt idx="383">
                  <c:v>-0.52403275887031209</c:v>
                </c:pt>
                <c:pt idx="384">
                  <c:v>-0.52214641402461925</c:v>
                </c:pt>
                <c:pt idx="385">
                  <c:v>-0.51275960730631176</c:v>
                </c:pt>
                <c:pt idx="386">
                  <c:v>-0.51310919111927511</c:v>
                </c:pt>
                <c:pt idx="387">
                  <c:v>-0.42795023768514157</c:v>
                </c:pt>
                <c:pt idx="388">
                  <c:v>-0.41332092288233796</c:v>
                </c:pt>
                <c:pt idx="389">
                  <c:v>-0.3971465903110491</c:v>
                </c:pt>
                <c:pt idx="390">
                  <c:v>-0.39693200638280218</c:v>
                </c:pt>
                <c:pt idx="391">
                  <c:v>-0.40728392877545416</c:v>
                </c:pt>
                <c:pt idx="392">
                  <c:v>-0.42009353702753827</c:v>
                </c:pt>
                <c:pt idx="393">
                  <c:v>-0.41154855092069398</c:v>
                </c:pt>
                <c:pt idx="394">
                  <c:v>-0.39781066964536316</c:v>
                </c:pt>
                <c:pt idx="395">
                  <c:v>-0.39815258276579968</c:v>
                </c:pt>
                <c:pt idx="396">
                  <c:v>-0.40081582449952091</c:v>
                </c:pt>
                <c:pt idx="397">
                  <c:v>-0.4262999094361043</c:v>
                </c:pt>
                <c:pt idx="398">
                  <c:v>-0.34044398251514041</c:v>
                </c:pt>
                <c:pt idx="399">
                  <c:v>-0.34420489286648842</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extLst>
            <c:ext xmlns:c16="http://schemas.microsoft.com/office/drawing/2014/chart" uri="{C3380CC4-5D6E-409C-BE32-E72D297353CC}">
              <c16:uniqueId val="{00000001-A429-4A8C-9AEB-51EEFC11FCD7}"/>
            </c:ext>
          </c:extLst>
        </c:ser>
        <c:dLbls>
          <c:showLegendKey val="0"/>
          <c:showVal val="0"/>
          <c:showCatName val="0"/>
          <c:showSerName val="0"/>
          <c:showPercent val="0"/>
          <c:showBubbleSize val="0"/>
        </c:dLbls>
        <c:axId val="1299232544"/>
        <c:axId val="1299238368"/>
      </c:areaChart>
      <c:lineChart>
        <c:grouping val="standard"/>
        <c:varyColors val="0"/>
        <c:ser>
          <c:idx val="0"/>
          <c:order val="0"/>
          <c:tx>
            <c:strRef>
              <c:f>US10Y_chg!$X$20</c:f>
              <c:strCache>
                <c:ptCount val="1"/>
                <c:pt idx="0">
                  <c:v>Residual Acc(13 obs)</c:v>
                </c:pt>
              </c:strCache>
            </c:strRef>
          </c:tx>
          <c:spPr>
            <a:ln w="25400" cap="rnd">
              <a:solidFill>
                <a:srgbClr val="002060"/>
              </a:solidFill>
              <a:round/>
            </a:ln>
            <a:effectLst/>
          </c:spPr>
          <c:marker>
            <c:symbol val="none"/>
          </c:marker>
          <c:cat>
            <c:numRef>
              <c:f>US10Y_chg!$B$21:$B$5000</c:f>
              <c:numCache>
                <c:formatCode>m/d/yyyy</c:formatCode>
                <c:ptCount val="4980"/>
                <c:pt idx="0">
                  <c:v>43462</c:v>
                </c:pt>
                <c:pt idx="1">
                  <c:v>43469</c:v>
                </c:pt>
                <c:pt idx="2">
                  <c:v>43476</c:v>
                </c:pt>
                <c:pt idx="3">
                  <c:v>43483</c:v>
                </c:pt>
                <c:pt idx="4">
                  <c:v>43490</c:v>
                </c:pt>
                <c:pt idx="5">
                  <c:v>43497</c:v>
                </c:pt>
                <c:pt idx="6">
                  <c:v>43504</c:v>
                </c:pt>
                <c:pt idx="7">
                  <c:v>43511</c:v>
                </c:pt>
                <c:pt idx="8">
                  <c:v>43518</c:v>
                </c:pt>
                <c:pt idx="9">
                  <c:v>43525</c:v>
                </c:pt>
                <c:pt idx="10">
                  <c:v>43532</c:v>
                </c:pt>
                <c:pt idx="11">
                  <c:v>43539</c:v>
                </c:pt>
                <c:pt idx="12">
                  <c:v>43546</c:v>
                </c:pt>
                <c:pt idx="13">
                  <c:v>43553</c:v>
                </c:pt>
                <c:pt idx="14">
                  <c:v>43560</c:v>
                </c:pt>
                <c:pt idx="15">
                  <c:v>43567</c:v>
                </c:pt>
                <c:pt idx="16">
                  <c:v>43574</c:v>
                </c:pt>
                <c:pt idx="17">
                  <c:v>43581</c:v>
                </c:pt>
                <c:pt idx="18">
                  <c:v>43588</c:v>
                </c:pt>
                <c:pt idx="19">
                  <c:v>43595</c:v>
                </c:pt>
                <c:pt idx="20">
                  <c:v>43602</c:v>
                </c:pt>
                <c:pt idx="21">
                  <c:v>43609</c:v>
                </c:pt>
                <c:pt idx="22">
                  <c:v>43616</c:v>
                </c:pt>
                <c:pt idx="23">
                  <c:v>43623</c:v>
                </c:pt>
                <c:pt idx="24">
                  <c:v>43630</c:v>
                </c:pt>
                <c:pt idx="25">
                  <c:v>43637</c:v>
                </c:pt>
                <c:pt idx="26">
                  <c:v>43644</c:v>
                </c:pt>
                <c:pt idx="27">
                  <c:v>43651</c:v>
                </c:pt>
                <c:pt idx="28">
                  <c:v>43658</c:v>
                </c:pt>
                <c:pt idx="29">
                  <c:v>43665</c:v>
                </c:pt>
                <c:pt idx="30">
                  <c:v>43672</c:v>
                </c:pt>
                <c:pt idx="31">
                  <c:v>43679</c:v>
                </c:pt>
                <c:pt idx="32">
                  <c:v>43686</c:v>
                </c:pt>
                <c:pt idx="33">
                  <c:v>43693</c:v>
                </c:pt>
                <c:pt idx="34">
                  <c:v>43700</c:v>
                </c:pt>
                <c:pt idx="35">
                  <c:v>43707</c:v>
                </c:pt>
                <c:pt idx="36">
                  <c:v>43714</c:v>
                </c:pt>
                <c:pt idx="37">
                  <c:v>43721</c:v>
                </c:pt>
                <c:pt idx="38">
                  <c:v>43728</c:v>
                </c:pt>
                <c:pt idx="39">
                  <c:v>43735</c:v>
                </c:pt>
                <c:pt idx="40">
                  <c:v>43742</c:v>
                </c:pt>
                <c:pt idx="41">
                  <c:v>43749</c:v>
                </c:pt>
                <c:pt idx="42">
                  <c:v>43756</c:v>
                </c:pt>
                <c:pt idx="43">
                  <c:v>43763</c:v>
                </c:pt>
                <c:pt idx="44">
                  <c:v>43770</c:v>
                </c:pt>
                <c:pt idx="45">
                  <c:v>43777</c:v>
                </c:pt>
                <c:pt idx="46">
                  <c:v>43784</c:v>
                </c:pt>
                <c:pt idx="47">
                  <c:v>43791</c:v>
                </c:pt>
                <c:pt idx="48">
                  <c:v>43798</c:v>
                </c:pt>
                <c:pt idx="49">
                  <c:v>43805</c:v>
                </c:pt>
                <c:pt idx="50">
                  <c:v>43812</c:v>
                </c:pt>
                <c:pt idx="51">
                  <c:v>43819</c:v>
                </c:pt>
                <c:pt idx="52">
                  <c:v>43826</c:v>
                </c:pt>
                <c:pt idx="53">
                  <c:v>43833</c:v>
                </c:pt>
                <c:pt idx="54">
                  <c:v>43840</c:v>
                </c:pt>
                <c:pt idx="55">
                  <c:v>43847</c:v>
                </c:pt>
                <c:pt idx="56">
                  <c:v>43854</c:v>
                </c:pt>
                <c:pt idx="57">
                  <c:v>43861</c:v>
                </c:pt>
                <c:pt idx="58">
                  <c:v>43868</c:v>
                </c:pt>
                <c:pt idx="59">
                  <c:v>43875</c:v>
                </c:pt>
                <c:pt idx="60">
                  <c:v>43882</c:v>
                </c:pt>
                <c:pt idx="61">
                  <c:v>43889</c:v>
                </c:pt>
                <c:pt idx="62">
                  <c:v>43896</c:v>
                </c:pt>
                <c:pt idx="63">
                  <c:v>43903</c:v>
                </c:pt>
                <c:pt idx="64">
                  <c:v>43910</c:v>
                </c:pt>
                <c:pt idx="65">
                  <c:v>43917</c:v>
                </c:pt>
                <c:pt idx="66">
                  <c:v>43924</c:v>
                </c:pt>
                <c:pt idx="67">
                  <c:v>43931</c:v>
                </c:pt>
                <c:pt idx="68">
                  <c:v>43938</c:v>
                </c:pt>
                <c:pt idx="69">
                  <c:v>43945</c:v>
                </c:pt>
                <c:pt idx="70">
                  <c:v>43952</c:v>
                </c:pt>
                <c:pt idx="71">
                  <c:v>43959</c:v>
                </c:pt>
                <c:pt idx="72">
                  <c:v>43966</c:v>
                </c:pt>
                <c:pt idx="73">
                  <c:v>43973</c:v>
                </c:pt>
                <c:pt idx="74">
                  <c:v>43980</c:v>
                </c:pt>
                <c:pt idx="75">
                  <c:v>43987</c:v>
                </c:pt>
                <c:pt idx="76">
                  <c:v>43994</c:v>
                </c:pt>
                <c:pt idx="77">
                  <c:v>44001</c:v>
                </c:pt>
                <c:pt idx="78">
                  <c:v>44008</c:v>
                </c:pt>
                <c:pt idx="79">
                  <c:v>44015</c:v>
                </c:pt>
                <c:pt idx="80">
                  <c:v>44022</c:v>
                </c:pt>
                <c:pt idx="81">
                  <c:v>44029</c:v>
                </c:pt>
                <c:pt idx="82">
                  <c:v>44036</c:v>
                </c:pt>
                <c:pt idx="83">
                  <c:v>44043</c:v>
                </c:pt>
                <c:pt idx="84">
                  <c:v>44050</c:v>
                </c:pt>
                <c:pt idx="85">
                  <c:v>44057</c:v>
                </c:pt>
                <c:pt idx="86">
                  <c:v>44064</c:v>
                </c:pt>
                <c:pt idx="87">
                  <c:v>44071</c:v>
                </c:pt>
                <c:pt idx="88">
                  <c:v>44078</c:v>
                </c:pt>
                <c:pt idx="89">
                  <c:v>44085</c:v>
                </c:pt>
                <c:pt idx="90">
                  <c:v>44092</c:v>
                </c:pt>
                <c:pt idx="91">
                  <c:v>44099</c:v>
                </c:pt>
                <c:pt idx="92">
                  <c:v>44106</c:v>
                </c:pt>
                <c:pt idx="93">
                  <c:v>44113</c:v>
                </c:pt>
                <c:pt idx="94">
                  <c:v>44120</c:v>
                </c:pt>
                <c:pt idx="95">
                  <c:v>44127</c:v>
                </c:pt>
                <c:pt idx="96">
                  <c:v>44134</c:v>
                </c:pt>
                <c:pt idx="97">
                  <c:v>44141</c:v>
                </c:pt>
                <c:pt idx="98">
                  <c:v>44148</c:v>
                </c:pt>
                <c:pt idx="99">
                  <c:v>44155</c:v>
                </c:pt>
                <c:pt idx="100">
                  <c:v>44162</c:v>
                </c:pt>
                <c:pt idx="101">
                  <c:v>44169</c:v>
                </c:pt>
                <c:pt idx="102">
                  <c:v>44176</c:v>
                </c:pt>
                <c:pt idx="103">
                  <c:v>44183</c:v>
                </c:pt>
                <c:pt idx="104">
                  <c:v>44190</c:v>
                </c:pt>
                <c:pt idx="105">
                  <c:v>44197</c:v>
                </c:pt>
                <c:pt idx="106">
                  <c:v>44204</c:v>
                </c:pt>
                <c:pt idx="107">
                  <c:v>44211</c:v>
                </c:pt>
                <c:pt idx="108">
                  <c:v>44218</c:v>
                </c:pt>
                <c:pt idx="109">
                  <c:v>44225</c:v>
                </c:pt>
                <c:pt idx="110">
                  <c:v>44232</c:v>
                </c:pt>
                <c:pt idx="111">
                  <c:v>44239</c:v>
                </c:pt>
                <c:pt idx="112">
                  <c:v>44246</c:v>
                </c:pt>
                <c:pt idx="113">
                  <c:v>44253</c:v>
                </c:pt>
                <c:pt idx="114">
                  <c:v>44260</c:v>
                </c:pt>
                <c:pt idx="115">
                  <c:v>44267</c:v>
                </c:pt>
                <c:pt idx="116">
                  <c:v>44274</c:v>
                </c:pt>
                <c:pt idx="117">
                  <c:v>44281</c:v>
                </c:pt>
                <c:pt idx="118">
                  <c:v>44288</c:v>
                </c:pt>
                <c:pt idx="119">
                  <c:v>44295</c:v>
                </c:pt>
                <c:pt idx="120">
                  <c:v>44302</c:v>
                </c:pt>
                <c:pt idx="121">
                  <c:v>44309</c:v>
                </c:pt>
                <c:pt idx="122">
                  <c:v>44316</c:v>
                </c:pt>
                <c:pt idx="123">
                  <c:v>44323</c:v>
                </c:pt>
                <c:pt idx="124">
                  <c:v>44330</c:v>
                </c:pt>
                <c:pt idx="125">
                  <c:v>44337</c:v>
                </c:pt>
                <c:pt idx="126">
                  <c:v>44344</c:v>
                </c:pt>
                <c:pt idx="127">
                  <c:v>44351</c:v>
                </c:pt>
                <c:pt idx="128">
                  <c:v>44358</c:v>
                </c:pt>
                <c:pt idx="129">
                  <c:v>44365</c:v>
                </c:pt>
                <c:pt idx="130">
                  <c:v>44372</c:v>
                </c:pt>
                <c:pt idx="131">
                  <c:v>44379</c:v>
                </c:pt>
                <c:pt idx="132">
                  <c:v>44386</c:v>
                </c:pt>
                <c:pt idx="133">
                  <c:v>44393</c:v>
                </c:pt>
                <c:pt idx="134">
                  <c:v>44400</c:v>
                </c:pt>
                <c:pt idx="135">
                  <c:v>44407</c:v>
                </c:pt>
                <c:pt idx="136">
                  <c:v>44414</c:v>
                </c:pt>
                <c:pt idx="137">
                  <c:v>44421</c:v>
                </c:pt>
                <c:pt idx="138">
                  <c:v>44428</c:v>
                </c:pt>
                <c:pt idx="139">
                  <c:v>44435</c:v>
                </c:pt>
                <c:pt idx="140">
                  <c:v>44442</c:v>
                </c:pt>
                <c:pt idx="141">
                  <c:v>44449</c:v>
                </c:pt>
                <c:pt idx="142">
                  <c:v>44456</c:v>
                </c:pt>
                <c:pt idx="143">
                  <c:v>44463</c:v>
                </c:pt>
                <c:pt idx="144">
                  <c:v>44470</c:v>
                </c:pt>
                <c:pt idx="145">
                  <c:v>44477</c:v>
                </c:pt>
                <c:pt idx="146">
                  <c:v>44484</c:v>
                </c:pt>
                <c:pt idx="147">
                  <c:v>44491</c:v>
                </c:pt>
                <c:pt idx="148">
                  <c:v>44498</c:v>
                </c:pt>
                <c:pt idx="149">
                  <c:v>44505</c:v>
                </c:pt>
                <c:pt idx="150">
                  <c:v>44512</c:v>
                </c:pt>
                <c:pt idx="151">
                  <c:v>44519</c:v>
                </c:pt>
                <c:pt idx="152">
                  <c:v>44526</c:v>
                </c:pt>
                <c:pt idx="153">
                  <c:v>44533</c:v>
                </c:pt>
                <c:pt idx="154">
                  <c:v>44540</c:v>
                </c:pt>
                <c:pt idx="155">
                  <c:v>44547</c:v>
                </c:pt>
                <c:pt idx="156">
                  <c:v>44554</c:v>
                </c:pt>
                <c:pt idx="157">
                  <c:v>44561</c:v>
                </c:pt>
                <c:pt idx="158">
                  <c:v>44568</c:v>
                </c:pt>
                <c:pt idx="159">
                  <c:v>44575</c:v>
                </c:pt>
                <c:pt idx="160">
                  <c:v>44582</c:v>
                </c:pt>
                <c:pt idx="161">
                  <c:v>44589</c:v>
                </c:pt>
                <c:pt idx="162">
                  <c:v>44596</c:v>
                </c:pt>
                <c:pt idx="163">
                  <c:v>44603</c:v>
                </c:pt>
                <c:pt idx="164">
                  <c:v>44610</c:v>
                </c:pt>
                <c:pt idx="165">
                  <c:v>44617</c:v>
                </c:pt>
                <c:pt idx="166">
                  <c:v>44624</c:v>
                </c:pt>
                <c:pt idx="167">
                  <c:v>44631</c:v>
                </c:pt>
                <c:pt idx="168">
                  <c:v>44638</c:v>
                </c:pt>
                <c:pt idx="169">
                  <c:v>44645</c:v>
                </c:pt>
                <c:pt idx="170">
                  <c:v>44652</c:v>
                </c:pt>
                <c:pt idx="171">
                  <c:v>44659</c:v>
                </c:pt>
                <c:pt idx="172">
                  <c:v>44666</c:v>
                </c:pt>
                <c:pt idx="173">
                  <c:v>44673</c:v>
                </c:pt>
                <c:pt idx="174">
                  <c:v>44680</c:v>
                </c:pt>
                <c:pt idx="175">
                  <c:v>44687</c:v>
                </c:pt>
                <c:pt idx="176">
                  <c:v>44694</c:v>
                </c:pt>
                <c:pt idx="177">
                  <c:v>44701</c:v>
                </c:pt>
                <c:pt idx="178">
                  <c:v>44708</c:v>
                </c:pt>
                <c:pt idx="179">
                  <c:v>44715</c:v>
                </c:pt>
                <c:pt idx="180">
                  <c:v>44722</c:v>
                </c:pt>
                <c:pt idx="181">
                  <c:v>44729</c:v>
                </c:pt>
                <c:pt idx="182">
                  <c:v>44736</c:v>
                </c:pt>
                <c:pt idx="183">
                  <c:v>44743</c:v>
                </c:pt>
                <c:pt idx="184">
                  <c:v>44750</c:v>
                </c:pt>
                <c:pt idx="185">
                  <c:v>44757</c:v>
                </c:pt>
                <c:pt idx="186">
                  <c:v>44764</c:v>
                </c:pt>
                <c:pt idx="187">
                  <c:v>44771</c:v>
                </c:pt>
                <c:pt idx="188">
                  <c:v>44778</c:v>
                </c:pt>
                <c:pt idx="189">
                  <c:v>44785</c:v>
                </c:pt>
                <c:pt idx="190">
                  <c:v>44792</c:v>
                </c:pt>
                <c:pt idx="191">
                  <c:v>44799</c:v>
                </c:pt>
                <c:pt idx="192">
                  <c:v>44806</c:v>
                </c:pt>
                <c:pt idx="193">
                  <c:v>44813</c:v>
                </c:pt>
                <c:pt idx="194">
                  <c:v>44820</c:v>
                </c:pt>
                <c:pt idx="195">
                  <c:v>44827</c:v>
                </c:pt>
                <c:pt idx="196">
                  <c:v>44834</c:v>
                </c:pt>
                <c:pt idx="197">
                  <c:v>44841</c:v>
                </c:pt>
                <c:pt idx="198">
                  <c:v>44848</c:v>
                </c:pt>
                <c:pt idx="199">
                  <c:v>44855</c:v>
                </c:pt>
                <c:pt idx="200">
                  <c:v>44862</c:v>
                </c:pt>
                <c:pt idx="201">
                  <c:v>44869</c:v>
                </c:pt>
                <c:pt idx="202">
                  <c:v>44876</c:v>
                </c:pt>
                <c:pt idx="203">
                  <c:v>44883</c:v>
                </c:pt>
                <c:pt idx="204">
                  <c:v>44890</c:v>
                </c:pt>
                <c:pt idx="205">
                  <c:v>44897</c:v>
                </c:pt>
                <c:pt idx="206">
                  <c:v>44904</c:v>
                </c:pt>
                <c:pt idx="207">
                  <c:v>44911</c:v>
                </c:pt>
                <c:pt idx="208">
                  <c:v>44918</c:v>
                </c:pt>
                <c:pt idx="209">
                  <c:v>44925</c:v>
                </c:pt>
                <c:pt idx="210">
                  <c:v>44932</c:v>
                </c:pt>
                <c:pt idx="211">
                  <c:v>44939</c:v>
                </c:pt>
                <c:pt idx="212">
                  <c:v>44946</c:v>
                </c:pt>
                <c:pt idx="213">
                  <c:v>44953</c:v>
                </c:pt>
                <c:pt idx="214">
                  <c:v>44960</c:v>
                </c:pt>
                <c:pt idx="215">
                  <c:v>44967</c:v>
                </c:pt>
                <c:pt idx="216">
                  <c:v>44974</c:v>
                </c:pt>
                <c:pt idx="217">
                  <c:v>44981</c:v>
                </c:pt>
                <c:pt idx="218">
                  <c:v>44988</c:v>
                </c:pt>
                <c:pt idx="219">
                  <c:v>44995</c:v>
                </c:pt>
                <c:pt idx="220">
                  <c:v>45002</c:v>
                </c:pt>
                <c:pt idx="221">
                  <c:v>45009</c:v>
                </c:pt>
                <c:pt idx="222">
                  <c:v>45016</c:v>
                </c:pt>
                <c:pt idx="223">
                  <c:v>45023</c:v>
                </c:pt>
                <c:pt idx="224">
                  <c:v>45030</c:v>
                </c:pt>
                <c:pt idx="225">
                  <c:v>45037</c:v>
                </c:pt>
                <c:pt idx="226">
                  <c:v>45044</c:v>
                </c:pt>
                <c:pt idx="227">
                  <c:v>45051</c:v>
                </c:pt>
                <c:pt idx="228">
                  <c:v>45058</c:v>
                </c:pt>
                <c:pt idx="229">
                  <c:v>45065</c:v>
                </c:pt>
                <c:pt idx="230">
                  <c:v>45072</c:v>
                </c:pt>
                <c:pt idx="231">
                  <c:v>45079</c:v>
                </c:pt>
                <c:pt idx="232">
                  <c:v>45086</c:v>
                </c:pt>
                <c:pt idx="233">
                  <c:v>45093</c:v>
                </c:pt>
                <c:pt idx="234">
                  <c:v>45100</c:v>
                </c:pt>
                <c:pt idx="235">
                  <c:v>45107</c:v>
                </c:pt>
                <c:pt idx="236">
                  <c:v>45114</c:v>
                </c:pt>
                <c:pt idx="237">
                  <c:v>45121</c:v>
                </c:pt>
                <c:pt idx="238">
                  <c:v>45128</c:v>
                </c:pt>
                <c:pt idx="239">
                  <c:v>45135</c:v>
                </c:pt>
                <c:pt idx="240">
                  <c:v>45142</c:v>
                </c:pt>
                <c:pt idx="241">
                  <c:v>45149</c:v>
                </c:pt>
                <c:pt idx="242">
                  <c:v>45156</c:v>
                </c:pt>
                <c:pt idx="243">
                  <c:v>45163</c:v>
                </c:pt>
                <c:pt idx="244">
                  <c:v>45170</c:v>
                </c:pt>
                <c:pt idx="245">
                  <c:v>45177</c:v>
                </c:pt>
                <c:pt idx="246">
                  <c:v>45184</c:v>
                </c:pt>
                <c:pt idx="247">
                  <c:v>45191</c:v>
                </c:pt>
                <c:pt idx="248">
                  <c:v>45198</c:v>
                </c:pt>
                <c:pt idx="249">
                  <c:v>45205</c:v>
                </c:pt>
                <c:pt idx="250">
                  <c:v>45212</c:v>
                </c:pt>
                <c:pt idx="251">
                  <c:v>45219</c:v>
                </c:pt>
                <c:pt idx="252">
                  <c:v>45226</c:v>
                </c:pt>
                <c:pt idx="253">
                  <c:v>45233</c:v>
                </c:pt>
                <c:pt idx="254">
                  <c:v>45240</c:v>
                </c:pt>
                <c:pt idx="255">
                  <c:v>45247</c:v>
                </c:pt>
                <c:pt idx="256">
                  <c:v>45254</c:v>
                </c:pt>
                <c:pt idx="257">
                  <c:v>45261</c:v>
                </c:pt>
                <c:pt idx="258">
                  <c:v>45268</c:v>
                </c:pt>
                <c:pt idx="259">
                  <c:v>45275</c:v>
                </c:pt>
                <c:pt idx="260">
                  <c:v>45282</c:v>
                </c:pt>
                <c:pt idx="261">
                  <c:v>45289</c:v>
                </c:pt>
                <c:pt idx="262">
                  <c:v>45296</c:v>
                </c:pt>
                <c:pt idx="263">
                  <c:v>45303</c:v>
                </c:pt>
                <c:pt idx="264">
                  <c:v>45310</c:v>
                </c:pt>
                <c:pt idx="265">
                  <c:v>45317</c:v>
                </c:pt>
                <c:pt idx="266">
                  <c:v>45324</c:v>
                </c:pt>
                <c:pt idx="267">
                  <c:v>45331</c:v>
                </c:pt>
                <c:pt idx="268">
                  <c:v>45338</c:v>
                </c:pt>
                <c:pt idx="269">
                  <c:v>45345</c:v>
                </c:pt>
                <c:pt idx="270">
                  <c:v>45352</c:v>
                </c:pt>
                <c:pt idx="271">
                  <c:v>45359</c:v>
                </c:pt>
                <c:pt idx="272">
                  <c:v>45366</c:v>
                </c:pt>
                <c:pt idx="273">
                  <c:v>45373</c:v>
                </c:pt>
                <c:pt idx="274">
                  <c:v>45380</c:v>
                </c:pt>
                <c:pt idx="275">
                  <c:v>45387</c:v>
                </c:pt>
                <c:pt idx="276">
                  <c:v>45394</c:v>
                </c:pt>
                <c:pt idx="277">
                  <c:v>45401</c:v>
                </c:pt>
                <c:pt idx="278">
                  <c:v>45408</c:v>
                </c:pt>
                <c:pt idx="279">
                  <c:v>45415</c:v>
                </c:pt>
                <c:pt idx="280">
                  <c:v>45422</c:v>
                </c:pt>
                <c:pt idx="281">
                  <c:v>45429</c:v>
                </c:pt>
                <c:pt idx="282">
                  <c:v>45436</c:v>
                </c:pt>
                <c:pt idx="283">
                  <c:v>45443</c:v>
                </c:pt>
                <c:pt idx="284">
                  <c:v>45450</c:v>
                </c:pt>
                <c:pt idx="285">
                  <c:v>45457</c:v>
                </c:pt>
                <c:pt idx="286">
                  <c:v>45464</c:v>
                </c:pt>
                <c:pt idx="287">
                  <c:v>45471</c:v>
                </c:pt>
                <c:pt idx="288">
                  <c:v>45478</c:v>
                </c:pt>
                <c:pt idx="289">
                  <c:v>45485</c:v>
                </c:pt>
                <c:pt idx="290">
                  <c:v>45492</c:v>
                </c:pt>
                <c:pt idx="291">
                  <c:v>45499</c:v>
                </c:pt>
                <c:pt idx="292">
                  <c:v>45506</c:v>
                </c:pt>
                <c:pt idx="293">
                  <c:v>45513</c:v>
                </c:pt>
                <c:pt idx="294">
                  <c:v>45520</c:v>
                </c:pt>
                <c:pt idx="295">
                  <c:v>45527</c:v>
                </c:pt>
                <c:pt idx="296">
                  <c:v>45534</c:v>
                </c:pt>
                <c:pt idx="297">
                  <c:v>45541</c:v>
                </c:pt>
                <c:pt idx="298">
                  <c:v>45548</c:v>
                </c:pt>
                <c:pt idx="299">
                  <c:v>45555</c:v>
                </c:pt>
                <c:pt idx="300">
                  <c:v>45562</c:v>
                </c:pt>
                <c:pt idx="301">
                  <c:v>45569</c:v>
                </c:pt>
                <c:pt idx="302">
                  <c:v>45576</c:v>
                </c:pt>
                <c:pt idx="303">
                  <c:v>45583</c:v>
                </c:pt>
                <c:pt idx="304">
                  <c:v>45590</c:v>
                </c:pt>
                <c:pt idx="305">
                  <c:v>45597</c:v>
                </c:pt>
                <c:pt idx="306">
                  <c:v>45604</c:v>
                </c:pt>
                <c:pt idx="307">
                  <c:v>45611</c:v>
                </c:pt>
                <c:pt idx="308">
                  <c:v>45618</c:v>
                </c:pt>
                <c:pt idx="309">
                  <c:v>45625</c:v>
                </c:pt>
                <c:pt idx="310">
                  <c:v>45632</c:v>
                </c:pt>
                <c:pt idx="311">
                  <c:v>45639</c:v>
                </c:pt>
                <c:pt idx="312">
                  <c:v>45646</c:v>
                </c:pt>
                <c:pt idx="313">
                  <c:v>45653</c:v>
                </c:pt>
                <c:pt idx="314">
                  <c:v>45660</c:v>
                </c:pt>
                <c:pt idx="315">
                  <c:v>45667</c:v>
                </c:pt>
                <c:pt idx="316">
                  <c:v>45674</c:v>
                </c:pt>
                <c:pt idx="317">
                  <c:v>45681</c:v>
                </c:pt>
                <c:pt idx="318">
                  <c:v>45688</c:v>
                </c:pt>
                <c:pt idx="319">
                  <c:v>45695</c:v>
                </c:pt>
                <c:pt idx="320">
                  <c:v>45702</c:v>
                </c:pt>
                <c:pt idx="321">
                  <c:v>45709</c:v>
                </c:pt>
                <c:pt idx="322">
                  <c:v>45716</c:v>
                </c:pt>
                <c:pt idx="323">
                  <c:v>45723</c:v>
                </c:pt>
                <c:pt idx="324">
                  <c:v>45730</c:v>
                </c:pt>
                <c:pt idx="325">
                  <c:v>45737</c:v>
                </c:pt>
                <c:pt idx="326">
                  <c:v>45744</c:v>
                </c:pt>
                <c:pt idx="327">
                  <c:v>45751</c:v>
                </c:pt>
                <c:pt idx="328">
                  <c:v>45758</c:v>
                </c:pt>
                <c:pt idx="329">
                  <c:v>45765</c:v>
                </c:pt>
                <c:pt idx="330">
                  <c:v>45772</c:v>
                </c:pt>
                <c:pt idx="331">
                  <c:v>45779</c:v>
                </c:pt>
                <c:pt idx="332">
                  <c:v>45786</c:v>
                </c:pt>
                <c:pt idx="333">
                  <c:v>45793</c:v>
                </c:pt>
                <c:pt idx="334">
                  <c:v>45800</c:v>
                </c:pt>
                <c:pt idx="335">
                  <c:v>45807</c:v>
                </c:pt>
                <c:pt idx="336">
                  <c:v>45814</c:v>
                </c:pt>
                <c:pt idx="337">
                  <c:v>45821</c:v>
                </c:pt>
                <c:pt idx="338">
                  <c:v>45828</c:v>
                </c:pt>
                <c:pt idx="339">
                  <c:v>45835</c:v>
                </c:pt>
                <c:pt idx="340">
                  <c:v>45842</c:v>
                </c:pt>
                <c:pt idx="341">
                  <c:v>45849</c:v>
                </c:pt>
                <c:pt idx="342">
                  <c:v>45856</c:v>
                </c:pt>
                <c:pt idx="343">
                  <c:v>45863</c:v>
                </c:pt>
                <c:pt idx="344">
                  <c:v>45870</c:v>
                </c:pt>
                <c:pt idx="345">
                  <c:v>45877</c:v>
                </c:pt>
                <c:pt idx="346">
                  <c:v>45884</c:v>
                </c:pt>
                <c:pt idx="347">
                  <c:v>45891</c:v>
                </c:pt>
                <c:pt idx="348">
                  <c:v>45898</c:v>
                </c:pt>
                <c:pt idx="349">
                  <c:v>45905</c:v>
                </c:pt>
                <c:pt idx="350">
                  <c:v>45912</c:v>
                </c:pt>
                <c:pt idx="351">
                  <c:v>45919</c:v>
                </c:pt>
                <c:pt idx="352">
                  <c:v>45926</c:v>
                </c:pt>
                <c:pt idx="353">
                  <c:v>45933</c:v>
                </c:pt>
                <c:pt idx="354">
                  <c:v>45940</c:v>
                </c:pt>
                <c:pt idx="355">
                  <c:v>45947</c:v>
                </c:pt>
                <c:pt idx="356">
                  <c:v>45954</c:v>
                </c:pt>
                <c:pt idx="357">
                  <c:v>45961</c:v>
                </c:pt>
                <c:pt idx="358">
                  <c:v>45968</c:v>
                </c:pt>
                <c:pt idx="359">
                  <c:v>45975</c:v>
                </c:pt>
                <c:pt idx="360">
                  <c:v>45982</c:v>
                </c:pt>
                <c:pt idx="361">
                  <c:v>45989</c:v>
                </c:pt>
                <c:pt idx="362">
                  <c:v>45996</c:v>
                </c:pt>
                <c:pt idx="363">
                  <c:v>46003</c:v>
                </c:pt>
                <c:pt idx="364">
                  <c:v>46010</c:v>
                </c:pt>
                <c:pt idx="365">
                  <c:v>46017</c:v>
                </c:pt>
                <c:pt idx="366">
                  <c:v>46024</c:v>
                </c:pt>
                <c:pt idx="367">
                  <c:v>46031</c:v>
                </c:pt>
                <c:pt idx="368">
                  <c:v>46038</c:v>
                </c:pt>
                <c:pt idx="369">
                  <c:v>46045</c:v>
                </c:pt>
                <c:pt idx="370">
                  <c:v>46052</c:v>
                </c:pt>
                <c:pt idx="371">
                  <c:v>46059</c:v>
                </c:pt>
                <c:pt idx="372">
                  <c:v>46066</c:v>
                </c:pt>
                <c:pt idx="373">
                  <c:v>46073</c:v>
                </c:pt>
                <c:pt idx="374">
                  <c:v>46080</c:v>
                </c:pt>
                <c:pt idx="375">
                  <c:v>46087</c:v>
                </c:pt>
                <c:pt idx="376">
                  <c:v>46094</c:v>
                </c:pt>
                <c:pt idx="377">
                  <c:v>46101</c:v>
                </c:pt>
                <c:pt idx="378">
                  <c:v>46108</c:v>
                </c:pt>
                <c:pt idx="379">
                  <c:v>46115</c:v>
                </c:pt>
                <c:pt idx="380">
                  <c:v>46122</c:v>
                </c:pt>
                <c:pt idx="381">
                  <c:v>46129</c:v>
                </c:pt>
                <c:pt idx="382">
                  <c:v>46136</c:v>
                </c:pt>
                <c:pt idx="383">
                  <c:v>46143</c:v>
                </c:pt>
                <c:pt idx="384">
                  <c:v>46150</c:v>
                </c:pt>
                <c:pt idx="385">
                  <c:v>46157</c:v>
                </c:pt>
                <c:pt idx="386">
                  <c:v>46164</c:v>
                </c:pt>
                <c:pt idx="387">
                  <c:v>46171</c:v>
                </c:pt>
                <c:pt idx="388">
                  <c:v>46178</c:v>
                </c:pt>
                <c:pt idx="389">
                  <c:v>46185</c:v>
                </c:pt>
                <c:pt idx="390">
                  <c:v>46192</c:v>
                </c:pt>
                <c:pt idx="391">
                  <c:v>46199</c:v>
                </c:pt>
                <c:pt idx="392">
                  <c:v>46206</c:v>
                </c:pt>
                <c:pt idx="393">
                  <c:v>46213</c:v>
                </c:pt>
                <c:pt idx="394">
                  <c:v>46220</c:v>
                </c:pt>
                <c:pt idx="395">
                  <c:v>46227</c:v>
                </c:pt>
                <c:pt idx="396">
                  <c:v>46234</c:v>
                </c:pt>
                <c:pt idx="397">
                  <c:v>46241</c:v>
                </c:pt>
                <c:pt idx="398">
                  <c:v>46248</c:v>
                </c:pt>
                <c:pt idx="399">
                  <c:v>46255</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US10Y_chg!$X$21:$X$5000</c:f>
              <c:numCache>
                <c:formatCode>General</c:formatCode>
                <c:ptCount val="4980"/>
                <c:pt idx="0">
                  <c:v>#N/A</c:v>
                </c:pt>
                <c:pt idx="1">
                  <c:v>#N/A</c:v>
                </c:pt>
                <c:pt idx="2">
                  <c:v>#N/A</c:v>
                </c:pt>
                <c:pt idx="3">
                  <c:v>#N/A</c:v>
                </c:pt>
                <c:pt idx="4">
                  <c:v>#N/A</c:v>
                </c:pt>
                <c:pt idx="5">
                  <c:v>#N/A</c:v>
                </c:pt>
                <c:pt idx="6">
                  <c:v>#N/A</c:v>
                </c:pt>
                <c:pt idx="7">
                  <c:v>#N/A</c:v>
                </c:pt>
                <c:pt idx="8">
                  <c:v>#N/A</c:v>
                </c:pt>
                <c:pt idx="9">
                  <c:v>#N/A</c:v>
                </c:pt>
                <c:pt idx="10">
                  <c:v>#N/A</c:v>
                </c:pt>
                <c:pt idx="11">
                  <c:v>#N/A</c:v>
                </c:pt>
                <c:pt idx="12">
                  <c:v>#N/A</c:v>
                </c:pt>
                <c:pt idx="13">
                  <c:v>-0.6019000000000001</c:v>
                </c:pt>
                <c:pt idx="14">
                  <c:v>-0.40340000000000004</c:v>
                </c:pt>
                <c:pt idx="15">
                  <c:v>-0.33110000000000006</c:v>
                </c:pt>
                <c:pt idx="16">
                  <c:v>-0.41000000000000003</c:v>
                </c:pt>
                <c:pt idx="17">
                  <c:v>-0.41210000000000002</c:v>
                </c:pt>
                <c:pt idx="18">
                  <c:v>-0.24229999999999999</c:v>
                </c:pt>
                <c:pt idx="19">
                  <c:v>-0.24230000000000004</c:v>
                </c:pt>
                <c:pt idx="20">
                  <c:v>-0.33839999999999998</c:v>
                </c:pt>
                <c:pt idx="21">
                  <c:v>-0.33550000000000002</c:v>
                </c:pt>
                <c:pt idx="22">
                  <c:v>-0.63649999999999995</c:v>
                </c:pt>
                <c:pt idx="23">
                  <c:v>-0.50980000000000003</c:v>
                </c:pt>
                <c:pt idx="24">
                  <c:v>-0.42580000000000001</c:v>
                </c:pt>
                <c:pt idx="25">
                  <c:v>-0.28440000000000004</c:v>
                </c:pt>
                <c:pt idx="26">
                  <c:v>-0.30230000000000007</c:v>
                </c:pt>
                <c:pt idx="27">
                  <c:v>-0.3962</c:v>
                </c:pt>
                <c:pt idx="28">
                  <c:v>-0.38460000000000005</c:v>
                </c:pt>
                <c:pt idx="29">
                  <c:v>-0.49770000000000003</c:v>
                </c:pt>
                <c:pt idx="30">
                  <c:v>-0.43540000000000001</c:v>
                </c:pt>
                <c:pt idx="31">
                  <c:v>-0.69569999999999999</c:v>
                </c:pt>
                <c:pt idx="32">
                  <c:v>-0.76580000000000004</c:v>
                </c:pt>
                <c:pt idx="33">
                  <c:v>-0.86699999999999999</c:v>
                </c:pt>
                <c:pt idx="34">
                  <c:v>-0.86350000000000005</c:v>
                </c:pt>
                <c:pt idx="35">
                  <c:v>-0.70669999999999999</c:v>
                </c:pt>
                <c:pt idx="36">
                  <c:v>-0.63100000000000001</c:v>
                </c:pt>
                <c:pt idx="37">
                  <c:v>-0.35210000000000008</c:v>
                </c:pt>
                <c:pt idx="38">
                  <c:v>-0.5131</c:v>
                </c:pt>
                <c:pt idx="39">
                  <c:v>-0.50209999999999999</c:v>
                </c:pt>
                <c:pt idx="40">
                  <c:v>-0.65029999999999999</c:v>
                </c:pt>
                <c:pt idx="41">
                  <c:v>-0.52950000000000008</c:v>
                </c:pt>
                <c:pt idx="42">
                  <c:v>-0.34210000000000007</c:v>
                </c:pt>
                <c:pt idx="43">
                  <c:v>-0.32400000000000007</c:v>
                </c:pt>
                <c:pt idx="44">
                  <c:v>-0.16570000000000007</c:v>
                </c:pt>
                <c:pt idx="45">
                  <c:v>0.15199999999999997</c:v>
                </c:pt>
                <c:pt idx="46">
                  <c:v>0.26139999999999997</c:v>
                </c:pt>
                <c:pt idx="47">
                  <c:v>0.21799999999999997</c:v>
                </c:pt>
                <c:pt idx="48">
                  <c:v>0.27049999999999996</c:v>
                </c:pt>
                <c:pt idx="49">
                  <c:v>0.24349999999999999</c:v>
                </c:pt>
                <c:pt idx="50">
                  <c:v>-5.5799999999999988E-2</c:v>
                </c:pt>
                <c:pt idx="51">
                  <c:v>0.21129999999999999</c:v>
                </c:pt>
                <c:pt idx="52">
                  <c:v>0.19370000000000001</c:v>
                </c:pt>
                <c:pt idx="53">
                  <c:v>0.19670000000000004</c:v>
                </c:pt>
                <c:pt idx="54">
                  <c:v>5.3500000000000013E-2</c:v>
                </c:pt>
                <c:pt idx="55">
                  <c:v>-1.1199999999999974E-2</c:v>
                </c:pt>
                <c:pt idx="56">
                  <c:v>-0.18720000000000001</c:v>
                </c:pt>
                <c:pt idx="57">
                  <c:v>-0.32099999999999995</c:v>
                </c:pt>
                <c:pt idx="58">
                  <c:v>-0.4723</c:v>
                </c:pt>
                <c:pt idx="59">
                  <c:v>-0.39269999999999999</c:v>
                </c:pt>
                <c:pt idx="60">
                  <c:v>-0.45739999999999997</c:v>
                </c:pt>
                <c:pt idx="61">
                  <c:v>-0.79329999999999989</c:v>
                </c:pt>
                <c:pt idx="62">
                  <c:v>-1.1762999999999999</c:v>
                </c:pt>
                <c:pt idx="63">
                  <c:v>-0.77759999999999985</c:v>
                </c:pt>
                <c:pt idx="64">
                  <c:v>-0.77289999999999981</c:v>
                </c:pt>
                <c:pt idx="65">
                  <c:v>-0.87479999999999991</c:v>
                </c:pt>
                <c:pt idx="66">
                  <c:v>-0.80309999999999993</c:v>
                </c:pt>
                <c:pt idx="67">
                  <c:v>-0.75939999999999996</c:v>
                </c:pt>
                <c:pt idx="68">
                  <c:v>-0.74509999999999987</c:v>
                </c:pt>
                <c:pt idx="69">
                  <c:v>-0.67880000000000007</c:v>
                </c:pt>
                <c:pt idx="70">
                  <c:v>-0.42869999999999997</c:v>
                </c:pt>
                <c:pt idx="71">
                  <c:v>-0.49479999999999974</c:v>
                </c:pt>
                <c:pt idx="72">
                  <c:v>-0.50970000000000004</c:v>
                </c:pt>
                <c:pt idx="73">
                  <c:v>-0.4022</c:v>
                </c:pt>
                <c:pt idx="74">
                  <c:v>-0.14379999999999998</c:v>
                </c:pt>
                <c:pt idx="75">
                  <c:v>0.29549999999999998</c:v>
                </c:pt>
                <c:pt idx="76">
                  <c:v>-0.3216</c:v>
                </c:pt>
                <c:pt idx="77">
                  <c:v>-0.48930000000000001</c:v>
                </c:pt>
                <c:pt idx="78">
                  <c:v>-0.42480000000000001</c:v>
                </c:pt>
                <c:pt idx="79">
                  <c:v>-0.38750000000000001</c:v>
                </c:pt>
                <c:pt idx="80">
                  <c:v>-0.52970000000000006</c:v>
                </c:pt>
                <c:pt idx="81">
                  <c:v>-0.59299999999999997</c:v>
                </c:pt>
                <c:pt idx="82">
                  <c:v>-0.55999999999999994</c:v>
                </c:pt>
                <c:pt idx="83">
                  <c:v>-0.69910000000000005</c:v>
                </c:pt>
                <c:pt idx="84">
                  <c:v>-0.64960000000000007</c:v>
                </c:pt>
                <c:pt idx="85">
                  <c:v>-0.5242</c:v>
                </c:pt>
                <c:pt idx="86">
                  <c:v>-0.57530000000000003</c:v>
                </c:pt>
                <c:pt idx="87">
                  <c:v>-0.43520000000000003</c:v>
                </c:pt>
                <c:pt idx="88">
                  <c:v>-0.45239999999999991</c:v>
                </c:pt>
                <c:pt idx="89">
                  <c:v>-0.25870000000000004</c:v>
                </c:pt>
                <c:pt idx="90">
                  <c:v>-0.15350000000000003</c:v>
                </c:pt>
                <c:pt idx="91">
                  <c:v>-7.7900000000000011E-2</c:v>
                </c:pt>
                <c:pt idx="92">
                  <c:v>-2.6200000000000015E-2</c:v>
                </c:pt>
                <c:pt idx="93">
                  <c:v>4.5699999999999991E-2</c:v>
                </c:pt>
                <c:pt idx="94">
                  <c:v>9.6099999999999991E-2</c:v>
                </c:pt>
                <c:pt idx="95">
                  <c:v>0.16349999999999995</c:v>
                </c:pt>
                <c:pt idx="96">
                  <c:v>0.30839999999999995</c:v>
                </c:pt>
                <c:pt idx="97">
                  <c:v>0.28139999999999998</c:v>
                </c:pt>
                <c:pt idx="98">
                  <c:v>0.24329999999999996</c:v>
                </c:pt>
                <c:pt idx="99">
                  <c:v>0.24330000000000002</c:v>
                </c:pt>
                <c:pt idx="100">
                  <c:v>0.14230000000000001</c:v>
                </c:pt>
                <c:pt idx="101">
                  <c:v>0.17369999999999997</c:v>
                </c:pt>
                <c:pt idx="102">
                  <c:v>0.11029999999999994</c:v>
                </c:pt>
                <c:pt idx="103">
                  <c:v>9.8699999999999982E-2</c:v>
                </c:pt>
                <c:pt idx="104">
                  <c:v>9.1199999999999989E-2</c:v>
                </c:pt>
                <c:pt idx="105">
                  <c:v>1.1499999999999989E-2</c:v>
                </c:pt>
                <c:pt idx="106">
                  <c:v>0.11999999999999997</c:v>
                </c:pt>
                <c:pt idx="107">
                  <c:v>7.5399999999999967E-2</c:v>
                </c:pt>
                <c:pt idx="108">
                  <c:v>1.3299999999999985E-2</c:v>
                </c:pt>
                <c:pt idx="109">
                  <c:v>-5.8100000000000013E-2</c:v>
                </c:pt>
                <c:pt idx="110">
                  <c:v>1.5799999999999995E-2</c:v>
                </c:pt>
                <c:pt idx="111">
                  <c:v>-2.0699999999999996E-2</c:v>
                </c:pt>
                <c:pt idx="112">
                  <c:v>0.22419999999999998</c:v>
                </c:pt>
                <c:pt idx="113">
                  <c:v>0.2422</c:v>
                </c:pt>
                <c:pt idx="114">
                  <c:v>0.28589999999999999</c:v>
                </c:pt>
                <c:pt idx="115">
                  <c:v>0.42209999999999998</c:v>
                </c:pt>
                <c:pt idx="116">
                  <c:v>0.54139999999999999</c:v>
                </c:pt>
                <c:pt idx="117">
                  <c:v>0.50570000000000004</c:v>
                </c:pt>
                <c:pt idx="118">
                  <c:v>0.58419999999999994</c:v>
                </c:pt>
                <c:pt idx="119">
                  <c:v>0.39909999999999995</c:v>
                </c:pt>
                <c:pt idx="120">
                  <c:v>0.35089999999999999</c:v>
                </c:pt>
                <c:pt idx="121">
                  <c:v>0.3911</c:v>
                </c:pt>
                <c:pt idx="122">
                  <c:v>0.44040000000000007</c:v>
                </c:pt>
                <c:pt idx="123">
                  <c:v>0.31520000000000004</c:v>
                </c:pt>
                <c:pt idx="124">
                  <c:v>0.31159999999999993</c:v>
                </c:pt>
                <c:pt idx="125">
                  <c:v>0.15970000000000001</c:v>
                </c:pt>
                <c:pt idx="126">
                  <c:v>0.14649999999999996</c:v>
                </c:pt>
                <c:pt idx="127">
                  <c:v>-4.6099999999999988E-2</c:v>
                </c:pt>
                <c:pt idx="128">
                  <c:v>-0.1762</c:v>
                </c:pt>
                <c:pt idx="129">
                  <c:v>-0.33279999999999998</c:v>
                </c:pt>
                <c:pt idx="130">
                  <c:v>-0.19359999999999997</c:v>
                </c:pt>
                <c:pt idx="131">
                  <c:v>-0.31589999999999996</c:v>
                </c:pt>
                <c:pt idx="132">
                  <c:v>-0.31590000000000001</c:v>
                </c:pt>
                <c:pt idx="133">
                  <c:v>-0.33979999999999999</c:v>
                </c:pt>
                <c:pt idx="134">
                  <c:v>-0.36609999999999998</c:v>
                </c:pt>
                <c:pt idx="135">
                  <c:v>-0.45960000000000006</c:v>
                </c:pt>
                <c:pt idx="136">
                  <c:v>-0.29170000000000007</c:v>
                </c:pt>
                <c:pt idx="137">
                  <c:v>-0.29799999999999999</c:v>
                </c:pt>
                <c:pt idx="138">
                  <c:v>-0.29259999999999997</c:v>
                </c:pt>
                <c:pt idx="139">
                  <c:v>-0.26680000000000004</c:v>
                </c:pt>
                <c:pt idx="140">
                  <c:v>-0.18690000000000004</c:v>
                </c:pt>
                <c:pt idx="141">
                  <c:v>-8.3200000000000024E-2</c:v>
                </c:pt>
                <c:pt idx="142">
                  <c:v>-4.4200000000000031E-2</c:v>
                </c:pt>
                <c:pt idx="143">
                  <c:v>-3.9700000000000041E-2</c:v>
                </c:pt>
                <c:pt idx="144">
                  <c:v>2.9699999999999969E-2</c:v>
                </c:pt>
                <c:pt idx="145">
                  <c:v>0.18270000000000003</c:v>
                </c:pt>
                <c:pt idx="146">
                  <c:v>0.21049999999999996</c:v>
                </c:pt>
                <c:pt idx="147">
                  <c:v>0.24979999999999994</c:v>
                </c:pt>
                <c:pt idx="148">
                  <c:v>0.19769999999999999</c:v>
                </c:pt>
                <c:pt idx="149">
                  <c:v>-1.0000000000000023E-2</c:v>
                </c:pt>
                <c:pt idx="150">
                  <c:v>-1.889999999999999E-2</c:v>
                </c:pt>
                <c:pt idx="151">
                  <c:v>-6.0499999999999998E-2</c:v>
                </c:pt>
                <c:pt idx="152">
                  <c:v>-0.15090000000000003</c:v>
                </c:pt>
                <c:pt idx="153">
                  <c:v>-0.2757</c:v>
                </c:pt>
                <c:pt idx="154">
                  <c:v>-0.14169999999999996</c:v>
                </c:pt>
                <c:pt idx="155">
                  <c:v>-0.20829999999999996</c:v>
                </c:pt>
                <c:pt idx="156">
                  <c:v>-0.2213</c:v>
                </c:pt>
                <c:pt idx="157">
                  <c:v>-0.21680000000000005</c:v>
                </c:pt>
                <c:pt idx="158">
                  <c:v>-3.7600000000000022E-2</c:v>
                </c:pt>
                <c:pt idx="159">
                  <c:v>5.5399999999999991E-2</c:v>
                </c:pt>
                <c:pt idx="160">
                  <c:v>1.3000000000000164E-3</c:v>
                </c:pt>
                <c:pt idx="161">
                  <c:v>9.4199999999999964E-2</c:v>
                </c:pt>
                <c:pt idx="162">
                  <c:v>0.3322</c:v>
                </c:pt>
                <c:pt idx="163">
                  <c:v>0.26539999999999997</c:v>
                </c:pt>
                <c:pt idx="164">
                  <c:v>0.24029999999999987</c:v>
                </c:pt>
                <c:pt idx="165">
                  <c:v>0.28089999999999993</c:v>
                </c:pt>
                <c:pt idx="166">
                  <c:v>1.5999999999999959E-2</c:v>
                </c:pt>
                <c:pt idx="167">
                  <c:v>6.1299999999999966E-2</c:v>
                </c:pt>
                <c:pt idx="168">
                  <c:v>0.2878</c:v>
                </c:pt>
                <c:pt idx="169">
                  <c:v>0.40400000000000003</c:v>
                </c:pt>
                <c:pt idx="170">
                  <c:v>0.47729999999999995</c:v>
                </c:pt>
                <c:pt idx="171">
                  <c:v>0.4874</c:v>
                </c:pt>
                <c:pt idx="172">
                  <c:v>0.60329999999999995</c:v>
                </c:pt>
                <c:pt idx="173">
                  <c:v>0.68440000000000001</c:v>
                </c:pt>
                <c:pt idx="174">
                  <c:v>0.75880000000000014</c:v>
                </c:pt>
                <c:pt idx="175">
                  <c:v>0.87470000000000014</c:v>
                </c:pt>
                <c:pt idx="176">
                  <c:v>0.78810000000000002</c:v>
                </c:pt>
                <c:pt idx="177">
                  <c:v>0.73510000000000009</c:v>
                </c:pt>
                <c:pt idx="178">
                  <c:v>0.76830000000000032</c:v>
                </c:pt>
                <c:pt idx="179">
                  <c:v>1.3051999999999997</c:v>
                </c:pt>
                <c:pt idx="180">
                  <c:v>1.2229000000000001</c:v>
                </c:pt>
                <c:pt idx="181">
                  <c:v>1.2048000000000001</c:v>
                </c:pt>
                <c:pt idx="182">
                  <c:v>0.95190000000000019</c:v>
                </c:pt>
                <c:pt idx="183">
                  <c:v>0.69669999999999999</c:v>
                </c:pt>
                <c:pt idx="184">
                  <c:v>0.62429999999999997</c:v>
                </c:pt>
                <c:pt idx="185">
                  <c:v>0.40199999999999997</c:v>
                </c:pt>
                <c:pt idx="186">
                  <c:v>0.19720000000000001</c:v>
                </c:pt>
                <c:pt idx="187">
                  <c:v>1.4000000000000123E-3</c:v>
                </c:pt>
                <c:pt idx="188">
                  <c:v>-4.5999999999999958E-2</c:v>
                </c:pt>
                <c:pt idx="189">
                  <c:v>0.15110000000000001</c:v>
                </c:pt>
                <c:pt idx="190">
                  <c:v>0.39529999999999998</c:v>
                </c:pt>
                <c:pt idx="191">
                  <c:v>0.46319999999999995</c:v>
                </c:pt>
                <c:pt idx="192">
                  <c:v>0.52810000000000001</c:v>
                </c:pt>
                <c:pt idx="193">
                  <c:v>0.54730000000000001</c:v>
                </c:pt>
                <c:pt idx="194">
                  <c:v>0.48030000000000006</c:v>
                </c:pt>
                <c:pt idx="195">
                  <c:v>0.77800000000000002</c:v>
                </c:pt>
                <c:pt idx="196">
                  <c:v>1.1504000000000001</c:v>
                </c:pt>
                <c:pt idx="197">
                  <c:v>0.85680000000000001</c:v>
                </c:pt>
                <c:pt idx="198">
                  <c:v>1.0789</c:v>
                </c:pt>
                <c:pt idx="199">
                  <c:v>1.3398000000000001</c:v>
                </c:pt>
                <c:pt idx="200">
                  <c:v>1.3024000000000002</c:v>
                </c:pt>
                <c:pt idx="201">
                  <c:v>1.2497000000000003</c:v>
                </c:pt>
                <c:pt idx="202">
                  <c:v>0.94620000000000015</c:v>
                </c:pt>
                <c:pt idx="203">
                  <c:v>0.84760000000000013</c:v>
                </c:pt>
                <c:pt idx="204">
                  <c:v>0.61030000000000018</c:v>
                </c:pt>
                <c:pt idx="205">
                  <c:v>0.17230000000000009</c:v>
                </c:pt>
                <c:pt idx="206">
                  <c:v>0.15649999999999981</c:v>
                </c:pt>
                <c:pt idx="207">
                  <c:v>6.5799999999999872E-2</c:v>
                </c:pt>
                <c:pt idx="208">
                  <c:v>5.8399999999999952E-2</c:v>
                </c:pt>
                <c:pt idx="209">
                  <c:v>-3.0699999999999963E-2</c:v>
                </c:pt>
                <c:pt idx="210">
                  <c:v>-0.20619999999999999</c:v>
                </c:pt>
                <c:pt idx="211">
                  <c:v>-0.38610000000000005</c:v>
                </c:pt>
                <c:pt idx="212">
                  <c:v>-0.52860000000000007</c:v>
                </c:pt>
                <c:pt idx="213">
                  <c:v>-0.36909999999999993</c:v>
                </c:pt>
                <c:pt idx="214">
                  <c:v>-0.50819999999999999</c:v>
                </c:pt>
                <c:pt idx="215">
                  <c:v>-0.16279999999999994</c:v>
                </c:pt>
                <c:pt idx="216">
                  <c:v>-0.16549999999999992</c:v>
                </c:pt>
                <c:pt idx="217">
                  <c:v>7.7799999999999939E-2</c:v>
                </c:pt>
                <c:pt idx="218">
                  <c:v>0.20819999999999994</c:v>
                </c:pt>
                <c:pt idx="219">
                  <c:v>-7.040000000000006E-2</c:v>
                </c:pt>
                <c:pt idx="220">
                  <c:v>-0.33470000000000005</c:v>
                </c:pt>
                <c:pt idx="221">
                  <c:v>-0.63249999999999995</c:v>
                </c:pt>
                <c:pt idx="222">
                  <c:v>-0.60710000000000008</c:v>
                </c:pt>
                <c:pt idx="223">
                  <c:v>-0.41319999999999996</c:v>
                </c:pt>
                <c:pt idx="224">
                  <c:v>-0.15670000000000003</c:v>
                </c:pt>
                <c:pt idx="225">
                  <c:v>-2.0400000000000057E-2</c:v>
                </c:pt>
                <c:pt idx="226">
                  <c:v>-0.13439999999999996</c:v>
                </c:pt>
                <c:pt idx="227">
                  <c:v>-0.13620000000000002</c:v>
                </c:pt>
                <c:pt idx="228">
                  <c:v>-0.14499999999999996</c:v>
                </c:pt>
                <c:pt idx="229">
                  <c:v>-1.9100000000000117E-2</c:v>
                </c:pt>
                <c:pt idx="230">
                  <c:v>-2.9200000000000115E-2</c:v>
                </c:pt>
                <c:pt idx="231">
                  <c:v>-1.999999999999999E-2</c:v>
                </c:pt>
                <c:pt idx="232">
                  <c:v>0.20189999999999997</c:v>
                </c:pt>
                <c:pt idx="233">
                  <c:v>0.49930000000000002</c:v>
                </c:pt>
                <c:pt idx="234">
                  <c:v>0.5525000000000001</c:v>
                </c:pt>
                <c:pt idx="235">
                  <c:v>0.49509999999999993</c:v>
                </c:pt>
                <c:pt idx="236">
                  <c:v>0.74620000000000009</c:v>
                </c:pt>
                <c:pt idx="237">
                  <c:v>0.38290000000000002</c:v>
                </c:pt>
                <c:pt idx="238">
                  <c:v>0.29430000000000001</c:v>
                </c:pt>
                <c:pt idx="239">
                  <c:v>0.48709999999999998</c:v>
                </c:pt>
                <c:pt idx="240">
                  <c:v>0.54630000000000001</c:v>
                </c:pt>
                <c:pt idx="241">
                  <c:v>0.58030000000000004</c:v>
                </c:pt>
                <c:pt idx="242">
                  <c:v>0.51590000000000003</c:v>
                </c:pt>
                <c:pt idx="243">
                  <c:v>0.45490000000000003</c:v>
                </c:pt>
                <c:pt idx="244">
                  <c:v>0.4798</c:v>
                </c:pt>
                <c:pt idx="245">
                  <c:v>0.46689999999999998</c:v>
                </c:pt>
                <c:pt idx="246">
                  <c:v>0.49980000000000002</c:v>
                </c:pt>
                <c:pt idx="247">
                  <c:v>0.61270000000000002</c:v>
                </c:pt>
                <c:pt idx="248">
                  <c:v>0.69740000000000002</c:v>
                </c:pt>
                <c:pt idx="249">
                  <c:v>0.75</c:v>
                </c:pt>
                <c:pt idx="250">
                  <c:v>0.67010000000000014</c:v>
                </c:pt>
                <c:pt idx="251">
                  <c:v>0.88870000000000005</c:v>
                </c:pt>
                <c:pt idx="252">
                  <c:v>0.749</c:v>
                </c:pt>
                <c:pt idx="253">
                  <c:v>0.44899999999999995</c:v>
                </c:pt>
                <c:pt idx="254">
                  <c:v>0.42849999999999999</c:v>
                </c:pt>
                <c:pt idx="255">
                  <c:v>0.13079999999999994</c:v>
                </c:pt>
                <c:pt idx="256">
                  <c:v>0.17909999999999998</c:v>
                </c:pt>
                <c:pt idx="257">
                  <c:v>-4.7000000000000042E-2</c:v>
                </c:pt>
                <c:pt idx="258">
                  <c:v>-7.4099999999999999E-2</c:v>
                </c:pt>
                <c:pt idx="259">
                  <c:v>-0.4724000000000001</c:v>
                </c:pt>
                <c:pt idx="260">
                  <c:v>-0.57369999999999999</c:v>
                </c:pt>
                <c:pt idx="261">
                  <c:v>-0.71730000000000005</c:v>
                </c:pt>
                <c:pt idx="262">
                  <c:v>-0.81540000000000012</c:v>
                </c:pt>
                <c:pt idx="263">
                  <c:v>-0.6794</c:v>
                </c:pt>
                <c:pt idx="264">
                  <c:v>-0.74900000000000011</c:v>
                </c:pt>
                <c:pt idx="265">
                  <c:v>-0.68520000000000003</c:v>
                </c:pt>
                <c:pt idx="266">
                  <c:v>-0.58409999999999995</c:v>
                </c:pt>
                <c:pt idx="267">
                  <c:v>-0.56679999999999997</c:v>
                </c:pt>
                <c:pt idx="268">
                  <c:v>-0.31750000000000006</c:v>
                </c:pt>
                <c:pt idx="269">
                  <c:v>-0.39960000000000001</c:v>
                </c:pt>
                <c:pt idx="270">
                  <c:v>-0.22720000000000001</c:v>
                </c:pt>
                <c:pt idx="271">
                  <c:v>-0.32480000000000003</c:v>
                </c:pt>
                <c:pt idx="272">
                  <c:v>0.22949999999999998</c:v>
                </c:pt>
                <c:pt idx="273">
                  <c:v>0.12719999999999998</c:v>
                </c:pt>
                <c:pt idx="274">
                  <c:v>0.14579999999999999</c:v>
                </c:pt>
                <c:pt idx="275">
                  <c:v>0.1605</c:v>
                </c:pt>
                <c:pt idx="276">
                  <c:v>0.33600000000000002</c:v>
                </c:pt>
                <c:pt idx="277">
                  <c:v>0.36970000000000003</c:v>
                </c:pt>
                <c:pt idx="278">
                  <c:v>0.45069999999999999</c:v>
                </c:pt>
                <c:pt idx="279">
                  <c:v>0.47320000000000001</c:v>
                </c:pt>
                <c:pt idx="280">
                  <c:v>0.36040000000000005</c:v>
                </c:pt>
                <c:pt idx="281">
                  <c:v>0.25360000000000005</c:v>
                </c:pt>
                <c:pt idx="282">
                  <c:v>0.33350000000000002</c:v>
                </c:pt>
                <c:pt idx="283">
                  <c:v>0.44240000000000002</c:v>
                </c:pt>
                <c:pt idx="284">
                  <c:v>0.47919999999999996</c:v>
                </c:pt>
                <c:pt idx="285">
                  <c:v>7.2999999999999954E-2</c:v>
                </c:pt>
                <c:pt idx="286">
                  <c:v>0.20090000000000002</c:v>
                </c:pt>
                <c:pt idx="287">
                  <c:v>0.29939999999999994</c:v>
                </c:pt>
                <c:pt idx="288">
                  <c:v>4.0099999999999997E-2</c:v>
                </c:pt>
                <c:pt idx="289">
                  <c:v>-6.1599999999999988E-2</c:v>
                </c:pt>
                <c:pt idx="290">
                  <c:v>-0.20810000000000001</c:v>
                </c:pt>
                <c:pt idx="291">
                  <c:v>-0.32200000000000006</c:v>
                </c:pt>
                <c:pt idx="292">
                  <c:v>-0.59060000000000001</c:v>
                </c:pt>
                <c:pt idx="293">
                  <c:v>-0.46790000000000009</c:v>
                </c:pt>
                <c:pt idx="294">
                  <c:v>-0.46010000000000001</c:v>
                </c:pt>
                <c:pt idx="295">
                  <c:v>-0.59419999999999995</c:v>
                </c:pt>
                <c:pt idx="296">
                  <c:v>-0.52880000000000005</c:v>
                </c:pt>
                <c:pt idx="297">
                  <c:v>-0.63900000000000001</c:v>
                </c:pt>
                <c:pt idx="298">
                  <c:v>-0.5403</c:v>
                </c:pt>
                <c:pt idx="299">
                  <c:v>-0.49920000000000009</c:v>
                </c:pt>
                <c:pt idx="300">
                  <c:v>-0.6201000000000001</c:v>
                </c:pt>
                <c:pt idx="301">
                  <c:v>-0.36990000000000006</c:v>
                </c:pt>
                <c:pt idx="302">
                  <c:v>-0.27270000000000005</c:v>
                </c:pt>
                <c:pt idx="303">
                  <c:v>-0.32580000000000003</c:v>
                </c:pt>
                <c:pt idx="304">
                  <c:v>-0.23870000000000002</c:v>
                </c:pt>
                <c:pt idx="305">
                  <c:v>0.25059999999999999</c:v>
                </c:pt>
                <c:pt idx="306">
                  <c:v>6.5400000000000014E-2</c:v>
                </c:pt>
                <c:pt idx="307">
                  <c:v>0.24479999999999999</c:v>
                </c:pt>
                <c:pt idx="308">
                  <c:v>0.27899999999999997</c:v>
                </c:pt>
                <c:pt idx="309">
                  <c:v>1.3399999999999995E-2</c:v>
                </c:pt>
                <c:pt idx="310">
                  <c:v>0.16949999999999998</c:v>
                </c:pt>
                <c:pt idx="311">
                  <c:v>0.46739999999999993</c:v>
                </c:pt>
                <c:pt idx="312">
                  <c:v>0.5363</c:v>
                </c:pt>
                <c:pt idx="313">
                  <c:v>0.63430000000000009</c:v>
                </c:pt>
                <c:pt idx="314">
                  <c:v>0.44809999999999994</c:v>
                </c:pt>
                <c:pt idx="315">
                  <c:v>0.4995</c:v>
                </c:pt>
                <c:pt idx="316">
                  <c:v>0.33909999999999996</c:v>
                </c:pt>
                <c:pt idx="317">
                  <c:v>0.30559999999999998</c:v>
                </c:pt>
                <c:pt idx="318">
                  <c:v>6.919999999999997E-2</c:v>
                </c:pt>
                <c:pt idx="319">
                  <c:v>6.1800000000000022E-2</c:v>
                </c:pt>
                <c:pt idx="320">
                  <c:v>-9.6999999999999975E-2</c:v>
                </c:pt>
                <c:pt idx="321">
                  <c:v>-9.3899999999999956E-2</c:v>
                </c:pt>
                <c:pt idx="322">
                  <c:v>-0.16000000000000009</c:v>
                </c:pt>
                <c:pt idx="323">
                  <c:v>-6.9000000000000006E-2</c:v>
                </c:pt>
                <c:pt idx="324">
                  <c:v>-0.26790000000000003</c:v>
                </c:pt>
                <c:pt idx="325">
                  <c:v>-0.45840000000000009</c:v>
                </c:pt>
                <c:pt idx="326">
                  <c:v>-0.59260000000000002</c:v>
                </c:pt>
                <c:pt idx="327">
                  <c:v>-0.8609</c:v>
                </c:pt>
                <c:pt idx="328">
                  <c:v>-0.49160000000000015</c:v>
                </c:pt>
                <c:pt idx="329">
                  <c:v>-0.32750000000000001</c:v>
                </c:pt>
                <c:pt idx="330">
                  <c:v>-0.4507000000000001</c:v>
                </c:pt>
                <c:pt idx="331">
                  <c:v>-0.2366</c:v>
                </c:pt>
                <c:pt idx="332">
                  <c:v>-0.1151999999999999</c:v>
                </c:pt>
                <c:pt idx="333">
                  <c:v>4.449999999999997E-2</c:v>
                </c:pt>
                <c:pt idx="334">
                  <c:v>0.1089</c:v>
                </c:pt>
                <c:pt idx="335">
                  <c:v>0.27509999999999996</c:v>
                </c:pt>
                <c:pt idx="336">
                  <c:v>0.31249999999999994</c:v>
                </c:pt>
                <c:pt idx="337">
                  <c:v>0.19810000000000003</c:v>
                </c:pt>
                <c:pt idx="338">
                  <c:v>0.22420000000000001</c:v>
                </c:pt>
                <c:pt idx="339">
                  <c:v>0.17909999999999993</c:v>
                </c:pt>
                <c:pt idx="340">
                  <c:v>0.52829999999999999</c:v>
                </c:pt>
                <c:pt idx="341">
                  <c:v>8.3000000000000018E-2</c:v>
                </c:pt>
                <c:pt idx="342">
                  <c:v>7.0300000000000029E-2</c:v>
                </c:pt>
                <c:pt idx="343">
                  <c:v>0.17270000000000002</c:v>
                </c:pt>
                <c:pt idx="344">
                  <c:v>-8.3499999999999991E-2</c:v>
                </c:pt>
                <c:pt idx="345">
                  <c:v>-7.9099999999999976E-2</c:v>
                </c:pt>
                <c:pt idx="346">
                  <c:v>-0.17219999999999996</c:v>
                </c:pt>
                <c:pt idx="347">
                  <c:v>-0.27189999999999998</c:v>
                </c:pt>
                <c:pt idx="348">
                  <c:v>-0.23789999999999997</c:v>
                </c:pt>
                <c:pt idx="349">
                  <c:v>-0.50859999999999994</c:v>
                </c:pt>
                <c:pt idx="350">
                  <c:v>-0.39720000000000005</c:v>
                </c:pt>
                <c:pt idx="351">
                  <c:v>-0.30730000000000007</c:v>
                </c:pt>
                <c:pt idx="352">
                  <c:v>-0.19749999999999998</c:v>
                </c:pt>
                <c:pt idx="353">
                  <c:v>-0.26740000000000003</c:v>
                </c:pt>
                <c:pt idx="354">
                  <c:v>-0.40110000000000001</c:v>
                </c:pt>
                <c:pt idx="355">
                  <c:v>-0.38880000000000009</c:v>
                </c:pt>
                <c:pt idx="356">
                  <c:v>-0.42500000000000004</c:v>
                </c:pt>
                <c:pt idx="357">
                  <c:v>-0.17329999999999995</c:v>
                </c:pt>
                <c:pt idx="358">
                  <c:v>-0.21630000000000005</c:v>
                </c:pt>
                <c:pt idx="359">
                  <c:v>-0.21380000000000002</c:v>
                </c:pt>
                <c:pt idx="360">
                  <c:v>-0.18369999999999995</c:v>
                </c:pt>
                <c:pt idx="361">
                  <c:v>-0.16919999999999999</c:v>
                </c:pt>
                <c:pt idx="362">
                  <c:v>7.8899999999999998E-2</c:v>
                </c:pt>
                <c:pt idx="363">
                  <c:v>0.1285</c:v>
                </c:pt>
                <c:pt idx="364">
                  <c:v>7.4300000000000005E-2</c:v>
                </c:pt>
                <c:pt idx="365">
                  <c:v>2.7599999999999996E-2</c:v>
                </c:pt>
                <c:pt idx="366">
                  <c:v>9.5599999999999991E-2</c:v>
                </c:pt>
                <c:pt idx="367">
                  <c:v>0.1356</c:v>
                </c:pt>
                <c:pt idx="368">
                  <c:v>0.18390000000000001</c:v>
                </c:pt>
                <c:pt idx="369">
                  <c:v>0.19610000000000002</c:v>
                </c:pt>
                <c:pt idx="370">
                  <c:v>4.7300000000000002E-2</c:v>
                </c:pt>
                <c:pt idx="371">
                  <c:v>9.8999999999999852E-3</c:v>
                </c:pt>
                <c:pt idx="372">
                  <c:v>-0.18440000000000001</c:v>
                </c:pt>
                <c:pt idx="373">
                  <c:v>-8.4000000000000005E-2</c:v>
                </c:pt>
                <c:pt idx="374">
                  <c:v>-0.23430000000000001</c:v>
                </c:pt>
                <c:pt idx="375">
                  <c:v>-0.2268</c:v>
                </c:pt>
                <c:pt idx="376">
                  <c:v>-0.18180000000000002</c:v>
                </c:pt>
                <c:pt idx="377">
                  <c:v>-0.17220000000000002</c:v>
                </c:pt>
                <c:pt idx="378">
                  <c:v>-8.5500000000000007E-2</c:v>
                </c:pt>
                <c:pt idx="379">
                  <c:v>-0.16840000000000005</c:v>
                </c:pt>
                <c:pt idx="380">
                  <c:v>-2.1300000000000027E-2</c:v>
                </c:pt>
                <c:pt idx="381">
                  <c:v>-0.10360000000000003</c:v>
                </c:pt>
                <c:pt idx="382">
                  <c:v>-4.0500000000000001E-2</c:v>
                </c:pt>
                <c:pt idx="383">
                  <c:v>4.1999999999999975E-2</c:v>
                </c:pt>
                <c:pt idx="384">
                  <c:v>8.5199999999999984E-2</c:v>
                </c:pt>
                <c:pt idx="385">
                  <c:v>0.42299999999999999</c:v>
                </c:pt>
                <c:pt idx="386">
                  <c:v>0.40679999999999999</c:v>
                </c:pt>
                <c:pt idx="387">
                  <c:v>0.49070000000000014</c:v>
                </c:pt>
                <c:pt idx="388">
                  <c:v>0.45130000000000003</c:v>
                </c:pt>
                <c:pt idx="389">
                  <c:v>0.34419999999999995</c:v>
                </c:pt>
                <c:pt idx="390">
                  <c:v>0.35870000000000002</c:v>
                </c:pt>
                <c:pt idx="391">
                  <c:v>0.24630000000000005</c:v>
                </c:pt>
                <c:pt idx="392">
                  <c:v>0.40800000000000003</c:v>
                </c:pt>
                <c:pt idx="393">
                  <c:v>0.37520000000000003</c:v>
                </c:pt>
                <c:pt idx="394">
                  <c:v>0.4163</c:v>
                </c:pt>
                <c:pt idx="395">
                  <c:v>0.42519999999999997</c:v>
                </c:pt>
                <c:pt idx="396">
                  <c:v>0.45719999999999994</c:v>
                </c:pt>
                <c:pt idx="397">
                  <c:v>0.38179999999999997</c:v>
                </c:pt>
                <c:pt idx="398">
                  <c:v>0.25019999999999998</c:v>
                </c:pt>
                <c:pt idx="399">
                  <c:v>0.21749999999999997</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smooth val="0"/>
          <c:extLst>
            <c:ext xmlns:c16="http://schemas.microsoft.com/office/drawing/2014/chart" uri="{C3380CC4-5D6E-409C-BE32-E72D297353CC}">
              <c16:uniqueId val="{00000002-A429-4A8C-9AEB-51EEFC11FCD7}"/>
            </c:ext>
          </c:extLst>
        </c:ser>
        <c:dLbls>
          <c:showLegendKey val="0"/>
          <c:showVal val="0"/>
          <c:showCatName val="0"/>
          <c:showSerName val="0"/>
          <c:showPercent val="0"/>
          <c:showBubbleSize val="0"/>
        </c:dLbls>
        <c:marker val="1"/>
        <c:smooth val="0"/>
        <c:axId val="1299232544"/>
        <c:axId val="1299238368"/>
      </c:lineChart>
      <c:lineChart>
        <c:grouping val="standard"/>
        <c:varyColors val="0"/>
        <c:ser>
          <c:idx val="1"/>
          <c:order val="3"/>
          <c:tx>
            <c:strRef>
              <c:f>US10Y_chg!$C$19</c:f>
              <c:strCache>
                <c:ptCount val="1"/>
                <c:pt idx="0">
                  <c:v>UST10Y</c:v>
                </c:pt>
              </c:strCache>
            </c:strRef>
          </c:tx>
          <c:spPr>
            <a:ln w="22225" cap="rnd">
              <a:solidFill>
                <a:srgbClr val="FFC000"/>
              </a:solidFill>
              <a:round/>
            </a:ln>
            <a:effectLst/>
          </c:spPr>
          <c:marker>
            <c:symbol val="none"/>
          </c:marker>
          <c:cat>
            <c:numRef>
              <c:f>US10Y_chg!$B$21:$B$5000</c:f>
              <c:numCache>
                <c:formatCode>m/d/yyyy</c:formatCode>
                <c:ptCount val="4980"/>
                <c:pt idx="0">
                  <c:v>43462</c:v>
                </c:pt>
                <c:pt idx="1">
                  <c:v>43469</c:v>
                </c:pt>
                <c:pt idx="2">
                  <c:v>43476</c:v>
                </c:pt>
                <c:pt idx="3">
                  <c:v>43483</c:v>
                </c:pt>
                <c:pt idx="4">
                  <c:v>43490</c:v>
                </c:pt>
                <c:pt idx="5">
                  <c:v>43497</c:v>
                </c:pt>
                <c:pt idx="6">
                  <c:v>43504</c:v>
                </c:pt>
                <c:pt idx="7">
                  <c:v>43511</c:v>
                </c:pt>
                <c:pt idx="8">
                  <c:v>43518</c:v>
                </c:pt>
                <c:pt idx="9">
                  <c:v>43525</c:v>
                </c:pt>
                <c:pt idx="10">
                  <c:v>43532</c:v>
                </c:pt>
                <c:pt idx="11">
                  <c:v>43539</c:v>
                </c:pt>
                <c:pt idx="12">
                  <c:v>43546</c:v>
                </c:pt>
                <c:pt idx="13">
                  <c:v>43553</c:v>
                </c:pt>
                <c:pt idx="14">
                  <c:v>43560</c:v>
                </c:pt>
                <c:pt idx="15">
                  <c:v>43567</c:v>
                </c:pt>
                <c:pt idx="16">
                  <c:v>43574</c:v>
                </c:pt>
                <c:pt idx="17">
                  <c:v>43581</c:v>
                </c:pt>
                <c:pt idx="18">
                  <c:v>43588</c:v>
                </c:pt>
                <c:pt idx="19">
                  <c:v>43595</c:v>
                </c:pt>
                <c:pt idx="20">
                  <c:v>43602</c:v>
                </c:pt>
                <c:pt idx="21">
                  <c:v>43609</c:v>
                </c:pt>
                <c:pt idx="22">
                  <c:v>43616</c:v>
                </c:pt>
                <c:pt idx="23">
                  <c:v>43623</c:v>
                </c:pt>
                <c:pt idx="24">
                  <c:v>43630</c:v>
                </c:pt>
                <c:pt idx="25">
                  <c:v>43637</c:v>
                </c:pt>
                <c:pt idx="26">
                  <c:v>43644</c:v>
                </c:pt>
                <c:pt idx="27">
                  <c:v>43651</c:v>
                </c:pt>
                <c:pt idx="28">
                  <c:v>43658</c:v>
                </c:pt>
                <c:pt idx="29">
                  <c:v>43665</c:v>
                </c:pt>
                <c:pt idx="30">
                  <c:v>43672</c:v>
                </c:pt>
                <c:pt idx="31">
                  <c:v>43679</c:v>
                </c:pt>
                <c:pt idx="32">
                  <c:v>43686</c:v>
                </c:pt>
                <c:pt idx="33">
                  <c:v>43693</c:v>
                </c:pt>
                <c:pt idx="34">
                  <c:v>43700</c:v>
                </c:pt>
                <c:pt idx="35">
                  <c:v>43707</c:v>
                </c:pt>
                <c:pt idx="36">
                  <c:v>43714</c:v>
                </c:pt>
                <c:pt idx="37">
                  <c:v>43721</c:v>
                </c:pt>
                <c:pt idx="38">
                  <c:v>43728</c:v>
                </c:pt>
                <c:pt idx="39">
                  <c:v>43735</c:v>
                </c:pt>
                <c:pt idx="40">
                  <c:v>43742</c:v>
                </c:pt>
                <c:pt idx="41">
                  <c:v>43749</c:v>
                </c:pt>
                <c:pt idx="42">
                  <c:v>43756</c:v>
                </c:pt>
                <c:pt idx="43">
                  <c:v>43763</c:v>
                </c:pt>
                <c:pt idx="44">
                  <c:v>43770</c:v>
                </c:pt>
                <c:pt idx="45">
                  <c:v>43777</c:v>
                </c:pt>
                <c:pt idx="46">
                  <c:v>43784</c:v>
                </c:pt>
                <c:pt idx="47">
                  <c:v>43791</c:v>
                </c:pt>
                <c:pt idx="48">
                  <c:v>43798</c:v>
                </c:pt>
                <c:pt idx="49">
                  <c:v>43805</c:v>
                </c:pt>
                <c:pt idx="50">
                  <c:v>43812</c:v>
                </c:pt>
                <c:pt idx="51">
                  <c:v>43819</c:v>
                </c:pt>
                <c:pt idx="52">
                  <c:v>43826</c:v>
                </c:pt>
                <c:pt idx="53">
                  <c:v>43833</c:v>
                </c:pt>
                <c:pt idx="54">
                  <c:v>43840</c:v>
                </c:pt>
                <c:pt idx="55">
                  <c:v>43847</c:v>
                </c:pt>
                <c:pt idx="56">
                  <c:v>43854</c:v>
                </c:pt>
                <c:pt idx="57">
                  <c:v>43861</c:v>
                </c:pt>
                <c:pt idx="58">
                  <c:v>43868</c:v>
                </c:pt>
                <c:pt idx="59">
                  <c:v>43875</c:v>
                </c:pt>
                <c:pt idx="60">
                  <c:v>43882</c:v>
                </c:pt>
                <c:pt idx="61">
                  <c:v>43889</c:v>
                </c:pt>
                <c:pt idx="62">
                  <c:v>43896</c:v>
                </c:pt>
                <c:pt idx="63">
                  <c:v>43903</c:v>
                </c:pt>
                <c:pt idx="64">
                  <c:v>43910</c:v>
                </c:pt>
                <c:pt idx="65">
                  <c:v>43917</c:v>
                </c:pt>
                <c:pt idx="66">
                  <c:v>43924</c:v>
                </c:pt>
                <c:pt idx="67">
                  <c:v>43931</c:v>
                </c:pt>
                <c:pt idx="68">
                  <c:v>43938</c:v>
                </c:pt>
                <c:pt idx="69">
                  <c:v>43945</c:v>
                </c:pt>
                <c:pt idx="70">
                  <c:v>43952</c:v>
                </c:pt>
                <c:pt idx="71">
                  <c:v>43959</c:v>
                </c:pt>
                <c:pt idx="72">
                  <c:v>43966</c:v>
                </c:pt>
                <c:pt idx="73">
                  <c:v>43973</c:v>
                </c:pt>
                <c:pt idx="74">
                  <c:v>43980</c:v>
                </c:pt>
                <c:pt idx="75">
                  <c:v>43987</c:v>
                </c:pt>
                <c:pt idx="76">
                  <c:v>43994</c:v>
                </c:pt>
                <c:pt idx="77">
                  <c:v>44001</c:v>
                </c:pt>
                <c:pt idx="78">
                  <c:v>44008</c:v>
                </c:pt>
                <c:pt idx="79">
                  <c:v>44015</c:v>
                </c:pt>
                <c:pt idx="80">
                  <c:v>44022</c:v>
                </c:pt>
                <c:pt idx="81">
                  <c:v>44029</c:v>
                </c:pt>
                <c:pt idx="82">
                  <c:v>44036</c:v>
                </c:pt>
                <c:pt idx="83">
                  <c:v>44043</c:v>
                </c:pt>
                <c:pt idx="84">
                  <c:v>44050</c:v>
                </c:pt>
                <c:pt idx="85">
                  <c:v>44057</c:v>
                </c:pt>
                <c:pt idx="86">
                  <c:v>44064</c:v>
                </c:pt>
                <c:pt idx="87">
                  <c:v>44071</c:v>
                </c:pt>
                <c:pt idx="88">
                  <c:v>44078</c:v>
                </c:pt>
                <c:pt idx="89">
                  <c:v>44085</c:v>
                </c:pt>
                <c:pt idx="90">
                  <c:v>44092</c:v>
                </c:pt>
                <c:pt idx="91">
                  <c:v>44099</c:v>
                </c:pt>
                <c:pt idx="92">
                  <c:v>44106</c:v>
                </c:pt>
                <c:pt idx="93">
                  <c:v>44113</c:v>
                </c:pt>
                <c:pt idx="94">
                  <c:v>44120</c:v>
                </c:pt>
                <c:pt idx="95">
                  <c:v>44127</c:v>
                </c:pt>
                <c:pt idx="96">
                  <c:v>44134</c:v>
                </c:pt>
                <c:pt idx="97">
                  <c:v>44141</c:v>
                </c:pt>
                <c:pt idx="98">
                  <c:v>44148</c:v>
                </c:pt>
                <c:pt idx="99">
                  <c:v>44155</c:v>
                </c:pt>
                <c:pt idx="100">
                  <c:v>44162</c:v>
                </c:pt>
                <c:pt idx="101">
                  <c:v>44169</c:v>
                </c:pt>
                <c:pt idx="102">
                  <c:v>44176</c:v>
                </c:pt>
                <c:pt idx="103">
                  <c:v>44183</c:v>
                </c:pt>
                <c:pt idx="104">
                  <c:v>44190</c:v>
                </c:pt>
                <c:pt idx="105">
                  <c:v>44197</c:v>
                </c:pt>
                <c:pt idx="106">
                  <c:v>44204</c:v>
                </c:pt>
                <c:pt idx="107">
                  <c:v>44211</c:v>
                </c:pt>
                <c:pt idx="108">
                  <c:v>44218</c:v>
                </c:pt>
                <c:pt idx="109">
                  <c:v>44225</c:v>
                </c:pt>
                <c:pt idx="110">
                  <c:v>44232</c:v>
                </c:pt>
                <c:pt idx="111">
                  <c:v>44239</c:v>
                </c:pt>
                <c:pt idx="112">
                  <c:v>44246</c:v>
                </c:pt>
                <c:pt idx="113">
                  <c:v>44253</c:v>
                </c:pt>
                <c:pt idx="114">
                  <c:v>44260</c:v>
                </c:pt>
                <c:pt idx="115">
                  <c:v>44267</c:v>
                </c:pt>
                <c:pt idx="116">
                  <c:v>44274</c:v>
                </c:pt>
                <c:pt idx="117">
                  <c:v>44281</c:v>
                </c:pt>
                <c:pt idx="118">
                  <c:v>44288</c:v>
                </c:pt>
                <c:pt idx="119">
                  <c:v>44295</c:v>
                </c:pt>
                <c:pt idx="120">
                  <c:v>44302</c:v>
                </c:pt>
                <c:pt idx="121">
                  <c:v>44309</c:v>
                </c:pt>
                <c:pt idx="122">
                  <c:v>44316</c:v>
                </c:pt>
                <c:pt idx="123">
                  <c:v>44323</c:v>
                </c:pt>
                <c:pt idx="124">
                  <c:v>44330</c:v>
                </c:pt>
                <c:pt idx="125">
                  <c:v>44337</c:v>
                </c:pt>
                <c:pt idx="126">
                  <c:v>44344</c:v>
                </c:pt>
                <c:pt idx="127">
                  <c:v>44351</c:v>
                </c:pt>
                <c:pt idx="128">
                  <c:v>44358</c:v>
                </c:pt>
                <c:pt idx="129">
                  <c:v>44365</c:v>
                </c:pt>
                <c:pt idx="130">
                  <c:v>44372</c:v>
                </c:pt>
                <c:pt idx="131">
                  <c:v>44379</c:v>
                </c:pt>
                <c:pt idx="132">
                  <c:v>44386</c:v>
                </c:pt>
                <c:pt idx="133">
                  <c:v>44393</c:v>
                </c:pt>
                <c:pt idx="134">
                  <c:v>44400</c:v>
                </c:pt>
                <c:pt idx="135">
                  <c:v>44407</c:v>
                </c:pt>
                <c:pt idx="136">
                  <c:v>44414</c:v>
                </c:pt>
                <c:pt idx="137">
                  <c:v>44421</c:v>
                </c:pt>
                <c:pt idx="138">
                  <c:v>44428</c:v>
                </c:pt>
                <c:pt idx="139">
                  <c:v>44435</c:v>
                </c:pt>
                <c:pt idx="140">
                  <c:v>44442</c:v>
                </c:pt>
                <c:pt idx="141">
                  <c:v>44449</c:v>
                </c:pt>
                <c:pt idx="142">
                  <c:v>44456</c:v>
                </c:pt>
                <c:pt idx="143">
                  <c:v>44463</c:v>
                </c:pt>
                <c:pt idx="144">
                  <c:v>44470</c:v>
                </c:pt>
                <c:pt idx="145">
                  <c:v>44477</c:v>
                </c:pt>
                <c:pt idx="146">
                  <c:v>44484</c:v>
                </c:pt>
                <c:pt idx="147">
                  <c:v>44491</c:v>
                </c:pt>
                <c:pt idx="148">
                  <c:v>44498</c:v>
                </c:pt>
                <c:pt idx="149">
                  <c:v>44505</c:v>
                </c:pt>
                <c:pt idx="150">
                  <c:v>44512</c:v>
                </c:pt>
                <c:pt idx="151">
                  <c:v>44519</c:v>
                </c:pt>
                <c:pt idx="152">
                  <c:v>44526</c:v>
                </c:pt>
                <c:pt idx="153">
                  <c:v>44533</c:v>
                </c:pt>
                <c:pt idx="154">
                  <c:v>44540</c:v>
                </c:pt>
                <c:pt idx="155">
                  <c:v>44547</c:v>
                </c:pt>
                <c:pt idx="156">
                  <c:v>44554</c:v>
                </c:pt>
                <c:pt idx="157">
                  <c:v>44561</c:v>
                </c:pt>
                <c:pt idx="158">
                  <c:v>44568</c:v>
                </c:pt>
                <c:pt idx="159">
                  <c:v>44575</c:v>
                </c:pt>
                <c:pt idx="160">
                  <c:v>44582</c:v>
                </c:pt>
                <c:pt idx="161">
                  <c:v>44589</c:v>
                </c:pt>
                <c:pt idx="162">
                  <c:v>44596</c:v>
                </c:pt>
                <c:pt idx="163">
                  <c:v>44603</c:v>
                </c:pt>
                <c:pt idx="164">
                  <c:v>44610</c:v>
                </c:pt>
                <c:pt idx="165">
                  <c:v>44617</c:v>
                </c:pt>
                <c:pt idx="166">
                  <c:v>44624</c:v>
                </c:pt>
                <c:pt idx="167">
                  <c:v>44631</c:v>
                </c:pt>
                <c:pt idx="168">
                  <c:v>44638</c:v>
                </c:pt>
                <c:pt idx="169">
                  <c:v>44645</c:v>
                </c:pt>
                <c:pt idx="170">
                  <c:v>44652</c:v>
                </c:pt>
                <c:pt idx="171">
                  <c:v>44659</c:v>
                </c:pt>
                <c:pt idx="172">
                  <c:v>44666</c:v>
                </c:pt>
                <c:pt idx="173">
                  <c:v>44673</c:v>
                </c:pt>
                <c:pt idx="174">
                  <c:v>44680</c:v>
                </c:pt>
                <c:pt idx="175">
                  <c:v>44687</c:v>
                </c:pt>
                <c:pt idx="176">
                  <c:v>44694</c:v>
                </c:pt>
                <c:pt idx="177">
                  <c:v>44701</c:v>
                </c:pt>
                <c:pt idx="178">
                  <c:v>44708</c:v>
                </c:pt>
                <c:pt idx="179">
                  <c:v>44715</c:v>
                </c:pt>
                <c:pt idx="180">
                  <c:v>44722</c:v>
                </c:pt>
                <c:pt idx="181">
                  <c:v>44729</c:v>
                </c:pt>
                <c:pt idx="182">
                  <c:v>44736</c:v>
                </c:pt>
                <c:pt idx="183">
                  <c:v>44743</c:v>
                </c:pt>
                <c:pt idx="184">
                  <c:v>44750</c:v>
                </c:pt>
                <c:pt idx="185">
                  <c:v>44757</c:v>
                </c:pt>
                <c:pt idx="186">
                  <c:v>44764</c:v>
                </c:pt>
                <c:pt idx="187">
                  <c:v>44771</c:v>
                </c:pt>
                <c:pt idx="188">
                  <c:v>44778</c:v>
                </c:pt>
                <c:pt idx="189">
                  <c:v>44785</c:v>
                </c:pt>
                <c:pt idx="190">
                  <c:v>44792</c:v>
                </c:pt>
                <c:pt idx="191">
                  <c:v>44799</c:v>
                </c:pt>
                <c:pt idx="192">
                  <c:v>44806</c:v>
                </c:pt>
                <c:pt idx="193">
                  <c:v>44813</c:v>
                </c:pt>
                <c:pt idx="194">
                  <c:v>44820</c:v>
                </c:pt>
                <c:pt idx="195">
                  <c:v>44827</c:v>
                </c:pt>
                <c:pt idx="196">
                  <c:v>44834</c:v>
                </c:pt>
                <c:pt idx="197">
                  <c:v>44841</c:v>
                </c:pt>
                <c:pt idx="198">
                  <c:v>44848</c:v>
                </c:pt>
                <c:pt idx="199">
                  <c:v>44855</c:v>
                </c:pt>
                <c:pt idx="200">
                  <c:v>44862</c:v>
                </c:pt>
                <c:pt idx="201">
                  <c:v>44869</c:v>
                </c:pt>
                <c:pt idx="202">
                  <c:v>44876</c:v>
                </c:pt>
                <c:pt idx="203">
                  <c:v>44883</c:v>
                </c:pt>
                <c:pt idx="204">
                  <c:v>44890</c:v>
                </c:pt>
                <c:pt idx="205">
                  <c:v>44897</c:v>
                </c:pt>
                <c:pt idx="206">
                  <c:v>44904</c:v>
                </c:pt>
                <c:pt idx="207">
                  <c:v>44911</c:v>
                </c:pt>
                <c:pt idx="208">
                  <c:v>44918</c:v>
                </c:pt>
                <c:pt idx="209">
                  <c:v>44925</c:v>
                </c:pt>
                <c:pt idx="210">
                  <c:v>44932</c:v>
                </c:pt>
                <c:pt idx="211">
                  <c:v>44939</c:v>
                </c:pt>
                <c:pt idx="212">
                  <c:v>44946</c:v>
                </c:pt>
                <c:pt idx="213">
                  <c:v>44953</c:v>
                </c:pt>
                <c:pt idx="214">
                  <c:v>44960</c:v>
                </c:pt>
                <c:pt idx="215">
                  <c:v>44967</c:v>
                </c:pt>
                <c:pt idx="216">
                  <c:v>44974</c:v>
                </c:pt>
                <c:pt idx="217">
                  <c:v>44981</c:v>
                </c:pt>
                <c:pt idx="218">
                  <c:v>44988</c:v>
                </c:pt>
                <c:pt idx="219">
                  <c:v>44995</c:v>
                </c:pt>
                <c:pt idx="220">
                  <c:v>45002</c:v>
                </c:pt>
                <c:pt idx="221">
                  <c:v>45009</c:v>
                </c:pt>
                <c:pt idx="222">
                  <c:v>45016</c:v>
                </c:pt>
                <c:pt idx="223">
                  <c:v>45023</c:v>
                </c:pt>
                <c:pt idx="224">
                  <c:v>45030</c:v>
                </c:pt>
                <c:pt idx="225">
                  <c:v>45037</c:v>
                </c:pt>
                <c:pt idx="226">
                  <c:v>45044</c:v>
                </c:pt>
                <c:pt idx="227">
                  <c:v>45051</c:v>
                </c:pt>
                <c:pt idx="228">
                  <c:v>45058</c:v>
                </c:pt>
                <c:pt idx="229">
                  <c:v>45065</c:v>
                </c:pt>
                <c:pt idx="230">
                  <c:v>45072</c:v>
                </c:pt>
                <c:pt idx="231">
                  <c:v>45079</c:v>
                </c:pt>
                <c:pt idx="232">
                  <c:v>45086</c:v>
                </c:pt>
                <c:pt idx="233">
                  <c:v>45093</c:v>
                </c:pt>
                <c:pt idx="234">
                  <c:v>45100</c:v>
                </c:pt>
                <c:pt idx="235">
                  <c:v>45107</c:v>
                </c:pt>
                <c:pt idx="236">
                  <c:v>45114</c:v>
                </c:pt>
                <c:pt idx="237">
                  <c:v>45121</c:v>
                </c:pt>
                <c:pt idx="238">
                  <c:v>45128</c:v>
                </c:pt>
                <c:pt idx="239">
                  <c:v>45135</c:v>
                </c:pt>
                <c:pt idx="240">
                  <c:v>45142</c:v>
                </c:pt>
                <c:pt idx="241">
                  <c:v>45149</c:v>
                </c:pt>
                <c:pt idx="242">
                  <c:v>45156</c:v>
                </c:pt>
                <c:pt idx="243">
                  <c:v>45163</c:v>
                </c:pt>
                <c:pt idx="244">
                  <c:v>45170</c:v>
                </c:pt>
                <c:pt idx="245">
                  <c:v>45177</c:v>
                </c:pt>
                <c:pt idx="246">
                  <c:v>45184</c:v>
                </c:pt>
                <c:pt idx="247">
                  <c:v>45191</c:v>
                </c:pt>
                <c:pt idx="248">
                  <c:v>45198</c:v>
                </c:pt>
                <c:pt idx="249">
                  <c:v>45205</c:v>
                </c:pt>
                <c:pt idx="250">
                  <c:v>45212</c:v>
                </c:pt>
                <c:pt idx="251">
                  <c:v>45219</c:v>
                </c:pt>
                <c:pt idx="252">
                  <c:v>45226</c:v>
                </c:pt>
                <c:pt idx="253">
                  <c:v>45233</c:v>
                </c:pt>
                <c:pt idx="254">
                  <c:v>45240</c:v>
                </c:pt>
                <c:pt idx="255">
                  <c:v>45247</c:v>
                </c:pt>
                <c:pt idx="256">
                  <c:v>45254</c:v>
                </c:pt>
                <c:pt idx="257">
                  <c:v>45261</c:v>
                </c:pt>
                <c:pt idx="258">
                  <c:v>45268</c:v>
                </c:pt>
                <c:pt idx="259">
                  <c:v>45275</c:v>
                </c:pt>
                <c:pt idx="260">
                  <c:v>45282</c:v>
                </c:pt>
                <c:pt idx="261">
                  <c:v>45289</c:v>
                </c:pt>
                <c:pt idx="262">
                  <c:v>45296</c:v>
                </c:pt>
                <c:pt idx="263">
                  <c:v>45303</c:v>
                </c:pt>
                <c:pt idx="264">
                  <c:v>45310</c:v>
                </c:pt>
                <c:pt idx="265">
                  <c:v>45317</c:v>
                </c:pt>
                <c:pt idx="266">
                  <c:v>45324</c:v>
                </c:pt>
                <c:pt idx="267">
                  <c:v>45331</c:v>
                </c:pt>
                <c:pt idx="268">
                  <c:v>45338</c:v>
                </c:pt>
                <c:pt idx="269">
                  <c:v>45345</c:v>
                </c:pt>
                <c:pt idx="270">
                  <c:v>45352</c:v>
                </c:pt>
                <c:pt idx="271">
                  <c:v>45359</c:v>
                </c:pt>
                <c:pt idx="272">
                  <c:v>45366</c:v>
                </c:pt>
                <c:pt idx="273">
                  <c:v>45373</c:v>
                </c:pt>
                <c:pt idx="274">
                  <c:v>45380</c:v>
                </c:pt>
                <c:pt idx="275">
                  <c:v>45387</c:v>
                </c:pt>
                <c:pt idx="276">
                  <c:v>45394</c:v>
                </c:pt>
                <c:pt idx="277">
                  <c:v>45401</c:v>
                </c:pt>
                <c:pt idx="278">
                  <c:v>45408</c:v>
                </c:pt>
                <c:pt idx="279">
                  <c:v>45415</c:v>
                </c:pt>
                <c:pt idx="280">
                  <c:v>45422</c:v>
                </c:pt>
                <c:pt idx="281">
                  <c:v>45429</c:v>
                </c:pt>
                <c:pt idx="282">
                  <c:v>45436</c:v>
                </c:pt>
                <c:pt idx="283">
                  <c:v>45443</c:v>
                </c:pt>
                <c:pt idx="284">
                  <c:v>45450</c:v>
                </c:pt>
                <c:pt idx="285">
                  <c:v>45457</c:v>
                </c:pt>
                <c:pt idx="286">
                  <c:v>45464</c:v>
                </c:pt>
                <c:pt idx="287">
                  <c:v>45471</c:v>
                </c:pt>
                <c:pt idx="288">
                  <c:v>45478</c:v>
                </c:pt>
                <c:pt idx="289">
                  <c:v>45485</c:v>
                </c:pt>
                <c:pt idx="290">
                  <c:v>45492</c:v>
                </c:pt>
                <c:pt idx="291">
                  <c:v>45499</c:v>
                </c:pt>
                <c:pt idx="292">
                  <c:v>45506</c:v>
                </c:pt>
                <c:pt idx="293">
                  <c:v>45513</c:v>
                </c:pt>
                <c:pt idx="294">
                  <c:v>45520</c:v>
                </c:pt>
                <c:pt idx="295">
                  <c:v>45527</c:v>
                </c:pt>
                <c:pt idx="296">
                  <c:v>45534</c:v>
                </c:pt>
                <c:pt idx="297">
                  <c:v>45541</c:v>
                </c:pt>
                <c:pt idx="298">
                  <c:v>45548</c:v>
                </c:pt>
                <c:pt idx="299">
                  <c:v>45555</c:v>
                </c:pt>
                <c:pt idx="300">
                  <c:v>45562</c:v>
                </c:pt>
                <c:pt idx="301">
                  <c:v>45569</c:v>
                </c:pt>
                <c:pt idx="302">
                  <c:v>45576</c:v>
                </c:pt>
                <c:pt idx="303">
                  <c:v>45583</c:v>
                </c:pt>
                <c:pt idx="304">
                  <c:v>45590</c:v>
                </c:pt>
                <c:pt idx="305">
                  <c:v>45597</c:v>
                </c:pt>
                <c:pt idx="306">
                  <c:v>45604</c:v>
                </c:pt>
                <c:pt idx="307">
                  <c:v>45611</c:v>
                </c:pt>
                <c:pt idx="308">
                  <c:v>45618</c:v>
                </c:pt>
                <c:pt idx="309">
                  <c:v>45625</c:v>
                </c:pt>
                <c:pt idx="310">
                  <c:v>45632</c:v>
                </c:pt>
                <c:pt idx="311">
                  <c:v>45639</c:v>
                </c:pt>
                <c:pt idx="312">
                  <c:v>45646</c:v>
                </c:pt>
                <c:pt idx="313">
                  <c:v>45653</c:v>
                </c:pt>
                <c:pt idx="314">
                  <c:v>45660</c:v>
                </c:pt>
                <c:pt idx="315">
                  <c:v>45667</c:v>
                </c:pt>
                <c:pt idx="316">
                  <c:v>45674</c:v>
                </c:pt>
                <c:pt idx="317">
                  <c:v>45681</c:v>
                </c:pt>
                <c:pt idx="318">
                  <c:v>45688</c:v>
                </c:pt>
                <c:pt idx="319">
                  <c:v>45695</c:v>
                </c:pt>
                <c:pt idx="320">
                  <c:v>45702</c:v>
                </c:pt>
                <c:pt idx="321">
                  <c:v>45709</c:v>
                </c:pt>
                <c:pt idx="322">
                  <c:v>45716</c:v>
                </c:pt>
                <c:pt idx="323">
                  <c:v>45723</c:v>
                </c:pt>
                <c:pt idx="324">
                  <c:v>45730</c:v>
                </c:pt>
                <c:pt idx="325">
                  <c:v>45737</c:v>
                </c:pt>
                <c:pt idx="326">
                  <c:v>45744</c:v>
                </c:pt>
                <c:pt idx="327">
                  <c:v>45751</c:v>
                </c:pt>
                <c:pt idx="328">
                  <c:v>45758</c:v>
                </c:pt>
                <c:pt idx="329">
                  <c:v>45765</c:v>
                </c:pt>
                <c:pt idx="330">
                  <c:v>45772</c:v>
                </c:pt>
                <c:pt idx="331">
                  <c:v>45779</c:v>
                </c:pt>
                <c:pt idx="332">
                  <c:v>45786</c:v>
                </c:pt>
                <c:pt idx="333">
                  <c:v>45793</c:v>
                </c:pt>
                <c:pt idx="334">
                  <c:v>45800</c:v>
                </c:pt>
                <c:pt idx="335">
                  <c:v>45807</c:v>
                </c:pt>
                <c:pt idx="336">
                  <c:v>45814</c:v>
                </c:pt>
                <c:pt idx="337">
                  <c:v>45821</c:v>
                </c:pt>
                <c:pt idx="338">
                  <c:v>45828</c:v>
                </c:pt>
                <c:pt idx="339">
                  <c:v>45835</c:v>
                </c:pt>
                <c:pt idx="340">
                  <c:v>45842</c:v>
                </c:pt>
                <c:pt idx="341">
                  <c:v>45849</c:v>
                </c:pt>
                <c:pt idx="342">
                  <c:v>45856</c:v>
                </c:pt>
                <c:pt idx="343">
                  <c:v>45863</c:v>
                </c:pt>
                <c:pt idx="344">
                  <c:v>45870</c:v>
                </c:pt>
                <c:pt idx="345">
                  <c:v>45877</c:v>
                </c:pt>
                <c:pt idx="346">
                  <c:v>45884</c:v>
                </c:pt>
                <c:pt idx="347">
                  <c:v>45891</c:v>
                </c:pt>
                <c:pt idx="348">
                  <c:v>45898</c:v>
                </c:pt>
                <c:pt idx="349">
                  <c:v>45905</c:v>
                </c:pt>
                <c:pt idx="350">
                  <c:v>45912</c:v>
                </c:pt>
                <c:pt idx="351">
                  <c:v>45919</c:v>
                </c:pt>
                <c:pt idx="352">
                  <c:v>45926</c:v>
                </c:pt>
                <c:pt idx="353">
                  <c:v>45933</c:v>
                </c:pt>
                <c:pt idx="354">
                  <c:v>45940</c:v>
                </c:pt>
                <c:pt idx="355">
                  <c:v>45947</c:v>
                </c:pt>
                <c:pt idx="356">
                  <c:v>45954</c:v>
                </c:pt>
                <c:pt idx="357">
                  <c:v>45961</c:v>
                </c:pt>
                <c:pt idx="358">
                  <c:v>45968</c:v>
                </c:pt>
                <c:pt idx="359">
                  <c:v>45975</c:v>
                </c:pt>
                <c:pt idx="360">
                  <c:v>45982</c:v>
                </c:pt>
                <c:pt idx="361">
                  <c:v>45989</c:v>
                </c:pt>
                <c:pt idx="362">
                  <c:v>45996</c:v>
                </c:pt>
                <c:pt idx="363">
                  <c:v>46003</c:v>
                </c:pt>
                <c:pt idx="364">
                  <c:v>46010</c:v>
                </c:pt>
                <c:pt idx="365">
                  <c:v>46017</c:v>
                </c:pt>
                <c:pt idx="366">
                  <c:v>46024</c:v>
                </c:pt>
                <c:pt idx="367">
                  <c:v>46031</c:v>
                </c:pt>
                <c:pt idx="368">
                  <c:v>46038</c:v>
                </c:pt>
                <c:pt idx="369">
                  <c:v>46045</c:v>
                </c:pt>
                <c:pt idx="370">
                  <c:v>46052</c:v>
                </c:pt>
                <c:pt idx="371">
                  <c:v>46059</c:v>
                </c:pt>
                <c:pt idx="372">
                  <c:v>46066</c:v>
                </c:pt>
                <c:pt idx="373">
                  <c:v>46073</c:v>
                </c:pt>
                <c:pt idx="374">
                  <c:v>46080</c:v>
                </c:pt>
                <c:pt idx="375">
                  <c:v>46087</c:v>
                </c:pt>
                <c:pt idx="376">
                  <c:v>46094</c:v>
                </c:pt>
                <c:pt idx="377">
                  <c:v>46101</c:v>
                </c:pt>
                <c:pt idx="378">
                  <c:v>46108</c:v>
                </c:pt>
                <c:pt idx="379">
                  <c:v>46115</c:v>
                </c:pt>
                <c:pt idx="380">
                  <c:v>46122</c:v>
                </c:pt>
                <c:pt idx="381">
                  <c:v>46129</c:v>
                </c:pt>
                <c:pt idx="382">
                  <c:v>46136</c:v>
                </c:pt>
                <c:pt idx="383">
                  <c:v>46143</c:v>
                </c:pt>
                <c:pt idx="384">
                  <c:v>46150</c:v>
                </c:pt>
                <c:pt idx="385">
                  <c:v>46157</c:v>
                </c:pt>
                <c:pt idx="386">
                  <c:v>46164</c:v>
                </c:pt>
                <c:pt idx="387">
                  <c:v>46171</c:v>
                </c:pt>
                <c:pt idx="388">
                  <c:v>46178</c:v>
                </c:pt>
                <c:pt idx="389">
                  <c:v>46185</c:v>
                </c:pt>
                <c:pt idx="390">
                  <c:v>46192</c:v>
                </c:pt>
                <c:pt idx="391">
                  <c:v>46199</c:v>
                </c:pt>
                <c:pt idx="392">
                  <c:v>46206</c:v>
                </c:pt>
                <c:pt idx="393">
                  <c:v>46213</c:v>
                </c:pt>
                <c:pt idx="394">
                  <c:v>46220</c:v>
                </c:pt>
                <c:pt idx="395">
                  <c:v>46227</c:v>
                </c:pt>
                <c:pt idx="396">
                  <c:v>46234</c:v>
                </c:pt>
                <c:pt idx="397">
                  <c:v>46241</c:v>
                </c:pt>
                <c:pt idx="398">
                  <c:v>46248</c:v>
                </c:pt>
                <c:pt idx="399">
                  <c:v>46255</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US10Y_chg!$C$21:$C$5000</c:f>
              <c:numCache>
                <c:formatCode>0.00</c:formatCode>
                <c:ptCount val="4980"/>
                <c:pt idx="0">
                  <c:v>2.7181999999999999</c:v>
                </c:pt>
                <c:pt idx="1">
                  <c:v>2.6677</c:v>
                </c:pt>
                <c:pt idx="2">
                  <c:v>2.7006999999999999</c:v>
                </c:pt>
                <c:pt idx="3">
                  <c:v>2.7841999999999998</c:v>
                </c:pt>
                <c:pt idx="4">
                  <c:v>2.7585000000000002</c:v>
                </c:pt>
                <c:pt idx="5">
                  <c:v>2.6842000000000001</c:v>
                </c:pt>
                <c:pt idx="6">
                  <c:v>2.6339000000000001</c:v>
                </c:pt>
                <c:pt idx="7">
                  <c:v>2.6625999999999999</c:v>
                </c:pt>
                <c:pt idx="8">
                  <c:v>2.6518000000000002</c:v>
                </c:pt>
                <c:pt idx="9">
                  <c:v>2.7530999999999999</c:v>
                </c:pt>
                <c:pt idx="10">
                  <c:v>2.6284999999999998</c:v>
                </c:pt>
                <c:pt idx="11">
                  <c:v>2.5871</c:v>
                </c:pt>
                <c:pt idx="12">
                  <c:v>2.4390000000000001</c:v>
                </c:pt>
                <c:pt idx="13">
                  <c:v>2.4049999999999998</c:v>
                </c:pt>
                <c:pt idx="14">
                  <c:v>2.4954000000000001</c:v>
                </c:pt>
                <c:pt idx="15">
                  <c:v>2.5651000000000002</c:v>
                </c:pt>
                <c:pt idx="16">
                  <c:v>2.5596000000000001</c:v>
                </c:pt>
                <c:pt idx="17">
                  <c:v>2.4982000000000002</c:v>
                </c:pt>
                <c:pt idx="18">
                  <c:v>2.5249999999999999</c:v>
                </c:pt>
                <c:pt idx="19">
                  <c:v>2.4672000000000001</c:v>
                </c:pt>
                <c:pt idx="20">
                  <c:v>2.3908999999999998</c:v>
                </c:pt>
                <c:pt idx="21">
                  <c:v>2.3201999999999998</c:v>
                </c:pt>
                <c:pt idx="22">
                  <c:v>2.1246</c:v>
                </c:pt>
                <c:pt idx="23">
                  <c:v>2.0809000000000002</c:v>
                </c:pt>
                <c:pt idx="24">
                  <c:v>2.0804</c:v>
                </c:pt>
                <c:pt idx="25">
                  <c:v>2.0539999999999998</c:v>
                </c:pt>
                <c:pt idx="26">
                  <c:v>2.0051000000000001</c:v>
                </c:pt>
                <c:pt idx="27">
                  <c:v>2.0337999999999998</c:v>
                </c:pt>
                <c:pt idx="28">
                  <c:v>2.1219000000000001</c:v>
                </c:pt>
                <c:pt idx="29">
                  <c:v>2.0552000000000001</c:v>
                </c:pt>
                <c:pt idx="30">
                  <c:v>2.0703</c:v>
                </c:pt>
                <c:pt idx="31">
                  <c:v>1.8452</c:v>
                </c:pt>
                <c:pt idx="32">
                  <c:v>1.7446999999999999</c:v>
                </c:pt>
                <c:pt idx="33">
                  <c:v>1.5538000000000001</c:v>
                </c:pt>
                <c:pt idx="34">
                  <c:v>1.5350999999999999</c:v>
                </c:pt>
                <c:pt idx="35">
                  <c:v>1.4961</c:v>
                </c:pt>
                <c:pt idx="36">
                  <c:v>1.5602</c:v>
                </c:pt>
                <c:pt idx="37">
                  <c:v>1.8957999999999999</c:v>
                </c:pt>
                <c:pt idx="38">
                  <c:v>1.7215</c:v>
                </c:pt>
                <c:pt idx="39">
                  <c:v>1.6800999999999999</c:v>
                </c:pt>
                <c:pt idx="40">
                  <c:v>1.5289999999999999</c:v>
                </c:pt>
                <c:pt idx="41">
                  <c:v>1.7290000000000001</c:v>
                </c:pt>
                <c:pt idx="42">
                  <c:v>1.7536</c:v>
                </c:pt>
                <c:pt idx="43">
                  <c:v>1.7943</c:v>
                </c:pt>
                <c:pt idx="44">
                  <c:v>1.7102999999999999</c:v>
                </c:pt>
                <c:pt idx="45">
                  <c:v>1.9417</c:v>
                </c:pt>
                <c:pt idx="46">
                  <c:v>1.8308</c:v>
                </c:pt>
                <c:pt idx="47">
                  <c:v>1.7706</c:v>
                </c:pt>
                <c:pt idx="48">
                  <c:v>1.7758</c:v>
                </c:pt>
                <c:pt idx="49">
                  <c:v>1.8363</c:v>
                </c:pt>
                <c:pt idx="50">
                  <c:v>1.8226</c:v>
                </c:pt>
                <c:pt idx="51">
                  <c:v>1.9171</c:v>
                </c:pt>
                <c:pt idx="52">
                  <c:v>1.8752</c:v>
                </c:pt>
                <c:pt idx="53">
                  <c:v>1.7881</c:v>
                </c:pt>
                <c:pt idx="54">
                  <c:v>1.8196000000000001</c:v>
                </c:pt>
                <c:pt idx="55">
                  <c:v>1.8214999999999999</c:v>
                </c:pt>
                <c:pt idx="56">
                  <c:v>1.6839</c:v>
                </c:pt>
                <c:pt idx="57">
                  <c:v>1.5067999999999999</c:v>
                </c:pt>
                <c:pt idx="58">
                  <c:v>1.5833999999999999</c:v>
                </c:pt>
                <c:pt idx="59">
                  <c:v>1.5848</c:v>
                </c:pt>
                <c:pt idx="60">
                  <c:v>1.4713000000000001</c:v>
                </c:pt>
                <c:pt idx="61">
                  <c:v>1.1486000000000001</c:v>
                </c:pt>
                <c:pt idx="62">
                  <c:v>0.76229999999999998</c:v>
                </c:pt>
                <c:pt idx="63">
                  <c:v>0.96030000000000004</c:v>
                </c:pt>
                <c:pt idx="64">
                  <c:v>0.84540000000000004</c:v>
                </c:pt>
                <c:pt idx="65">
                  <c:v>0.67459999999999998</c:v>
                </c:pt>
                <c:pt idx="66">
                  <c:v>0.5948</c:v>
                </c:pt>
                <c:pt idx="67">
                  <c:v>0.71909999999999996</c:v>
                </c:pt>
                <c:pt idx="68">
                  <c:v>0.64170000000000005</c:v>
                </c:pt>
                <c:pt idx="69">
                  <c:v>0.6008</c:v>
                </c:pt>
                <c:pt idx="70">
                  <c:v>0.61180000000000001</c:v>
                </c:pt>
                <c:pt idx="71">
                  <c:v>0.68310000000000004</c:v>
                </c:pt>
                <c:pt idx="72">
                  <c:v>0.64280000000000004</c:v>
                </c:pt>
                <c:pt idx="73">
                  <c:v>0.65910000000000002</c:v>
                </c:pt>
                <c:pt idx="74">
                  <c:v>0.65259999999999996</c:v>
                </c:pt>
                <c:pt idx="75">
                  <c:v>0.89510000000000001</c:v>
                </c:pt>
                <c:pt idx="76">
                  <c:v>0.70340000000000003</c:v>
                </c:pt>
                <c:pt idx="77">
                  <c:v>0.69369999999999998</c:v>
                </c:pt>
                <c:pt idx="78">
                  <c:v>0.64129999999999998</c:v>
                </c:pt>
                <c:pt idx="79">
                  <c:v>0.66930000000000001</c:v>
                </c:pt>
                <c:pt idx="80">
                  <c:v>0.64470000000000005</c:v>
                </c:pt>
                <c:pt idx="81">
                  <c:v>0.62660000000000005</c:v>
                </c:pt>
                <c:pt idx="82">
                  <c:v>0.58879999999999999</c:v>
                </c:pt>
                <c:pt idx="83">
                  <c:v>0.5282</c:v>
                </c:pt>
                <c:pt idx="84">
                  <c:v>0.56399999999999995</c:v>
                </c:pt>
                <c:pt idx="85">
                  <c:v>0.70940000000000003</c:v>
                </c:pt>
                <c:pt idx="86">
                  <c:v>0.62819999999999998</c:v>
                </c:pt>
                <c:pt idx="87">
                  <c:v>0.72109999999999996</c:v>
                </c:pt>
                <c:pt idx="88">
                  <c:v>0.71799999999999997</c:v>
                </c:pt>
                <c:pt idx="89">
                  <c:v>0.66579999999999995</c:v>
                </c:pt>
                <c:pt idx="90">
                  <c:v>0.69369999999999998</c:v>
                </c:pt>
                <c:pt idx="91">
                  <c:v>0.65439999999999998</c:v>
                </c:pt>
                <c:pt idx="92">
                  <c:v>0.70050000000000001</c:v>
                </c:pt>
                <c:pt idx="93">
                  <c:v>0.77370000000000005</c:v>
                </c:pt>
                <c:pt idx="94">
                  <c:v>0.74560000000000004</c:v>
                </c:pt>
                <c:pt idx="95">
                  <c:v>0.84289999999999998</c:v>
                </c:pt>
                <c:pt idx="96">
                  <c:v>0.87370000000000003</c:v>
                </c:pt>
                <c:pt idx="97">
                  <c:v>0.81850000000000001</c:v>
                </c:pt>
                <c:pt idx="98">
                  <c:v>0.89629999999999999</c:v>
                </c:pt>
                <c:pt idx="99">
                  <c:v>0.82430000000000003</c:v>
                </c:pt>
                <c:pt idx="100">
                  <c:v>0.83730000000000004</c:v>
                </c:pt>
                <c:pt idx="101">
                  <c:v>0.96589999999999998</c:v>
                </c:pt>
                <c:pt idx="102">
                  <c:v>0.89639999999999997</c:v>
                </c:pt>
                <c:pt idx="103">
                  <c:v>0.94620000000000004</c:v>
                </c:pt>
                <c:pt idx="104">
                  <c:v>0.92310000000000003</c:v>
                </c:pt>
                <c:pt idx="105">
                  <c:v>0.91320000000000001</c:v>
                </c:pt>
                <c:pt idx="106">
                  <c:v>1.1153</c:v>
                </c:pt>
                <c:pt idx="107">
                  <c:v>1.0834999999999999</c:v>
                </c:pt>
                <c:pt idx="108">
                  <c:v>1.0854999999999999</c:v>
                </c:pt>
                <c:pt idx="109">
                  <c:v>1.0654999999999999</c:v>
                </c:pt>
                <c:pt idx="110">
                  <c:v>1.1635</c:v>
                </c:pt>
                <c:pt idx="111">
                  <c:v>1.2081999999999999</c:v>
                </c:pt>
                <c:pt idx="112">
                  <c:v>1.3364</c:v>
                </c:pt>
                <c:pt idx="113">
                  <c:v>1.4049</c:v>
                </c:pt>
                <c:pt idx="114">
                  <c:v>1.5661</c:v>
                </c:pt>
                <c:pt idx="115">
                  <c:v>1.6247</c:v>
                </c:pt>
                <c:pt idx="116">
                  <c:v>1.7210000000000001</c:v>
                </c:pt>
                <c:pt idx="117">
                  <c:v>1.6759999999999999</c:v>
                </c:pt>
                <c:pt idx="118">
                  <c:v>1.7216</c:v>
                </c:pt>
                <c:pt idx="119">
                  <c:v>1.6585000000000001</c:v>
                </c:pt>
                <c:pt idx="120">
                  <c:v>1.5798000000000001</c:v>
                </c:pt>
                <c:pt idx="121">
                  <c:v>1.5577000000000001</c:v>
                </c:pt>
                <c:pt idx="122">
                  <c:v>1.6258999999999999</c:v>
                </c:pt>
                <c:pt idx="123">
                  <c:v>1.5770999999999999</c:v>
                </c:pt>
                <c:pt idx="124">
                  <c:v>1.6284000000000001</c:v>
                </c:pt>
                <c:pt idx="125">
                  <c:v>1.6215999999999999</c:v>
                </c:pt>
                <c:pt idx="126">
                  <c:v>1.5943000000000001</c:v>
                </c:pt>
                <c:pt idx="127">
                  <c:v>1.5533999999999999</c:v>
                </c:pt>
                <c:pt idx="128">
                  <c:v>1.4518</c:v>
                </c:pt>
                <c:pt idx="129">
                  <c:v>1.4380999999999999</c:v>
                </c:pt>
                <c:pt idx="130">
                  <c:v>1.5241</c:v>
                </c:pt>
                <c:pt idx="131">
                  <c:v>1.4238</c:v>
                </c:pt>
                <c:pt idx="132">
                  <c:v>1.3594999999999999</c:v>
                </c:pt>
                <c:pt idx="133">
                  <c:v>1.2903</c:v>
                </c:pt>
                <c:pt idx="134">
                  <c:v>1.2763</c:v>
                </c:pt>
                <c:pt idx="135">
                  <c:v>1.2222999999999999</c:v>
                </c:pt>
                <c:pt idx="136">
                  <c:v>1.2968999999999999</c:v>
                </c:pt>
                <c:pt idx="137">
                  <c:v>1.2766999999999999</c:v>
                </c:pt>
                <c:pt idx="138">
                  <c:v>1.2549999999999999</c:v>
                </c:pt>
                <c:pt idx="139">
                  <c:v>1.3069999999999999</c:v>
                </c:pt>
                <c:pt idx="140">
                  <c:v>1.3223</c:v>
                </c:pt>
                <c:pt idx="141">
                  <c:v>1.3411</c:v>
                </c:pt>
                <c:pt idx="142">
                  <c:v>1.3615999999999999</c:v>
                </c:pt>
                <c:pt idx="143">
                  <c:v>1.4509000000000001</c:v>
                </c:pt>
                <c:pt idx="144">
                  <c:v>1.4616</c:v>
                </c:pt>
                <c:pt idx="145">
                  <c:v>1.6117999999999999</c:v>
                </c:pt>
                <c:pt idx="146">
                  <c:v>1.5703</c:v>
                </c:pt>
                <c:pt idx="147">
                  <c:v>1.6324000000000001</c:v>
                </c:pt>
                <c:pt idx="148">
                  <c:v>1.5521</c:v>
                </c:pt>
                <c:pt idx="149">
                  <c:v>1.4513</c:v>
                </c:pt>
                <c:pt idx="150">
                  <c:v>1.5612999999999999</c:v>
                </c:pt>
                <c:pt idx="151">
                  <c:v>1.5462</c:v>
                </c:pt>
                <c:pt idx="152">
                  <c:v>1.4731000000000001</c:v>
                </c:pt>
                <c:pt idx="153">
                  <c:v>1.343</c:v>
                </c:pt>
                <c:pt idx="154">
                  <c:v>1.4837</c:v>
                </c:pt>
                <c:pt idx="155">
                  <c:v>1.4020999999999999</c:v>
                </c:pt>
                <c:pt idx="156">
                  <c:v>1.4926999999999999</c:v>
                </c:pt>
                <c:pt idx="157">
                  <c:v>1.5101</c:v>
                </c:pt>
                <c:pt idx="158">
                  <c:v>1.762</c:v>
                </c:pt>
                <c:pt idx="159">
                  <c:v>1.7841</c:v>
                </c:pt>
                <c:pt idx="160">
                  <c:v>1.7581</c:v>
                </c:pt>
                <c:pt idx="161">
                  <c:v>1.7694000000000001</c:v>
                </c:pt>
                <c:pt idx="162">
                  <c:v>1.9085000000000001</c:v>
                </c:pt>
                <c:pt idx="163">
                  <c:v>1.9371</c:v>
                </c:pt>
                <c:pt idx="164">
                  <c:v>1.9286000000000001</c:v>
                </c:pt>
                <c:pt idx="165">
                  <c:v>1.9617</c:v>
                </c:pt>
                <c:pt idx="166">
                  <c:v>1.7306999999999999</c:v>
                </c:pt>
                <c:pt idx="167">
                  <c:v>1.9917</c:v>
                </c:pt>
                <c:pt idx="168">
                  <c:v>2.1494</c:v>
                </c:pt>
                <c:pt idx="169">
                  <c:v>2.4731000000000001</c:v>
                </c:pt>
                <c:pt idx="170">
                  <c:v>2.3822000000000001</c:v>
                </c:pt>
                <c:pt idx="171">
                  <c:v>2.7</c:v>
                </c:pt>
                <c:pt idx="172">
                  <c:v>2.8275000000000001</c:v>
                </c:pt>
                <c:pt idx="173">
                  <c:v>2.8986999999999998</c:v>
                </c:pt>
                <c:pt idx="174">
                  <c:v>2.9336000000000002</c:v>
                </c:pt>
                <c:pt idx="175">
                  <c:v>3.1265000000000001</c:v>
                </c:pt>
                <c:pt idx="176">
                  <c:v>2.9184999999999999</c:v>
                </c:pt>
                <c:pt idx="177">
                  <c:v>2.7810999999999999</c:v>
                </c:pt>
                <c:pt idx="178">
                  <c:v>2.7378</c:v>
                </c:pt>
                <c:pt idx="179">
                  <c:v>2.9331999999999998</c:v>
                </c:pt>
                <c:pt idx="180">
                  <c:v>3.1555</c:v>
                </c:pt>
                <c:pt idx="181">
                  <c:v>3.2256</c:v>
                </c:pt>
                <c:pt idx="182">
                  <c:v>3.1301000000000001</c:v>
                </c:pt>
                <c:pt idx="183">
                  <c:v>2.8803000000000001</c:v>
                </c:pt>
                <c:pt idx="184">
                  <c:v>3.0802999999999998</c:v>
                </c:pt>
                <c:pt idx="185">
                  <c:v>2.9152</c:v>
                </c:pt>
                <c:pt idx="186">
                  <c:v>2.7504</c:v>
                </c:pt>
                <c:pt idx="187">
                  <c:v>2.6486999999999998</c:v>
                </c:pt>
                <c:pt idx="188">
                  <c:v>2.8268</c:v>
                </c:pt>
                <c:pt idx="189">
                  <c:v>2.8311999999999999</c:v>
                </c:pt>
                <c:pt idx="190">
                  <c:v>2.9721000000000002</c:v>
                </c:pt>
                <c:pt idx="191">
                  <c:v>3.0409000000000002</c:v>
                </c:pt>
                <c:pt idx="192">
                  <c:v>3.1894</c:v>
                </c:pt>
                <c:pt idx="193">
                  <c:v>3.3096999999999999</c:v>
                </c:pt>
                <c:pt idx="194">
                  <c:v>3.4493999999999998</c:v>
                </c:pt>
                <c:pt idx="195">
                  <c:v>3.6846000000000001</c:v>
                </c:pt>
                <c:pt idx="196">
                  <c:v>3.8285999999999998</c:v>
                </c:pt>
                <c:pt idx="197">
                  <c:v>3.8814000000000002</c:v>
                </c:pt>
                <c:pt idx="198">
                  <c:v>4.0183999999999997</c:v>
                </c:pt>
                <c:pt idx="199">
                  <c:v>4.2167000000000003</c:v>
                </c:pt>
                <c:pt idx="200">
                  <c:v>4.0122999999999998</c:v>
                </c:pt>
                <c:pt idx="201">
                  <c:v>4.1584000000000003</c:v>
                </c:pt>
                <c:pt idx="202">
                  <c:v>3.8125</c:v>
                </c:pt>
                <c:pt idx="203">
                  <c:v>3.8288000000000002</c:v>
                </c:pt>
                <c:pt idx="204">
                  <c:v>3.6776</c:v>
                </c:pt>
                <c:pt idx="205">
                  <c:v>3.4862000000000002</c:v>
                </c:pt>
                <c:pt idx="206">
                  <c:v>3.5783</c:v>
                </c:pt>
                <c:pt idx="207">
                  <c:v>3.4822000000000002</c:v>
                </c:pt>
                <c:pt idx="208">
                  <c:v>3.7471999999999999</c:v>
                </c:pt>
                <c:pt idx="209">
                  <c:v>3.8748</c:v>
                </c:pt>
                <c:pt idx="210">
                  <c:v>3.5579999999999998</c:v>
                </c:pt>
                <c:pt idx="211">
                  <c:v>3.5034999999999998</c:v>
                </c:pt>
                <c:pt idx="212">
                  <c:v>3.4786999999999999</c:v>
                </c:pt>
                <c:pt idx="213">
                  <c:v>3.5034999999999998</c:v>
                </c:pt>
                <c:pt idx="214">
                  <c:v>3.5246</c:v>
                </c:pt>
                <c:pt idx="215">
                  <c:v>3.7320000000000002</c:v>
                </c:pt>
                <c:pt idx="216">
                  <c:v>3.8148</c:v>
                </c:pt>
                <c:pt idx="217">
                  <c:v>3.9432</c:v>
                </c:pt>
                <c:pt idx="218">
                  <c:v>3.9517000000000002</c:v>
                </c:pt>
                <c:pt idx="219">
                  <c:v>3.6987000000000001</c:v>
                </c:pt>
                <c:pt idx="220">
                  <c:v>3.4285999999999999</c:v>
                </c:pt>
                <c:pt idx="221">
                  <c:v>3.3761999999999999</c:v>
                </c:pt>
                <c:pt idx="222">
                  <c:v>3.4676</c:v>
                </c:pt>
                <c:pt idx="223">
                  <c:v>3.3906000000000001</c:v>
                </c:pt>
                <c:pt idx="224">
                  <c:v>3.5127999999999999</c:v>
                </c:pt>
                <c:pt idx="225">
                  <c:v>3.5718000000000001</c:v>
                </c:pt>
                <c:pt idx="226">
                  <c:v>3.4220000000000002</c:v>
                </c:pt>
                <c:pt idx="227">
                  <c:v>3.4369999999999998</c:v>
                </c:pt>
                <c:pt idx="228">
                  <c:v>3.4624999999999999</c:v>
                </c:pt>
                <c:pt idx="229">
                  <c:v>3.6726000000000001</c:v>
                </c:pt>
                <c:pt idx="230">
                  <c:v>3.7982999999999998</c:v>
                </c:pt>
                <c:pt idx="231">
                  <c:v>3.6907000000000001</c:v>
                </c:pt>
                <c:pt idx="232">
                  <c:v>3.7393999999999998</c:v>
                </c:pt>
                <c:pt idx="233">
                  <c:v>3.7612999999999999</c:v>
                </c:pt>
                <c:pt idx="234">
                  <c:v>3.7347000000000001</c:v>
                </c:pt>
                <c:pt idx="235">
                  <c:v>3.8367</c:v>
                </c:pt>
                <c:pt idx="236">
                  <c:v>4.0616000000000003</c:v>
                </c:pt>
                <c:pt idx="237">
                  <c:v>3.8321999999999998</c:v>
                </c:pt>
                <c:pt idx="238">
                  <c:v>3.8349000000000002</c:v>
                </c:pt>
                <c:pt idx="239">
                  <c:v>3.9506999999999999</c:v>
                </c:pt>
                <c:pt idx="240">
                  <c:v>4.0338000000000003</c:v>
                </c:pt>
                <c:pt idx="241">
                  <c:v>4.1521999999999997</c:v>
                </c:pt>
                <c:pt idx="242">
                  <c:v>4.2545999999999999</c:v>
                </c:pt>
                <c:pt idx="243">
                  <c:v>4.2354000000000003</c:v>
                </c:pt>
                <c:pt idx="244">
                  <c:v>4.1787999999999998</c:v>
                </c:pt>
                <c:pt idx="245">
                  <c:v>4.2641</c:v>
                </c:pt>
                <c:pt idx="246">
                  <c:v>4.3323999999999998</c:v>
                </c:pt>
                <c:pt idx="247">
                  <c:v>4.4337</c:v>
                </c:pt>
                <c:pt idx="248">
                  <c:v>4.5711000000000004</c:v>
                </c:pt>
                <c:pt idx="249">
                  <c:v>4.8009000000000004</c:v>
                </c:pt>
                <c:pt idx="250">
                  <c:v>4.6124000000000001</c:v>
                </c:pt>
                <c:pt idx="251">
                  <c:v>4.9137000000000004</c:v>
                </c:pt>
                <c:pt idx="252">
                  <c:v>4.8346</c:v>
                </c:pt>
                <c:pt idx="253">
                  <c:v>4.5724</c:v>
                </c:pt>
                <c:pt idx="254">
                  <c:v>4.6517999999999997</c:v>
                </c:pt>
                <c:pt idx="255">
                  <c:v>4.4353999999999996</c:v>
                </c:pt>
                <c:pt idx="256">
                  <c:v>4.4664999999999999</c:v>
                </c:pt>
                <c:pt idx="257">
                  <c:v>4.1955999999999998</c:v>
                </c:pt>
                <c:pt idx="258">
                  <c:v>4.2256</c:v>
                </c:pt>
                <c:pt idx="259">
                  <c:v>3.911</c:v>
                </c:pt>
                <c:pt idx="260">
                  <c:v>3.895</c:v>
                </c:pt>
                <c:pt idx="261">
                  <c:v>3.8791000000000002</c:v>
                </c:pt>
                <c:pt idx="262">
                  <c:v>4.0457000000000001</c:v>
                </c:pt>
                <c:pt idx="263">
                  <c:v>3.9390000000000001</c:v>
                </c:pt>
                <c:pt idx="264">
                  <c:v>4.1226000000000003</c:v>
                </c:pt>
                <c:pt idx="265">
                  <c:v>4.1372999999999998</c:v>
                </c:pt>
                <c:pt idx="266">
                  <c:v>4.0198999999999998</c:v>
                </c:pt>
                <c:pt idx="267">
                  <c:v>4.1753999999999998</c:v>
                </c:pt>
                <c:pt idx="268">
                  <c:v>4.2792000000000003</c:v>
                </c:pt>
                <c:pt idx="269">
                  <c:v>4.2480000000000002</c:v>
                </c:pt>
                <c:pt idx="270">
                  <c:v>4.1798000000000002</c:v>
                </c:pt>
                <c:pt idx="271">
                  <c:v>4.0749000000000004</c:v>
                </c:pt>
                <c:pt idx="272">
                  <c:v>4.3063000000000002</c:v>
                </c:pt>
                <c:pt idx="273">
                  <c:v>4.1981000000000002</c:v>
                </c:pt>
                <c:pt idx="274">
                  <c:v>4.2003000000000004</c:v>
                </c:pt>
                <c:pt idx="275">
                  <c:v>4.4016000000000002</c:v>
                </c:pt>
                <c:pt idx="276">
                  <c:v>4.5216000000000003</c:v>
                </c:pt>
                <c:pt idx="277">
                  <c:v>4.6207000000000003</c:v>
                </c:pt>
                <c:pt idx="278">
                  <c:v>4.6630000000000003</c:v>
                </c:pt>
                <c:pt idx="279">
                  <c:v>4.5076999999999998</c:v>
                </c:pt>
                <c:pt idx="280">
                  <c:v>4.4962999999999997</c:v>
                </c:pt>
                <c:pt idx="281">
                  <c:v>4.4198000000000004</c:v>
                </c:pt>
                <c:pt idx="282">
                  <c:v>4.4649999999999999</c:v>
                </c:pt>
                <c:pt idx="283">
                  <c:v>4.4984999999999999</c:v>
                </c:pt>
                <c:pt idx="284">
                  <c:v>4.4335000000000004</c:v>
                </c:pt>
                <c:pt idx="285">
                  <c:v>4.2209000000000003</c:v>
                </c:pt>
                <c:pt idx="286">
                  <c:v>4.2553999999999998</c:v>
                </c:pt>
                <c:pt idx="287">
                  <c:v>4.3960999999999997</c:v>
                </c:pt>
                <c:pt idx="288">
                  <c:v>4.2784000000000004</c:v>
                </c:pt>
                <c:pt idx="289">
                  <c:v>4.1829000000000001</c:v>
                </c:pt>
                <c:pt idx="290">
                  <c:v>4.2389000000000001</c:v>
                </c:pt>
                <c:pt idx="291">
                  <c:v>4.1939000000000002</c:v>
                </c:pt>
                <c:pt idx="292">
                  <c:v>3.7904</c:v>
                </c:pt>
                <c:pt idx="293">
                  <c:v>3.9398</c:v>
                </c:pt>
                <c:pt idx="294">
                  <c:v>3.8826000000000001</c:v>
                </c:pt>
                <c:pt idx="295">
                  <c:v>3.7989999999999999</c:v>
                </c:pt>
                <c:pt idx="296">
                  <c:v>3.9034</c:v>
                </c:pt>
                <c:pt idx="297">
                  <c:v>3.7080000000000002</c:v>
                </c:pt>
                <c:pt idx="298">
                  <c:v>3.6513</c:v>
                </c:pt>
                <c:pt idx="299">
                  <c:v>3.7412999999999998</c:v>
                </c:pt>
                <c:pt idx="300">
                  <c:v>3.7505999999999999</c:v>
                </c:pt>
                <c:pt idx="301">
                  <c:v>3.9672000000000001</c:v>
                </c:pt>
                <c:pt idx="302">
                  <c:v>4.1002999999999998</c:v>
                </c:pt>
                <c:pt idx="303">
                  <c:v>4.0827999999999998</c:v>
                </c:pt>
                <c:pt idx="304">
                  <c:v>4.2398999999999996</c:v>
                </c:pt>
                <c:pt idx="305">
                  <c:v>4.3836000000000004</c:v>
                </c:pt>
                <c:pt idx="306">
                  <c:v>4.3042999999999996</c:v>
                </c:pt>
                <c:pt idx="307">
                  <c:v>4.4394</c:v>
                </c:pt>
                <c:pt idx="308">
                  <c:v>4.4001999999999999</c:v>
                </c:pt>
                <c:pt idx="309">
                  <c:v>4.1684999999999999</c:v>
                </c:pt>
                <c:pt idx="310">
                  <c:v>4.1528999999999998</c:v>
                </c:pt>
                <c:pt idx="311">
                  <c:v>4.3967000000000001</c:v>
                </c:pt>
                <c:pt idx="312">
                  <c:v>4.5221999999999998</c:v>
                </c:pt>
                <c:pt idx="313">
                  <c:v>4.6253000000000002</c:v>
                </c:pt>
                <c:pt idx="314">
                  <c:v>4.5975000000000001</c:v>
                </c:pt>
                <c:pt idx="315">
                  <c:v>4.7591999999999999</c:v>
                </c:pt>
                <c:pt idx="316">
                  <c:v>4.6269999999999998</c:v>
                </c:pt>
                <c:pt idx="317">
                  <c:v>4.6214000000000004</c:v>
                </c:pt>
                <c:pt idx="318">
                  <c:v>4.5387000000000004</c:v>
                </c:pt>
                <c:pt idx="319">
                  <c:v>4.4946999999999999</c:v>
                </c:pt>
                <c:pt idx="320">
                  <c:v>4.4762000000000004</c:v>
                </c:pt>
                <c:pt idx="321">
                  <c:v>4.4313000000000002</c:v>
                </c:pt>
                <c:pt idx="322">
                  <c:v>4.2081999999999997</c:v>
                </c:pt>
                <c:pt idx="323">
                  <c:v>4.3010999999999999</c:v>
                </c:pt>
                <c:pt idx="324">
                  <c:v>4.3121</c:v>
                </c:pt>
                <c:pt idx="325">
                  <c:v>4.2462</c:v>
                </c:pt>
                <c:pt idx="326">
                  <c:v>4.2493999999999996</c:v>
                </c:pt>
                <c:pt idx="327">
                  <c:v>3.9943</c:v>
                </c:pt>
                <c:pt idx="328">
                  <c:v>4.4894999999999996</c:v>
                </c:pt>
                <c:pt idx="329">
                  <c:v>4.3249000000000004</c:v>
                </c:pt>
                <c:pt idx="330">
                  <c:v>4.2352999999999996</c:v>
                </c:pt>
                <c:pt idx="331">
                  <c:v>4.3083</c:v>
                </c:pt>
                <c:pt idx="332">
                  <c:v>4.3784999999999998</c:v>
                </c:pt>
                <c:pt idx="333">
                  <c:v>4.4770000000000003</c:v>
                </c:pt>
                <c:pt idx="334">
                  <c:v>4.5110000000000001</c:v>
                </c:pt>
                <c:pt idx="335">
                  <c:v>4.4004000000000003</c:v>
                </c:pt>
                <c:pt idx="336">
                  <c:v>4.5056000000000003</c:v>
                </c:pt>
                <c:pt idx="337">
                  <c:v>4.3986999999999998</c:v>
                </c:pt>
                <c:pt idx="338">
                  <c:v>4.3750999999999998</c:v>
                </c:pt>
                <c:pt idx="339">
                  <c:v>4.2769000000000004</c:v>
                </c:pt>
                <c:pt idx="340">
                  <c:v>4.3456999999999999</c:v>
                </c:pt>
                <c:pt idx="341">
                  <c:v>4.4093</c:v>
                </c:pt>
                <c:pt idx="342">
                  <c:v>4.4154999999999998</c:v>
                </c:pt>
                <c:pt idx="343">
                  <c:v>4.3878000000000004</c:v>
                </c:pt>
                <c:pt idx="344">
                  <c:v>4.2159000000000004</c:v>
                </c:pt>
                <c:pt idx="345">
                  <c:v>4.2828999999999997</c:v>
                </c:pt>
                <c:pt idx="346">
                  <c:v>4.3159999999999998</c:v>
                </c:pt>
                <c:pt idx="347">
                  <c:v>4.2537000000000003</c:v>
                </c:pt>
                <c:pt idx="348">
                  <c:v>4.2283999999999997</c:v>
                </c:pt>
                <c:pt idx="349">
                  <c:v>4.0742000000000003</c:v>
                </c:pt>
                <c:pt idx="350">
                  <c:v>4.0643000000000002</c:v>
                </c:pt>
                <c:pt idx="351">
                  <c:v>4.1273999999999997</c:v>
                </c:pt>
                <c:pt idx="352">
                  <c:v>4.1755000000000004</c:v>
                </c:pt>
                <c:pt idx="353">
                  <c:v>4.1192000000000002</c:v>
                </c:pt>
                <c:pt idx="354">
                  <c:v>4.0321999999999996</c:v>
                </c:pt>
                <c:pt idx="355">
                  <c:v>4.0087999999999999</c:v>
                </c:pt>
                <c:pt idx="356">
                  <c:v>4.0007000000000001</c:v>
                </c:pt>
                <c:pt idx="357">
                  <c:v>4.0774999999999997</c:v>
                </c:pt>
                <c:pt idx="358">
                  <c:v>4.0965999999999996</c:v>
                </c:pt>
                <c:pt idx="359">
                  <c:v>4.1482999999999999</c:v>
                </c:pt>
                <c:pt idx="360">
                  <c:v>4.0632999999999999</c:v>
                </c:pt>
                <c:pt idx="361">
                  <c:v>4.0132000000000003</c:v>
                </c:pt>
                <c:pt idx="362">
                  <c:v>4.1351000000000004</c:v>
                </c:pt>
                <c:pt idx="363">
                  <c:v>4.1840999999999999</c:v>
                </c:pt>
                <c:pt idx="364">
                  <c:v>4.1471</c:v>
                </c:pt>
                <c:pt idx="365">
                  <c:v>4.1276999999999999</c:v>
                </c:pt>
                <c:pt idx="366">
                  <c:v>4.1906999999999996</c:v>
                </c:pt>
                <c:pt idx="367">
                  <c:v>4.1653000000000002</c:v>
                </c:pt>
                <c:pt idx="368">
                  <c:v>4.2229000000000001</c:v>
                </c:pt>
                <c:pt idx="369">
                  <c:v>4.2252000000000001</c:v>
                </c:pt>
                <c:pt idx="370">
                  <c:v>4.2355</c:v>
                </c:pt>
                <c:pt idx="371">
                  <c:v>4.2060000000000004</c:v>
                </c:pt>
                <c:pt idx="372">
                  <c:v>4.0483000000000002</c:v>
                </c:pt>
                <c:pt idx="373">
                  <c:v>4.0826000000000002</c:v>
                </c:pt>
                <c:pt idx="374">
                  <c:v>3.9375</c:v>
                </c:pt>
                <c:pt idx="375">
                  <c:v>4.1383000000000001</c:v>
                </c:pt>
                <c:pt idx="376">
                  <c:v>4.2766999999999999</c:v>
                </c:pt>
                <c:pt idx="377">
                  <c:v>4.3795999999999999</c:v>
                </c:pt>
                <c:pt idx="378">
                  <c:v>4.4278000000000004</c:v>
                </c:pt>
                <c:pt idx="379">
                  <c:v>4.3406000000000002</c:v>
                </c:pt>
                <c:pt idx="380">
                  <c:v>4.3170000000000002</c:v>
                </c:pt>
                <c:pt idx="381">
                  <c:v>4.2480000000000002</c:v>
                </c:pt>
                <c:pt idx="382">
                  <c:v>4.3007</c:v>
                </c:pt>
                <c:pt idx="383">
                  <c:v>4.3697999999999997</c:v>
                </c:pt>
                <c:pt idx="384">
                  <c:v>4.3540999999999999</c:v>
                </c:pt>
                <c:pt idx="385">
                  <c:v>4.5933999999999999</c:v>
                </c:pt>
                <c:pt idx="386">
                  <c:v>4.5578000000000003</c:v>
                </c:pt>
                <c:pt idx="387">
                  <c:v>4.4355000000000002</c:v>
                </c:pt>
                <c:pt idx="388">
                  <c:v>4.5303000000000004</c:v>
                </c:pt>
                <c:pt idx="389">
                  <c:v>4.4789000000000003</c:v>
                </c:pt>
                <c:pt idx="390">
                  <c:v>4.4532999999999996</c:v>
                </c:pt>
                <c:pt idx="391">
                  <c:v>4.3685999999999998</c:v>
                </c:pt>
                <c:pt idx="392">
                  <c:v>4.4832000000000001</c:v>
                </c:pt>
                <c:pt idx="393">
                  <c:v>4.5612000000000004</c:v>
                </c:pt>
                <c:pt idx="394">
                  <c:v>4.5473999999999997</c:v>
                </c:pt>
                <c:pt idx="395">
                  <c:v>4.6771000000000003</c:v>
                </c:pt>
                <c:pt idx="396">
                  <c:v>4.7347000000000001</c:v>
                </c:pt>
                <c:pt idx="397">
                  <c:v>4.6454000000000004</c:v>
                </c:pt>
                <c:pt idx="398">
                  <c:v>4.6921999999999997</c:v>
                </c:pt>
                <c:pt idx="399">
                  <c:v>4.7339000000000002</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smooth val="0"/>
          <c:extLst>
            <c:ext xmlns:c16="http://schemas.microsoft.com/office/drawing/2014/chart" uri="{C3380CC4-5D6E-409C-BE32-E72D297353CC}">
              <c16:uniqueId val="{00000003-A429-4A8C-9AEB-51EEFC11FCD7}"/>
            </c:ext>
          </c:extLst>
        </c:ser>
        <c:dLbls>
          <c:showLegendKey val="0"/>
          <c:showVal val="0"/>
          <c:showCatName val="0"/>
          <c:showSerName val="0"/>
          <c:showPercent val="0"/>
          <c:showBubbleSize val="0"/>
        </c:dLbls>
        <c:marker val="1"/>
        <c:smooth val="0"/>
        <c:axId val="50282543"/>
        <c:axId val="50267183"/>
      </c:lineChart>
      <c:dateAx>
        <c:axId val="1299232544"/>
        <c:scaling>
          <c:orientation val="minMax"/>
          <c:min val="44925"/>
        </c:scaling>
        <c:delete val="0"/>
        <c:axPos val="b"/>
        <c:minorGridlines>
          <c:spPr>
            <a:ln w="9525" cap="flat" cmpd="sng" algn="ctr">
              <a:solidFill>
                <a:schemeClr val="tx1">
                  <a:lumMod val="5000"/>
                  <a:lumOff val="95000"/>
                </a:schemeClr>
              </a:solidFill>
              <a:round/>
            </a:ln>
            <a:effectLst/>
          </c:spPr>
        </c:minorGridlines>
        <c:numFmt formatCode="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299238368"/>
        <c:crosses val="autoZero"/>
        <c:auto val="1"/>
        <c:lblOffset val="100"/>
        <c:baseTimeUnit val="days"/>
        <c:majorUnit val="7"/>
        <c:majorTimeUnit val="months"/>
      </c:dateAx>
      <c:valAx>
        <c:axId val="1299238368"/>
        <c:scaling>
          <c:orientation val="minMax"/>
          <c:max val="1.5"/>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299232544"/>
        <c:crosses val="autoZero"/>
        <c:crossBetween val="between"/>
      </c:valAx>
      <c:valAx>
        <c:axId val="50267183"/>
        <c:scaling>
          <c:orientation val="minMax"/>
          <c:max val="5"/>
          <c:min val="3"/>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50282543"/>
        <c:crosses val="max"/>
        <c:crossBetween val="between"/>
      </c:valAx>
      <c:dateAx>
        <c:axId val="50282543"/>
        <c:scaling>
          <c:orientation val="minMax"/>
        </c:scaling>
        <c:delete val="1"/>
        <c:axPos val="b"/>
        <c:numFmt formatCode="m/d/yyyy" sourceLinked="1"/>
        <c:majorTickMark val="out"/>
        <c:minorTickMark val="none"/>
        <c:tickLblPos val="nextTo"/>
        <c:crossAx val="50267183"/>
        <c:crosses val="autoZero"/>
        <c:auto val="1"/>
        <c:lblOffset val="100"/>
        <c:baseTimeUnit val="days"/>
      </c:dateAx>
      <c:spPr>
        <a:noFill/>
        <a:ln>
          <a:noFill/>
        </a:ln>
        <a:effectLst/>
      </c:spPr>
    </c:plotArea>
    <c:legend>
      <c:legendPos val="b"/>
      <c:legendEntry>
        <c:idx val="0"/>
        <c:delete val="1"/>
      </c:legendEntry>
      <c:legendEntry>
        <c:idx val="1"/>
        <c:delete val="1"/>
      </c:legendEntry>
      <c:layout>
        <c:manualLayout>
          <c:xMode val="edge"/>
          <c:yMode val="edge"/>
          <c:x val="0.37631657285531184"/>
          <c:y val="3.3321537155526694E-2"/>
          <c:w val="0.57486650086849711"/>
          <c:h val="7.5987663376483244E-2"/>
        </c:manualLayout>
      </c:layout>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chart>
  <c:spPr>
    <a:solidFill>
      <a:schemeClr val="bg1"/>
    </a:solidFill>
    <a:ln w="9525" cap="flat" cmpd="sng" algn="ctr">
      <a:noFill/>
      <a:round/>
    </a:ln>
    <a:effectLst/>
  </c:spPr>
  <c:txPr>
    <a:bodyPr/>
    <a:lstStyle/>
    <a:p>
      <a:pPr>
        <a:defRPr sz="1100">
          <a:solidFill>
            <a:srgbClr val="000000"/>
          </a:solidFill>
          <a:latin typeface="Arial Narrow" panose="020B0606020202030204" pitchFamily="34" charset="0"/>
        </a:defRPr>
      </a:pPr>
      <a:endParaRPr lang="es-PE"/>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r>
              <a:rPr lang="es-ES" sz="1400" b="1" dirty="0"/>
              <a:t>Actual vs </a:t>
            </a:r>
            <a:r>
              <a:rPr lang="es-ES" sz="1400" b="1" dirty="0" err="1"/>
              <a:t>Fitted</a:t>
            </a:r>
            <a:endParaRPr lang="es-ES" sz="1400" b="1" dirty="0"/>
          </a:p>
        </c:rich>
      </c:tx>
      <c:layout>
        <c:manualLayout>
          <c:xMode val="edge"/>
          <c:yMode val="edge"/>
          <c:x val="1.2408210549808105E-2"/>
          <c:y val="2.6458333333333334E-2"/>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endParaRPr lang="es-ES"/>
        </a:p>
      </c:txPr>
    </c:title>
    <c:autoTitleDeleted val="0"/>
    <c:plotArea>
      <c:layout>
        <c:manualLayout>
          <c:layoutTarget val="inner"/>
          <c:xMode val="edge"/>
          <c:yMode val="edge"/>
          <c:x val="9.8039984969064742E-2"/>
          <c:y val="0.13696597222222223"/>
          <c:w val="0.81088070949799762"/>
          <c:h val="0.75193380888352934"/>
        </c:manualLayout>
      </c:layout>
      <c:areaChart>
        <c:grouping val="standard"/>
        <c:varyColors val="0"/>
        <c:ser>
          <c:idx val="0"/>
          <c:order val="0"/>
          <c:tx>
            <c:strRef>
              <c:f>US10Y_lvl!$W$20</c:f>
              <c:strCache>
                <c:ptCount val="1"/>
                <c:pt idx="0">
                  <c:v>Model Gap</c:v>
                </c:pt>
              </c:strCache>
            </c:strRef>
          </c:tx>
          <c:spPr>
            <a:solidFill>
              <a:schemeClr val="accent1">
                <a:alpha val="50000"/>
              </a:schemeClr>
            </a:solidFill>
            <a:ln>
              <a:noFill/>
            </a:ln>
            <a:effectLst/>
          </c:spPr>
          <c:cat>
            <c:numRef>
              <c:f>US10Y_lvl!$I$21:$I$5000</c:f>
              <c:numCache>
                <c:formatCode>m/d/yyyy</c:formatCode>
                <c:ptCount val="4980"/>
                <c:pt idx="0">
                  <c:v>41271</c:v>
                </c:pt>
                <c:pt idx="1">
                  <c:v>41305</c:v>
                </c:pt>
                <c:pt idx="2">
                  <c:v>41333</c:v>
                </c:pt>
                <c:pt idx="3">
                  <c:v>41364</c:v>
                </c:pt>
                <c:pt idx="4">
                  <c:v>41394</c:v>
                </c:pt>
                <c:pt idx="5">
                  <c:v>41425</c:v>
                </c:pt>
                <c:pt idx="6">
                  <c:v>41455</c:v>
                </c:pt>
                <c:pt idx="7">
                  <c:v>41486</c:v>
                </c:pt>
                <c:pt idx="8">
                  <c:v>41517</c:v>
                </c:pt>
                <c:pt idx="9">
                  <c:v>41547</c:v>
                </c:pt>
                <c:pt idx="10">
                  <c:v>41578</c:v>
                </c:pt>
                <c:pt idx="11">
                  <c:v>41608</c:v>
                </c:pt>
                <c:pt idx="12">
                  <c:v>41639</c:v>
                </c:pt>
                <c:pt idx="13">
                  <c:v>41670</c:v>
                </c:pt>
                <c:pt idx="14">
                  <c:v>41698</c:v>
                </c:pt>
                <c:pt idx="15">
                  <c:v>41729</c:v>
                </c:pt>
                <c:pt idx="16">
                  <c:v>41759</c:v>
                </c:pt>
                <c:pt idx="17">
                  <c:v>41790</c:v>
                </c:pt>
                <c:pt idx="18">
                  <c:v>41820</c:v>
                </c:pt>
                <c:pt idx="19">
                  <c:v>41851</c:v>
                </c:pt>
                <c:pt idx="20">
                  <c:v>41882</c:v>
                </c:pt>
                <c:pt idx="21">
                  <c:v>41912</c:v>
                </c:pt>
                <c:pt idx="22">
                  <c:v>41943</c:v>
                </c:pt>
                <c:pt idx="23">
                  <c:v>41973</c:v>
                </c:pt>
                <c:pt idx="24">
                  <c:v>42004</c:v>
                </c:pt>
                <c:pt idx="25">
                  <c:v>42035</c:v>
                </c:pt>
                <c:pt idx="26">
                  <c:v>42063</c:v>
                </c:pt>
                <c:pt idx="27">
                  <c:v>42094</c:v>
                </c:pt>
                <c:pt idx="28">
                  <c:v>42124</c:v>
                </c:pt>
                <c:pt idx="29">
                  <c:v>42155</c:v>
                </c:pt>
                <c:pt idx="30">
                  <c:v>42185</c:v>
                </c:pt>
                <c:pt idx="31">
                  <c:v>42216</c:v>
                </c:pt>
                <c:pt idx="32">
                  <c:v>42247</c:v>
                </c:pt>
                <c:pt idx="33">
                  <c:v>42277</c:v>
                </c:pt>
                <c:pt idx="34">
                  <c:v>42308</c:v>
                </c:pt>
                <c:pt idx="35">
                  <c:v>42338</c:v>
                </c:pt>
                <c:pt idx="36">
                  <c:v>42369</c:v>
                </c:pt>
                <c:pt idx="37">
                  <c:v>42400</c:v>
                </c:pt>
                <c:pt idx="38">
                  <c:v>42429</c:v>
                </c:pt>
                <c:pt idx="39">
                  <c:v>42460</c:v>
                </c:pt>
                <c:pt idx="40">
                  <c:v>42490</c:v>
                </c:pt>
                <c:pt idx="41">
                  <c:v>42521</c:v>
                </c:pt>
                <c:pt idx="42">
                  <c:v>42551</c:v>
                </c:pt>
                <c:pt idx="43">
                  <c:v>42582</c:v>
                </c:pt>
                <c:pt idx="44">
                  <c:v>42613</c:v>
                </c:pt>
                <c:pt idx="45">
                  <c:v>42643</c:v>
                </c:pt>
                <c:pt idx="46">
                  <c:v>42674</c:v>
                </c:pt>
                <c:pt idx="47">
                  <c:v>42704</c:v>
                </c:pt>
                <c:pt idx="48">
                  <c:v>42735</c:v>
                </c:pt>
                <c:pt idx="49">
                  <c:v>42766</c:v>
                </c:pt>
                <c:pt idx="50">
                  <c:v>42794</c:v>
                </c:pt>
                <c:pt idx="51">
                  <c:v>42825</c:v>
                </c:pt>
                <c:pt idx="52">
                  <c:v>42855</c:v>
                </c:pt>
                <c:pt idx="53">
                  <c:v>42886</c:v>
                </c:pt>
                <c:pt idx="54">
                  <c:v>42916</c:v>
                </c:pt>
                <c:pt idx="55">
                  <c:v>42947</c:v>
                </c:pt>
                <c:pt idx="56">
                  <c:v>42978</c:v>
                </c:pt>
                <c:pt idx="57">
                  <c:v>43008</c:v>
                </c:pt>
                <c:pt idx="58">
                  <c:v>43039</c:v>
                </c:pt>
                <c:pt idx="59">
                  <c:v>43069</c:v>
                </c:pt>
                <c:pt idx="60">
                  <c:v>43100</c:v>
                </c:pt>
                <c:pt idx="61">
                  <c:v>43131</c:v>
                </c:pt>
                <c:pt idx="62">
                  <c:v>43159</c:v>
                </c:pt>
                <c:pt idx="63">
                  <c:v>43190</c:v>
                </c:pt>
                <c:pt idx="64">
                  <c:v>43220</c:v>
                </c:pt>
                <c:pt idx="65">
                  <c:v>43251</c:v>
                </c:pt>
                <c:pt idx="66">
                  <c:v>43281</c:v>
                </c:pt>
                <c:pt idx="67">
                  <c:v>43312</c:v>
                </c:pt>
                <c:pt idx="68">
                  <c:v>43343</c:v>
                </c:pt>
                <c:pt idx="69">
                  <c:v>43373</c:v>
                </c:pt>
                <c:pt idx="70">
                  <c:v>43404</c:v>
                </c:pt>
                <c:pt idx="71">
                  <c:v>43434</c:v>
                </c:pt>
                <c:pt idx="72">
                  <c:v>43465</c:v>
                </c:pt>
                <c:pt idx="73">
                  <c:v>43496</c:v>
                </c:pt>
                <c:pt idx="74">
                  <c:v>43524</c:v>
                </c:pt>
                <c:pt idx="75">
                  <c:v>43555</c:v>
                </c:pt>
                <c:pt idx="76">
                  <c:v>43585</c:v>
                </c:pt>
                <c:pt idx="77">
                  <c:v>43616</c:v>
                </c:pt>
                <c:pt idx="78">
                  <c:v>43646</c:v>
                </c:pt>
                <c:pt idx="79">
                  <c:v>43677</c:v>
                </c:pt>
                <c:pt idx="80">
                  <c:v>43708</c:v>
                </c:pt>
                <c:pt idx="81">
                  <c:v>43738</c:v>
                </c:pt>
                <c:pt idx="82">
                  <c:v>43769</c:v>
                </c:pt>
                <c:pt idx="83">
                  <c:v>43799</c:v>
                </c:pt>
                <c:pt idx="84">
                  <c:v>43830</c:v>
                </c:pt>
                <c:pt idx="85">
                  <c:v>43861</c:v>
                </c:pt>
                <c:pt idx="86">
                  <c:v>43890</c:v>
                </c:pt>
                <c:pt idx="87">
                  <c:v>43921</c:v>
                </c:pt>
                <c:pt idx="88">
                  <c:v>43951</c:v>
                </c:pt>
                <c:pt idx="89">
                  <c:v>43982</c:v>
                </c:pt>
                <c:pt idx="90">
                  <c:v>44012</c:v>
                </c:pt>
                <c:pt idx="91">
                  <c:v>44043</c:v>
                </c:pt>
                <c:pt idx="92">
                  <c:v>44074</c:v>
                </c:pt>
                <c:pt idx="93">
                  <c:v>44104</c:v>
                </c:pt>
                <c:pt idx="94">
                  <c:v>44135</c:v>
                </c:pt>
                <c:pt idx="95">
                  <c:v>44165</c:v>
                </c:pt>
                <c:pt idx="96">
                  <c:v>44196</c:v>
                </c:pt>
                <c:pt idx="97">
                  <c:v>44227</c:v>
                </c:pt>
                <c:pt idx="98">
                  <c:v>44255</c:v>
                </c:pt>
                <c:pt idx="99">
                  <c:v>44286</c:v>
                </c:pt>
                <c:pt idx="100">
                  <c:v>44316</c:v>
                </c:pt>
                <c:pt idx="101">
                  <c:v>44347</c:v>
                </c:pt>
                <c:pt idx="102">
                  <c:v>44377</c:v>
                </c:pt>
                <c:pt idx="103">
                  <c:v>44408</c:v>
                </c:pt>
                <c:pt idx="104">
                  <c:v>44439</c:v>
                </c:pt>
                <c:pt idx="105">
                  <c:v>44469</c:v>
                </c:pt>
                <c:pt idx="106">
                  <c:v>44500</c:v>
                </c:pt>
                <c:pt idx="107">
                  <c:v>44530</c:v>
                </c:pt>
                <c:pt idx="108">
                  <c:v>44561</c:v>
                </c:pt>
                <c:pt idx="109">
                  <c:v>44592</c:v>
                </c:pt>
                <c:pt idx="110">
                  <c:v>44620</c:v>
                </c:pt>
                <c:pt idx="111">
                  <c:v>44651</c:v>
                </c:pt>
                <c:pt idx="112">
                  <c:v>44681</c:v>
                </c:pt>
                <c:pt idx="113">
                  <c:v>44712</c:v>
                </c:pt>
                <c:pt idx="114">
                  <c:v>44742</c:v>
                </c:pt>
                <c:pt idx="115">
                  <c:v>44773</c:v>
                </c:pt>
                <c:pt idx="116">
                  <c:v>44804</c:v>
                </c:pt>
                <c:pt idx="117">
                  <c:v>44834</c:v>
                </c:pt>
                <c:pt idx="118">
                  <c:v>44865</c:v>
                </c:pt>
                <c:pt idx="119">
                  <c:v>44895</c:v>
                </c:pt>
                <c:pt idx="120">
                  <c:v>44926</c:v>
                </c:pt>
                <c:pt idx="121">
                  <c:v>44957</c:v>
                </c:pt>
                <c:pt idx="122">
                  <c:v>44985</c:v>
                </c:pt>
                <c:pt idx="123">
                  <c:v>45016</c:v>
                </c:pt>
                <c:pt idx="124">
                  <c:v>45046</c:v>
                </c:pt>
                <c:pt idx="125">
                  <c:v>45077</c:v>
                </c:pt>
                <c:pt idx="126">
                  <c:v>45107</c:v>
                </c:pt>
                <c:pt idx="127">
                  <c:v>45138</c:v>
                </c:pt>
                <c:pt idx="128">
                  <c:v>45169</c:v>
                </c:pt>
                <c:pt idx="129">
                  <c:v>45199</c:v>
                </c:pt>
                <c:pt idx="130">
                  <c:v>45230</c:v>
                </c:pt>
                <c:pt idx="131">
                  <c:v>45260</c:v>
                </c:pt>
                <c:pt idx="132">
                  <c:v>45291</c:v>
                </c:pt>
                <c:pt idx="133">
                  <c:v>45322</c:v>
                </c:pt>
                <c:pt idx="134">
                  <c:v>45351</c:v>
                </c:pt>
                <c:pt idx="135">
                  <c:v>45382</c:v>
                </c:pt>
                <c:pt idx="136">
                  <c:v>45412</c:v>
                </c:pt>
                <c:pt idx="137">
                  <c:v>45443</c:v>
                </c:pt>
                <c:pt idx="138">
                  <c:v>45473</c:v>
                </c:pt>
                <c:pt idx="139">
                  <c:v>45504</c:v>
                </c:pt>
                <c:pt idx="140">
                  <c:v>45535</c:v>
                </c:pt>
                <c:pt idx="141">
                  <c:v>45565</c:v>
                </c:pt>
                <c:pt idx="142">
                  <c:v>45596</c:v>
                </c:pt>
                <c:pt idx="143">
                  <c:v>45626</c:v>
                </c:pt>
                <c:pt idx="144">
                  <c:v>45657</c:v>
                </c:pt>
                <c:pt idx="145">
                  <c:v>45688</c:v>
                </c:pt>
                <c:pt idx="146">
                  <c:v>45716</c:v>
                </c:pt>
                <c:pt idx="147">
                  <c:v>45747</c:v>
                </c:pt>
                <c:pt idx="148">
                  <c:v>45777</c:v>
                </c:pt>
                <c:pt idx="149">
                  <c:v>45808</c:v>
                </c:pt>
                <c:pt idx="150">
                  <c:v>45838</c:v>
                </c:pt>
                <c:pt idx="151">
                  <c:v>45869</c:v>
                </c:pt>
                <c:pt idx="152">
                  <c:v>45900</c:v>
                </c:pt>
                <c:pt idx="153">
                  <c:v>45930</c:v>
                </c:pt>
                <c:pt idx="154">
                  <c:v>45961</c:v>
                </c:pt>
                <c:pt idx="155">
                  <c:v>45991</c:v>
                </c:pt>
                <c:pt idx="156">
                  <c:v>46022</c:v>
                </c:pt>
                <c:pt idx="157">
                  <c:v>46053</c:v>
                </c:pt>
                <c:pt idx="158">
                  <c:v>46081</c:v>
                </c:pt>
                <c:pt idx="159">
                  <c:v>46112</c:v>
                </c:pt>
                <c:pt idx="160">
                  <c:v>46142</c:v>
                </c:pt>
                <c:pt idx="161">
                  <c:v>46173</c:v>
                </c:pt>
                <c:pt idx="162">
                  <c:v>46203</c:v>
                </c:pt>
                <c:pt idx="163">
                  <c:v>46234</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US10Y_lvl!$W$21:$W$5000</c:f>
              <c:numCache>
                <c:formatCode>_(* #,##0.00_);_(* \(#,##0.00\);_(* "-"??_);_(@_)</c:formatCode>
                <c:ptCount val="4980"/>
                <c:pt idx="0">
                  <c:v>#N/A</c:v>
                </c:pt>
                <c:pt idx="1">
                  <c:v>#N/A</c:v>
                </c:pt>
                <c:pt idx="2">
                  <c:v>#N/A</c:v>
                </c:pt>
                <c:pt idx="3">
                  <c:v>#N/A</c:v>
                </c:pt>
                <c:pt idx="4">
                  <c:v>#N/A</c:v>
                </c:pt>
                <c:pt idx="5">
                  <c:v>#N/A</c:v>
                </c:pt>
                <c:pt idx="6">
                  <c:v>#N/A</c:v>
                </c:pt>
                <c:pt idx="7">
                  <c:v>#N/A</c:v>
                </c:pt>
                <c:pt idx="8">
                  <c:v>#N/A</c:v>
                </c:pt>
                <c:pt idx="9">
                  <c:v>#N/A</c:v>
                </c:pt>
                <c:pt idx="10">
                  <c:v>#N/A</c:v>
                </c:pt>
                <c:pt idx="11">
                  <c:v>#N/A</c:v>
                </c:pt>
                <c:pt idx="12">
                  <c:v>1.3938204259630205</c:v>
                </c:pt>
                <c:pt idx="13">
                  <c:v>0.99976473547397782</c:v>
                </c:pt>
                <c:pt idx="14">
                  <c:v>1.0028098587052723</c:v>
                </c:pt>
                <c:pt idx="15">
                  <c:v>1.0672450544139058</c:v>
                </c:pt>
                <c:pt idx="16">
                  <c:v>0.98452346600481211</c:v>
                </c:pt>
                <c:pt idx="17">
                  <c:v>0.8020297789455626</c:v>
                </c:pt>
                <c:pt idx="18">
                  <c:v>0.84938376070644162</c:v>
                </c:pt>
                <c:pt idx="19">
                  <c:v>0.87141857581189019</c:v>
                </c:pt>
                <c:pt idx="20">
                  <c:v>0.64780379491605733</c:v>
                </c:pt>
                <c:pt idx="21">
                  <c:v>0.78660842687125032</c:v>
                </c:pt>
                <c:pt idx="22">
                  <c:v>0.62478639916736567</c:v>
                </c:pt>
                <c:pt idx="23">
                  <c:v>0.44007959605526481</c:v>
                </c:pt>
                <c:pt idx="24">
                  <c:v>0.42529669452886543</c:v>
                </c:pt>
                <c:pt idx="25">
                  <c:v>-0.11312477058129633</c:v>
                </c:pt>
                <c:pt idx="26">
                  <c:v>0.21369020726641508</c:v>
                </c:pt>
                <c:pt idx="27">
                  <c:v>0.12670666181816204</c:v>
                </c:pt>
                <c:pt idx="28">
                  <c:v>0.22786369991656086</c:v>
                </c:pt>
                <c:pt idx="29">
                  <c:v>0.30512235707851532</c:v>
                </c:pt>
                <c:pt idx="30">
                  <c:v>0.51762800979641788</c:v>
                </c:pt>
                <c:pt idx="31">
                  <c:v>0.3309049424477577</c:v>
                </c:pt>
                <c:pt idx="32">
                  <c:v>0.36141725671234637</c:v>
                </c:pt>
                <c:pt idx="33">
                  <c:v>0.18140021079955115</c:v>
                </c:pt>
                <c:pt idx="34">
                  <c:v>0.29258539887655743</c:v>
                </c:pt>
                <c:pt idx="35">
                  <c:v>0.35260489602026812</c:v>
                </c:pt>
                <c:pt idx="36">
                  <c:v>0.4103542669389213</c:v>
                </c:pt>
                <c:pt idx="37">
                  <c:v>7.8729767073248746E-2</c:v>
                </c:pt>
                <c:pt idx="38">
                  <c:v>-0.10369751223610146</c:v>
                </c:pt>
                <c:pt idx="39">
                  <c:v>-6.7182395798677685E-2</c:v>
                </c:pt>
                <c:pt idx="40">
                  <c:v>-1.0893478395177514E-3</c:v>
                </c:pt>
                <c:pt idx="41">
                  <c:v>1.5988529734427548E-3</c:v>
                </c:pt>
                <c:pt idx="42">
                  <c:v>-0.36643791776865897</c:v>
                </c:pt>
                <c:pt idx="43">
                  <c:v>-0.37416905612514562</c:v>
                </c:pt>
                <c:pt idx="44">
                  <c:v>-0.24547861249045311</c:v>
                </c:pt>
                <c:pt idx="45">
                  <c:v>-0.23159814876458573</c:v>
                </c:pt>
                <c:pt idx="46">
                  <c:v>-1.0825002349318602E-2</c:v>
                </c:pt>
                <c:pt idx="47">
                  <c:v>0.51734578880555593</c:v>
                </c:pt>
                <c:pt idx="48">
                  <c:v>0.55414502577241143</c:v>
                </c:pt>
                <c:pt idx="49">
                  <c:v>0.53384479735155099</c:v>
                </c:pt>
                <c:pt idx="50">
                  <c:v>0.42241852273873826</c:v>
                </c:pt>
                <c:pt idx="51">
                  <c:v>0.37356213314200959</c:v>
                </c:pt>
                <c:pt idx="52">
                  <c:v>0.22949593200568996</c:v>
                </c:pt>
                <c:pt idx="53">
                  <c:v>0.11039047527300427</c:v>
                </c:pt>
                <c:pt idx="54">
                  <c:v>0.1739163746227721</c:v>
                </c:pt>
                <c:pt idx="55">
                  <c:v>0.11631611654311858</c:v>
                </c:pt>
                <c:pt idx="56">
                  <c:v>-0.10854235809967872</c:v>
                </c:pt>
                <c:pt idx="57">
                  <c:v>5.277270956502278E-2</c:v>
                </c:pt>
                <c:pt idx="58">
                  <c:v>4.0864868313560176E-2</c:v>
                </c:pt>
                <c:pt idx="59">
                  <c:v>1.5536649889777987E-2</c:v>
                </c:pt>
                <c:pt idx="60">
                  <c:v>-3.835166570756332E-2</c:v>
                </c:pt>
                <c:pt idx="61">
                  <c:v>0.20853987264909168</c:v>
                </c:pt>
                <c:pt idx="62">
                  <c:v>0.3093361001354169</c:v>
                </c:pt>
                <c:pt idx="63">
                  <c:v>0.14204588484122382</c:v>
                </c:pt>
                <c:pt idx="64">
                  <c:v>0.30803415118286326</c:v>
                </c:pt>
                <c:pt idx="65">
                  <c:v>0.15981063308723442</c:v>
                </c:pt>
                <c:pt idx="66">
                  <c:v>0.10425233723170368</c:v>
                </c:pt>
                <c:pt idx="67">
                  <c:v>0.14643985113053182</c:v>
                </c:pt>
                <c:pt idx="68">
                  <c:v>-1.6937321490597235E-2</c:v>
                </c:pt>
                <c:pt idx="69">
                  <c:v>0.11993684874749722</c:v>
                </c:pt>
                <c:pt idx="70">
                  <c:v>0.14892763235926187</c:v>
                </c:pt>
                <c:pt idx="71">
                  <c:v>-5.6410615189018909E-2</c:v>
                </c:pt>
                <c:pt idx="72">
                  <c:v>-0.3891295377171784</c:v>
                </c:pt>
                <c:pt idx="73">
                  <c:v>-0.46506071971752805</c:v>
                </c:pt>
                <c:pt idx="74">
                  <c:v>-0.38293703382849609</c:v>
                </c:pt>
                <c:pt idx="75">
                  <c:v>-0.68017110326264829</c:v>
                </c:pt>
                <c:pt idx="76">
                  <c:v>-0.57102104504539852</c:v>
                </c:pt>
                <c:pt idx="77">
                  <c:v>-0.91179529398859049</c:v>
                </c:pt>
                <c:pt idx="78">
                  <c:v>-0.97860193606792301</c:v>
                </c:pt>
                <c:pt idx="79">
                  <c:v>-0.91149391193131013</c:v>
                </c:pt>
                <c:pt idx="80">
                  <c:v>-1.3528024782135322</c:v>
                </c:pt>
                <c:pt idx="81">
                  <c:v>-1.1054785640045726</c:v>
                </c:pt>
                <c:pt idx="82">
                  <c:v>-0.99699205903915833</c:v>
                </c:pt>
                <c:pt idx="83">
                  <c:v>-0.82792734022341397</c:v>
                </c:pt>
                <c:pt idx="84">
                  <c:v>-0.60756753252711926</c:v>
                </c:pt>
                <c:pt idx="85">
                  <c:v>-0.95325441826566881</c:v>
                </c:pt>
                <c:pt idx="86">
                  <c:v>-1.2248430059322124</c:v>
                </c:pt>
                <c:pt idx="87">
                  <c:v>-1.5940297089884752</c:v>
                </c:pt>
                <c:pt idx="88">
                  <c:v>-1.5028660886140144</c:v>
                </c:pt>
                <c:pt idx="89">
                  <c:v>-1.3711989163262492</c:v>
                </c:pt>
                <c:pt idx="90">
                  <c:v>-1.286668308622577</c:v>
                </c:pt>
                <c:pt idx="91">
                  <c:v>-1.3462789726205524</c:v>
                </c:pt>
                <c:pt idx="92">
                  <c:v>-1.1081118458669592</c:v>
                </c:pt>
                <c:pt idx="93">
                  <c:v>-1.0827112602071129</c:v>
                </c:pt>
                <c:pt idx="94">
                  <c:v>-0.85409014011017381</c:v>
                </c:pt>
                <c:pt idx="95">
                  <c:v>-0.84469415722538366</c:v>
                </c:pt>
                <c:pt idx="96">
                  <c:v>-0.73570433264031654</c:v>
                </c:pt>
                <c:pt idx="97">
                  <c:v>-0.54336262695433657</c:v>
                </c:pt>
                <c:pt idx="98">
                  <c:v>-0.17433387596209826</c:v>
                </c:pt>
                <c:pt idx="99">
                  <c:v>0.1650099165281953</c:v>
                </c:pt>
                <c:pt idx="100">
                  <c:v>2.9683009856421139E-2</c:v>
                </c:pt>
                <c:pt idx="101">
                  <c:v>-4.2188323240696102E-2</c:v>
                </c:pt>
                <c:pt idx="102">
                  <c:v>-0.21095215476231144</c:v>
                </c:pt>
                <c:pt idx="103">
                  <c:v>-0.47765961456999451</c:v>
                </c:pt>
                <c:pt idx="104">
                  <c:v>-0.41129586030774146</c:v>
                </c:pt>
                <c:pt idx="105">
                  <c:v>-0.25025021643052003</c:v>
                </c:pt>
                <c:pt idx="106">
                  <c:v>-0.21683018363537632</c:v>
                </c:pt>
                <c:pt idx="107">
                  <c:v>-0.35008439306790695</c:v>
                </c:pt>
                <c:pt idx="108">
                  <c:v>-0.32104383188428698</c:v>
                </c:pt>
                <c:pt idx="109">
                  <c:v>-0.10727552051453348</c:v>
                </c:pt>
                <c:pt idx="110">
                  <c:v>-0.13746432400712338</c:v>
                </c:pt>
                <c:pt idx="111">
                  <c:v>0.26323172641137793</c:v>
                </c:pt>
                <c:pt idx="112">
                  <c:v>0.72983184697591197</c:v>
                </c:pt>
                <c:pt idx="113">
                  <c:v>0.51366909805400063</c:v>
                </c:pt>
                <c:pt idx="114">
                  <c:v>0.52823760446703538</c:v>
                </c:pt>
                <c:pt idx="115">
                  <c:v>3.521871806855259E-2</c:v>
                </c:pt>
                <c:pt idx="116">
                  <c:v>0.41629367148324503</c:v>
                </c:pt>
                <c:pt idx="117">
                  <c:v>0.85935456117558306</c:v>
                </c:pt>
                <c:pt idx="118">
                  <c:v>0.87193752400679347</c:v>
                </c:pt>
                <c:pt idx="119">
                  <c:v>0.23592672243758628</c:v>
                </c:pt>
                <c:pt idx="120">
                  <c:v>0.32723462414122162</c:v>
                </c:pt>
                <c:pt idx="121">
                  <c:v>-0.19885386024911345</c:v>
                </c:pt>
                <c:pt idx="122">
                  <c:v>4.2103036002382854E-2</c:v>
                </c:pt>
                <c:pt idx="123">
                  <c:v>-0.50851741060049482</c:v>
                </c:pt>
                <c:pt idx="124">
                  <c:v>-0.61125645126552319</c:v>
                </c:pt>
                <c:pt idx="125">
                  <c:v>-0.44837603845549268</c:v>
                </c:pt>
                <c:pt idx="126">
                  <c:v>-0.33298107943709931</c:v>
                </c:pt>
                <c:pt idx="127">
                  <c:v>-0.26230455759368265</c:v>
                </c:pt>
                <c:pt idx="128">
                  <c:v>-0.19513133340952216</c:v>
                </c:pt>
                <c:pt idx="129">
                  <c:v>0.21655076328582812</c:v>
                </c:pt>
                <c:pt idx="130">
                  <c:v>0.5617708772840011</c:v>
                </c:pt>
                <c:pt idx="131">
                  <c:v>-3.1270365311177883E-2</c:v>
                </c:pt>
                <c:pt idx="132">
                  <c:v>-0.42834554154265625</c:v>
                </c:pt>
                <c:pt idx="133">
                  <c:v>-0.36473196831935084</c:v>
                </c:pt>
                <c:pt idx="134">
                  <c:v>-2.6738885431231374E-2</c:v>
                </c:pt>
                <c:pt idx="135">
                  <c:v>-3.8934187117073193E-2</c:v>
                </c:pt>
                <c:pt idx="136">
                  <c:v>0.40687864917615268</c:v>
                </c:pt>
                <c:pt idx="137">
                  <c:v>0.2006608129763503</c:v>
                </c:pt>
                <c:pt idx="138">
                  <c:v>0.10978792902211953</c:v>
                </c:pt>
                <c:pt idx="139">
                  <c:v>-0.21176506197352118</c:v>
                </c:pt>
                <c:pt idx="140">
                  <c:v>-0.26773830041330937</c:v>
                </c:pt>
                <c:pt idx="141">
                  <c:v>-0.28788869935167405</c:v>
                </c:pt>
                <c:pt idx="142">
                  <c:v>0.28151393166551131</c:v>
                </c:pt>
                <c:pt idx="143">
                  <c:v>0.21651489748476882</c:v>
                </c:pt>
                <c:pt idx="144">
                  <c:v>0.65303896334388112</c:v>
                </c:pt>
                <c:pt idx="145">
                  <c:v>0.62140689693997508</c:v>
                </c:pt>
                <c:pt idx="146">
                  <c:v>0.30996282540723907</c:v>
                </c:pt>
                <c:pt idx="147">
                  <c:v>0.34904374616316236</c:v>
                </c:pt>
                <c:pt idx="148">
                  <c:v>0.35676161421981156</c:v>
                </c:pt>
                <c:pt idx="149">
                  <c:v>0.6598021214026395</c:v>
                </c:pt>
                <c:pt idx="150">
                  <c:v>0.55286091394650594</c:v>
                </c:pt>
                <c:pt idx="151">
                  <c:v>0.7442402949844884</c:v>
                </c:pt>
                <c:pt idx="152">
                  <c:v>0.63518328581677208</c:v>
                </c:pt>
                <c:pt idx="153">
                  <c:v>0.56882148136761135</c:v>
                </c:pt>
                <c:pt idx="154">
                  <c:v>0.48613020131367657</c:v>
                </c:pt>
                <c:pt idx="155">
                  <c:v>0.45583690868371907</c:v>
                </c:pt>
                <c:pt idx="156">
                  <c:v>0.65174460649325106</c:v>
                </c:pt>
                <c:pt idx="157">
                  <c:v>0.75881838930229595</c:v>
                </c:pt>
                <c:pt idx="158">
                  <c:v>0.50067581808541917</c:v>
                </c:pt>
                <c:pt idx="159">
                  <c:v>0.87244577293969305</c:v>
                </c:pt>
                <c:pt idx="160">
                  <c:v>0.92434140644370322</c:v>
                </c:pt>
                <c:pt idx="161">
                  <c:v>0.96102405616778785</c:v>
                </c:pt>
                <c:pt idx="162">
                  <c:v>0.96509465519823046</c:v>
                </c:pt>
                <c:pt idx="163">
                  <c:v>1.1839848102435284</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extLst>
            <c:ext xmlns:c16="http://schemas.microsoft.com/office/drawing/2014/chart" uri="{C3380CC4-5D6E-409C-BE32-E72D297353CC}">
              <c16:uniqueId val="{00000000-AAAD-4AEC-87FD-35A558C61359}"/>
            </c:ext>
          </c:extLst>
        </c:ser>
        <c:dLbls>
          <c:showLegendKey val="0"/>
          <c:showVal val="0"/>
          <c:showCatName val="0"/>
          <c:showSerName val="0"/>
          <c:showPercent val="0"/>
          <c:showBubbleSize val="0"/>
        </c:dLbls>
        <c:axId val="1875725312"/>
        <c:axId val="1875729888"/>
      </c:areaChart>
      <c:lineChart>
        <c:grouping val="standard"/>
        <c:varyColors val="0"/>
        <c:ser>
          <c:idx val="2"/>
          <c:order val="1"/>
          <c:tx>
            <c:strRef>
              <c:f>US10Y_lvl!$U$20</c:f>
              <c:strCache>
                <c:ptCount val="1"/>
                <c:pt idx="0">
                  <c:v>UST10Y-actual</c:v>
                </c:pt>
              </c:strCache>
            </c:strRef>
          </c:tx>
          <c:spPr>
            <a:ln w="28575" cap="rnd">
              <a:solidFill>
                <a:srgbClr val="002060"/>
              </a:solidFill>
              <a:round/>
            </a:ln>
            <a:effectLst/>
          </c:spPr>
          <c:marker>
            <c:symbol val="none"/>
          </c:marker>
          <c:cat>
            <c:numRef>
              <c:f>US10Y_lvl!$I$21:$I$5000</c:f>
              <c:numCache>
                <c:formatCode>m/d/yyyy</c:formatCode>
                <c:ptCount val="4980"/>
                <c:pt idx="0">
                  <c:v>41271</c:v>
                </c:pt>
                <c:pt idx="1">
                  <c:v>41305</c:v>
                </c:pt>
                <c:pt idx="2">
                  <c:v>41333</c:v>
                </c:pt>
                <c:pt idx="3">
                  <c:v>41364</c:v>
                </c:pt>
                <c:pt idx="4">
                  <c:v>41394</c:v>
                </c:pt>
                <c:pt idx="5">
                  <c:v>41425</c:v>
                </c:pt>
                <c:pt idx="6">
                  <c:v>41455</c:v>
                </c:pt>
                <c:pt idx="7">
                  <c:v>41486</c:v>
                </c:pt>
                <c:pt idx="8">
                  <c:v>41517</c:v>
                </c:pt>
                <c:pt idx="9">
                  <c:v>41547</c:v>
                </c:pt>
                <c:pt idx="10">
                  <c:v>41578</c:v>
                </c:pt>
                <c:pt idx="11">
                  <c:v>41608</c:v>
                </c:pt>
                <c:pt idx="12">
                  <c:v>41639</c:v>
                </c:pt>
                <c:pt idx="13">
                  <c:v>41670</c:v>
                </c:pt>
                <c:pt idx="14">
                  <c:v>41698</c:v>
                </c:pt>
                <c:pt idx="15">
                  <c:v>41729</c:v>
                </c:pt>
                <c:pt idx="16">
                  <c:v>41759</c:v>
                </c:pt>
                <c:pt idx="17">
                  <c:v>41790</c:v>
                </c:pt>
                <c:pt idx="18">
                  <c:v>41820</c:v>
                </c:pt>
                <c:pt idx="19">
                  <c:v>41851</c:v>
                </c:pt>
                <c:pt idx="20">
                  <c:v>41882</c:v>
                </c:pt>
                <c:pt idx="21">
                  <c:v>41912</c:v>
                </c:pt>
                <c:pt idx="22">
                  <c:v>41943</c:v>
                </c:pt>
                <c:pt idx="23">
                  <c:v>41973</c:v>
                </c:pt>
                <c:pt idx="24">
                  <c:v>42004</c:v>
                </c:pt>
                <c:pt idx="25">
                  <c:v>42035</c:v>
                </c:pt>
                <c:pt idx="26">
                  <c:v>42063</c:v>
                </c:pt>
                <c:pt idx="27">
                  <c:v>42094</c:v>
                </c:pt>
                <c:pt idx="28">
                  <c:v>42124</c:v>
                </c:pt>
                <c:pt idx="29">
                  <c:v>42155</c:v>
                </c:pt>
                <c:pt idx="30">
                  <c:v>42185</c:v>
                </c:pt>
                <c:pt idx="31">
                  <c:v>42216</c:v>
                </c:pt>
                <c:pt idx="32">
                  <c:v>42247</c:v>
                </c:pt>
                <c:pt idx="33">
                  <c:v>42277</c:v>
                </c:pt>
                <c:pt idx="34">
                  <c:v>42308</c:v>
                </c:pt>
                <c:pt idx="35">
                  <c:v>42338</c:v>
                </c:pt>
                <c:pt idx="36">
                  <c:v>42369</c:v>
                </c:pt>
                <c:pt idx="37">
                  <c:v>42400</c:v>
                </c:pt>
                <c:pt idx="38">
                  <c:v>42429</c:v>
                </c:pt>
                <c:pt idx="39">
                  <c:v>42460</c:v>
                </c:pt>
                <c:pt idx="40">
                  <c:v>42490</c:v>
                </c:pt>
                <c:pt idx="41">
                  <c:v>42521</c:v>
                </c:pt>
                <c:pt idx="42">
                  <c:v>42551</c:v>
                </c:pt>
                <c:pt idx="43">
                  <c:v>42582</c:v>
                </c:pt>
                <c:pt idx="44">
                  <c:v>42613</c:v>
                </c:pt>
                <c:pt idx="45">
                  <c:v>42643</c:v>
                </c:pt>
                <c:pt idx="46">
                  <c:v>42674</c:v>
                </c:pt>
                <c:pt idx="47">
                  <c:v>42704</c:v>
                </c:pt>
                <c:pt idx="48">
                  <c:v>42735</c:v>
                </c:pt>
                <c:pt idx="49">
                  <c:v>42766</c:v>
                </c:pt>
                <c:pt idx="50">
                  <c:v>42794</c:v>
                </c:pt>
                <c:pt idx="51">
                  <c:v>42825</c:v>
                </c:pt>
                <c:pt idx="52">
                  <c:v>42855</c:v>
                </c:pt>
                <c:pt idx="53">
                  <c:v>42886</c:v>
                </c:pt>
                <c:pt idx="54">
                  <c:v>42916</c:v>
                </c:pt>
                <c:pt idx="55">
                  <c:v>42947</c:v>
                </c:pt>
                <c:pt idx="56">
                  <c:v>42978</c:v>
                </c:pt>
                <c:pt idx="57">
                  <c:v>43008</c:v>
                </c:pt>
                <c:pt idx="58">
                  <c:v>43039</c:v>
                </c:pt>
                <c:pt idx="59">
                  <c:v>43069</c:v>
                </c:pt>
                <c:pt idx="60">
                  <c:v>43100</c:v>
                </c:pt>
                <c:pt idx="61">
                  <c:v>43131</c:v>
                </c:pt>
                <c:pt idx="62">
                  <c:v>43159</c:v>
                </c:pt>
                <c:pt idx="63">
                  <c:v>43190</c:v>
                </c:pt>
                <c:pt idx="64">
                  <c:v>43220</c:v>
                </c:pt>
                <c:pt idx="65">
                  <c:v>43251</c:v>
                </c:pt>
                <c:pt idx="66">
                  <c:v>43281</c:v>
                </c:pt>
                <c:pt idx="67">
                  <c:v>43312</c:v>
                </c:pt>
                <c:pt idx="68">
                  <c:v>43343</c:v>
                </c:pt>
                <c:pt idx="69">
                  <c:v>43373</c:v>
                </c:pt>
                <c:pt idx="70">
                  <c:v>43404</c:v>
                </c:pt>
                <c:pt idx="71">
                  <c:v>43434</c:v>
                </c:pt>
                <c:pt idx="72">
                  <c:v>43465</c:v>
                </c:pt>
                <c:pt idx="73">
                  <c:v>43496</c:v>
                </c:pt>
                <c:pt idx="74">
                  <c:v>43524</c:v>
                </c:pt>
                <c:pt idx="75">
                  <c:v>43555</c:v>
                </c:pt>
                <c:pt idx="76">
                  <c:v>43585</c:v>
                </c:pt>
                <c:pt idx="77">
                  <c:v>43616</c:v>
                </c:pt>
                <c:pt idx="78">
                  <c:v>43646</c:v>
                </c:pt>
                <c:pt idx="79">
                  <c:v>43677</c:v>
                </c:pt>
                <c:pt idx="80">
                  <c:v>43708</c:v>
                </c:pt>
                <c:pt idx="81">
                  <c:v>43738</c:v>
                </c:pt>
                <c:pt idx="82">
                  <c:v>43769</c:v>
                </c:pt>
                <c:pt idx="83">
                  <c:v>43799</c:v>
                </c:pt>
                <c:pt idx="84">
                  <c:v>43830</c:v>
                </c:pt>
                <c:pt idx="85">
                  <c:v>43861</c:v>
                </c:pt>
                <c:pt idx="86">
                  <c:v>43890</c:v>
                </c:pt>
                <c:pt idx="87">
                  <c:v>43921</c:v>
                </c:pt>
                <c:pt idx="88">
                  <c:v>43951</c:v>
                </c:pt>
                <c:pt idx="89">
                  <c:v>43982</c:v>
                </c:pt>
                <c:pt idx="90">
                  <c:v>44012</c:v>
                </c:pt>
                <c:pt idx="91">
                  <c:v>44043</c:v>
                </c:pt>
                <c:pt idx="92">
                  <c:v>44074</c:v>
                </c:pt>
                <c:pt idx="93">
                  <c:v>44104</c:v>
                </c:pt>
                <c:pt idx="94">
                  <c:v>44135</c:v>
                </c:pt>
                <c:pt idx="95">
                  <c:v>44165</c:v>
                </c:pt>
                <c:pt idx="96">
                  <c:v>44196</c:v>
                </c:pt>
                <c:pt idx="97">
                  <c:v>44227</c:v>
                </c:pt>
                <c:pt idx="98">
                  <c:v>44255</c:v>
                </c:pt>
                <c:pt idx="99">
                  <c:v>44286</c:v>
                </c:pt>
                <c:pt idx="100">
                  <c:v>44316</c:v>
                </c:pt>
                <c:pt idx="101">
                  <c:v>44347</c:v>
                </c:pt>
                <c:pt idx="102">
                  <c:v>44377</c:v>
                </c:pt>
                <c:pt idx="103">
                  <c:v>44408</c:v>
                </c:pt>
                <c:pt idx="104">
                  <c:v>44439</c:v>
                </c:pt>
                <c:pt idx="105">
                  <c:v>44469</c:v>
                </c:pt>
                <c:pt idx="106">
                  <c:v>44500</c:v>
                </c:pt>
                <c:pt idx="107">
                  <c:v>44530</c:v>
                </c:pt>
                <c:pt idx="108">
                  <c:v>44561</c:v>
                </c:pt>
                <c:pt idx="109">
                  <c:v>44592</c:v>
                </c:pt>
                <c:pt idx="110">
                  <c:v>44620</c:v>
                </c:pt>
                <c:pt idx="111">
                  <c:v>44651</c:v>
                </c:pt>
                <c:pt idx="112">
                  <c:v>44681</c:v>
                </c:pt>
                <c:pt idx="113">
                  <c:v>44712</c:v>
                </c:pt>
                <c:pt idx="114">
                  <c:v>44742</c:v>
                </c:pt>
                <c:pt idx="115">
                  <c:v>44773</c:v>
                </c:pt>
                <c:pt idx="116">
                  <c:v>44804</c:v>
                </c:pt>
                <c:pt idx="117">
                  <c:v>44834</c:v>
                </c:pt>
                <c:pt idx="118">
                  <c:v>44865</c:v>
                </c:pt>
                <c:pt idx="119">
                  <c:v>44895</c:v>
                </c:pt>
                <c:pt idx="120">
                  <c:v>44926</c:v>
                </c:pt>
                <c:pt idx="121">
                  <c:v>44957</c:v>
                </c:pt>
                <c:pt idx="122">
                  <c:v>44985</c:v>
                </c:pt>
                <c:pt idx="123">
                  <c:v>45016</c:v>
                </c:pt>
                <c:pt idx="124">
                  <c:v>45046</c:v>
                </c:pt>
                <c:pt idx="125">
                  <c:v>45077</c:v>
                </c:pt>
                <c:pt idx="126">
                  <c:v>45107</c:v>
                </c:pt>
                <c:pt idx="127">
                  <c:v>45138</c:v>
                </c:pt>
                <c:pt idx="128">
                  <c:v>45169</c:v>
                </c:pt>
                <c:pt idx="129">
                  <c:v>45199</c:v>
                </c:pt>
                <c:pt idx="130">
                  <c:v>45230</c:v>
                </c:pt>
                <c:pt idx="131">
                  <c:v>45260</c:v>
                </c:pt>
                <c:pt idx="132">
                  <c:v>45291</c:v>
                </c:pt>
                <c:pt idx="133">
                  <c:v>45322</c:v>
                </c:pt>
                <c:pt idx="134">
                  <c:v>45351</c:v>
                </c:pt>
                <c:pt idx="135">
                  <c:v>45382</c:v>
                </c:pt>
                <c:pt idx="136">
                  <c:v>45412</c:v>
                </c:pt>
                <c:pt idx="137">
                  <c:v>45443</c:v>
                </c:pt>
                <c:pt idx="138">
                  <c:v>45473</c:v>
                </c:pt>
                <c:pt idx="139">
                  <c:v>45504</c:v>
                </c:pt>
                <c:pt idx="140">
                  <c:v>45535</c:v>
                </c:pt>
                <c:pt idx="141">
                  <c:v>45565</c:v>
                </c:pt>
                <c:pt idx="142">
                  <c:v>45596</c:v>
                </c:pt>
                <c:pt idx="143">
                  <c:v>45626</c:v>
                </c:pt>
                <c:pt idx="144">
                  <c:v>45657</c:v>
                </c:pt>
                <c:pt idx="145">
                  <c:v>45688</c:v>
                </c:pt>
                <c:pt idx="146">
                  <c:v>45716</c:v>
                </c:pt>
                <c:pt idx="147">
                  <c:v>45747</c:v>
                </c:pt>
                <c:pt idx="148">
                  <c:v>45777</c:v>
                </c:pt>
                <c:pt idx="149">
                  <c:v>45808</c:v>
                </c:pt>
                <c:pt idx="150">
                  <c:v>45838</c:v>
                </c:pt>
                <c:pt idx="151">
                  <c:v>45869</c:v>
                </c:pt>
                <c:pt idx="152">
                  <c:v>45900</c:v>
                </c:pt>
                <c:pt idx="153">
                  <c:v>45930</c:v>
                </c:pt>
                <c:pt idx="154">
                  <c:v>45961</c:v>
                </c:pt>
                <c:pt idx="155">
                  <c:v>45991</c:v>
                </c:pt>
                <c:pt idx="156">
                  <c:v>46022</c:v>
                </c:pt>
                <c:pt idx="157">
                  <c:v>46053</c:v>
                </c:pt>
                <c:pt idx="158">
                  <c:v>46081</c:v>
                </c:pt>
                <c:pt idx="159">
                  <c:v>46112</c:v>
                </c:pt>
                <c:pt idx="160">
                  <c:v>46142</c:v>
                </c:pt>
                <c:pt idx="161">
                  <c:v>46173</c:v>
                </c:pt>
                <c:pt idx="162">
                  <c:v>46203</c:v>
                </c:pt>
                <c:pt idx="163">
                  <c:v>46234</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US10Y_lvl!$U$21:$U$5000</c:f>
              <c:numCache>
                <c:formatCode>_(* #,##0.00_);_(* \(#,##0.00\);_(* "-"??_);_(@_)</c:formatCode>
                <c:ptCount val="4980"/>
                <c:pt idx="0">
                  <c:v>1.7009000000000001</c:v>
                </c:pt>
                <c:pt idx="1">
                  <c:v>1.9849000000000001</c:v>
                </c:pt>
                <c:pt idx="2">
                  <c:v>1.8755999999999999</c:v>
                </c:pt>
                <c:pt idx="3">
                  <c:v>1.8486</c:v>
                </c:pt>
                <c:pt idx="4">
                  <c:v>1.6717</c:v>
                </c:pt>
                <c:pt idx="5">
                  <c:v>2.1282000000000001</c:v>
                </c:pt>
                <c:pt idx="6">
                  <c:v>2.4857</c:v>
                </c:pt>
                <c:pt idx="7">
                  <c:v>2.5762</c:v>
                </c:pt>
                <c:pt idx="8">
                  <c:v>2.7839</c:v>
                </c:pt>
                <c:pt idx="9">
                  <c:v>2.61</c:v>
                </c:pt>
                <c:pt idx="10">
                  <c:v>2.5541999999999998</c:v>
                </c:pt>
                <c:pt idx="11">
                  <c:v>2.7444999999999999</c:v>
                </c:pt>
                <c:pt idx="12">
                  <c:v>3.0282</c:v>
                </c:pt>
                <c:pt idx="13">
                  <c:v>2.6440000000000001</c:v>
                </c:pt>
                <c:pt idx="14">
                  <c:v>2.6476000000000002</c:v>
                </c:pt>
                <c:pt idx="15">
                  <c:v>2.718</c:v>
                </c:pt>
                <c:pt idx="16">
                  <c:v>2.6459000000000001</c:v>
                </c:pt>
                <c:pt idx="17">
                  <c:v>2.4759000000000002</c:v>
                </c:pt>
                <c:pt idx="18">
                  <c:v>2.5304000000000002</c:v>
                </c:pt>
                <c:pt idx="19">
                  <c:v>2.5577999999999999</c:v>
                </c:pt>
                <c:pt idx="20">
                  <c:v>2.3431000000000002</c:v>
                </c:pt>
                <c:pt idx="21">
                  <c:v>2.4887999999999999</c:v>
                </c:pt>
                <c:pt idx="22">
                  <c:v>2.3353000000000002</c:v>
                </c:pt>
                <c:pt idx="23">
                  <c:v>2.1640000000000001</c:v>
                </c:pt>
                <c:pt idx="24">
                  <c:v>2.1711999999999998</c:v>
                </c:pt>
                <c:pt idx="25">
                  <c:v>1.6407</c:v>
                </c:pt>
                <c:pt idx="26">
                  <c:v>1.9930000000000001</c:v>
                </c:pt>
                <c:pt idx="27">
                  <c:v>1.9231</c:v>
                </c:pt>
                <c:pt idx="28">
                  <c:v>2.0316999999999998</c:v>
                </c:pt>
                <c:pt idx="29">
                  <c:v>2.1214</c:v>
                </c:pt>
                <c:pt idx="30">
                  <c:v>2.3531</c:v>
                </c:pt>
                <c:pt idx="31">
                  <c:v>2.1800999999999999</c:v>
                </c:pt>
                <c:pt idx="32">
                  <c:v>2.2179000000000002</c:v>
                </c:pt>
                <c:pt idx="33">
                  <c:v>2.0367999999999999</c:v>
                </c:pt>
                <c:pt idx="34">
                  <c:v>2.1421000000000001</c:v>
                </c:pt>
                <c:pt idx="35">
                  <c:v>2.206</c:v>
                </c:pt>
                <c:pt idx="36">
                  <c:v>2.2694000000000001</c:v>
                </c:pt>
                <c:pt idx="37">
                  <c:v>1.9209000000000001</c:v>
                </c:pt>
                <c:pt idx="38">
                  <c:v>1.7346999999999999</c:v>
                </c:pt>
                <c:pt idx="39">
                  <c:v>1.7686999999999999</c:v>
                </c:pt>
                <c:pt idx="40">
                  <c:v>1.8332999999999999</c:v>
                </c:pt>
                <c:pt idx="41">
                  <c:v>1.8458000000000001</c:v>
                </c:pt>
                <c:pt idx="42">
                  <c:v>1.4697</c:v>
                </c:pt>
                <c:pt idx="43">
                  <c:v>1.4531000000000001</c:v>
                </c:pt>
                <c:pt idx="44">
                  <c:v>1.58</c:v>
                </c:pt>
                <c:pt idx="45">
                  <c:v>1.5944</c:v>
                </c:pt>
                <c:pt idx="46">
                  <c:v>1.8254999999999999</c:v>
                </c:pt>
                <c:pt idx="47">
                  <c:v>2.3809</c:v>
                </c:pt>
                <c:pt idx="48">
                  <c:v>2.4443000000000001</c:v>
                </c:pt>
                <c:pt idx="49">
                  <c:v>2.4531000000000001</c:v>
                </c:pt>
                <c:pt idx="50">
                  <c:v>2.3898999999999999</c:v>
                </c:pt>
                <c:pt idx="51">
                  <c:v>2.3874</c:v>
                </c:pt>
                <c:pt idx="52">
                  <c:v>2.2801999999999998</c:v>
                </c:pt>
                <c:pt idx="53">
                  <c:v>2.2027999999999999</c:v>
                </c:pt>
                <c:pt idx="54">
                  <c:v>2.3037000000000001</c:v>
                </c:pt>
                <c:pt idx="55">
                  <c:v>2.2942</c:v>
                </c:pt>
                <c:pt idx="56">
                  <c:v>2.117</c:v>
                </c:pt>
                <c:pt idx="57">
                  <c:v>2.3336000000000001</c:v>
                </c:pt>
                <c:pt idx="58">
                  <c:v>2.3793000000000002</c:v>
                </c:pt>
                <c:pt idx="59">
                  <c:v>2.4097</c:v>
                </c:pt>
                <c:pt idx="60">
                  <c:v>2.4054000000000002</c:v>
                </c:pt>
                <c:pt idx="61">
                  <c:v>2.7050000000000001</c:v>
                </c:pt>
                <c:pt idx="62">
                  <c:v>2.8605999999999998</c:v>
                </c:pt>
                <c:pt idx="63">
                  <c:v>2.7389000000000001</c:v>
                </c:pt>
                <c:pt idx="64">
                  <c:v>2.9531000000000001</c:v>
                </c:pt>
                <c:pt idx="65">
                  <c:v>2.8586</c:v>
                </c:pt>
                <c:pt idx="66">
                  <c:v>2.8601000000000001</c:v>
                </c:pt>
                <c:pt idx="67">
                  <c:v>2.9598</c:v>
                </c:pt>
                <c:pt idx="68">
                  <c:v>2.8603999999999998</c:v>
                </c:pt>
                <c:pt idx="69">
                  <c:v>3.0611999999999999</c:v>
                </c:pt>
                <c:pt idx="70">
                  <c:v>3.1435</c:v>
                </c:pt>
                <c:pt idx="71">
                  <c:v>2.9878999999999998</c:v>
                </c:pt>
                <c:pt idx="72">
                  <c:v>2.6842000000000001</c:v>
                </c:pt>
                <c:pt idx="73">
                  <c:v>2.6293000000000002</c:v>
                </c:pt>
                <c:pt idx="74">
                  <c:v>2.7149999999999999</c:v>
                </c:pt>
                <c:pt idx="75">
                  <c:v>2.4049999999999998</c:v>
                </c:pt>
                <c:pt idx="76">
                  <c:v>2.5017999999999998</c:v>
                </c:pt>
                <c:pt idx="77">
                  <c:v>2.1246</c:v>
                </c:pt>
                <c:pt idx="78">
                  <c:v>2.0051000000000001</c:v>
                </c:pt>
                <c:pt idx="79">
                  <c:v>2.0144000000000002</c:v>
                </c:pt>
                <c:pt idx="80">
                  <c:v>1.4961</c:v>
                </c:pt>
                <c:pt idx="81">
                  <c:v>1.6646000000000001</c:v>
                </c:pt>
                <c:pt idx="82">
                  <c:v>1.6910000000000001</c:v>
                </c:pt>
                <c:pt idx="83">
                  <c:v>1.7758</c:v>
                </c:pt>
                <c:pt idx="84">
                  <c:v>1.9175</c:v>
                </c:pt>
                <c:pt idx="85">
                  <c:v>1.5067999999999999</c:v>
                </c:pt>
                <c:pt idx="86">
                  <c:v>1.1486000000000001</c:v>
                </c:pt>
                <c:pt idx="87">
                  <c:v>0.66949999999999998</c:v>
                </c:pt>
                <c:pt idx="88">
                  <c:v>0.63929999999999998</c:v>
                </c:pt>
                <c:pt idx="89">
                  <c:v>0.65259999999999996</c:v>
                </c:pt>
                <c:pt idx="90">
                  <c:v>0.65610000000000002</c:v>
                </c:pt>
                <c:pt idx="91">
                  <c:v>0.5282</c:v>
                </c:pt>
                <c:pt idx="92">
                  <c:v>0.70479999999999998</c:v>
                </c:pt>
                <c:pt idx="93">
                  <c:v>0.68400000000000005</c:v>
                </c:pt>
                <c:pt idx="94">
                  <c:v>0.87370000000000003</c:v>
                </c:pt>
                <c:pt idx="95">
                  <c:v>0.83889999999999998</c:v>
                </c:pt>
                <c:pt idx="96">
                  <c:v>0.91320000000000001</c:v>
                </c:pt>
                <c:pt idx="97">
                  <c:v>1.0654999999999999</c:v>
                </c:pt>
                <c:pt idx="98">
                  <c:v>1.4049</c:v>
                </c:pt>
                <c:pt idx="99">
                  <c:v>1.7403999999999999</c:v>
                </c:pt>
                <c:pt idx="100">
                  <c:v>1.6258999999999999</c:v>
                </c:pt>
                <c:pt idx="101">
                  <c:v>1.5943000000000001</c:v>
                </c:pt>
                <c:pt idx="102">
                  <c:v>1.468</c:v>
                </c:pt>
                <c:pt idx="103">
                  <c:v>1.2222999999999999</c:v>
                </c:pt>
                <c:pt idx="104">
                  <c:v>1.3088</c:v>
                </c:pt>
                <c:pt idx="105">
                  <c:v>1.4873000000000001</c:v>
                </c:pt>
                <c:pt idx="106">
                  <c:v>1.5521</c:v>
                </c:pt>
                <c:pt idx="107">
                  <c:v>1.4442999999999999</c:v>
                </c:pt>
                <c:pt idx="108">
                  <c:v>1.5101</c:v>
                </c:pt>
                <c:pt idx="109">
                  <c:v>1.7766999999999999</c:v>
                </c:pt>
                <c:pt idx="110">
                  <c:v>1.825</c:v>
                </c:pt>
                <c:pt idx="111">
                  <c:v>2.3380000000000001</c:v>
                </c:pt>
                <c:pt idx="112">
                  <c:v>2.9336000000000002</c:v>
                </c:pt>
                <c:pt idx="113">
                  <c:v>2.8441000000000001</c:v>
                </c:pt>
                <c:pt idx="114">
                  <c:v>3.0129000000000001</c:v>
                </c:pt>
                <c:pt idx="115">
                  <c:v>2.6486999999999998</c:v>
                </c:pt>
                <c:pt idx="116">
                  <c:v>3.1926000000000001</c:v>
                </c:pt>
                <c:pt idx="117">
                  <c:v>3.8285999999999998</c:v>
                </c:pt>
                <c:pt idx="118">
                  <c:v>4.0477999999999996</c:v>
                </c:pt>
                <c:pt idx="119">
                  <c:v>3.6053999999999999</c:v>
                </c:pt>
                <c:pt idx="120">
                  <c:v>3.8748</c:v>
                </c:pt>
                <c:pt idx="121">
                  <c:v>3.5068999999999999</c:v>
                </c:pt>
                <c:pt idx="122">
                  <c:v>3.92</c:v>
                </c:pt>
                <c:pt idx="123">
                  <c:v>3.4676</c:v>
                </c:pt>
                <c:pt idx="124">
                  <c:v>3.4220000000000002</c:v>
                </c:pt>
                <c:pt idx="125">
                  <c:v>3.6425999999999998</c:v>
                </c:pt>
                <c:pt idx="126">
                  <c:v>3.8367</c:v>
                </c:pt>
                <c:pt idx="127">
                  <c:v>3.9588000000000001</c:v>
                </c:pt>
                <c:pt idx="128">
                  <c:v>4.1081000000000003</c:v>
                </c:pt>
                <c:pt idx="129">
                  <c:v>4.5711000000000004</c:v>
                </c:pt>
                <c:pt idx="130">
                  <c:v>4.9306999999999999</c:v>
                </c:pt>
                <c:pt idx="131">
                  <c:v>4.3263999999999996</c:v>
                </c:pt>
                <c:pt idx="132">
                  <c:v>3.8791000000000002</c:v>
                </c:pt>
                <c:pt idx="133">
                  <c:v>3.9123999999999999</c:v>
                </c:pt>
                <c:pt idx="134">
                  <c:v>4.2502000000000004</c:v>
                </c:pt>
                <c:pt idx="135">
                  <c:v>4.2003000000000004</c:v>
                </c:pt>
                <c:pt idx="136">
                  <c:v>4.6798000000000002</c:v>
                </c:pt>
                <c:pt idx="137">
                  <c:v>4.4984999999999999</c:v>
                </c:pt>
                <c:pt idx="138">
                  <c:v>4.3960999999999997</c:v>
                </c:pt>
                <c:pt idx="139">
                  <c:v>4.0296000000000003</c:v>
                </c:pt>
                <c:pt idx="140">
                  <c:v>3.9034</c:v>
                </c:pt>
                <c:pt idx="141">
                  <c:v>3.7808999999999999</c:v>
                </c:pt>
                <c:pt idx="142">
                  <c:v>4.2843999999999998</c:v>
                </c:pt>
                <c:pt idx="143">
                  <c:v>4.1684999999999999</c:v>
                </c:pt>
                <c:pt idx="144">
                  <c:v>4.569</c:v>
                </c:pt>
                <c:pt idx="145">
                  <c:v>4.5387000000000004</c:v>
                </c:pt>
                <c:pt idx="146">
                  <c:v>4.2081999999999997</c:v>
                </c:pt>
                <c:pt idx="147">
                  <c:v>4.2053000000000003</c:v>
                </c:pt>
                <c:pt idx="148">
                  <c:v>4.1619000000000002</c:v>
                </c:pt>
                <c:pt idx="149">
                  <c:v>4.4004000000000003</c:v>
                </c:pt>
                <c:pt idx="150">
                  <c:v>4.2279999999999998</c:v>
                </c:pt>
                <c:pt idx="151">
                  <c:v>4.3739999999999997</c:v>
                </c:pt>
                <c:pt idx="152">
                  <c:v>4.2283999999999997</c:v>
                </c:pt>
                <c:pt idx="153">
                  <c:v>4.1502999999999997</c:v>
                </c:pt>
                <c:pt idx="154">
                  <c:v>4.0774999999999997</c:v>
                </c:pt>
                <c:pt idx="155">
                  <c:v>4.0132000000000003</c:v>
                </c:pt>
                <c:pt idx="156">
                  <c:v>4.1669999999999998</c:v>
                </c:pt>
                <c:pt idx="157">
                  <c:v>4.2355</c:v>
                </c:pt>
                <c:pt idx="158">
                  <c:v>3.9375</c:v>
                </c:pt>
                <c:pt idx="159">
                  <c:v>4.3166000000000002</c:v>
                </c:pt>
                <c:pt idx="160">
                  <c:v>4.3705999999999996</c:v>
                </c:pt>
                <c:pt idx="161">
                  <c:v>4.4355000000000002</c:v>
                </c:pt>
                <c:pt idx="162">
                  <c:v>4.4652000000000003</c:v>
                </c:pt>
                <c:pt idx="163">
                  <c:v>4.7347000000000001</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smooth val="0"/>
          <c:extLst>
            <c:ext xmlns:c16="http://schemas.microsoft.com/office/drawing/2014/chart" uri="{C3380CC4-5D6E-409C-BE32-E72D297353CC}">
              <c16:uniqueId val="{00000001-AAAD-4AEC-87FD-35A558C61359}"/>
            </c:ext>
          </c:extLst>
        </c:ser>
        <c:ser>
          <c:idx val="3"/>
          <c:order val="2"/>
          <c:tx>
            <c:strRef>
              <c:f>US10Y_lvl!$X$20</c:f>
              <c:strCache>
                <c:ptCount val="1"/>
                <c:pt idx="0">
                  <c:v>Fitted  m(13 obs)</c:v>
                </c:pt>
              </c:strCache>
            </c:strRef>
          </c:tx>
          <c:spPr>
            <a:ln w="28575" cap="rnd">
              <a:solidFill>
                <a:srgbClr val="8FAADC"/>
              </a:solidFill>
              <a:round/>
            </a:ln>
            <a:effectLst/>
          </c:spPr>
          <c:marker>
            <c:symbol val="none"/>
          </c:marker>
          <c:cat>
            <c:numRef>
              <c:f>US10Y_lvl!$I$21:$I$5000</c:f>
              <c:numCache>
                <c:formatCode>m/d/yyyy</c:formatCode>
                <c:ptCount val="4980"/>
                <c:pt idx="0">
                  <c:v>41271</c:v>
                </c:pt>
                <c:pt idx="1">
                  <c:v>41305</c:v>
                </c:pt>
                <c:pt idx="2">
                  <c:v>41333</c:v>
                </c:pt>
                <c:pt idx="3">
                  <c:v>41364</c:v>
                </c:pt>
                <c:pt idx="4">
                  <c:v>41394</c:v>
                </c:pt>
                <c:pt idx="5">
                  <c:v>41425</c:v>
                </c:pt>
                <c:pt idx="6">
                  <c:v>41455</c:v>
                </c:pt>
                <c:pt idx="7">
                  <c:v>41486</c:v>
                </c:pt>
                <c:pt idx="8">
                  <c:v>41517</c:v>
                </c:pt>
                <c:pt idx="9">
                  <c:v>41547</c:v>
                </c:pt>
                <c:pt idx="10">
                  <c:v>41578</c:v>
                </c:pt>
                <c:pt idx="11">
                  <c:v>41608</c:v>
                </c:pt>
                <c:pt idx="12">
                  <c:v>41639</c:v>
                </c:pt>
                <c:pt idx="13">
                  <c:v>41670</c:v>
                </c:pt>
                <c:pt idx="14">
                  <c:v>41698</c:v>
                </c:pt>
                <c:pt idx="15">
                  <c:v>41729</c:v>
                </c:pt>
                <c:pt idx="16">
                  <c:v>41759</c:v>
                </c:pt>
                <c:pt idx="17">
                  <c:v>41790</c:v>
                </c:pt>
                <c:pt idx="18">
                  <c:v>41820</c:v>
                </c:pt>
                <c:pt idx="19">
                  <c:v>41851</c:v>
                </c:pt>
                <c:pt idx="20">
                  <c:v>41882</c:v>
                </c:pt>
                <c:pt idx="21">
                  <c:v>41912</c:v>
                </c:pt>
                <c:pt idx="22">
                  <c:v>41943</c:v>
                </c:pt>
                <c:pt idx="23">
                  <c:v>41973</c:v>
                </c:pt>
                <c:pt idx="24">
                  <c:v>42004</c:v>
                </c:pt>
                <c:pt idx="25">
                  <c:v>42035</c:v>
                </c:pt>
                <c:pt idx="26">
                  <c:v>42063</c:v>
                </c:pt>
                <c:pt idx="27">
                  <c:v>42094</c:v>
                </c:pt>
                <c:pt idx="28">
                  <c:v>42124</c:v>
                </c:pt>
                <c:pt idx="29">
                  <c:v>42155</c:v>
                </c:pt>
                <c:pt idx="30">
                  <c:v>42185</c:v>
                </c:pt>
                <c:pt idx="31">
                  <c:v>42216</c:v>
                </c:pt>
                <c:pt idx="32">
                  <c:v>42247</c:v>
                </c:pt>
                <c:pt idx="33">
                  <c:v>42277</c:v>
                </c:pt>
                <c:pt idx="34">
                  <c:v>42308</c:v>
                </c:pt>
                <c:pt idx="35">
                  <c:v>42338</c:v>
                </c:pt>
                <c:pt idx="36">
                  <c:v>42369</c:v>
                </c:pt>
                <c:pt idx="37">
                  <c:v>42400</c:v>
                </c:pt>
                <c:pt idx="38">
                  <c:v>42429</c:v>
                </c:pt>
                <c:pt idx="39">
                  <c:v>42460</c:v>
                </c:pt>
                <c:pt idx="40">
                  <c:v>42490</c:v>
                </c:pt>
                <c:pt idx="41">
                  <c:v>42521</c:v>
                </c:pt>
                <c:pt idx="42">
                  <c:v>42551</c:v>
                </c:pt>
                <c:pt idx="43">
                  <c:v>42582</c:v>
                </c:pt>
                <c:pt idx="44">
                  <c:v>42613</c:v>
                </c:pt>
                <c:pt idx="45">
                  <c:v>42643</c:v>
                </c:pt>
                <c:pt idx="46">
                  <c:v>42674</c:v>
                </c:pt>
                <c:pt idx="47">
                  <c:v>42704</c:v>
                </c:pt>
                <c:pt idx="48">
                  <c:v>42735</c:v>
                </c:pt>
                <c:pt idx="49">
                  <c:v>42766</c:v>
                </c:pt>
                <c:pt idx="50">
                  <c:v>42794</c:v>
                </c:pt>
                <c:pt idx="51">
                  <c:v>42825</c:v>
                </c:pt>
                <c:pt idx="52">
                  <c:v>42855</c:v>
                </c:pt>
                <c:pt idx="53">
                  <c:v>42886</c:v>
                </c:pt>
                <c:pt idx="54">
                  <c:v>42916</c:v>
                </c:pt>
                <c:pt idx="55">
                  <c:v>42947</c:v>
                </c:pt>
                <c:pt idx="56">
                  <c:v>42978</c:v>
                </c:pt>
                <c:pt idx="57">
                  <c:v>43008</c:v>
                </c:pt>
                <c:pt idx="58">
                  <c:v>43039</c:v>
                </c:pt>
                <c:pt idx="59">
                  <c:v>43069</c:v>
                </c:pt>
                <c:pt idx="60">
                  <c:v>43100</c:v>
                </c:pt>
                <c:pt idx="61">
                  <c:v>43131</c:v>
                </c:pt>
                <c:pt idx="62">
                  <c:v>43159</c:v>
                </c:pt>
                <c:pt idx="63">
                  <c:v>43190</c:v>
                </c:pt>
                <c:pt idx="64">
                  <c:v>43220</c:v>
                </c:pt>
                <c:pt idx="65">
                  <c:v>43251</c:v>
                </c:pt>
                <c:pt idx="66">
                  <c:v>43281</c:v>
                </c:pt>
                <c:pt idx="67">
                  <c:v>43312</c:v>
                </c:pt>
                <c:pt idx="68">
                  <c:v>43343</c:v>
                </c:pt>
                <c:pt idx="69">
                  <c:v>43373</c:v>
                </c:pt>
                <c:pt idx="70">
                  <c:v>43404</c:v>
                </c:pt>
                <c:pt idx="71">
                  <c:v>43434</c:v>
                </c:pt>
                <c:pt idx="72">
                  <c:v>43465</c:v>
                </c:pt>
                <c:pt idx="73">
                  <c:v>43496</c:v>
                </c:pt>
                <c:pt idx="74">
                  <c:v>43524</c:v>
                </c:pt>
                <c:pt idx="75">
                  <c:v>43555</c:v>
                </c:pt>
                <c:pt idx="76">
                  <c:v>43585</c:v>
                </c:pt>
                <c:pt idx="77">
                  <c:v>43616</c:v>
                </c:pt>
                <c:pt idx="78">
                  <c:v>43646</c:v>
                </c:pt>
                <c:pt idx="79">
                  <c:v>43677</c:v>
                </c:pt>
                <c:pt idx="80">
                  <c:v>43708</c:v>
                </c:pt>
                <c:pt idx="81">
                  <c:v>43738</c:v>
                </c:pt>
                <c:pt idx="82">
                  <c:v>43769</c:v>
                </c:pt>
                <c:pt idx="83">
                  <c:v>43799</c:v>
                </c:pt>
                <c:pt idx="84">
                  <c:v>43830</c:v>
                </c:pt>
                <c:pt idx="85">
                  <c:v>43861</c:v>
                </c:pt>
                <c:pt idx="86">
                  <c:v>43890</c:v>
                </c:pt>
                <c:pt idx="87">
                  <c:v>43921</c:v>
                </c:pt>
                <c:pt idx="88">
                  <c:v>43951</c:v>
                </c:pt>
                <c:pt idx="89">
                  <c:v>43982</c:v>
                </c:pt>
                <c:pt idx="90">
                  <c:v>44012</c:v>
                </c:pt>
                <c:pt idx="91">
                  <c:v>44043</c:v>
                </c:pt>
                <c:pt idx="92">
                  <c:v>44074</c:v>
                </c:pt>
                <c:pt idx="93">
                  <c:v>44104</c:v>
                </c:pt>
                <c:pt idx="94">
                  <c:v>44135</c:v>
                </c:pt>
                <c:pt idx="95">
                  <c:v>44165</c:v>
                </c:pt>
                <c:pt idx="96">
                  <c:v>44196</c:v>
                </c:pt>
                <c:pt idx="97">
                  <c:v>44227</c:v>
                </c:pt>
                <c:pt idx="98">
                  <c:v>44255</c:v>
                </c:pt>
                <c:pt idx="99">
                  <c:v>44286</c:v>
                </c:pt>
                <c:pt idx="100">
                  <c:v>44316</c:v>
                </c:pt>
                <c:pt idx="101">
                  <c:v>44347</c:v>
                </c:pt>
                <c:pt idx="102">
                  <c:v>44377</c:v>
                </c:pt>
                <c:pt idx="103">
                  <c:v>44408</c:v>
                </c:pt>
                <c:pt idx="104">
                  <c:v>44439</c:v>
                </c:pt>
                <c:pt idx="105">
                  <c:v>44469</c:v>
                </c:pt>
                <c:pt idx="106">
                  <c:v>44500</c:v>
                </c:pt>
                <c:pt idx="107">
                  <c:v>44530</c:v>
                </c:pt>
                <c:pt idx="108">
                  <c:v>44561</c:v>
                </c:pt>
                <c:pt idx="109">
                  <c:v>44592</c:v>
                </c:pt>
                <c:pt idx="110">
                  <c:v>44620</c:v>
                </c:pt>
                <c:pt idx="111">
                  <c:v>44651</c:v>
                </c:pt>
                <c:pt idx="112">
                  <c:v>44681</c:v>
                </c:pt>
                <c:pt idx="113">
                  <c:v>44712</c:v>
                </c:pt>
                <c:pt idx="114">
                  <c:v>44742</c:v>
                </c:pt>
                <c:pt idx="115">
                  <c:v>44773</c:v>
                </c:pt>
                <c:pt idx="116">
                  <c:v>44804</c:v>
                </c:pt>
                <c:pt idx="117">
                  <c:v>44834</c:v>
                </c:pt>
                <c:pt idx="118">
                  <c:v>44865</c:v>
                </c:pt>
                <c:pt idx="119">
                  <c:v>44895</c:v>
                </c:pt>
                <c:pt idx="120">
                  <c:v>44926</c:v>
                </c:pt>
                <c:pt idx="121">
                  <c:v>44957</c:v>
                </c:pt>
                <c:pt idx="122">
                  <c:v>44985</c:v>
                </c:pt>
                <c:pt idx="123">
                  <c:v>45016</c:v>
                </c:pt>
                <c:pt idx="124">
                  <c:v>45046</c:v>
                </c:pt>
                <c:pt idx="125">
                  <c:v>45077</c:v>
                </c:pt>
                <c:pt idx="126">
                  <c:v>45107</c:v>
                </c:pt>
                <c:pt idx="127">
                  <c:v>45138</c:v>
                </c:pt>
                <c:pt idx="128">
                  <c:v>45169</c:v>
                </c:pt>
                <c:pt idx="129">
                  <c:v>45199</c:v>
                </c:pt>
                <c:pt idx="130">
                  <c:v>45230</c:v>
                </c:pt>
                <c:pt idx="131">
                  <c:v>45260</c:v>
                </c:pt>
                <c:pt idx="132">
                  <c:v>45291</c:v>
                </c:pt>
                <c:pt idx="133">
                  <c:v>45322</c:v>
                </c:pt>
                <c:pt idx="134">
                  <c:v>45351</c:v>
                </c:pt>
                <c:pt idx="135">
                  <c:v>45382</c:v>
                </c:pt>
                <c:pt idx="136">
                  <c:v>45412</c:v>
                </c:pt>
                <c:pt idx="137">
                  <c:v>45443</c:v>
                </c:pt>
                <c:pt idx="138">
                  <c:v>45473</c:v>
                </c:pt>
                <c:pt idx="139">
                  <c:v>45504</c:v>
                </c:pt>
                <c:pt idx="140">
                  <c:v>45535</c:v>
                </c:pt>
                <c:pt idx="141">
                  <c:v>45565</c:v>
                </c:pt>
                <c:pt idx="142">
                  <c:v>45596</c:v>
                </c:pt>
                <c:pt idx="143">
                  <c:v>45626</c:v>
                </c:pt>
                <c:pt idx="144">
                  <c:v>45657</c:v>
                </c:pt>
                <c:pt idx="145">
                  <c:v>45688</c:v>
                </c:pt>
                <c:pt idx="146">
                  <c:v>45716</c:v>
                </c:pt>
                <c:pt idx="147">
                  <c:v>45747</c:v>
                </c:pt>
                <c:pt idx="148">
                  <c:v>45777</c:v>
                </c:pt>
                <c:pt idx="149">
                  <c:v>45808</c:v>
                </c:pt>
                <c:pt idx="150">
                  <c:v>45838</c:v>
                </c:pt>
                <c:pt idx="151">
                  <c:v>45869</c:v>
                </c:pt>
                <c:pt idx="152">
                  <c:v>45900</c:v>
                </c:pt>
                <c:pt idx="153">
                  <c:v>45930</c:v>
                </c:pt>
                <c:pt idx="154">
                  <c:v>45961</c:v>
                </c:pt>
                <c:pt idx="155">
                  <c:v>45991</c:v>
                </c:pt>
                <c:pt idx="156">
                  <c:v>46022</c:v>
                </c:pt>
                <c:pt idx="157">
                  <c:v>46053</c:v>
                </c:pt>
                <c:pt idx="158">
                  <c:v>46081</c:v>
                </c:pt>
                <c:pt idx="159">
                  <c:v>46112</c:v>
                </c:pt>
                <c:pt idx="160">
                  <c:v>46142</c:v>
                </c:pt>
                <c:pt idx="161">
                  <c:v>46173</c:v>
                </c:pt>
                <c:pt idx="162">
                  <c:v>46203</c:v>
                </c:pt>
                <c:pt idx="163">
                  <c:v>46234</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cat>
          <c:val>
            <c:numRef>
              <c:f>US10Y_lvl!$X$21:$X$5000</c:f>
              <c:numCache>
                <c:formatCode>General</c:formatCode>
                <c:ptCount val="4980"/>
                <c:pt idx="0">
                  <c:v>#N/A</c:v>
                </c:pt>
                <c:pt idx="1">
                  <c:v>#N/A</c:v>
                </c:pt>
                <c:pt idx="2">
                  <c:v>#N/A</c:v>
                </c:pt>
                <c:pt idx="3">
                  <c:v>#N/A</c:v>
                </c:pt>
                <c:pt idx="4">
                  <c:v>#N/A</c:v>
                </c:pt>
                <c:pt idx="5">
                  <c:v>#N/A</c:v>
                </c:pt>
                <c:pt idx="6">
                  <c:v>#N/A</c:v>
                </c:pt>
                <c:pt idx="7">
                  <c:v>#N/A</c:v>
                </c:pt>
                <c:pt idx="8">
                  <c:v>#N/A</c:v>
                </c:pt>
                <c:pt idx="9">
                  <c:v>#N/A</c:v>
                </c:pt>
                <c:pt idx="10">
                  <c:v>#N/A</c:v>
                </c:pt>
                <c:pt idx="11">
                  <c:v>#N/A</c:v>
                </c:pt>
                <c:pt idx="12">
                  <c:v>1.6343795740369795</c:v>
                </c:pt>
                <c:pt idx="13">
                  <c:v>1.6442352645260223</c:v>
                </c:pt>
                <c:pt idx="14">
                  <c:v>1.6447901412947279</c:v>
                </c:pt>
                <c:pt idx="15">
                  <c:v>1.6507549455860941</c:v>
                </c:pt>
                <c:pt idx="16">
                  <c:v>1.661376533995188</c:v>
                </c:pt>
                <c:pt idx="17">
                  <c:v>1.6738702210544376</c:v>
                </c:pt>
                <c:pt idx="18">
                  <c:v>1.6810162392935586</c:v>
                </c:pt>
                <c:pt idx="19">
                  <c:v>1.6863814241881097</c:v>
                </c:pt>
                <c:pt idx="20">
                  <c:v>1.6952962050839429</c:v>
                </c:pt>
                <c:pt idx="21">
                  <c:v>1.7021915731287496</c:v>
                </c:pt>
                <c:pt idx="22">
                  <c:v>1.7105136008326345</c:v>
                </c:pt>
                <c:pt idx="23">
                  <c:v>1.7239204039447353</c:v>
                </c:pt>
                <c:pt idx="24">
                  <c:v>1.7459033054711344</c:v>
                </c:pt>
                <c:pt idx="25">
                  <c:v>1.7538247705812964</c:v>
                </c:pt>
                <c:pt idx="26">
                  <c:v>1.779309792733585</c:v>
                </c:pt>
                <c:pt idx="27">
                  <c:v>1.796393338181838</c:v>
                </c:pt>
                <c:pt idx="28">
                  <c:v>1.803836300083439</c:v>
                </c:pt>
                <c:pt idx="29">
                  <c:v>1.8162776429214846</c:v>
                </c:pt>
                <c:pt idx="30">
                  <c:v>1.8354719902035821</c:v>
                </c:pt>
                <c:pt idx="31">
                  <c:v>1.8491950575522422</c:v>
                </c:pt>
                <c:pt idx="32">
                  <c:v>1.8564827432876538</c:v>
                </c:pt>
                <c:pt idx="33">
                  <c:v>1.8553997892004488</c:v>
                </c:pt>
                <c:pt idx="34">
                  <c:v>1.8495146011234427</c:v>
                </c:pt>
                <c:pt idx="35">
                  <c:v>1.8533951039797318</c:v>
                </c:pt>
                <c:pt idx="36">
                  <c:v>1.8590457330610788</c:v>
                </c:pt>
                <c:pt idx="37">
                  <c:v>1.8421702329267513</c:v>
                </c:pt>
                <c:pt idx="38">
                  <c:v>1.8383975122361014</c:v>
                </c:pt>
                <c:pt idx="39">
                  <c:v>1.8358823957986776</c:v>
                </c:pt>
                <c:pt idx="40">
                  <c:v>1.8343893478395177</c:v>
                </c:pt>
                <c:pt idx="41">
                  <c:v>1.8442011470265574</c:v>
                </c:pt>
                <c:pt idx="42">
                  <c:v>1.836137917768659</c:v>
                </c:pt>
                <c:pt idx="43">
                  <c:v>1.8272690561251457</c:v>
                </c:pt>
                <c:pt idx="44">
                  <c:v>1.8254786124904532</c:v>
                </c:pt>
                <c:pt idx="45">
                  <c:v>1.8259981487645858</c:v>
                </c:pt>
                <c:pt idx="46">
                  <c:v>1.8363250023493185</c:v>
                </c:pt>
                <c:pt idx="47">
                  <c:v>1.8635542111944441</c:v>
                </c:pt>
                <c:pt idx="48">
                  <c:v>1.8901549742275887</c:v>
                </c:pt>
                <c:pt idx="49">
                  <c:v>1.9192552026484491</c:v>
                </c:pt>
                <c:pt idx="50">
                  <c:v>1.9674814772612617</c:v>
                </c:pt>
                <c:pt idx="51">
                  <c:v>2.0138378668579904</c:v>
                </c:pt>
                <c:pt idx="52">
                  <c:v>2.0507040679943098</c:v>
                </c:pt>
                <c:pt idx="53">
                  <c:v>2.0924095247269956</c:v>
                </c:pt>
                <c:pt idx="54">
                  <c:v>2.129783625377228</c:v>
                </c:pt>
                <c:pt idx="55">
                  <c:v>2.1778838834568814</c:v>
                </c:pt>
                <c:pt idx="56">
                  <c:v>2.2255423580996787</c:v>
                </c:pt>
                <c:pt idx="57">
                  <c:v>2.2808272904349773</c:v>
                </c:pt>
                <c:pt idx="58">
                  <c:v>2.33843513168644</c:v>
                </c:pt>
                <c:pt idx="59">
                  <c:v>2.394163350110222</c:v>
                </c:pt>
                <c:pt idx="60">
                  <c:v>2.4437516657075635</c:v>
                </c:pt>
                <c:pt idx="61">
                  <c:v>2.4964601273509084</c:v>
                </c:pt>
                <c:pt idx="62">
                  <c:v>2.5512638998645829</c:v>
                </c:pt>
                <c:pt idx="63">
                  <c:v>2.5968541151587763</c:v>
                </c:pt>
                <c:pt idx="64">
                  <c:v>2.6450658488171368</c:v>
                </c:pt>
                <c:pt idx="65">
                  <c:v>2.6987893669127656</c:v>
                </c:pt>
                <c:pt idx="66">
                  <c:v>2.7558476627682964</c:v>
                </c:pt>
                <c:pt idx="67">
                  <c:v>2.8133601488694682</c:v>
                </c:pt>
                <c:pt idx="68">
                  <c:v>2.8773373214905971</c:v>
                </c:pt>
                <c:pt idx="69">
                  <c:v>2.9412631512525027</c:v>
                </c:pt>
                <c:pt idx="70">
                  <c:v>2.9945723676407381</c:v>
                </c:pt>
                <c:pt idx="71">
                  <c:v>3.0443106151890187</c:v>
                </c:pt>
                <c:pt idx="72">
                  <c:v>3.0733295377171785</c:v>
                </c:pt>
                <c:pt idx="73">
                  <c:v>3.0943607197175282</c:v>
                </c:pt>
                <c:pt idx="74">
                  <c:v>3.0979370338284959</c:v>
                </c:pt>
                <c:pt idx="75">
                  <c:v>3.0851711032626481</c:v>
                </c:pt>
                <c:pt idx="76">
                  <c:v>3.0728210450453983</c:v>
                </c:pt>
                <c:pt idx="77">
                  <c:v>3.0363952939885905</c:v>
                </c:pt>
                <c:pt idx="78">
                  <c:v>2.9837019360679231</c:v>
                </c:pt>
                <c:pt idx="79">
                  <c:v>2.9258939119313103</c:v>
                </c:pt>
                <c:pt idx="80">
                  <c:v>2.8489024782135322</c:v>
                </c:pt>
                <c:pt idx="81">
                  <c:v>2.7700785640045726</c:v>
                </c:pt>
                <c:pt idx="82">
                  <c:v>2.6879920590391584</c:v>
                </c:pt>
                <c:pt idx="83">
                  <c:v>2.603727340223414</c:v>
                </c:pt>
                <c:pt idx="84">
                  <c:v>2.5250675325271192</c:v>
                </c:pt>
                <c:pt idx="85">
                  <c:v>2.4600544182656687</c:v>
                </c:pt>
                <c:pt idx="86">
                  <c:v>2.3734430059322125</c:v>
                </c:pt>
                <c:pt idx="87">
                  <c:v>2.2635297089884752</c:v>
                </c:pt>
                <c:pt idx="88">
                  <c:v>2.1421660886140144</c:v>
                </c:pt>
                <c:pt idx="89">
                  <c:v>2.0237989163262493</c:v>
                </c:pt>
                <c:pt idx="90">
                  <c:v>1.9427683086225771</c:v>
                </c:pt>
                <c:pt idx="91">
                  <c:v>1.8744789726205524</c:v>
                </c:pt>
                <c:pt idx="92">
                  <c:v>1.8129118458669593</c:v>
                </c:pt>
                <c:pt idx="93">
                  <c:v>1.7667112602071131</c:v>
                </c:pt>
                <c:pt idx="94">
                  <c:v>1.7277901401101738</c:v>
                </c:pt>
                <c:pt idx="95">
                  <c:v>1.6835941572253836</c:v>
                </c:pt>
                <c:pt idx="96">
                  <c:v>1.6489043326403166</c:v>
                </c:pt>
                <c:pt idx="97">
                  <c:v>1.6088626269543365</c:v>
                </c:pt>
                <c:pt idx="98">
                  <c:v>1.5792338759620983</c:v>
                </c:pt>
                <c:pt idx="99">
                  <c:v>1.5753900834718046</c:v>
                </c:pt>
                <c:pt idx="100">
                  <c:v>1.5962169901435788</c:v>
                </c:pt>
                <c:pt idx="101">
                  <c:v>1.6364883232406962</c:v>
                </c:pt>
                <c:pt idx="102">
                  <c:v>1.6789521547623114</c:v>
                </c:pt>
                <c:pt idx="103">
                  <c:v>1.6999596145699944</c:v>
                </c:pt>
                <c:pt idx="104">
                  <c:v>1.7200958603077414</c:v>
                </c:pt>
                <c:pt idx="105">
                  <c:v>1.7375502164305201</c:v>
                </c:pt>
                <c:pt idx="106">
                  <c:v>1.7689301836353764</c:v>
                </c:pt>
                <c:pt idx="107">
                  <c:v>1.7943843930679069</c:v>
                </c:pt>
                <c:pt idx="108">
                  <c:v>1.831143831884287</c:v>
                </c:pt>
                <c:pt idx="109">
                  <c:v>1.8839755205145334</c:v>
                </c:pt>
                <c:pt idx="110">
                  <c:v>1.9624643240071233</c:v>
                </c:pt>
                <c:pt idx="111">
                  <c:v>2.0747682735886221</c:v>
                </c:pt>
                <c:pt idx="112">
                  <c:v>2.2037681530240882</c:v>
                </c:pt>
                <c:pt idx="113">
                  <c:v>2.3304309019459994</c:v>
                </c:pt>
                <c:pt idx="114">
                  <c:v>2.4846623955329648</c:v>
                </c:pt>
                <c:pt idx="115">
                  <c:v>2.6134812819314472</c:v>
                </c:pt>
                <c:pt idx="116">
                  <c:v>2.7763063285167551</c:v>
                </c:pt>
                <c:pt idx="117">
                  <c:v>2.9692454388244167</c:v>
                </c:pt>
                <c:pt idx="118">
                  <c:v>3.1758624759932061</c:v>
                </c:pt>
                <c:pt idx="119">
                  <c:v>3.3694732775624137</c:v>
                </c:pt>
                <c:pt idx="120">
                  <c:v>3.5475653758587784</c:v>
                </c:pt>
                <c:pt idx="121">
                  <c:v>3.7057538602491134</c:v>
                </c:pt>
                <c:pt idx="122">
                  <c:v>3.8778969639976171</c:v>
                </c:pt>
                <c:pt idx="123">
                  <c:v>3.9761174106004948</c:v>
                </c:pt>
                <c:pt idx="124">
                  <c:v>4.0332564512655233</c:v>
                </c:pt>
                <c:pt idx="125">
                  <c:v>4.0909760384554925</c:v>
                </c:pt>
                <c:pt idx="126">
                  <c:v>4.1696810794370993</c:v>
                </c:pt>
                <c:pt idx="127">
                  <c:v>4.2211045575936827</c:v>
                </c:pt>
                <c:pt idx="128">
                  <c:v>4.3032313334095225</c:v>
                </c:pt>
                <c:pt idx="129">
                  <c:v>4.3545492367141723</c:v>
                </c:pt>
                <c:pt idx="130">
                  <c:v>4.3689291227159988</c:v>
                </c:pt>
                <c:pt idx="131">
                  <c:v>4.3576703653111775</c:v>
                </c:pt>
                <c:pt idx="132">
                  <c:v>4.3074455415426565</c:v>
                </c:pt>
                <c:pt idx="133">
                  <c:v>4.2771319683193507</c:v>
                </c:pt>
                <c:pt idx="134">
                  <c:v>4.2769388854312318</c:v>
                </c:pt>
                <c:pt idx="135">
                  <c:v>4.2392341871170736</c:v>
                </c:pt>
                <c:pt idx="136">
                  <c:v>4.2729213508238475</c:v>
                </c:pt>
                <c:pt idx="137">
                  <c:v>4.2978391870236496</c:v>
                </c:pt>
                <c:pt idx="138">
                  <c:v>4.2863120709778801</c:v>
                </c:pt>
                <c:pt idx="139">
                  <c:v>4.2413650619735215</c:v>
                </c:pt>
                <c:pt idx="140">
                  <c:v>4.1711383004133094</c:v>
                </c:pt>
                <c:pt idx="141">
                  <c:v>4.068788699351674</c:v>
                </c:pt>
                <c:pt idx="142">
                  <c:v>4.0028860683344885</c:v>
                </c:pt>
                <c:pt idx="143">
                  <c:v>3.9519851025152311</c:v>
                </c:pt>
                <c:pt idx="144">
                  <c:v>3.9159610366561188</c:v>
                </c:pt>
                <c:pt idx="145">
                  <c:v>3.9172931030600253</c:v>
                </c:pt>
                <c:pt idx="146">
                  <c:v>3.8982371745927606</c:v>
                </c:pt>
                <c:pt idx="147">
                  <c:v>3.8562562538368379</c:v>
                </c:pt>
                <c:pt idx="148">
                  <c:v>3.8051383857801886</c:v>
                </c:pt>
                <c:pt idx="149">
                  <c:v>3.7405978785973608</c:v>
                </c:pt>
                <c:pt idx="150">
                  <c:v>3.6751390860534938</c:v>
                </c:pt>
                <c:pt idx="151">
                  <c:v>3.6297597050155113</c:v>
                </c:pt>
                <c:pt idx="152">
                  <c:v>3.5932167141832276</c:v>
                </c:pt>
                <c:pt idx="153">
                  <c:v>3.5814785186323883</c:v>
                </c:pt>
                <c:pt idx="154">
                  <c:v>3.5913697986863231</c:v>
                </c:pt>
                <c:pt idx="155">
                  <c:v>3.5573630913162813</c:v>
                </c:pt>
                <c:pt idx="156">
                  <c:v>3.5152553935067488</c:v>
                </c:pt>
                <c:pt idx="157">
                  <c:v>3.4766816106977041</c:v>
                </c:pt>
                <c:pt idx="158">
                  <c:v>3.4368241819145808</c:v>
                </c:pt>
                <c:pt idx="159">
                  <c:v>3.4441542270603072</c:v>
                </c:pt>
                <c:pt idx="160">
                  <c:v>3.4462585935562964</c:v>
                </c:pt>
                <c:pt idx="161">
                  <c:v>3.4744759438322124</c:v>
                </c:pt>
                <c:pt idx="162">
                  <c:v>3.5001053448017698</c:v>
                </c:pt>
                <c:pt idx="163">
                  <c:v>3.5507151897564717</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numCache>
            </c:numRef>
          </c:val>
          <c:smooth val="0"/>
          <c:extLst>
            <c:ext xmlns:c16="http://schemas.microsoft.com/office/drawing/2014/chart" uri="{C3380CC4-5D6E-409C-BE32-E72D297353CC}">
              <c16:uniqueId val="{00000002-AAAD-4AEC-87FD-35A558C61359}"/>
            </c:ext>
          </c:extLst>
        </c:ser>
        <c:dLbls>
          <c:showLegendKey val="0"/>
          <c:showVal val="0"/>
          <c:showCatName val="0"/>
          <c:showSerName val="0"/>
          <c:showPercent val="0"/>
          <c:showBubbleSize val="0"/>
        </c:dLbls>
        <c:marker val="1"/>
        <c:smooth val="0"/>
        <c:axId val="1299232544"/>
        <c:axId val="1299238368"/>
      </c:lineChart>
      <c:dateAx>
        <c:axId val="1299232544"/>
        <c:scaling>
          <c:orientation val="minMax"/>
          <c:min val="44195"/>
        </c:scaling>
        <c:delete val="0"/>
        <c:axPos val="b"/>
        <c:numFmt formatCode="mmmyy"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299238368"/>
        <c:crosses val="autoZero"/>
        <c:auto val="1"/>
        <c:lblOffset val="100"/>
        <c:baseTimeUnit val="days"/>
        <c:majorUnit val="5"/>
        <c:majorTimeUnit val="months"/>
      </c:dateAx>
      <c:valAx>
        <c:axId val="1299238368"/>
        <c:scaling>
          <c:orientation val="minMax"/>
          <c:min val="1"/>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299232544"/>
        <c:crosses val="autoZero"/>
        <c:crossBetween val="between"/>
      </c:valAx>
      <c:valAx>
        <c:axId val="1875729888"/>
        <c:scaling>
          <c:orientation val="minMax"/>
          <c:max val="1.5"/>
          <c:min val="-1.5"/>
        </c:scaling>
        <c:delete val="0"/>
        <c:axPos val="r"/>
        <c:majorGridlines>
          <c:spPr>
            <a:ln w="9525" cap="flat" cmpd="sng" algn="ctr">
              <a:solidFill>
                <a:schemeClr val="tx1">
                  <a:lumMod val="15000"/>
                  <a:lumOff val="85000"/>
                </a:schemeClr>
              </a:solidFill>
              <a:round/>
            </a:ln>
            <a:effectLst/>
          </c:spPr>
        </c:majorGridlines>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875725312"/>
        <c:crosses val="max"/>
        <c:crossBetween val="between"/>
      </c:valAx>
      <c:dateAx>
        <c:axId val="1875725312"/>
        <c:scaling>
          <c:orientation val="minMax"/>
        </c:scaling>
        <c:delete val="1"/>
        <c:axPos val="b"/>
        <c:numFmt formatCode="m/d/yyyy" sourceLinked="1"/>
        <c:majorTickMark val="out"/>
        <c:minorTickMark val="none"/>
        <c:tickLblPos val="nextTo"/>
        <c:crossAx val="1875729888"/>
        <c:crosses val="autoZero"/>
        <c:auto val="1"/>
        <c:lblOffset val="100"/>
        <c:baseTimeUnit val="months"/>
      </c:dateAx>
      <c:spPr>
        <a:noFill/>
        <a:ln>
          <a:noFill/>
        </a:ln>
        <a:effectLst/>
      </c:spPr>
    </c:plotArea>
    <c:legend>
      <c:legendPos val="b"/>
      <c:layout>
        <c:manualLayout>
          <c:xMode val="edge"/>
          <c:yMode val="edge"/>
          <c:x val="0.2650294566111866"/>
          <c:y val="2.8927430555555557E-2"/>
          <c:w val="0.69779046828933988"/>
          <c:h val="7.5898958333333336E-2"/>
        </c:manualLayout>
      </c:layout>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chart>
  <c:spPr>
    <a:solidFill>
      <a:schemeClr val="bg1"/>
    </a:solidFill>
    <a:ln w="9525" cap="flat" cmpd="sng" algn="ctr">
      <a:noFill/>
      <a:round/>
    </a:ln>
    <a:effectLst/>
  </c:spPr>
  <c:txPr>
    <a:bodyPr/>
    <a:lstStyle/>
    <a:p>
      <a:pPr>
        <a:defRPr sz="1100">
          <a:solidFill>
            <a:srgbClr val="000000"/>
          </a:solidFill>
          <a:latin typeface="Arial Narrow" panose="020B0606020202030204" pitchFamily="34" charset="0"/>
        </a:defRPr>
      </a:pPr>
      <a:endParaRPr lang="es-PE"/>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r>
              <a:rPr lang="en-US" b="1" u="sng" dirty="0"/>
              <a:t>EM Curves Catch Up in the Global Steepening</a:t>
            </a:r>
          </a:p>
        </c:rich>
      </c:tx>
      <c:layout>
        <c:manualLayout>
          <c:xMode val="edge"/>
          <c:yMode val="edge"/>
          <c:x val="1.1340184878348343E-2"/>
          <c:y val="1.0434330341709932E-2"/>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9.3206036745406826E-2"/>
          <c:y val="0.10481697929014167"/>
          <c:w val="0.8762384076990376"/>
          <c:h val="0.81392868485883763"/>
        </c:manualLayout>
      </c:layout>
      <c:areaChart>
        <c:grouping val="standard"/>
        <c:varyColors val="0"/>
        <c:ser>
          <c:idx val="2"/>
          <c:order val="2"/>
          <c:tx>
            <c:strRef>
              <c:f>TERMP!$DA$8</c:f>
              <c:strCache>
                <c:ptCount val="1"/>
                <c:pt idx="0">
                  <c:v>EM - DM Steepness diff. (Z-score)</c:v>
                </c:pt>
              </c:strCache>
            </c:strRef>
          </c:tx>
          <c:spPr>
            <a:solidFill>
              <a:schemeClr val="bg1">
                <a:lumMod val="75000"/>
              </a:schemeClr>
            </a:solidFill>
            <a:ln>
              <a:solidFill>
                <a:schemeClr val="bg1">
                  <a:lumMod val="75000"/>
                </a:schemeClr>
              </a:solidFill>
            </a:ln>
            <a:effectLst/>
          </c:spPr>
          <c:cat>
            <c:numRef>
              <c:f>TERMP!$CW$100:$CW$275</c:f>
              <c:numCache>
                <c:formatCode>m/d/yyyy</c:formatCode>
                <c:ptCount val="176"/>
                <c:pt idx="0">
                  <c:v>41121</c:v>
                </c:pt>
                <c:pt idx="1">
                  <c:v>41152</c:v>
                </c:pt>
                <c:pt idx="2">
                  <c:v>41182</c:v>
                </c:pt>
                <c:pt idx="3">
                  <c:v>41213</c:v>
                </c:pt>
                <c:pt idx="4">
                  <c:v>41243</c:v>
                </c:pt>
                <c:pt idx="5">
                  <c:v>41274</c:v>
                </c:pt>
                <c:pt idx="6">
                  <c:v>41305</c:v>
                </c:pt>
                <c:pt idx="7">
                  <c:v>41333</c:v>
                </c:pt>
                <c:pt idx="8">
                  <c:v>41364</c:v>
                </c:pt>
                <c:pt idx="9">
                  <c:v>41394</c:v>
                </c:pt>
                <c:pt idx="10">
                  <c:v>41425</c:v>
                </c:pt>
                <c:pt idx="11">
                  <c:v>41455</c:v>
                </c:pt>
                <c:pt idx="12">
                  <c:v>41486</c:v>
                </c:pt>
                <c:pt idx="13">
                  <c:v>41517</c:v>
                </c:pt>
                <c:pt idx="14">
                  <c:v>41547</c:v>
                </c:pt>
                <c:pt idx="15">
                  <c:v>41578</c:v>
                </c:pt>
                <c:pt idx="16">
                  <c:v>41608</c:v>
                </c:pt>
                <c:pt idx="17">
                  <c:v>41639</c:v>
                </c:pt>
                <c:pt idx="18">
                  <c:v>41670</c:v>
                </c:pt>
                <c:pt idx="19">
                  <c:v>41698</c:v>
                </c:pt>
                <c:pt idx="20">
                  <c:v>41729</c:v>
                </c:pt>
                <c:pt idx="21">
                  <c:v>41759</c:v>
                </c:pt>
                <c:pt idx="22">
                  <c:v>41790</c:v>
                </c:pt>
                <c:pt idx="23">
                  <c:v>41820</c:v>
                </c:pt>
                <c:pt idx="24">
                  <c:v>41851</c:v>
                </c:pt>
                <c:pt idx="25">
                  <c:v>41882</c:v>
                </c:pt>
                <c:pt idx="26">
                  <c:v>41912</c:v>
                </c:pt>
                <c:pt idx="27">
                  <c:v>41943</c:v>
                </c:pt>
                <c:pt idx="28">
                  <c:v>41973</c:v>
                </c:pt>
                <c:pt idx="29">
                  <c:v>42004</c:v>
                </c:pt>
                <c:pt idx="30">
                  <c:v>42035</c:v>
                </c:pt>
                <c:pt idx="31">
                  <c:v>42063</c:v>
                </c:pt>
                <c:pt idx="32">
                  <c:v>42094</c:v>
                </c:pt>
                <c:pt idx="33">
                  <c:v>42124</c:v>
                </c:pt>
                <c:pt idx="34">
                  <c:v>42155</c:v>
                </c:pt>
                <c:pt idx="35">
                  <c:v>42185</c:v>
                </c:pt>
                <c:pt idx="36">
                  <c:v>42216</c:v>
                </c:pt>
                <c:pt idx="37">
                  <c:v>42247</c:v>
                </c:pt>
                <c:pt idx="38">
                  <c:v>42277</c:v>
                </c:pt>
                <c:pt idx="39">
                  <c:v>42308</c:v>
                </c:pt>
                <c:pt idx="40">
                  <c:v>42338</c:v>
                </c:pt>
                <c:pt idx="41">
                  <c:v>42369</c:v>
                </c:pt>
                <c:pt idx="42">
                  <c:v>42400</c:v>
                </c:pt>
                <c:pt idx="43">
                  <c:v>42429</c:v>
                </c:pt>
                <c:pt idx="44">
                  <c:v>42460</c:v>
                </c:pt>
                <c:pt idx="45">
                  <c:v>42490</c:v>
                </c:pt>
                <c:pt idx="46">
                  <c:v>42521</c:v>
                </c:pt>
                <c:pt idx="47">
                  <c:v>42551</c:v>
                </c:pt>
                <c:pt idx="48">
                  <c:v>42582</c:v>
                </c:pt>
                <c:pt idx="49">
                  <c:v>42613</c:v>
                </c:pt>
                <c:pt idx="50">
                  <c:v>42643</c:v>
                </c:pt>
                <c:pt idx="51">
                  <c:v>42674</c:v>
                </c:pt>
                <c:pt idx="52">
                  <c:v>42704</c:v>
                </c:pt>
                <c:pt idx="53">
                  <c:v>42735</c:v>
                </c:pt>
                <c:pt idx="54">
                  <c:v>42766</c:v>
                </c:pt>
                <c:pt idx="55">
                  <c:v>42794</c:v>
                </c:pt>
                <c:pt idx="56">
                  <c:v>42825</c:v>
                </c:pt>
                <c:pt idx="57">
                  <c:v>42855</c:v>
                </c:pt>
                <c:pt idx="58">
                  <c:v>42886</c:v>
                </c:pt>
                <c:pt idx="59">
                  <c:v>42916</c:v>
                </c:pt>
                <c:pt idx="60">
                  <c:v>42947</c:v>
                </c:pt>
                <c:pt idx="61">
                  <c:v>42978</c:v>
                </c:pt>
                <c:pt idx="62">
                  <c:v>43008</c:v>
                </c:pt>
                <c:pt idx="63">
                  <c:v>43039</c:v>
                </c:pt>
                <c:pt idx="64">
                  <c:v>43069</c:v>
                </c:pt>
                <c:pt idx="65">
                  <c:v>43100</c:v>
                </c:pt>
                <c:pt idx="66">
                  <c:v>43131</c:v>
                </c:pt>
                <c:pt idx="67">
                  <c:v>43159</c:v>
                </c:pt>
                <c:pt idx="68">
                  <c:v>43190</c:v>
                </c:pt>
                <c:pt idx="69">
                  <c:v>43220</c:v>
                </c:pt>
                <c:pt idx="70">
                  <c:v>43251</c:v>
                </c:pt>
                <c:pt idx="71">
                  <c:v>43281</c:v>
                </c:pt>
                <c:pt idx="72">
                  <c:v>43312</c:v>
                </c:pt>
                <c:pt idx="73">
                  <c:v>43343</c:v>
                </c:pt>
                <c:pt idx="74">
                  <c:v>43373</c:v>
                </c:pt>
                <c:pt idx="75">
                  <c:v>43404</c:v>
                </c:pt>
                <c:pt idx="76">
                  <c:v>43434</c:v>
                </c:pt>
                <c:pt idx="77">
                  <c:v>43465</c:v>
                </c:pt>
                <c:pt idx="78">
                  <c:v>43496</c:v>
                </c:pt>
                <c:pt idx="79">
                  <c:v>43524</c:v>
                </c:pt>
                <c:pt idx="80">
                  <c:v>43555</c:v>
                </c:pt>
                <c:pt idx="81">
                  <c:v>43585</c:v>
                </c:pt>
                <c:pt idx="82">
                  <c:v>43616</c:v>
                </c:pt>
                <c:pt idx="83">
                  <c:v>43646</c:v>
                </c:pt>
                <c:pt idx="84">
                  <c:v>43677</c:v>
                </c:pt>
                <c:pt idx="85">
                  <c:v>43708</c:v>
                </c:pt>
                <c:pt idx="86">
                  <c:v>43738</c:v>
                </c:pt>
                <c:pt idx="87">
                  <c:v>43769</c:v>
                </c:pt>
                <c:pt idx="88">
                  <c:v>43799</c:v>
                </c:pt>
                <c:pt idx="89">
                  <c:v>43830</c:v>
                </c:pt>
                <c:pt idx="90">
                  <c:v>43861</c:v>
                </c:pt>
                <c:pt idx="91">
                  <c:v>43890</c:v>
                </c:pt>
                <c:pt idx="92">
                  <c:v>43921</c:v>
                </c:pt>
                <c:pt idx="93">
                  <c:v>43951</c:v>
                </c:pt>
                <c:pt idx="94">
                  <c:v>43982</c:v>
                </c:pt>
                <c:pt idx="95">
                  <c:v>44012</c:v>
                </c:pt>
                <c:pt idx="96">
                  <c:v>44043</c:v>
                </c:pt>
                <c:pt idx="97">
                  <c:v>44074</c:v>
                </c:pt>
                <c:pt idx="98">
                  <c:v>44104</c:v>
                </c:pt>
                <c:pt idx="99">
                  <c:v>44135</c:v>
                </c:pt>
                <c:pt idx="100">
                  <c:v>44165</c:v>
                </c:pt>
                <c:pt idx="101">
                  <c:v>44196</c:v>
                </c:pt>
                <c:pt idx="102">
                  <c:v>44227</c:v>
                </c:pt>
                <c:pt idx="103">
                  <c:v>44255</c:v>
                </c:pt>
                <c:pt idx="104">
                  <c:v>44286</c:v>
                </c:pt>
                <c:pt idx="105">
                  <c:v>44316</c:v>
                </c:pt>
                <c:pt idx="106">
                  <c:v>44347</c:v>
                </c:pt>
                <c:pt idx="107">
                  <c:v>44377</c:v>
                </c:pt>
                <c:pt idx="108">
                  <c:v>44408</c:v>
                </c:pt>
                <c:pt idx="109">
                  <c:v>44439</c:v>
                </c:pt>
                <c:pt idx="110">
                  <c:v>44469</c:v>
                </c:pt>
                <c:pt idx="111">
                  <c:v>44500</c:v>
                </c:pt>
                <c:pt idx="112">
                  <c:v>44530</c:v>
                </c:pt>
                <c:pt idx="113">
                  <c:v>44561</c:v>
                </c:pt>
                <c:pt idx="114">
                  <c:v>44592</c:v>
                </c:pt>
                <c:pt idx="115">
                  <c:v>44620</c:v>
                </c:pt>
                <c:pt idx="116">
                  <c:v>44651</c:v>
                </c:pt>
                <c:pt idx="117">
                  <c:v>44681</c:v>
                </c:pt>
                <c:pt idx="118">
                  <c:v>44712</c:v>
                </c:pt>
                <c:pt idx="119">
                  <c:v>44742</c:v>
                </c:pt>
                <c:pt idx="120">
                  <c:v>44773</c:v>
                </c:pt>
                <c:pt idx="121">
                  <c:v>44804</c:v>
                </c:pt>
                <c:pt idx="122">
                  <c:v>44834</c:v>
                </c:pt>
                <c:pt idx="123">
                  <c:v>44865</c:v>
                </c:pt>
                <c:pt idx="124">
                  <c:v>44895</c:v>
                </c:pt>
                <c:pt idx="125">
                  <c:v>44926</c:v>
                </c:pt>
                <c:pt idx="126">
                  <c:v>44957</c:v>
                </c:pt>
                <c:pt idx="127">
                  <c:v>44985</c:v>
                </c:pt>
                <c:pt idx="128">
                  <c:v>45016</c:v>
                </c:pt>
                <c:pt idx="129">
                  <c:v>45046</c:v>
                </c:pt>
                <c:pt idx="130">
                  <c:v>45077</c:v>
                </c:pt>
                <c:pt idx="131">
                  <c:v>45107</c:v>
                </c:pt>
                <c:pt idx="132">
                  <c:v>45138</c:v>
                </c:pt>
                <c:pt idx="133">
                  <c:v>45169</c:v>
                </c:pt>
                <c:pt idx="134">
                  <c:v>45199</c:v>
                </c:pt>
                <c:pt idx="135">
                  <c:v>45230</c:v>
                </c:pt>
                <c:pt idx="136">
                  <c:v>45260</c:v>
                </c:pt>
                <c:pt idx="137">
                  <c:v>45291</c:v>
                </c:pt>
                <c:pt idx="138">
                  <c:v>45322</c:v>
                </c:pt>
                <c:pt idx="139">
                  <c:v>45351</c:v>
                </c:pt>
                <c:pt idx="140">
                  <c:v>45382</c:v>
                </c:pt>
                <c:pt idx="141">
                  <c:v>45412</c:v>
                </c:pt>
                <c:pt idx="142">
                  <c:v>45443</c:v>
                </c:pt>
                <c:pt idx="143">
                  <c:v>45473</c:v>
                </c:pt>
                <c:pt idx="144">
                  <c:v>45504</c:v>
                </c:pt>
                <c:pt idx="145">
                  <c:v>45535</c:v>
                </c:pt>
                <c:pt idx="146">
                  <c:v>45565</c:v>
                </c:pt>
                <c:pt idx="147">
                  <c:v>45596</c:v>
                </c:pt>
                <c:pt idx="148">
                  <c:v>45626</c:v>
                </c:pt>
                <c:pt idx="149">
                  <c:v>45657</c:v>
                </c:pt>
                <c:pt idx="150">
                  <c:v>45688</c:v>
                </c:pt>
                <c:pt idx="151">
                  <c:v>45716</c:v>
                </c:pt>
                <c:pt idx="152">
                  <c:v>45747</c:v>
                </c:pt>
                <c:pt idx="153">
                  <c:v>45777</c:v>
                </c:pt>
                <c:pt idx="154">
                  <c:v>45808</c:v>
                </c:pt>
                <c:pt idx="155">
                  <c:v>45838</c:v>
                </c:pt>
                <c:pt idx="156">
                  <c:v>45869</c:v>
                </c:pt>
                <c:pt idx="157">
                  <c:v>45900</c:v>
                </c:pt>
                <c:pt idx="158">
                  <c:v>45930</c:v>
                </c:pt>
                <c:pt idx="159">
                  <c:v>45961</c:v>
                </c:pt>
                <c:pt idx="160">
                  <c:v>45991</c:v>
                </c:pt>
                <c:pt idx="161">
                  <c:v>46022</c:v>
                </c:pt>
                <c:pt idx="162">
                  <c:v>46053</c:v>
                </c:pt>
                <c:pt idx="163">
                  <c:v>46081</c:v>
                </c:pt>
                <c:pt idx="164">
                  <c:v>46112</c:v>
                </c:pt>
                <c:pt idx="165">
                  <c:v>46142</c:v>
                </c:pt>
                <c:pt idx="166">
                  <c:v>46173</c:v>
                </c:pt>
                <c:pt idx="167">
                  <c:v>46203</c:v>
                </c:pt>
                <c:pt idx="168">
                  <c:v>46234</c:v>
                </c:pt>
                <c:pt idx="169">
                  <c:v>#N/A</c:v>
                </c:pt>
                <c:pt idx="170">
                  <c:v>#N/A</c:v>
                </c:pt>
                <c:pt idx="171">
                  <c:v>#N/A</c:v>
                </c:pt>
                <c:pt idx="172">
                  <c:v>#N/A</c:v>
                </c:pt>
                <c:pt idx="173">
                  <c:v>#N/A</c:v>
                </c:pt>
                <c:pt idx="174">
                  <c:v>#N/A</c:v>
                </c:pt>
                <c:pt idx="175">
                  <c:v>#N/A</c:v>
                </c:pt>
              </c:numCache>
            </c:numRef>
          </c:cat>
          <c:val>
            <c:numRef>
              <c:f>TERMP!$DA$100:$DA$275</c:f>
              <c:numCache>
                <c:formatCode>0.00</c:formatCode>
                <c:ptCount val="176"/>
                <c:pt idx="0">
                  <c:v>-0.84111558943730191</c:v>
                </c:pt>
                <c:pt idx="1">
                  <c:v>-1.0484576948229261</c:v>
                </c:pt>
                <c:pt idx="2">
                  <c:v>-0.99159704000620763</c:v>
                </c:pt>
                <c:pt idx="3">
                  <c:v>-0.95265767074695207</c:v>
                </c:pt>
                <c:pt idx="4">
                  <c:v>-0.71847664811047063</c:v>
                </c:pt>
                <c:pt idx="5">
                  <c:v>-0.65398869416049621</c:v>
                </c:pt>
                <c:pt idx="6">
                  <c:v>-0.5825759554711174</c:v>
                </c:pt>
                <c:pt idx="7">
                  <c:v>-0.67212503514464883</c:v>
                </c:pt>
                <c:pt idx="8">
                  <c:v>-0.40182903785276897</c:v>
                </c:pt>
                <c:pt idx="9">
                  <c:v>-0.46238864600854795</c:v>
                </c:pt>
                <c:pt idx="10">
                  <c:v>-0.60074097051216291</c:v>
                </c:pt>
                <c:pt idx="11">
                  <c:v>-1.5355582362747717</c:v>
                </c:pt>
                <c:pt idx="12">
                  <c:v>-1.5187122278507565</c:v>
                </c:pt>
                <c:pt idx="13">
                  <c:v>-1.7568359333098784</c:v>
                </c:pt>
                <c:pt idx="14">
                  <c:v>-0.94428484613450503</c:v>
                </c:pt>
                <c:pt idx="15">
                  <c:v>-0.41831662056563468</c:v>
                </c:pt>
                <c:pt idx="16">
                  <c:v>-0.86497240477139614</c:v>
                </c:pt>
                <c:pt idx="17">
                  <c:v>-1.050611116495511</c:v>
                </c:pt>
                <c:pt idx="18">
                  <c:v>-0.94646407445829361</c:v>
                </c:pt>
                <c:pt idx="19">
                  <c:v>-1.2608942243163526</c:v>
                </c:pt>
                <c:pt idx="20">
                  <c:v>-1.0800947375937024</c:v>
                </c:pt>
                <c:pt idx="21">
                  <c:v>-0.90053301432688504</c:v>
                </c:pt>
                <c:pt idx="22">
                  <c:v>-0.83118958674320798</c:v>
                </c:pt>
                <c:pt idx="23">
                  <c:v>-0.62479850424450023</c:v>
                </c:pt>
                <c:pt idx="24">
                  <c:v>-0.6246742499979695</c:v>
                </c:pt>
                <c:pt idx="25">
                  <c:v>-0.7603216551347779</c:v>
                </c:pt>
                <c:pt idx="26">
                  <c:v>-0.81423844011059054</c:v>
                </c:pt>
                <c:pt idx="27">
                  <c:v>-0.93447831867746201</c:v>
                </c:pt>
                <c:pt idx="28">
                  <c:v>-0.90842315898165193</c:v>
                </c:pt>
                <c:pt idx="29">
                  <c:v>-1.07185572524675</c:v>
                </c:pt>
                <c:pt idx="30">
                  <c:v>-0.79629803851519876</c:v>
                </c:pt>
                <c:pt idx="31">
                  <c:v>-0.99484676645396064</c:v>
                </c:pt>
                <c:pt idx="32">
                  <c:v>-0.79753580197103446</c:v>
                </c:pt>
                <c:pt idx="33">
                  <c:v>-1.0054513884944976</c:v>
                </c:pt>
                <c:pt idx="34">
                  <c:v>-1.1476651526595596</c:v>
                </c:pt>
                <c:pt idx="35">
                  <c:v>-1.7018582082290636</c:v>
                </c:pt>
                <c:pt idx="36">
                  <c:v>-1.0645820728151618</c:v>
                </c:pt>
                <c:pt idx="37">
                  <c:v>-1.2321437032726992</c:v>
                </c:pt>
                <c:pt idx="38">
                  <c:v>-1.4066635715360161</c:v>
                </c:pt>
                <c:pt idx="39">
                  <c:v>-0.85058280722112367</c:v>
                </c:pt>
                <c:pt idx="40">
                  <c:v>-0.8832903481158666</c:v>
                </c:pt>
                <c:pt idx="41">
                  <c:v>-0.96073419677151539</c:v>
                </c:pt>
                <c:pt idx="42">
                  <c:v>-0.10208478413286626</c:v>
                </c:pt>
                <c:pt idx="43">
                  <c:v>0.38490106109141226</c:v>
                </c:pt>
                <c:pt idx="44">
                  <c:v>2.4133635295976893E-2</c:v>
                </c:pt>
                <c:pt idx="45">
                  <c:v>-0.32860505456971639</c:v>
                </c:pt>
                <c:pt idx="46">
                  <c:v>-0.14619026264215274</c:v>
                </c:pt>
                <c:pt idx="47">
                  <c:v>-9.6517238086346796E-2</c:v>
                </c:pt>
                <c:pt idx="48">
                  <c:v>-0.23456370598311369</c:v>
                </c:pt>
                <c:pt idx="49">
                  <c:v>5.7682281859546644E-2</c:v>
                </c:pt>
                <c:pt idx="50">
                  <c:v>-6.1573120754034677E-2</c:v>
                </c:pt>
                <c:pt idx="51">
                  <c:v>-0.33353890395892299</c:v>
                </c:pt>
                <c:pt idx="52">
                  <c:v>-0.66759931316520416</c:v>
                </c:pt>
                <c:pt idx="53">
                  <c:v>-0.32105421958817165</c:v>
                </c:pt>
                <c:pt idx="54">
                  <c:v>-0.33598384520990865</c:v>
                </c:pt>
                <c:pt idx="55">
                  <c:v>-0.27531909884552619</c:v>
                </c:pt>
                <c:pt idx="56">
                  <c:v>-0.72854124207954363</c:v>
                </c:pt>
                <c:pt idx="57">
                  <c:v>-0.4859013726599386</c:v>
                </c:pt>
                <c:pt idx="58">
                  <c:v>-0.35253833405552343</c:v>
                </c:pt>
                <c:pt idx="59">
                  <c:v>-0.25653759158130518</c:v>
                </c:pt>
                <c:pt idx="60">
                  <c:v>-0.35606715465702438</c:v>
                </c:pt>
                <c:pt idx="61">
                  <c:v>-3.7811885609580161E-2</c:v>
                </c:pt>
                <c:pt idx="62">
                  <c:v>2.6073913145663083E-2</c:v>
                </c:pt>
                <c:pt idx="63">
                  <c:v>3.6079247397158495E-2</c:v>
                </c:pt>
                <c:pt idx="64">
                  <c:v>0.42021794116331923</c:v>
                </c:pt>
                <c:pt idx="65">
                  <c:v>0.62881214703322397</c:v>
                </c:pt>
                <c:pt idx="66">
                  <c:v>0.51860818837853273</c:v>
                </c:pt>
                <c:pt idx="67">
                  <c:v>0.45040216505156777</c:v>
                </c:pt>
                <c:pt idx="68">
                  <c:v>0.69081501605256423</c:v>
                </c:pt>
                <c:pt idx="69">
                  <c:v>0.10393353562624764</c:v>
                </c:pt>
                <c:pt idx="70">
                  <c:v>0.56633137706568581</c:v>
                </c:pt>
                <c:pt idx="71">
                  <c:v>0.22511010005158885</c:v>
                </c:pt>
                <c:pt idx="72">
                  <c:v>0.40222974947310891</c:v>
                </c:pt>
                <c:pt idx="73">
                  <c:v>0.55808280669977028</c:v>
                </c:pt>
                <c:pt idx="74">
                  <c:v>0.73206169108972552</c:v>
                </c:pt>
                <c:pt idx="75">
                  <c:v>0.30794371560102846</c:v>
                </c:pt>
                <c:pt idx="76">
                  <c:v>0.45350852121486185</c:v>
                </c:pt>
                <c:pt idx="77">
                  <c:v>0.31051864590992379</c:v>
                </c:pt>
                <c:pt idx="78">
                  <c:v>0.3036292258406878</c:v>
                </c:pt>
                <c:pt idx="79">
                  <c:v>0.76464688934172631</c:v>
                </c:pt>
                <c:pt idx="80">
                  <c:v>0.48314793802216532</c:v>
                </c:pt>
                <c:pt idx="81">
                  <c:v>0.33179670772753678</c:v>
                </c:pt>
                <c:pt idx="82">
                  <c:v>0.8401399463268282</c:v>
                </c:pt>
                <c:pt idx="83">
                  <c:v>0.36222944010885072</c:v>
                </c:pt>
                <c:pt idx="84">
                  <c:v>0.29889036003834663</c:v>
                </c:pt>
                <c:pt idx="85">
                  <c:v>0.42117431654085458</c:v>
                </c:pt>
                <c:pt idx="86">
                  <c:v>0.59668191048390795</c:v>
                </c:pt>
                <c:pt idx="87">
                  <c:v>0.28702694690025327</c:v>
                </c:pt>
                <c:pt idx="88">
                  <c:v>0.56040540530801719</c:v>
                </c:pt>
                <c:pt idx="89">
                  <c:v>0.50787453308198183</c:v>
                </c:pt>
                <c:pt idx="90">
                  <c:v>0.64813272656701448</c:v>
                </c:pt>
                <c:pt idx="91">
                  <c:v>0.7683687819263002</c:v>
                </c:pt>
                <c:pt idx="92">
                  <c:v>2.1156862511268892</c:v>
                </c:pt>
                <c:pt idx="93">
                  <c:v>2.7526613089434253</c:v>
                </c:pt>
                <c:pt idx="94">
                  <c:v>2.646911387125948</c:v>
                </c:pt>
                <c:pt idx="95">
                  <c:v>2.946297215134702</c:v>
                </c:pt>
                <c:pt idx="96">
                  <c:v>2.8273189950710749</c:v>
                </c:pt>
                <c:pt idx="97">
                  <c:v>2.7498608093869792</c:v>
                </c:pt>
                <c:pt idx="98">
                  <c:v>2.9479316363775423</c:v>
                </c:pt>
                <c:pt idx="99">
                  <c:v>2.650122881497845</c:v>
                </c:pt>
                <c:pt idx="100">
                  <c:v>2.2153477148643104</c:v>
                </c:pt>
                <c:pt idx="101">
                  <c:v>2.0293868979011096</c:v>
                </c:pt>
                <c:pt idx="102">
                  <c:v>1.8679423995805191</c:v>
                </c:pt>
                <c:pt idx="103">
                  <c:v>1.6707795843915341</c:v>
                </c:pt>
                <c:pt idx="104">
                  <c:v>1.2656342765463386</c:v>
                </c:pt>
                <c:pt idx="105">
                  <c:v>1.4691149422705152</c:v>
                </c:pt>
                <c:pt idx="106">
                  <c:v>1.1809961070164998</c:v>
                </c:pt>
                <c:pt idx="107">
                  <c:v>0.8310368890655333</c:v>
                </c:pt>
                <c:pt idx="108">
                  <c:v>1.1434407389032295</c:v>
                </c:pt>
                <c:pt idx="109">
                  <c:v>1.2074546151125918</c:v>
                </c:pt>
                <c:pt idx="110">
                  <c:v>1.0314628119288207</c:v>
                </c:pt>
                <c:pt idx="111">
                  <c:v>0.29325877526476873</c:v>
                </c:pt>
                <c:pt idx="112">
                  <c:v>0.10646641065170195</c:v>
                </c:pt>
                <c:pt idx="113">
                  <c:v>-0.21580877001161242</c:v>
                </c:pt>
                <c:pt idx="114">
                  <c:v>-0.21750264213240955</c:v>
                </c:pt>
                <c:pt idx="115">
                  <c:v>-0.349814298650788</c:v>
                </c:pt>
                <c:pt idx="116">
                  <c:v>-0.38749200940679934</c:v>
                </c:pt>
                <c:pt idx="117">
                  <c:v>-0.87253279777190562</c:v>
                </c:pt>
                <c:pt idx="118">
                  <c:v>-1.1561192204331996</c:v>
                </c:pt>
                <c:pt idx="119">
                  <c:v>-0.89147105654713577</c:v>
                </c:pt>
                <c:pt idx="120">
                  <c:v>-0.82339119907049707</c:v>
                </c:pt>
                <c:pt idx="121">
                  <c:v>-0.6218546344035949</c:v>
                </c:pt>
                <c:pt idx="122">
                  <c:v>-0.21709164731695801</c:v>
                </c:pt>
                <c:pt idx="123">
                  <c:v>-0.71738321074099154</c:v>
                </c:pt>
                <c:pt idx="124">
                  <c:v>-0.58302613816432081</c:v>
                </c:pt>
                <c:pt idx="125">
                  <c:v>-0.39962113547209049</c:v>
                </c:pt>
                <c:pt idx="126">
                  <c:v>-0.24843239149984978</c:v>
                </c:pt>
                <c:pt idx="127">
                  <c:v>-0.1012771315304096</c:v>
                </c:pt>
                <c:pt idx="128">
                  <c:v>-0.17755585767435</c:v>
                </c:pt>
                <c:pt idx="129">
                  <c:v>9.519424300049921E-3</c:v>
                </c:pt>
                <c:pt idx="130">
                  <c:v>0.46261731328753514</c:v>
                </c:pt>
                <c:pt idx="131">
                  <c:v>1.5506352860143029</c:v>
                </c:pt>
                <c:pt idx="132">
                  <c:v>0.68638965327224088</c:v>
                </c:pt>
                <c:pt idx="133">
                  <c:v>0.857055728289281</c:v>
                </c:pt>
                <c:pt idx="134">
                  <c:v>0.67204306680730652</c:v>
                </c:pt>
                <c:pt idx="135">
                  <c:v>0.22375286135870442</c:v>
                </c:pt>
                <c:pt idx="136">
                  <c:v>0.30272694885048751</c:v>
                </c:pt>
                <c:pt idx="137">
                  <c:v>-3.323359452583341E-2</c:v>
                </c:pt>
                <c:pt idx="138">
                  <c:v>8.4209607692177724E-2</c:v>
                </c:pt>
                <c:pt idx="139">
                  <c:v>0.89985653720998393</c:v>
                </c:pt>
                <c:pt idx="140">
                  <c:v>1.0613708090690119</c:v>
                </c:pt>
                <c:pt idx="141">
                  <c:v>0.53383028938056654</c:v>
                </c:pt>
                <c:pt idx="142">
                  <c:v>0.51193191213219169</c:v>
                </c:pt>
                <c:pt idx="143">
                  <c:v>0.15893037674498905</c:v>
                </c:pt>
                <c:pt idx="144">
                  <c:v>-0.20445021143519726</c:v>
                </c:pt>
                <c:pt idx="145">
                  <c:v>0.20553527721335763</c:v>
                </c:pt>
                <c:pt idx="146">
                  <c:v>-0.52970003876048299</c:v>
                </c:pt>
                <c:pt idx="147">
                  <c:v>-1.9131693346377741E-2</c:v>
                </c:pt>
                <c:pt idx="148">
                  <c:v>-0.50891899392899587</c:v>
                </c:pt>
                <c:pt idx="149">
                  <c:v>-0.74986518238818223</c:v>
                </c:pt>
                <c:pt idx="150">
                  <c:v>-1.0227944139046399</c:v>
                </c:pt>
                <c:pt idx="151">
                  <c:v>-1.024954526190498</c:v>
                </c:pt>
                <c:pt idx="152">
                  <c:v>-0.95943430619241421</c:v>
                </c:pt>
                <c:pt idx="153">
                  <c:v>-1.0428203752379703</c:v>
                </c:pt>
                <c:pt idx="154">
                  <c:v>-1.4301418893191364</c:v>
                </c:pt>
                <c:pt idx="155">
                  <c:v>-1.6040366631422081</c:v>
                </c:pt>
                <c:pt idx="156">
                  <c:v>-1.1653560899599913</c:v>
                </c:pt>
                <c:pt idx="157">
                  <c:v>-1.3091622200844528</c:v>
                </c:pt>
                <c:pt idx="158">
                  <c:v>-1.3896904414597793</c:v>
                </c:pt>
                <c:pt idx="159">
                  <c:v>-1.198436393594327</c:v>
                </c:pt>
                <c:pt idx="160">
                  <c:v>-1.4215339374401756</c:v>
                </c:pt>
                <c:pt idx="161">
                  <c:v>-1.3320756589468028</c:v>
                </c:pt>
                <c:pt idx="162">
                  <c:v>-0.86585747732746143</c:v>
                </c:pt>
                <c:pt idx="163">
                  <c:v>-0.65745252023304268</c:v>
                </c:pt>
                <c:pt idx="164">
                  <c:v>-1.1123989300881625</c:v>
                </c:pt>
                <c:pt idx="165">
                  <c:v>-1.2744188211503837</c:v>
                </c:pt>
                <c:pt idx="166">
                  <c:v>-1.5668712622026673</c:v>
                </c:pt>
                <c:pt idx="167">
                  <c:v>-1.6492135955773568</c:v>
                </c:pt>
                <c:pt idx="168">
                  <c:v>-1.3930433945123439</c:v>
                </c:pt>
                <c:pt idx="169">
                  <c:v>#N/A</c:v>
                </c:pt>
                <c:pt idx="170">
                  <c:v>#N/A</c:v>
                </c:pt>
                <c:pt idx="171">
                  <c:v>#N/A</c:v>
                </c:pt>
                <c:pt idx="172">
                  <c:v>#N/A</c:v>
                </c:pt>
                <c:pt idx="173">
                  <c:v>#N/A</c:v>
                </c:pt>
                <c:pt idx="174">
                  <c:v>#N/A</c:v>
                </c:pt>
                <c:pt idx="175">
                  <c:v>#N/A</c:v>
                </c:pt>
              </c:numCache>
            </c:numRef>
          </c:val>
          <c:extLst>
            <c:ext xmlns:c16="http://schemas.microsoft.com/office/drawing/2014/chart" uri="{C3380CC4-5D6E-409C-BE32-E72D297353CC}">
              <c16:uniqueId val="{00000000-26EE-44F4-B19D-4853286A040A}"/>
            </c:ext>
          </c:extLst>
        </c:ser>
        <c:dLbls>
          <c:showLegendKey val="0"/>
          <c:showVal val="0"/>
          <c:showCatName val="0"/>
          <c:showSerName val="0"/>
          <c:showPercent val="0"/>
          <c:showBubbleSize val="0"/>
        </c:dLbls>
        <c:axId val="1557029391"/>
        <c:axId val="1557025071"/>
      </c:areaChart>
      <c:lineChart>
        <c:grouping val="standard"/>
        <c:varyColors val="0"/>
        <c:ser>
          <c:idx val="0"/>
          <c:order val="0"/>
          <c:tx>
            <c:strRef>
              <c:f>TERMP!$CX$8</c:f>
              <c:strCache>
                <c:ptCount val="1"/>
                <c:pt idx="0">
                  <c:v>DM 2Y10Y</c:v>
                </c:pt>
              </c:strCache>
            </c:strRef>
          </c:tx>
          <c:spPr>
            <a:ln w="19050" cap="rnd">
              <a:solidFill>
                <a:schemeClr val="accent1"/>
              </a:solidFill>
              <a:round/>
            </a:ln>
            <a:effectLst/>
          </c:spPr>
          <c:marker>
            <c:symbol val="none"/>
          </c:marker>
          <c:cat>
            <c:numRef>
              <c:f>TERMP!$CW$100:$CW$275</c:f>
              <c:numCache>
                <c:formatCode>m/d/yyyy</c:formatCode>
                <c:ptCount val="176"/>
                <c:pt idx="0">
                  <c:v>41121</c:v>
                </c:pt>
                <c:pt idx="1">
                  <c:v>41152</c:v>
                </c:pt>
                <c:pt idx="2">
                  <c:v>41182</c:v>
                </c:pt>
                <c:pt idx="3">
                  <c:v>41213</c:v>
                </c:pt>
                <c:pt idx="4">
                  <c:v>41243</c:v>
                </c:pt>
                <c:pt idx="5">
                  <c:v>41274</c:v>
                </c:pt>
                <c:pt idx="6">
                  <c:v>41305</c:v>
                </c:pt>
                <c:pt idx="7">
                  <c:v>41333</c:v>
                </c:pt>
                <c:pt idx="8">
                  <c:v>41364</c:v>
                </c:pt>
                <c:pt idx="9">
                  <c:v>41394</c:v>
                </c:pt>
                <c:pt idx="10">
                  <c:v>41425</c:v>
                </c:pt>
                <c:pt idx="11">
                  <c:v>41455</c:v>
                </c:pt>
                <c:pt idx="12">
                  <c:v>41486</c:v>
                </c:pt>
                <c:pt idx="13">
                  <c:v>41517</c:v>
                </c:pt>
                <c:pt idx="14">
                  <c:v>41547</c:v>
                </c:pt>
                <c:pt idx="15">
                  <c:v>41578</c:v>
                </c:pt>
                <c:pt idx="16">
                  <c:v>41608</c:v>
                </c:pt>
                <c:pt idx="17">
                  <c:v>41639</c:v>
                </c:pt>
                <c:pt idx="18">
                  <c:v>41670</c:v>
                </c:pt>
                <c:pt idx="19">
                  <c:v>41698</c:v>
                </c:pt>
                <c:pt idx="20">
                  <c:v>41729</c:v>
                </c:pt>
                <c:pt idx="21">
                  <c:v>41759</c:v>
                </c:pt>
                <c:pt idx="22">
                  <c:v>41790</c:v>
                </c:pt>
                <c:pt idx="23">
                  <c:v>41820</c:v>
                </c:pt>
                <c:pt idx="24">
                  <c:v>41851</c:v>
                </c:pt>
                <c:pt idx="25">
                  <c:v>41882</c:v>
                </c:pt>
                <c:pt idx="26">
                  <c:v>41912</c:v>
                </c:pt>
                <c:pt idx="27">
                  <c:v>41943</c:v>
                </c:pt>
                <c:pt idx="28">
                  <c:v>41973</c:v>
                </c:pt>
                <c:pt idx="29">
                  <c:v>42004</c:v>
                </c:pt>
                <c:pt idx="30">
                  <c:v>42035</c:v>
                </c:pt>
                <c:pt idx="31">
                  <c:v>42063</c:v>
                </c:pt>
                <c:pt idx="32">
                  <c:v>42094</c:v>
                </c:pt>
                <c:pt idx="33">
                  <c:v>42124</c:v>
                </c:pt>
                <c:pt idx="34">
                  <c:v>42155</c:v>
                </c:pt>
                <c:pt idx="35">
                  <c:v>42185</c:v>
                </c:pt>
                <c:pt idx="36">
                  <c:v>42216</c:v>
                </c:pt>
                <c:pt idx="37">
                  <c:v>42247</c:v>
                </c:pt>
                <c:pt idx="38">
                  <c:v>42277</c:v>
                </c:pt>
                <c:pt idx="39">
                  <c:v>42308</c:v>
                </c:pt>
                <c:pt idx="40">
                  <c:v>42338</c:v>
                </c:pt>
                <c:pt idx="41">
                  <c:v>42369</c:v>
                </c:pt>
                <c:pt idx="42">
                  <c:v>42400</c:v>
                </c:pt>
                <c:pt idx="43">
                  <c:v>42429</c:v>
                </c:pt>
                <c:pt idx="44">
                  <c:v>42460</c:v>
                </c:pt>
                <c:pt idx="45">
                  <c:v>42490</c:v>
                </c:pt>
                <c:pt idx="46">
                  <c:v>42521</c:v>
                </c:pt>
                <c:pt idx="47">
                  <c:v>42551</c:v>
                </c:pt>
                <c:pt idx="48">
                  <c:v>42582</c:v>
                </c:pt>
                <c:pt idx="49">
                  <c:v>42613</c:v>
                </c:pt>
                <c:pt idx="50">
                  <c:v>42643</c:v>
                </c:pt>
                <c:pt idx="51">
                  <c:v>42674</c:v>
                </c:pt>
                <c:pt idx="52">
                  <c:v>42704</c:v>
                </c:pt>
                <c:pt idx="53">
                  <c:v>42735</c:v>
                </c:pt>
                <c:pt idx="54">
                  <c:v>42766</c:v>
                </c:pt>
                <c:pt idx="55">
                  <c:v>42794</c:v>
                </c:pt>
                <c:pt idx="56">
                  <c:v>42825</c:v>
                </c:pt>
                <c:pt idx="57">
                  <c:v>42855</c:v>
                </c:pt>
                <c:pt idx="58">
                  <c:v>42886</c:v>
                </c:pt>
                <c:pt idx="59">
                  <c:v>42916</c:v>
                </c:pt>
                <c:pt idx="60">
                  <c:v>42947</c:v>
                </c:pt>
                <c:pt idx="61">
                  <c:v>42978</c:v>
                </c:pt>
                <c:pt idx="62">
                  <c:v>43008</c:v>
                </c:pt>
                <c:pt idx="63">
                  <c:v>43039</c:v>
                </c:pt>
                <c:pt idx="64">
                  <c:v>43069</c:v>
                </c:pt>
                <c:pt idx="65">
                  <c:v>43100</c:v>
                </c:pt>
                <c:pt idx="66">
                  <c:v>43131</c:v>
                </c:pt>
                <c:pt idx="67">
                  <c:v>43159</c:v>
                </c:pt>
                <c:pt idx="68">
                  <c:v>43190</c:v>
                </c:pt>
                <c:pt idx="69">
                  <c:v>43220</c:v>
                </c:pt>
                <c:pt idx="70">
                  <c:v>43251</c:v>
                </c:pt>
                <c:pt idx="71">
                  <c:v>43281</c:v>
                </c:pt>
                <c:pt idx="72">
                  <c:v>43312</c:v>
                </c:pt>
                <c:pt idx="73">
                  <c:v>43343</c:v>
                </c:pt>
                <c:pt idx="74">
                  <c:v>43373</c:v>
                </c:pt>
                <c:pt idx="75">
                  <c:v>43404</c:v>
                </c:pt>
                <c:pt idx="76">
                  <c:v>43434</c:v>
                </c:pt>
                <c:pt idx="77">
                  <c:v>43465</c:v>
                </c:pt>
                <c:pt idx="78">
                  <c:v>43496</c:v>
                </c:pt>
                <c:pt idx="79">
                  <c:v>43524</c:v>
                </c:pt>
                <c:pt idx="80">
                  <c:v>43555</c:v>
                </c:pt>
                <c:pt idx="81">
                  <c:v>43585</c:v>
                </c:pt>
                <c:pt idx="82">
                  <c:v>43616</c:v>
                </c:pt>
                <c:pt idx="83">
                  <c:v>43646</c:v>
                </c:pt>
                <c:pt idx="84">
                  <c:v>43677</c:v>
                </c:pt>
                <c:pt idx="85">
                  <c:v>43708</c:v>
                </c:pt>
                <c:pt idx="86">
                  <c:v>43738</c:v>
                </c:pt>
                <c:pt idx="87">
                  <c:v>43769</c:v>
                </c:pt>
                <c:pt idx="88">
                  <c:v>43799</c:v>
                </c:pt>
                <c:pt idx="89">
                  <c:v>43830</c:v>
                </c:pt>
                <c:pt idx="90">
                  <c:v>43861</c:v>
                </c:pt>
                <c:pt idx="91">
                  <c:v>43890</c:v>
                </c:pt>
                <c:pt idx="92">
                  <c:v>43921</c:v>
                </c:pt>
                <c:pt idx="93">
                  <c:v>43951</c:v>
                </c:pt>
                <c:pt idx="94">
                  <c:v>43982</c:v>
                </c:pt>
                <c:pt idx="95">
                  <c:v>44012</c:v>
                </c:pt>
                <c:pt idx="96">
                  <c:v>44043</c:v>
                </c:pt>
                <c:pt idx="97">
                  <c:v>44074</c:v>
                </c:pt>
                <c:pt idx="98">
                  <c:v>44104</c:v>
                </c:pt>
                <c:pt idx="99">
                  <c:v>44135</c:v>
                </c:pt>
                <c:pt idx="100">
                  <c:v>44165</c:v>
                </c:pt>
                <c:pt idx="101">
                  <c:v>44196</c:v>
                </c:pt>
                <c:pt idx="102">
                  <c:v>44227</c:v>
                </c:pt>
                <c:pt idx="103">
                  <c:v>44255</c:v>
                </c:pt>
                <c:pt idx="104">
                  <c:v>44286</c:v>
                </c:pt>
                <c:pt idx="105">
                  <c:v>44316</c:v>
                </c:pt>
                <c:pt idx="106">
                  <c:v>44347</c:v>
                </c:pt>
                <c:pt idx="107">
                  <c:v>44377</c:v>
                </c:pt>
                <c:pt idx="108">
                  <c:v>44408</c:v>
                </c:pt>
                <c:pt idx="109">
                  <c:v>44439</c:v>
                </c:pt>
                <c:pt idx="110">
                  <c:v>44469</c:v>
                </c:pt>
                <c:pt idx="111">
                  <c:v>44500</c:v>
                </c:pt>
                <c:pt idx="112">
                  <c:v>44530</c:v>
                </c:pt>
                <c:pt idx="113">
                  <c:v>44561</c:v>
                </c:pt>
                <c:pt idx="114">
                  <c:v>44592</c:v>
                </c:pt>
                <c:pt idx="115">
                  <c:v>44620</c:v>
                </c:pt>
                <c:pt idx="116">
                  <c:v>44651</c:v>
                </c:pt>
                <c:pt idx="117">
                  <c:v>44681</c:v>
                </c:pt>
                <c:pt idx="118">
                  <c:v>44712</c:v>
                </c:pt>
                <c:pt idx="119">
                  <c:v>44742</c:v>
                </c:pt>
                <c:pt idx="120">
                  <c:v>44773</c:v>
                </c:pt>
                <c:pt idx="121">
                  <c:v>44804</c:v>
                </c:pt>
                <c:pt idx="122">
                  <c:v>44834</c:v>
                </c:pt>
                <c:pt idx="123">
                  <c:v>44865</c:v>
                </c:pt>
                <c:pt idx="124">
                  <c:v>44895</c:v>
                </c:pt>
                <c:pt idx="125">
                  <c:v>44926</c:v>
                </c:pt>
                <c:pt idx="126">
                  <c:v>44957</c:v>
                </c:pt>
                <c:pt idx="127">
                  <c:v>44985</c:v>
                </c:pt>
                <c:pt idx="128">
                  <c:v>45016</c:v>
                </c:pt>
                <c:pt idx="129">
                  <c:v>45046</c:v>
                </c:pt>
                <c:pt idx="130">
                  <c:v>45077</c:v>
                </c:pt>
                <c:pt idx="131">
                  <c:v>45107</c:v>
                </c:pt>
                <c:pt idx="132">
                  <c:v>45138</c:v>
                </c:pt>
                <c:pt idx="133">
                  <c:v>45169</c:v>
                </c:pt>
                <c:pt idx="134">
                  <c:v>45199</c:v>
                </c:pt>
                <c:pt idx="135">
                  <c:v>45230</c:v>
                </c:pt>
                <c:pt idx="136">
                  <c:v>45260</c:v>
                </c:pt>
                <c:pt idx="137">
                  <c:v>45291</c:v>
                </c:pt>
                <c:pt idx="138">
                  <c:v>45322</c:v>
                </c:pt>
                <c:pt idx="139">
                  <c:v>45351</c:v>
                </c:pt>
                <c:pt idx="140">
                  <c:v>45382</c:v>
                </c:pt>
                <c:pt idx="141">
                  <c:v>45412</c:v>
                </c:pt>
                <c:pt idx="142">
                  <c:v>45443</c:v>
                </c:pt>
                <c:pt idx="143">
                  <c:v>45473</c:v>
                </c:pt>
                <c:pt idx="144">
                  <c:v>45504</c:v>
                </c:pt>
                <c:pt idx="145">
                  <c:v>45535</c:v>
                </c:pt>
                <c:pt idx="146">
                  <c:v>45565</c:v>
                </c:pt>
                <c:pt idx="147">
                  <c:v>45596</c:v>
                </c:pt>
                <c:pt idx="148">
                  <c:v>45626</c:v>
                </c:pt>
                <c:pt idx="149">
                  <c:v>45657</c:v>
                </c:pt>
                <c:pt idx="150">
                  <c:v>45688</c:v>
                </c:pt>
                <c:pt idx="151">
                  <c:v>45716</c:v>
                </c:pt>
                <c:pt idx="152">
                  <c:v>45747</c:v>
                </c:pt>
                <c:pt idx="153">
                  <c:v>45777</c:v>
                </c:pt>
                <c:pt idx="154">
                  <c:v>45808</c:v>
                </c:pt>
                <c:pt idx="155">
                  <c:v>45838</c:v>
                </c:pt>
                <c:pt idx="156">
                  <c:v>45869</c:v>
                </c:pt>
                <c:pt idx="157">
                  <c:v>45900</c:v>
                </c:pt>
                <c:pt idx="158">
                  <c:v>45930</c:v>
                </c:pt>
                <c:pt idx="159">
                  <c:v>45961</c:v>
                </c:pt>
                <c:pt idx="160">
                  <c:v>45991</c:v>
                </c:pt>
                <c:pt idx="161">
                  <c:v>46022</c:v>
                </c:pt>
                <c:pt idx="162">
                  <c:v>46053</c:v>
                </c:pt>
                <c:pt idx="163">
                  <c:v>46081</c:v>
                </c:pt>
                <c:pt idx="164">
                  <c:v>46112</c:v>
                </c:pt>
                <c:pt idx="165">
                  <c:v>46142</c:v>
                </c:pt>
                <c:pt idx="166">
                  <c:v>46173</c:v>
                </c:pt>
                <c:pt idx="167">
                  <c:v>46203</c:v>
                </c:pt>
                <c:pt idx="168">
                  <c:v>46234</c:v>
                </c:pt>
                <c:pt idx="169">
                  <c:v>#N/A</c:v>
                </c:pt>
                <c:pt idx="170">
                  <c:v>#N/A</c:v>
                </c:pt>
                <c:pt idx="171">
                  <c:v>#N/A</c:v>
                </c:pt>
                <c:pt idx="172">
                  <c:v>#N/A</c:v>
                </c:pt>
                <c:pt idx="173">
                  <c:v>#N/A</c:v>
                </c:pt>
                <c:pt idx="174">
                  <c:v>#N/A</c:v>
                </c:pt>
                <c:pt idx="175">
                  <c:v>#N/A</c:v>
                </c:pt>
              </c:numCache>
            </c:numRef>
          </c:cat>
          <c:val>
            <c:numRef>
              <c:f>TERMP!$CX$100:$CX$275</c:f>
              <c:numCache>
                <c:formatCode>0.00</c:formatCode>
                <c:ptCount val="176"/>
                <c:pt idx="0">
                  <c:v>1.06755</c:v>
                </c:pt>
                <c:pt idx="1">
                  <c:v>1.0613375</c:v>
                </c:pt>
                <c:pt idx="2">
                  <c:v>1.10565</c:v>
                </c:pt>
                <c:pt idx="3">
                  <c:v>1.145675</c:v>
                </c:pt>
                <c:pt idx="4">
                  <c:v>1.0693874999999999</c:v>
                </c:pt>
                <c:pt idx="5">
                  <c:v>1.111175</c:v>
                </c:pt>
                <c:pt idx="6">
                  <c:v>1.17044375</c:v>
                </c:pt>
                <c:pt idx="7">
                  <c:v>1.2609812499999999</c:v>
                </c:pt>
                <c:pt idx="8">
                  <c:v>1.11775</c:v>
                </c:pt>
                <c:pt idx="9">
                  <c:v>1.0546500000000001</c:v>
                </c:pt>
                <c:pt idx="10">
                  <c:v>1.2888625</c:v>
                </c:pt>
                <c:pt idx="11">
                  <c:v>1.48648125</c:v>
                </c:pt>
                <c:pt idx="12">
                  <c:v>1.5112375</c:v>
                </c:pt>
                <c:pt idx="13">
                  <c:v>1.58964375</c:v>
                </c:pt>
                <c:pt idx="14">
                  <c:v>1.5322249999999999</c:v>
                </c:pt>
                <c:pt idx="15">
                  <c:v>1.4470375</c:v>
                </c:pt>
                <c:pt idx="16">
                  <c:v>1.56765</c:v>
                </c:pt>
                <c:pt idx="17">
                  <c:v>1.68055625</c:v>
                </c:pt>
                <c:pt idx="18">
                  <c:v>1.4777750000000001</c:v>
                </c:pt>
                <c:pt idx="19">
                  <c:v>1.4648625</c:v>
                </c:pt>
                <c:pt idx="20">
                  <c:v>1.4191625000000001</c:v>
                </c:pt>
                <c:pt idx="21">
                  <c:v>1.3559187499999998</c:v>
                </c:pt>
                <c:pt idx="22">
                  <c:v>1.27735625</c:v>
                </c:pt>
                <c:pt idx="23">
                  <c:v>1.21695</c:v>
                </c:pt>
                <c:pt idx="24">
                  <c:v>1.1474625000000001</c:v>
                </c:pt>
                <c:pt idx="25">
                  <c:v>1.0129125000000001</c:v>
                </c:pt>
                <c:pt idx="26">
                  <c:v>1.1089500000000001</c:v>
                </c:pt>
                <c:pt idx="27">
                  <c:v>1.0301499999999999</c:v>
                </c:pt>
                <c:pt idx="28">
                  <c:v>0.90912500000000007</c:v>
                </c:pt>
                <c:pt idx="29">
                  <c:v>0.83858749999999993</c:v>
                </c:pt>
                <c:pt idx="30">
                  <c:v>0.62871250000000001</c:v>
                </c:pt>
                <c:pt idx="31">
                  <c:v>0.78125</c:v>
                </c:pt>
                <c:pt idx="32">
                  <c:v>0.72481875000000007</c:v>
                </c:pt>
                <c:pt idx="33">
                  <c:v>0.71580624999999998</c:v>
                </c:pt>
                <c:pt idx="34">
                  <c:v>0.87411875000000006</c:v>
                </c:pt>
                <c:pt idx="35">
                  <c:v>1.1004437499999999</c:v>
                </c:pt>
                <c:pt idx="36">
                  <c:v>0.91930000000000001</c:v>
                </c:pt>
                <c:pt idx="37">
                  <c:v>0.93596250000000003</c:v>
                </c:pt>
                <c:pt idx="38">
                  <c:v>0.90537500000000004</c:v>
                </c:pt>
                <c:pt idx="39">
                  <c:v>0.89094374999999992</c:v>
                </c:pt>
                <c:pt idx="40">
                  <c:v>0.84186875000000005</c:v>
                </c:pt>
                <c:pt idx="41">
                  <c:v>0.84611250000000005</c:v>
                </c:pt>
                <c:pt idx="42">
                  <c:v>0.75208125000000003</c:v>
                </c:pt>
                <c:pt idx="43">
                  <c:v>0.63578749999999995</c:v>
                </c:pt>
                <c:pt idx="44">
                  <c:v>0.64987499999999998</c:v>
                </c:pt>
                <c:pt idx="45">
                  <c:v>0.70061249999999997</c:v>
                </c:pt>
                <c:pt idx="46">
                  <c:v>0.62472500000000009</c:v>
                </c:pt>
                <c:pt idx="47">
                  <c:v>0.57353750000000003</c:v>
                </c:pt>
                <c:pt idx="48">
                  <c:v>0.43245</c:v>
                </c:pt>
                <c:pt idx="49">
                  <c:v>0.41520000000000001</c:v>
                </c:pt>
                <c:pt idx="50">
                  <c:v>0.45468750000000002</c:v>
                </c:pt>
                <c:pt idx="51">
                  <c:v>0.58552999999999999</c:v>
                </c:pt>
                <c:pt idx="52">
                  <c:v>0.7213750000000001</c:v>
                </c:pt>
                <c:pt idx="53">
                  <c:v>0.70868750000000003</c:v>
                </c:pt>
                <c:pt idx="54">
                  <c:v>0.77796250000000011</c:v>
                </c:pt>
                <c:pt idx="55">
                  <c:v>0.68359999999999999</c:v>
                </c:pt>
                <c:pt idx="56">
                  <c:v>0.68272500000000003</c:v>
                </c:pt>
                <c:pt idx="57">
                  <c:v>0.65044999999999997</c:v>
                </c:pt>
                <c:pt idx="58">
                  <c:v>0.63531250000000006</c:v>
                </c:pt>
                <c:pt idx="59">
                  <c:v>0.67131250000000009</c:v>
                </c:pt>
                <c:pt idx="60">
                  <c:v>0.70041750000000003</c:v>
                </c:pt>
                <c:pt idx="61">
                  <c:v>0.61241250000000003</c:v>
                </c:pt>
                <c:pt idx="62">
                  <c:v>0.65366250000000004</c:v>
                </c:pt>
                <c:pt idx="63">
                  <c:v>0.63216749999999999</c:v>
                </c:pt>
                <c:pt idx="64">
                  <c:v>0.54302500000000009</c:v>
                </c:pt>
                <c:pt idx="65">
                  <c:v>0.52862500000000001</c:v>
                </c:pt>
                <c:pt idx="66">
                  <c:v>0.57829999999999993</c:v>
                </c:pt>
                <c:pt idx="67">
                  <c:v>0.61199999999999999</c:v>
                </c:pt>
                <c:pt idx="68">
                  <c:v>0.50766250000000013</c:v>
                </c:pt>
                <c:pt idx="69">
                  <c:v>0.55428749999999993</c:v>
                </c:pt>
                <c:pt idx="70">
                  <c:v>0.53911249999999999</c:v>
                </c:pt>
                <c:pt idx="71">
                  <c:v>0.4886625</c:v>
                </c:pt>
                <c:pt idx="72">
                  <c:v>0.48420000000000007</c:v>
                </c:pt>
                <c:pt idx="73">
                  <c:v>0.461725</c:v>
                </c:pt>
                <c:pt idx="74">
                  <c:v>0.50821499999999997</c:v>
                </c:pt>
                <c:pt idx="75">
                  <c:v>0.48720249999999998</c:v>
                </c:pt>
                <c:pt idx="76">
                  <c:v>0.45271249999999991</c:v>
                </c:pt>
                <c:pt idx="77">
                  <c:v>0.40663000000000005</c:v>
                </c:pt>
                <c:pt idx="78">
                  <c:v>0.37690000000000001</c:v>
                </c:pt>
                <c:pt idx="79">
                  <c:v>0.33770999999999995</c:v>
                </c:pt>
                <c:pt idx="80">
                  <c:v>0.29562500000000003</c:v>
                </c:pt>
                <c:pt idx="81">
                  <c:v>0.33033750000000017</c:v>
                </c:pt>
                <c:pt idx="82">
                  <c:v>0.27650000000000002</c:v>
                </c:pt>
                <c:pt idx="83">
                  <c:v>0.27433750000000007</c:v>
                </c:pt>
                <c:pt idx="84">
                  <c:v>0.24753249999999996</c:v>
                </c:pt>
                <c:pt idx="85">
                  <c:v>6.3924749999999975E-2</c:v>
                </c:pt>
                <c:pt idx="86">
                  <c:v>0.10366499999999999</c:v>
                </c:pt>
                <c:pt idx="87">
                  <c:v>0.18748750000000003</c:v>
                </c:pt>
                <c:pt idx="88">
                  <c:v>0.1847625</c:v>
                </c:pt>
                <c:pt idx="89">
                  <c:v>0.23726250000000002</c:v>
                </c:pt>
                <c:pt idx="90">
                  <c:v>0.1451025</c:v>
                </c:pt>
                <c:pt idx="91">
                  <c:v>0.14508750000000001</c:v>
                </c:pt>
                <c:pt idx="92">
                  <c:v>0.25301249999999997</c:v>
                </c:pt>
                <c:pt idx="93">
                  <c:v>0.18654999999999999</c:v>
                </c:pt>
                <c:pt idx="94">
                  <c:v>0.21679999999999999</c:v>
                </c:pt>
                <c:pt idx="95">
                  <c:v>0.21183749999999998</c:v>
                </c:pt>
                <c:pt idx="96">
                  <c:v>0.19013750000000001</c:v>
                </c:pt>
                <c:pt idx="97">
                  <c:v>0.30158750000000001</c:v>
                </c:pt>
                <c:pt idx="98">
                  <c:v>0.25232500000000002</c:v>
                </c:pt>
                <c:pt idx="99">
                  <c:v>0.32469999999999999</c:v>
                </c:pt>
                <c:pt idx="100">
                  <c:v>0.30765000000000003</c:v>
                </c:pt>
                <c:pt idx="101">
                  <c:v>0.34470000000000001</c:v>
                </c:pt>
                <c:pt idx="102">
                  <c:v>0.43126249999999999</c:v>
                </c:pt>
                <c:pt idx="103">
                  <c:v>0.64886250000000001</c:v>
                </c:pt>
                <c:pt idx="104">
                  <c:v>0.70696249999999994</c:v>
                </c:pt>
                <c:pt idx="105">
                  <c:v>0.72477499999999995</c:v>
                </c:pt>
                <c:pt idx="106">
                  <c:v>0.7002425000000001</c:v>
                </c:pt>
                <c:pt idx="107">
                  <c:v>0.62038499999999996</c:v>
                </c:pt>
                <c:pt idx="108">
                  <c:v>0.46634749999999997</c:v>
                </c:pt>
                <c:pt idx="109">
                  <c:v>0.47637499999999999</c:v>
                </c:pt>
                <c:pt idx="110">
                  <c:v>0.55226249999999999</c:v>
                </c:pt>
                <c:pt idx="111">
                  <c:v>0.40188749999999995</c:v>
                </c:pt>
                <c:pt idx="112">
                  <c:v>0.39785000000000004</c:v>
                </c:pt>
                <c:pt idx="113">
                  <c:v>0.35764074999999995</c:v>
                </c:pt>
                <c:pt idx="114">
                  <c:v>0.32126249999999995</c:v>
                </c:pt>
                <c:pt idx="115">
                  <c:v>0.27997499999999997</c:v>
                </c:pt>
                <c:pt idx="116">
                  <c:v>0.22980000000000006</c:v>
                </c:pt>
                <c:pt idx="117">
                  <c:v>0.24731249999999999</c:v>
                </c:pt>
                <c:pt idx="118">
                  <c:v>0.27533750000000001</c:v>
                </c:pt>
                <c:pt idx="119">
                  <c:v>0.211335</c:v>
                </c:pt>
                <c:pt idx="120">
                  <c:v>2.8039999999999898E-2</c:v>
                </c:pt>
                <c:pt idx="121">
                  <c:v>-0.14944999999999986</c:v>
                </c:pt>
                <c:pt idx="122">
                  <c:v>-0.18840000000000004</c:v>
                </c:pt>
                <c:pt idx="123">
                  <c:v>-0.13882250000000018</c:v>
                </c:pt>
                <c:pt idx="124">
                  <c:v>-0.39276000000000022</c:v>
                </c:pt>
                <c:pt idx="125">
                  <c:v>-0.20666249999999986</c:v>
                </c:pt>
                <c:pt idx="126">
                  <c:v>-0.27198749999999999</c:v>
                </c:pt>
                <c:pt idx="127">
                  <c:v>-0.38653749999999998</c:v>
                </c:pt>
                <c:pt idx="128">
                  <c:v>-0.34338499999999983</c:v>
                </c:pt>
                <c:pt idx="129">
                  <c:v>-0.35663749999999994</c:v>
                </c:pt>
                <c:pt idx="130">
                  <c:v>-0.43272500000000019</c:v>
                </c:pt>
                <c:pt idx="131">
                  <c:v>-0.75716250000000018</c:v>
                </c:pt>
                <c:pt idx="132">
                  <c:v>-0.56027499999999986</c:v>
                </c:pt>
                <c:pt idx="133">
                  <c:v>-0.48750749999999993</c:v>
                </c:pt>
                <c:pt idx="134">
                  <c:v>-0.2426374999999997</c:v>
                </c:pt>
                <c:pt idx="135">
                  <c:v>-3.8812500000000083E-2</c:v>
                </c:pt>
                <c:pt idx="136">
                  <c:v>-0.24199000000000018</c:v>
                </c:pt>
                <c:pt idx="137">
                  <c:v>-0.18879999999999997</c:v>
                </c:pt>
                <c:pt idx="138">
                  <c:v>-9.5997500000000069E-2</c:v>
                </c:pt>
                <c:pt idx="139">
                  <c:v>-0.25613250000000021</c:v>
                </c:pt>
                <c:pt idx="140">
                  <c:v>-0.29130874999999989</c:v>
                </c:pt>
                <c:pt idx="141">
                  <c:v>-0.22025249999999991</c:v>
                </c:pt>
                <c:pt idx="142">
                  <c:v>-0.24285625000000005</c:v>
                </c:pt>
                <c:pt idx="143">
                  <c:v>-0.18648749999999994</c:v>
                </c:pt>
                <c:pt idx="144">
                  <c:v>-0.11847750000000015</c:v>
                </c:pt>
                <c:pt idx="145">
                  <c:v>-2.4587500000000026E-2</c:v>
                </c:pt>
                <c:pt idx="146">
                  <c:v>0.11180999999999992</c:v>
                </c:pt>
                <c:pt idx="147">
                  <c:v>0.13010249999999998</c:v>
                </c:pt>
                <c:pt idx="148">
                  <c:v>2.8117499999999906E-2</c:v>
                </c:pt>
                <c:pt idx="149">
                  <c:v>0.1728875</c:v>
                </c:pt>
                <c:pt idx="150">
                  <c:v>0.20215000000000019</c:v>
                </c:pt>
                <c:pt idx="151">
                  <c:v>0.20437500000000003</c:v>
                </c:pt>
                <c:pt idx="152">
                  <c:v>0.35926249999999993</c:v>
                </c:pt>
                <c:pt idx="153">
                  <c:v>0.43722999999999979</c:v>
                </c:pt>
                <c:pt idx="154">
                  <c:v>0.46140999999999999</c:v>
                </c:pt>
                <c:pt idx="155">
                  <c:v>0.49475000000000002</c:v>
                </c:pt>
                <c:pt idx="156">
                  <c:v>0.50649749999999993</c:v>
                </c:pt>
                <c:pt idx="157">
                  <c:v>0.55028749999999993</c:v>
                </c:pt>
                <c:pt idx="158">
                  <c:v>0.50714250000000016</c:v>
                </c:pt>
                <c:pt idx="159">
                  <c:v>0.4939349999999999</c:v>
                </c:pt>
                <c:pt idx="160">
                  <c:v>0.55200749999999998</c:v>
                </c:pt>
                <c:pt idx="161">
                  <c:v>0.63232624999999998</c:v>
                </c:pt>
                <c:pt idx="162">
                  <c:v>0.67800249999999984</c:v>
                </c:pt>
                <c:pt idx="163">
                  <c:v>0.57543499999999992</c:v>
                </c:pt>
                <c:pt idx="164">
                  <c:v>0.4263450000000002</c:v>
                </c:pt>
                <c:pt idx="165">
                  <c:v>0.48322500000000013</c:v>
                </c:pt>
                <c:pt idx="166">
                  <c:v>0.52291500000000002</c:v>
                </c:pt>
                <c:pt idx="167">
                  <c:v>0.45842749999999993</c:v>
                </c:pt>
                <c:pt idx="168">
                  <c:v>0.53758750000000011</c:v>
                </c:pt>
                <c:pt idx="169">
                  <c:v>#N/A</c:v>
                </c:pt>
                <c:pt idx="170">
                  <c:v>#N/A</c:v>
                </c:pt>
                <c:pt idx="171">
                  <c:v>#N/A</c:v>
                </c:pt>
                <c:pt idx="172">
                  <c:v>#N/A</c:v>
                </c:pt>
                <c:pt idx="173">
                  <c:v>#N/A</c:v>
                </c:pt>
                <c:pt idx="174">
                  <c:v>#N/A</c:v>
                </c:pt>
                <c:pt idx="175">
                  <c:v>#N/A</c:v>
                </c:pt>
              </c:numCache>
            </c:numRef>
          </c:val>
          <c:smooth val="0"/>
          <c:extLst>
            <c:ext xmlns:c16="http://schemas.microsoft.com/office/drawing/2014/chart" uri="{C3380CC4-5D6E-409C-BE32-E72D297353CC}">
              <c16:uniqueId val="{00000001-26EE-44F4-B19D-4853286A040A}"/>
            </c:ext>
          </c:extLst>
        </c:ser>
        <c:ser>
          <c:idx val="1"/>
          <c:order val="1"/>
          <c:tx>
            <c:strRef>
              <c:f>TERMP!$CY$8</c:f>
              <c:strCache>
                <c:ptCount val="1"/>
                <c:pt idx="0">
                  <c:v>EM 2Y10Y</c:v>
                </c:pt>
              </c:strCache>
            </c:strRef>
          </c:tx>
          <c:spPr>
            <a:ln w="19050" cap="rnd">
              <a:solidFill>
                <a:schemeClr val="tx2">
                  <a:lumMod val="50000"/>
                </a:schemeClr>
              </a:solidFill>
              <a:round/>
            </a:ln>
            <a:effectLst/>
          </c:spPr>
          <c:marker>
            <c:symbol val="none"/>
          </c:marker>
          <c:cat>
            <c:numRef>
              <c:f>TERMP!$CW$100:$CW$275</c:f>
              <c:numCache>
                <c:formatCode>m/d/yyyy</c:formatCode>
                <c:ptCount val="176"/>
                <c:pt idx="0">
                  <c:v>41121</c:v>
                </c:pt>
                <c:pt idx="1">
                  <c:v>41152</c:v>
                </c:pt>
                <c:pt idx="2">
                  <c:v>41182</c:v>
                </c:pt>
                <c:pt idx="3">
                  <c:v>41213</c:v>
                </c:pt>
                <c:pt idx="4">
                  <c:v>41243</c:v>
                </c:pt>
                <c:pt idx="5">
                  <c:v>41274</c:v>
                </c:pt>
                <c:pt idx="6">
                  <c:v>41305</c:v>
                </c:pt>
                <c:pt idx="7">
                  <c:v>41333</c:v>
                </c:pt>
                <c:pt idx="8">
                  <c:v>41364</c:v>
                </c:pt>
                <c:pt idx="9">
                  <c:v>41394</c:v>
                </c:pt>
                <c:pt idx="10">
                  <c:v>41425</c:v>
                </c:pt>
                <c:pt idx="11">
                  <c:v>41455</c:v>
                </c:pt>
                <c:pt idx="12">
                  <c:v>41486</c:v>
                </c:pt>
                <c:pt idx="13">
                  <c:v>41517</c:v>
                </c:pt>
                <c:pt idx="14">
                  <c:v>41547</c:v>
                </c:pt>
                <c:pt idx="15">
                  <c:v>41578</c:v>
                </c:pt>
                <c:pt idx="16">
                  <c:v>41608</c:v>
                </c:pt>
                <c:pt idx="17">
                  <c:v>41639</c:v>
                </c:pt>
                <c:pt idx="18">
                  <c:v>41670</c:v>
                </c:pt>
                <c:pt idx="19">
                  <c:v>41698</c:v>
                </c:pt>
                <c:pt idx="20">
                  <c:v>41729</c:v>
                </c:pt>
                <c:pt idx="21">
                  <c:v>41759</c:v>
                </c:pt>
                <c:pt idx="22">
                  <c:v>41790</c:v>
                </c:pt>
                <c:pt idx="23">
                  <c:v>41820</c:v>
                </c:pt>
                <c:pt idx="24">
                  <c:v>41851</c:v>
                </c:pt>
                <c:pt idx="25">
                  <c:v>41882</c:v>
                </c:pt>
                <c:pt idx="26">
                  <c:v>41912</c:v>
                </c:pt>
                <c:pt idx="27">
                  <c:v>41943</c:v>
                </c:pt>
                <c:pt idx="28">
                  <c:v>41973</c:v>
                </c:pt>
                <c:pt idx="29">
                  <c:v>42004</c:v>
                </c:pt>
                <c:pt idx="30">
                  <c:v>42035</c:v>
                </c:pt>
                <c:pt idx="31">
                  <c:v>42063</c:v>
                </c:pt>
                <c:pt idx="32">
                  <c:v>42094</c:v>
                </c:pt>
                <c:pt idx="33">
                  <c:v>42124</c:v>
                </c:pt>
                <c:pt idx="34">
                  <c:v>42155</c:v>
                </c:pt>
                <c:pt idx="35">
                  <c:v>42185</c:v>
                </c:pt>
                <c:pt idx="36">
                  <c:v>42216</c:v>
                </c:pt>
                <c:pt idx="37">
                  <c:v>42247</c:v>
                </c:pt>
                <c:pt idx="38">
                  <c:v>42277</c:v>
                </c:pt>
                <c:pt idx="39">
                  <c:v>42308</c:v>
                </c:pt>
                <c:pt idx="40">
                  <c:v>42338</c:v>
                </c:pt>
                <c:pt idx="41">
                  <c:v>42369</c:v>
                </c:pt>
                <c:pt idx="42">
                  <c:v>42400</c:v>
                </c:pt>
                <c:pt idx="43">
                  <c:v>42429</c:v>
                </c:pt>
                <c:pt idx="44">
                  <c:v>42460</c:v>
                </c:pt>
                <c:pt idx="45">
                  <c:v>42490</c:v>
                </c:pt>
                <c:pt idx="46">
                  <c:v>42521</c:v>
                </c:pt>
                <c:pt idx="47">
                  <c:v>42551</c:v>
                </c:pt>
                <c:pt idx="48">
                  <c:v>42582</c:v>
                </c:pt>
                <c:pt idx="49">
                  <c:v>42613</c:v>
                </c:pt>
                <c:pt idx="50">
                  <c:v>42643</c:v>
                </c:pt>
                <c:pt idx="51">
                  <c:v>42674</c:v>
                </c:pt>
                <c:pt idx="52">
                  <c:v>42704</c:v>
                </c:pt>
                <c:pt idx="53">
                  <c:v>42735</c:v>
                </c:pt>
                <c:pt idx="54">
                  <c:v>42766</c:v>
                </c:pt>
                <c:pt idx="55">
                  <c:v>42794</c:v>
                </c:pt>
                <c:pt idx="56">
                  <c:v>42825</c:v>
                </c:pt>
                <c:pt idx="57">
                  <c:v>42855</c:v>
                </c:pt>
                <c:pt idx="58">
                  <c:v>42886</c:v>
                </c:pt>
                <c:pt idx="59">
                  <c:v>42916</c:v>
                </c:pt>
                <c:pt idx="60">
                  <c:v>42947</c:v>
                </c:pt>
                <c:pt idx="61">
                  <c:v>42978</c:v>
                </c:pt>
                <c:pt idx="62">
                  <c:v>43008</c:v>
                </c:pt>
                <c:pt idx="63">
                  <c:v>43039</c:v>
                </c:pt>
                <c:pt idx="64">
                  <c:v>43069</c:v>
                </c:pt>
                <c:pt idx="65">
                  <c:v>43100</c:v>
                </c:pt>
                <c:pt idx="66">
                  <c:v>43131</c:v>
                </c:pt>
                <c:pt idx="67">
                  <c:v>43159</c:v>
                </c:pt>
                <c:pt idx="68">
                  <c:v>43190</c:v>
                </c:pt>
                <c:pt idx="69">
                  <c:v>43220</c:v>
                </c:pt>
                <c:pt idx="70">
                  <c:v>43251</c:v>
                </c:pt>
                <c:pt idx="71">
                  <c:v>43281</c:v>
                </c:pt>
                <c:pt idx="72">
                  <c:v>43312</c:v>
                </c:pt>
                <c:pt idx="73">
                  <c:v>43343</c:v>
                </c:pt>
                <c:pt idx="74">
                  <c:v>43373</c:v>
                </c:pt>
                <c:pt idx="75">
                  <c:v>43404</c:v>
                </c:pt>
                <c:pt idx="76">
                  <c:v>43434</c:v>
                </c:pt>
                <c:pt idx="77">
                  <c:v>43465</c:v>
                </c:pt>
                <c:pt idx="78">
                  <c:v>43496</c:v>
                </c:pt>
                <c:pt idx="79">
                  <c:v>43524</c:v>
                </c:pt>
                <c:pt idx="80">
                  <c:v>43555</c:v>
                </c:pt>
                <c:pt idx="81">
                  <c:v>43585</c:v>
                </c:pt>
                <c:pt idx="82">
                  <c:v>43616</c:v>
                </c:pt>
                <c:pt idx="83">
                  <c:v>43646</c:v>
                </c:pt>
                <c:pt idx="84">
                  <c:v>43677</c:v>
                </c:pt>
                <c:pt idx="85">
                  <c:v>43708</c:v>
                </c:pt>
                <c:pt idx="86">
                  <c:v>43738</c:v>
                </c:pt>
                <c:pt idx="87">
                  <c:v>43769</c:v>
                </c:pt>
                <c:pt idx="88">
                  <c:v>43799</c:v>
                </c:pt>
                <c:pt idx="89">
                  <c:v>43830</c:v>
                </c:pt>
                <c:pt idx="90">
                  <c:v>43861</c:v>
                </c:pt>
                <c:pt idx="91">
                  <c:v>43890</c:v>
                </c:pt>
                <c:pt idx="92">
                  <c:v>43921</c:v>
                </c:pt>
                <c:pt idx="93">
                  <c:v>43951</c:v>
                </c:pt>
                <c:pt idx="94">
                  <c:v>43982</c:v>
                </c:pt>
                <c:pt idx="95">
                  <c:v>44012</c:v>
                </c:pt>
                <c:pt idx="96">
                  <c:v>44043</c:v>
                </c:pt>
                <c:pt idx="97">
                  <c:v>44074</c:v>
                </c:pt>
                <c:pt idx="98">
                  <c:v>44104</c:v>
                </c:pt>
                <c:pt idx="99">
                  <c:v>44135</c:v>
                </c:pt>
                <c:pt idx="100">
                  <c:v>44165</c:v>
                </c:pt>
                <c:pt idx="101">
                  <c:v>44196</c:v>
                </c:pt>
                <c:pt idx="102">
                  <c:v>44227</c:v>
                </c:pt>
                <c:pt idx="103">
                  <c:v>44255</c:v>
                </c:pt>
                <c:pt idx="104">
                  <c:v>44286</c:v>
                </c:pt>
                <c:pt idx="105">
                  <c:v>44316</c:v>
                </c:pt>
                <c:pt idx="106">
                  <c:v>44347</c:v>
                </c:pt>
                <c:pt idx="107">
                  <c:v>44377</c:v>
                </c:pt>
                <c:pt idx="108">
                  <c:v>44408</c:v>
                </c:pt>
                <c:pt idx="109">
                  <c:v>44439</c:v>
                </c:pt>
                <c:pt idx="110">
                  <c:v>44469</c:v>
                </c:pt>
                <c:pt idx="111">
                  <c:v>44500</c:v>
                </c:pt>
                <c:pt idx="112">
                  <c:v>44530</c:v>
                </c:pt>
                <c:pt idx="113">
                  <c:v>44561</c:v>
                </c:pt>
                <c:pt idx="114">
                  <c:v>44592</c:v>
                </c:pt>
                <c:pt idx="115">
                  <c:v>44620</c:v>
                </c:pt>
                <c:pt idx="116">
                  <c:v>44651</c:v>
                </c:pt>
                <c:pt idx="117">
                  <c:v>44681</c:v>
                </c:pt>
                <c:pt idx="118">
                  <c:v>44712</c:v>
                </c:pt>
                <c:pt idx="119">
                  <c:v>44742</c:v>
                </c:pt>
                <c:pt idx="120">
                  <c:v>44773</c:v>
                </c:pt>
                <c:pt idx="121">
                  <c:v>44804</c:v>
                </c:pt>
                <c:pt idx="122">
                  <c:v>44834</c:v>
                </c:pt>
                <c:pt idx="123">
                  <c:v>44865</c:v>
                </c:pt>
                <c:pt idx="124">
                  <c:v>44895</c:v>
                </c:pt>
                <c:pt idx="125">
                  <c:v>44926</c:v>
                </c:pt>
                <c:pt idx="126">
                  <c:v>44957</c:v>
                </c:pt>
                <c:pt idx="127">
                  <c:v>44985</c:v>
                </c:pt>
                <c:pt idx="128">
                  <c:v>45016</c:v>
                </c:pt>
                <c:pt idx="129">
                  <c:v>45046</c:v>
                </c:pt>
                <c:pt idx="130">
                  <c:v>45077</c:v>
                </c:pt>
                <c:pt idx="131">
                  <c:v>45107</c:v>
                </c:pt>
                <c:pt idx="132">
                  <c:v>45138</c:v>
                </c:pt>
                <c:pt idx="133">
                  <c:v>45169</c:v>
                </c:pt>
                <c:pt idx="134">
                  <c:v>45199</c:v>
                </c:pt>
                <c:pt idx="135">
                  <c:v>45230</c:v>
                </c:pt>
                <c:pt idx="136">
                  <c:v>45260</c:v>
                </c:pt>
                <c:pt idx="137">
                  <c:v>45291</c:v>
                </c:pt>
                <c:pt idx="138">
                  <c:v>45322</c:v>
                </c:pt>
                <c:pt idx="139">
                  <c:v>45351</c:v>
                </c:pt>
                <c:pt idx="140">
                  <c:v>45382</c:v>
                </c:pt>
                <c:pt idx="141">
                  <c:v>45412</c:v>
                </c:pt>
                <c:pt idx="142">
                  <c:v>45443</c:v>
                </c:pt>
                <c:pt idx="143">
                  <c:v>45473</c:v>
                </c:pt>
                <c:pt idx="144">
                  <c:v>45504</c:v>
                </c:pt>
                <c:pt idx="145">
                  <c:v>45535</c:v>
                </c:pt>
                <c:pt idx="146">
                  <c:v>45565</c:v>
                </c:pt>
                <c:pt idx="147">
                  <c:v>45596</c:v>
                </c:pt>
                <c:pt idx="148">
                  <c:v>45626</c:v>
                </c:pt>
                <c:pt idx="149">
                  <c:v>45657</c:v>
                </c:pt>
                <c:pt idx="150">
                  <c:v>45688</c:v>
                </c:pt>
                <c:pt idx="151">
                  <c:v>45716</c:v>
                </c:pt>
                <c:pt idx="152">
                  <c:v>45747</c:v>
                </c:pt>
                <c:pt idx="153">
                  <c:v>45777</c:v>
                </c:pt>
                <c:pt idx="154">
                  <c:v>45808</c:v>
                </c:pt>
                <c:pt idx="155">
                  <c:v>45838</c:v>
                </c:pt>
                <c:pt idx="156">
                  <c:v>45869</c:v>
                </c:pt>
                <c:pt idx="157">
                  <c:v>45900</c:v>
                </c:pt>
                <c:pt idx="158">
                  <c:v>45930</c:v>
                </c:pt>
                <c:pt idx="159">
                  <c:v>45961</c:v>
                </c:pt>
                <c:pt idx="160">
                  <c:v>45991</c:v>
                </c:pt>
                <c:pt idx="161">
                  <c:v>46022</c:v>
                </c:pt>
                <c:pt idx="162">
                  <c:v>46053</c:v>
                </c:pt>
                <c:pt idx="163">
                  <c:v>46081</c:v>
                </c:pt>
                <c:pt idx="164">
                  <c:v>46112</c:v>
                </c:pt>
                <c:pt idx="165">
                  <c:v>46142</c:v>
                </c:pt>
                <c:pt idx="166">
                  <c:v>46173</c:v>
                </c:pt>
                <c:pt idx="167">
                  <c:v>46203</c:v>
                </c:pt>
                <c:pt idx="168">
                  <c:v>46234</c:v>
                </c:pt>
                <c:pt idx="169">
                  <c:v>#N/A</c:v>
                </c:pt>
                <c:pt idx="170">
                  <c:v>#N/A</c:v>
                </c:pt>
                <c:pt idx="171">
                  <c:v>#N/A</c:v>
                </c:pt>
                <c:pt idx="172">
                  <c:v>#N/A</c:v>
                </c:pt>
                <c:pt idx="173">
                  <c:v>#N/A</c:v>
                </c:pt>
                <c:pt idx="174">
                  <c:v>#N/A</c:v>
                </c:pt>
                <c:pt idx="175">
                  <c:v>#N/A</c:v>
                </c:pt>
              </c:numCache>
            </c:numRef>
          </c:cat>
          <c:val>
            <c:numRef>
              <c:f>TERMP!$CY$100:$CY$275</c:f>
              <c:numCache>
                <c:formatCode>0.00</c:formatCode>
                <c:ptCount val="176"/>
                <c:pt idx="0">
                  <c:v>1.0769000000000002</c:v>
                </c:pt>
                <c:pt idx="1">
                  <c:v>0.98030000000000028</c:v>
                </c:pt>
                <c:pt idx="2">
                  <c:v>1.0494000000000001</c:v>
                </c:pt>
                <c:pt idx="3">
                  <c:v>1.1064000000000001</c:v>
                </c:pt>
                <c:pt idx="4">
                  <c:v>1.1322000000000003</c:v>
                </c:pt>
                <c:pt idx="5">
                  <c:v>1.2021000000000002</c:v>
                </c:pt>
                <c:pt idx="6">
                  <c:v>1.2925000000000002</c:v>
                </c:pt>
                <c:pt idx="7">
                  <c:v>1.3440000000000001</c:v>
                </c:pt>
                <c:pt idx="8">
                  <c:v>1.3186</c:v>
                </c:pt>
                <c:pt idx="9">
                  <c:v>1.2291000000000001</c:v>
                </c:pt>
                <c:pt idx="10">
                  <c:v>1.4029999999999998</c:v>
                </c:pt>
                <c:pt idx="11">
                  <c:v>1.1930999999999998</c:v>
                </c:pt>
                <c:pt idx="12">
                  <c:v>1.2251999999999998</c:v>
                </c:pt>
                <c:pt idx="13">
                  <c:v>1.1998000000000002</c:v>
                </c:pt>
                <c:pt idx="14">
                  <c:v>1.4966000000000002</c:v>
                </c:pt>
                <c:pt idx="15">
                  <c:v>1.6407</c:v>
                </c:pt>
                <c:pt idx="16">
                  <c:v>1.5666000000000004</c:v>
                </c:pt>
                <c:pt idx="17">
                  <c:v>1.5985800000000001</c:v>
                </c:pt>
                <c:pt idx="18">
                  <c:v>1.4411999999999998</c:v>
                </c:pt>
                <c:pt idx="19">
                  <c:v>1.2912166666666665</c:v>
                </c:pt>
                <c:pt idx="20">
                  <c:v>1.3243333333333329</c:v>
                </c:pt>
                <c:pt idx="21">
                  <c:v>1.3393666666666668</c:v>
                </c:pt>
                <c:pt idx="22">
                  <c:v>1.2910333333333337</c:v>
                </c:pt>
                <c:pt idx="23">
                  <c:v>1.3206000000000002</c:v>
                </c:pt>
                <c:pt idx="24">
                  <c:v>1.2511666666666665</c:v>
                </c:pt>
                <c:pt idx="25">
                  <c:v>1.0574833333333331</c:v>
                </c:pt>
                <c:pt idx="26">
                  <c:v>1.1300166666666664</c:v>
                </c:pt>
                <c:pt idx="27">
                  <c:v>0.9987999999999998</c:v>
                </c:pt>
                <c:pt idx="28">
                  <c:v>0.88913333333333322</c:v>
                </c:pt>
                <c:pt idx="29">
                  <c:v>0.74735000000000007</c:v>
                </c:pt>
                <c:pt idx="30">
                  <c:v>0.65760000000000007</c:v>
                </c:pt>
                <c:pt idx="31">
                  <c:v>0.72358333333333358</c:v>
                </c:pt>
                <c:pt idx="32">
                  <c:v>0.75316666666666665</c:v>
                </c:pt>
                <c:pt idx="33">
                  <c:v>0.65351666666666652</c:v>
                </c:pt>
                <c:pt idx="34">
                  <c:v>0.74983333333333346</c:v>
                </c:pt>
                <c:pt idx="35">
                  <c:v>0.73456666666666681</c:v>
                </c:pt>
                <c:pt idx="36">
                  <c:v>0.83123333333333305</c:v>
                </c:pt>
                <c:pt idx="37">
                  <c:v>0.77485000000000015</c:v>
                </c:pt>
                <c:pt idx="38">
                  <c:v>0.66818333333333302</c:v>
                </c:pt>
                <c:pt idx="39">
                  <c:v>0.89616666666666711</c:v>
                </c:pt>
                <c:pt idx="40">
                  <c:v>0.83283333333333287</c:v>
                </c:pt>
                <c:pt idx="41">
                  <c:v>0.80331666666666679</c:v>
                </c:pt>
                <c:pt idx="42">
                  <c:v>1.0835999999999997</c:v>
                </c:pt>
                <c:pt idx="43">
                  <c:v>1.1796000000000002</c:v>
                </c:pt>
                <c:pt idx="44">
                  <c:v>1.036416666666667</c:v>
                </c:pt>
                <c:pt idx="45">
                  <c:v>0.93338333333333312</c:v>
                </c:pt>
                <c:pt idx="46">
                  <c:v>0.93701666666666661</c:v>
                </c:pt>
                <c:pt idx="47">
                  <c:v>0.90748333333333342</c:v>
                </c:pt>
                <c:pt idx="48">
                  <c:v>0.70621666666666683</c:v>
                </c:pt>
                <c:pt idx="49">
                  <c:v>0.81636666666666657</c:v>
                </c:pt>
                <c:pt idx="50">
                  <c:v>0.80386666666666684</c:v>
                </c:pt>
                <c:pt idx="51">
                  <c:v>0.81614999999999982</c:v>
                </c:pt>
                <c:pt idx="52">
                  <c:v>0.8063666666666669</c:v>
                </c:pt>
                <c:pt idx="53">
                  <c:v>0.94474999999999998</c:v>
                </c:pt>
                <c:pt idx="54">
                  <c:v>1.0075166666666668</c:v>
                </c:pt>
                <c:pt idx="55">
                  <c:v>0.93959999999999988</c:v>
                </c:pt>
                <c:pt idx="56">
                  <c:v>0.74114999999999964</c:v>
                </c:pt>
                <c:pt idx="57">
                  <c:v>0.81465000000000032</c:v>
                </c:pt>
                <c:pt idx="58">
                  <c:v>0.85764999999999969</c:v>
                </c:pt>
                <c:pt idx="59">
                  <c:v>0.93549999999999989</c:v>
                </c:pt>
                <c:pt idx="60">
                  <c:v>0.92121666666666657</c:v>
                </c:pt>
                <c:pt idx="61">
                  <c:v>0.97194999999999998</c:v>
                </c:pt>
                <c:pt idx="62">
                  <c:v>1.0410499999999996</c:v>
                </c:pt>
                <c:pt idx="63">
                  <c:v>1.0239166666666666</c:v>
                </c:pt>
                <c:pt idx="64">
                  <c:v>1.1022333333333336</c:v>
                </c:pt>
                <c:pt idx="65">
                  <c:v>1.1787666666666665</c:v>
                </c:pt>
                <c:pt idx="66">
                  <c:v>1.1804000000000003</c:v>
                </c:pt>
                <c:pt idx="67">
                  <c:v>1.1843666666666663</c:v>
                </c:pt>
                <c:pt idx="68">
                  <c:v>1.1848333333333334</c:v>
                </c:pt>
                <c:pt idx="69">
                  <c:v>0.97561666666666669</c:v>
                </c:pt>
                <c:pt idx="70">
                  <c:v>1.1620166666666669</c:v>
                </c:pt>
                <c:pt idx="71">
                  <c:v>0.96281666666666643</c:v>
                </c:pt>
                <c:pt idx="72">
                  <c:v>1.0355666666666672</c:v>
                </c:pt>
                <c:pt idx="73">
                  <c:v>1.0810333333333333</c:v>
                </c:pt>
                <c:pt idx="74">
                  <c:v>1.2033666666666669</c:v>
                </c:pt>
                <c:pt idx="75">
                  <c:v>0.99746666666666683</c:v>
                </c:pt>
                <c:pt idx="76">
                  <c:v>1.0264333333333331</c:v>
                </c:pt>
                <c:pt idx="77">
                  <c:v>0.91801666666666648</c:v>
                </c:pt>
                <c:pt idx="78">
                  <c:v>0.88528333333333353</c:v>
                </c:pt>
                <c:pt idx="79">
                  <c:v>1.0470666666666666</c:v>
                </c:pt>
                <c:pt idx="80">
                  <c:v>0.88226666666666687</c:v>
                </c:pt>
                <c:pt idx="81">
                  <c:v>0.85099999999999998</c:v>
                </c:pt>
                <c:pt idx="82">
                  <c:v>1.0187666666666666</c:v>
                </c:pt>
                <c:pt idx="83">
                  <c:v>0.80826666666666691</c:v>
                </c:pt>
                <c:pt idx="84">
                  <c:v>0.75385000000000024</c:v>
                </c:pt>
                <c:pt idx="85">
                  <c:v>0.62354999999999994</c:v>
                </c:pt>
                <c:pt idx="86">
                  <c:v>0.7397999999999999</c:v>
                </c:pt>
                <c:pt idx="87">
                  <c:v>0.68863333333333321</c:v>
                </c:pt>
                <c:pt idx="88">
                  <c:v>0.80508333333333315</c:v>
                </c:pt>
                <c:pt idx="89">
                  <c:v>0.83468333333333333</c:v>
                </c:pt>
                <c:pt idx="90">
                  <c:v>0.80366666666666686</c:v>
                </c:pt>
                <c:pt idx="91">
                  <c:v>0.85606666666666664</c:v>
                </c:pt>
                <c:pt idx="92">
                  <c:v>1.5513333333333337</c:v>
                </c:pt>
                <c:pt idx="93">
                  <c:v>1.7625499999999998</c:v>
                </c:pt>
                <c:pt idx="94">
                  <c:v>1.7466999999999999</c:v>
                </c:pt>
                <c:pt idx="95">
                  <c:v>1.87225</c:v>
                </c:pt>
                <c:pt idx="96">
                  <c:v>1.7986833333333332</c:v>
                </c:pt>
                <c:pt idx="97">
                  <c:v>1.8763666666666665</c:v>
                </c:pt>
                <c:pt idx="98">
                  <c:v>1.9134499999999999</c:v>
                </c:pt>
                <c:pt idx="99">
                  <c:v>1.8559999999999999</c:v>
                </c:pt>
                <c:pt idx="100">
                  <c:v>1.6494166666666665</c:v>
                </c:pt>
                <c:pt idx="101">
                  <c:v>1.6053999999999997</c:v>
                </c:pt>
                <c:pt idx="102">
                  <c:v>1.6215833333333334</c:v>
                </c:pt>
                <c:pt idx="103">
                  <c:v>1.7532333333333334</c:v>
                </c:pt>
                <c:pt idx="104">
                  <c:v>1.6347166666666668</c:v>
                </c:pt>
                <c:pt idx="105">
                  <c:v>1.7412333333333336</c:v>
                </c:pt>
                <c:pt idx="106">
                  <c:v>1.5911</c:v>
                </c:pt>
                <c:pt idx="107">
                  <c:v>1.3586833333333332</c:v>
                </c:pt>
                <c:pt idx="108">
                  <c:v>1.3408333333333335</c:v>
                </c:pt>
                <c:pt idx="109">
                  <c:v>1.3787666666666674</c:v>
                </c:pt>
                <c:pt idx="110">
                  <c:v>1.377933333333333</c:v>
                </c:pt>
                <c:pt idx="111">
                  <c:v>0.90574999999999994</c:v>
                </c:pt>
                <c:pt idx="112">
                  <c:v>0.82028333333333325</c:v>
                </c:pt>
                <c:pt idx="113">
                  <c:v>0.63958333333333339</c:v>
                </c:pt>
                <c:pt idx="114">
                  <c:v>0.60246666666666648</c:v>
                </c:pt>
                <c:pt idx="115">
                  <c:v>0.50350000000000006</c:v>
                </c:pt>
                <c:pt idx="116">
                  <c:v>0.43689999999999968</c:v>
                </c:pt>
                <c:pt idx="117">
                  <c:v>0.24296666666666664</c:v>
                </c:pt>
                <c:pt idx="118">
                  <c:v>0.14736666666666695</c:v>
                </c:pt>
                <c:pt idx="119">
                  <c:v>0.19873333333333351</c:v>
                </c:pt>
                <c:pt idx="120">
                  <c:v>4.5116666666666694E-2</c:v>
                </c:pt>
                <c:pt idx="121">
                  <c:v>-4.4516666666666538E-2</c:v>
                </c:pt>
                <c:pt idx="122">
                  <c:v>9.2983333333333348E-2</c:v>
                </c:pt>
                <c:pt idx="123">
                  <c:v>-7.55333333333333E-2</c:v>
                </c:pt>
                <c:pt idx="124">
                  <c:v>-0.27089999999999997</c:v>
                </c:pt>
                <c:pt idx="125">
                  <c:v>-4.8500000000003167E-3</c:v>
                </c:pt>
                <c:pt idx="126">
                  <c:v>-4.2666666666667892E-3</c:v>
                </c:pt>
                <c:pt idx="127">
                  <c:v>-5.4666666666666863E-2</c:v>
                </c:pt>
                <c:pt idx="128">
                  <c:v>-4.4766666666666476E-2</c:v>
                </c:pt>
                <c:pt idx="129">
                  <c:v>2.3533333333333257E-2</c:v>
                </c:pt>
                <c:pt idx="130">
                  <c:v>0.14496666666666638</c:v>
                </c:pt>
                <c:pt idx="131">
                  <c:v>0.29483333333333345</c:v>
                </c:pt>
                <c:pt idx="132">
                  <c:v>0.11496666666666659</c:v>
                </c:pt>
                <c:pt idx="133">
                  <c:v>0.26213333333333361</c:v>
                </c:pt>
                <c:pt idx="134">
                  <c:v>0.42635000000000001</c:v>
                </c:pt>
                <c:pt idx="135">
                  <c:v>0.43475000000000003</c:v>
                </c:pt>
                <c:pt idx="136">
                  <c:v>0.26599999999999979</c:v>
                </c:pt>
                <c:pt idx="137">
                  <c:v>0.17273333333333341</c:v>
                </c:pt>
                <c:pt idx="138">
                  <c:v>0.31673333333333326</c:v>
                </c:pt>
                <c:pt idx="139">
                  <c:v>0.51216666666666633</c:v>
                </c:pt>
                <c:pt idx="140">
                  <c:v>0.5474</c:v>
                </c:pt>
                <c:pt idx="141">
                  <c:v>0.38848333333333335</c:v>
                </c:pt>
                <c:pt idx="142">
                  <c:v>0.35633333333333339</c:v>
                </c:pt>
                <c:pt idx="143">
                  <c:v>0.25881666666666631</c:v>
                </c:pt>
                <c:pt idx="144">
                  <c:v>0.16841666666666674</c:v>
                </c:pt>
                <c:pt idx="145">
                  <c:v>0.44103333333333322</c:v>
                </c:pt>
                <c:pt idx="146">
                  <c:v>0.2569166666666664</c:v>
                </c:pt>
                <c:pt idx="147">
                  <c:v>0.49778333333333302</c:v>
                </c:pt>
                <c:pt idx="148">
                  <c:v>0.1822833333333336</c:v>
                </c:pt>
                <c:pt idx="149">
                  <c:v>0.22201666666666689</c:v>
                </c:pt>
                <c:pt idx="150">
                  <c:v>0.13229999999999997</c:v>
                </c:pt>
                <c:pt idx="151">
                  <c:v>0.13358333333333375</c:v>
                </c:pt>
                <c:pt idx="152">
                  <c:v>0.31703333333333328</c:v>
                </c:pt>
                <c:pt idx="153">
                  <c:v>0.35865000000000008</c:v>
                </c:pt>
                <c:pt idx="154">
                  <c:v>0.21398333333333328</c:v>
                </c:pt>
                <c:pt idx="155">
                  <c:v>0.17151666666666668</c:v>
                </c:pt>
                <c:pt idx="156">
                  <c:v>0.37449999999999967</c:v>
                </c:pt>
                <c:pt idx="157">
                  <c:v>0.35559999999999975</c:v>
                </c:pt>
                <c:pt idx="158">
                  <c:v>0.2773500000000001</c:v>
                </c:pt>
                <c:pt idx="159">
                  <c:v>0.34751666666666647</c:v>
                </c:pt>
                <c:pt idx="160">
                  <c:v>0.30833333333333346</c:v>
                </c:pt>
                <c:pt idx="161">
                  <c:v>0.42764999999999986</c:v>
                </c:pt>
                <c:pt idx="162">
                  <c:v>0.67656666666666665</c:v>
                </c:pt>
                <c:pt idx="163">
                  <c:v>0.66485000000000005</c:v>
                </c:pt>
                <c:pt idx="164">
                  <c:v>0.31743333333333318</c:v>
                </c:pt>
                <c:pt idx="165">
                  <c:v>0.30368333333333369</c:v>
                </c:pt>
                <c:pt idx="166">
                  <c:v>0.21588333333333329</c:v>
                </c:pt>
                <c:pt idx="167">
                  <c:v>0.11550000000000012</c:v>
                </c:pt>
                <c:pt idx="168">
                  <c:v>0.30633333333333324</c:v>
                </c:pt>
                <c:pt idx="169">
                  <c:v>#N/A</c:v>
                </c:pt>
                <c:pt idx="170">
                  <c:v>#N/A</c:v>
                </c:pt>
                <c:pt idx="171">
                  <c:v>#N/A</c:v>
                </c:pt>
                <c:pt idx="172">
                  <c:v>#N/A</c:v>
                </c:pt>
                <c:pt idx="173">
                  <c:v>#N/A</c:v>
                </c:pt>
                <c:pt idx="174">
                  <c:v>#N/A</c:v>
                </c:pt>
                <c:pt idx="175">
                  <c:v>#N/A</c:v>
                </c:pt>
              </c:numCache>
            </c:numRef>
          </c:val>
          <c:smooth val="0"/>
          <c:extLst>
            <c:ext xmlns:c16="http://schemas.microsoft.com/office/drawing/2014/chart" uri="{C3380CC4-5D6E-409C-BE32-E72D297353CC}">
              <c16:uniqueId val="{00000002-26EE-44F4-B19D-4853286A040A}"/>
            </c:ext>
          </c:extLst>
        </c:ser>
        <c:dLbls>
          <c:showLegendKey val="0"/>
          <c:showVal val="0"/>
          <c:showCatName val="0"/>
          <c:showSerName val="0"/>
          <c:showPercent val="0"/>
          <c:showBubbleSize val="0"/>
        </c:dLbls>
        <c:marker val="1"/>
        <c:smooth val="0"/>
        <c:axId val="1557029391"/>
        <c:axId val="1557025071"/>
      </c:lineChart>
      <c:dateAx>
        <c:axId val="1557029391"/>
        <c:scaling>
          <c:orientation val="minMax"/>
        </c:scaling>
        <c:delete val="0"/>
        <c:axPos val="b"/>
        <c:numFmt formatCode="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557025071"/>
        <c:crosses val="autoZero"/>
        <c:auto val="1"/>
        <c:lblOffset val="100"/>
        <c:baseTimeUnit val="months"/>
        <c:majorUnit val="1"/>
        <c:majorTimeUnit val="years"/>
      </c:dateAx>
      <c:valAx>
        <c:axId val="1557025071"/>
        <c:scaling>
          <c:orientation val="minMax"/>
          <c:min val="-2"/>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557029391"/>
        <c:crosses val="autoZero"/>
        <c:crossBetween val="between"/>
      </c:valAx>
      <c:spPr>
        <a:noFill/>
        <a:ln>
          <a:noFill/>
        </a:ln>
        <a:effectLst/>
      </c:spPr>
    </c:plotArea>
    <c:legend>
      <c:legendPos val="b"/>
      <c:layout>
        <c:manualLayout>
          <c:xMode val="edge"/>
          <c:yMode val="edge"/>
          <c:x val="0.12048810863429321"/>
          <c:y val="8.5157479669784722E-2"/>
          <c:w val="0.79115113735783027"/>
          <c:h val="7.8125546806649182E-2"/>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solidFill>
            <a:srgbClr val="000000"/>
          </a:solidFill>
          <a:latin typeface="Arial Narrow" panose="020B0606020202030204" pitchFamily="34" charset="0"/>
        </a:defRPr>
      </a:pPr>
      <a:endParaRPr lang="es-PE"/>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r>
              <a:rPr lang="en-US" b="1" u="sng" dirty="0"/>
              <a:t>Inflation in DM and EM with a downward trend</a:t>
            </a:r>
            <a:endParaRPr lang="es-PE" b="1" u="sng" dirty="0"/>
          </a:p>
        </c:rich>
      </c:tx>
      <c:layout>
        <c:manualLayout>
          <c:xMode val="edge"/>
          <c:yMode val="edge"/>
          <c:x val="1.5501674618723208E-2"/>
          <c:y val="1.3229166666666667E-2"/>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rgbClr val="000000"/>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7.9002274283966306E-2"/>
          <c:y val="9.2971942903730093E-2"/>
          <c:w val="0.85368798206374241"/>
          <c:h val="0.8334161485593955"/>
        </c:manualLayout>
      </c:layout>
      <c:areaChart>
        <c:grouping val="standard"/>
        <c:varyColors val="0"/>
        <c:ser>
          <c:idx val="2"/>
          <c:order val="2"/>
          <c:tx>
            <c:strRef>
              <c:f>TERMP!$GV$8</c:f>
              <c:strCache>
                <c:ptCount val="1"/>
                <c:pt idx="0">
                  <c:v>EM - DM Inflation diff. (Z-score)</c:v>
                </c:pt>
              </c:strCache>
            </c:strRef>
          </c:tx>
          <c:spPr>
            <a:solidFill>
              <a:sysClr val="window" lastClr="FFFFFF">
                <a:lumMod val="85000"/>
              </a:sysClr>
            </a:solidFill>
            <a:ln w="25400">
              <a:noFill/>
            </a:ln>
            <a:effectLst/>
          </c:spPr>
          <c:cat>
            <c:numRef>
              <c:f>TERMP!$FO$10:$FO$1010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TERMP!$GV$10:$GV$1010</c:f>
              <c:numCache>
                <c:formatCode>0.00</c:formatCode>
                <c:ptCount val="1001"/>
                <c:pt idx="0">
                  <c:v>0.55784645131931865</c:v>
                </c:pt>
                <c:pt idx="1">
                  <c:v>0.63745492871628517</c:v>
                </c:pt>
                <c:pt idx="2">
                  <c:v>0.80993996307638039</c:v>
                </c:pt>
                <c:pt idx="3">
                  <c:v>0.57869629063757166</c:v>
                </c:pt>
                <c:pt idx="4">
                  <c:v>0.69684538010767449</c:v>
                </c:pt>
                <c:pt idx="5">
                  <c:v>0.30954381943830023</c:v>
                </c:pt>
                <c:pt idx="6">
                  <c:v>0.35756163120155099</c:v>
                </c:pt>
                <c:pt idx="7">
                  <c:v>7.1350200560075183E-2</c:v>
                </c:pt>
                <c:pt idx="8">
                  <c:v>-0.33743301274022458</c:v>
                </c:pt>
                <c:pt idx="9">
                  <c:v>1.707746680386623</c:v>
                </c:pt>
                <c:pt idx="10">
                  <c:v>1.8593818754284621</c:v>
                </c:pt>
                <c:pt idx="11">
                  <c:v>1.5870703376658213</c:v>
                </c:pt>
                <c:pt idx="12">
                  <c:v>1.4922983407646704</c:v>
                </c:pt>
                <c:pt idx="13">
                  <c:v>1.5264162596490845</c:v>
                </c:pt>
                <c:pt idx="14">
                  <c:v>1.010856596506821</c:v>
                </c:pt>
                <c:pt idx="15">
                  <c:v>0.78656287050742912</c:v>
                </c:pt>
                <c:pt idx="16">
                  <c:v>0.55784645131931865</c:v>
                </c:pt>
                <c:pt idx="17">
                  <c:v>0.35692981788887512</c:v>
                </c:pt>
                <c:pt idx="18">
                  <c:v>0.10799537269518618</c:v>
                </c:pt>
                <c:pt idx="19">
                  <c:v>0.19392198321889617</c:v>
                </c:pt>
                <c:pt idx="20">
                  <c:v>0.91924366616904163</c:v>
                </c:pt>
                <c:pt idx="21">
                  <c:v>-0.55161772573682721</c:v>
                </c:pt>
                <c:pt idx="22">
                  <c:v>-0.92628302015271169</c:v>
                </c:pt>
                <c:pt idx="23">
                  <c:v>-0.4802228214046263</c:v>
                </c:pt>
                <c:pt idx="24">
                  <c:v>-0.35259653224440868</c:v>
                </c:pt>
                <c:pt idx="25">
                  <c:v>-0.59142196443531048</c:v>
                </c:pt>
                <c:pt idx="26">
                  <c:v>-0.39808709075696269</c:v>
                </c:pt>
                <c:pt idx="27">
                  <c:v>-0.3102650402952275</c:v>
                </c:pt>
                <c:pt idx="28">
                  <c:v>-0.2205475498954711</c:v>
                </c:pt>
                <c:pt idx="29">
                  <c:v>0.2564715011736578</c:v>
                </c:pt>
                <c:pt idx="30">
                  <c:v>0.63682311540361103</c:v>
                </c:pt>
                <c:pt idx="31">
                  <c:v>0.92619361260845923</c:v>
                </c:pt>
                <c:pt idx="32">
                  <c:v>0.93882987886194602</c:v>
                </c:pt>
                <c:pt idx="33">
                  <c:v>0.92745723923380796</c:v>
                </c:pt>
                <c:pt idx="34">
                  <c:v>0.959047904867525</c:v>
                </c:pt>
                <c:pt idx="35">
                  <c:v>0.84784876183684144</c:v>
                </c:pt>
                <c:pt idx="36">
                  <c:v>1.3627766116664288</c:v>
                </c:pt>
                <c:pt idx="37">
                  <c:v>2.0185988302223969</c:v>
                </c:pt>
                <c:pt idx="38">
                  <c:v>2.0072261905942597</c:v>
                </c:pt>
                <c:pt idx="39">
                  <c:v>2.5246812936745449</c:v>
                </c:pt>
                <c:pt idx="40">
                  <c:v>2.8557514695159001</c:v>
                </c:pt>
                <c:pt idx="41">
                  <c:v>2.630194116891158</c:v>
                </c:pt>
                <c:pt idx="42">
                  <c:v>2.6554666493981349</c:v>
                </c:pt>
                <c:pt idx="43">
                  <c:v>1.9996444308421681</c:v>
                </c:pt>
                <c:pt idx="44">
                  <c:v>1.6420380958684901</c:v>
                </c:pt>
                <c:pt idx="45">
                  <c:v>1.689424094319065</c:v>
                </c:pt>
                <c:pt idx="46">
                  <c:v>2.1538068791347071</c:v>
                </c:pt>
                <c:pt idx="47">
                  <c:v>2.0982073076193632</c:v>
                </c:pt>
                <c:pt idx="48">
                  <c:v>1.3741492512945663</c:v>
                </c:pt>
                <c:pt idx="49">
                  <c:v>0.8724894810311391</c:v>
                </c:pt>
                <c:pt idx="50">
                  <c:v>1.4569167952549082</c:v>
                </c:pt>
                <c:pt idx="51">
                  <c:v>1.551688792156058</c:v>
                </c:pt>
                <c:pt idx="52">
                  <c:v>1.186500697430289</c:v>
                </c:pt>
                <c:pt idx="53">
                  <c:v>0.82447166926789073</c:v>
                </c:pt>
                <c:pt idx="54">
                  <c:v>0.92177091941973988</c:v>
                </c:pt>
                <c:pt idx="55">
                  <c:v>1.2976998404609725</c:v>
                </c:pt>
                <c:pt idx="56">
                  <c:v>1.4126898633677021</c:v>
                </c:pt>
                <c:pt idx="57">
                  <c:v>0.95020251849008519</c:v>
                </c:pt>
                <c:pt idx="58">
                  <c:v>0.33039365875655508</c:v>
                </c:pt>
                <c:pt idx="59">
                  <c:v>0.22488083553993962</c:v>
                </c:pt>
                <c:pt idx="60">
                  <c:v>0.29374848662144293</c:v>
                </c:pt>
                <c:pt idx="61">
                  <c:v>0.65325026153314247</c:v>
                </c:pt>
                <c:pt idx="62">
                  <c:v>-4.490344897200358E-2</c:v>
                </c:pt>
                <c:pt idx="63">
                  <c:v>-0.28436069447558127</c:v>
                </c:pt>
                <c:pt idx="64">
                  <c:v>-0.13398912605908644</c:v>
                </c:pt>
                <c:pt idx="65">
                  <c:v>9.4727293129024684E-2</c:v>
                </c:pt>
                <c:pt idx="66">
                  <c:v>3.7232281675660006E-2</c:v>
                </c:pt>
                <c:pt idx="67">
                  <c:v>0.11115443925855847</c:v>
                </c:pt>
                <c:pt idx="68">
                  <c:v>-0.10303027373804473</c:v>
                </c:pt>
                <c:pt idx="69">
                  <c:v>-7.6494114605722335E-2</c:v>
                </c:pt>
                <c:pt idx="70">
                  <c:v>0.42453384234503078</c:v>
                </c:pt>
                <c:pt idx="71">
                  <c:v>0.3379754185086461</c:v>
                </c:pt>
                <c:pt idx="72">
                  <c:v>0.46939258754490987</c:v>
                </c:pt>
                <c:pt idx="73">
                  <c:v>0.14779961139367007</c:v>
                </c:pt>
                <c:pt idx="74">
                  <c:v>-4.3639822346657732E-2</c:v>
                </c:pt>
                <c:pt idx="75">
                  <c:v>-9.4816700673277257E-2</c:v>
                </c:pt>
                <c:pt idx="76">
                  <c:v>-6.0066968476188559E-2</c:v>
                </c:pt>
                <c:pt idx="77">
                  <c:v>0.11747257238530127</c:v>
                </c:pt>
                <c:pt idx="78">
                  <c:v>4.1023161551705808E-2</c:v>
                </c:pt>
                <c:pt idx="79">
                  <c:v>-2.0894543090379965E-2</c:v>
                </c:pt>
                <c:pt idx="80">
                  <c:v>-0.40630066382172786</c:v>
                </c:pt>
                <c:pt idx="81">
                  <c:v>-0.197170457326521</c:v>
                </c:pt>
                <c:pt idx="82">
                  <c:v>-0.25971997528128149</c:v>
                </c:pt>
                <c:pt idx="83">
                  <c:v>-4.8062515535376459E-2</c:v>
                </c:pt>
                <c:pt idx="84">
                  <c:v>-3.1003556093168579E-2</c:v>
                </c:pt>
                <c:pt idx="85">
                  <c:v>-0.44168220933149061</c:v>
                </c:pt>
                <c:pt idx="86">
                  <c:v>-6.3857848352234958E-2</c:v>
                </c:pt>
                <c:pt idx="87">
                  <c:v>-1.1417343400264868E-2</c:v>
                </c:pt>
                <c:pt idx="88">
                  <c:v>0.26215782098772711</c:v>
                </c:pt>
                <c:pt idx="89">
                  <c:v>0.48771517361246591</c:v>
                </c:pt>
                <c:pt idx="90">
                  <c:v>0.42958834884642599</c:v>
                </c:pt>
                <c:pt idx="91">
                  <c:v>0.38788867020991979</c:v>
                </c:pt>
                <c:pt idx="92">
                  <c:v>0.38788867020992096</c:v>
                </c:pt>
                <c:pt idx="93">
                  <c:v>0.22803990210331132</c:v>
                </c:pt>
                <c:pt idx="94">
                  <c:v>0.13516334514018266</c:v>
                </c:pt>
                <c:pt idx="95">
                  <c:v>0.21224456928645283</c:v>
                </c:pt>
                <c:pt idx="96">
                  <c:v>9.3463666503677656E-2</c:v>
                </c:pt>
                <c:pt idx="97">
                  <c:v>0.38788867020991979</c:v>
                </c:pt>
                <c:pt idx="98">
                  <c:v>0.46244264110549355</c:v>
                </c:pt>
                <c:pt idx="99">
                  <c:v>0.83268524233265639</c:v>
                </c:pt>
                <c:pt idx="100">
                  <c:v>0.3076483795002779</c:v>
                </c:pt>
                <c:pt idx="101">
                  <c:v>-1.9401437101497713E-3</c:v>
                </c:pt>
                <c:pt idx="102">
                  <c:v>0.40810669621549933</c:v>
                </c:pt>
                <c:pt idx="103">
                  <c:v>0.52941485224897211</c:v>
                </c:pt>
                <c:pt idx="104">
                  <c:v>0.48076522717304843</c:v>
                </c:pt>
                <c:pt idx="105">
                  <c:v>0.71959065936394939</c:v>
                </c:pt>
                <c:pt idx="106">
                  <c:v>0.55658282469397036</c:v>
                </c:pt>
                <c:pt idx="107">
                  <c:v>0.325970965567834</c:v>
                </c:pt>
                <c:pt idx="108">
                  <c:v>0.45359725472805135</c:v>
                </c:pt>
                <c:pt idx="109">
                  <c:v>0.54521018506583185</c:v>
                </c:pt>
                <c:pt idx="110">
                  <c:v>0.40810669621550055</c:v>
                </c:pt>
                <c:pt idx="111">
                  <c:v>-0.43978676939346772</c:v>
                </c:pt>
                <c:pt idx="112">
                  <c:v>-0.21486123008140182</c:v>
                </c:pt>
                <c:pt idx="113">
                  <c:v>-0.43725951614277131</c:v>
                </c:pt>
                <c:pt idx="114">
                  <c:v>-0.75822067898133583</c:v>
                </c:pt>
                <c:pt idx="115">
                  <c:v>-0.80307942418121492</c:v>
                </c:pt>
                <c:pt idx="116">
                  <c:v>-0.58952652449728693</c:v>
                </c:pt>
                <c:pt idx="117">
                  <c:v>-0.72220732015889866</c:v>
                </c:pt>
                <c:pt idx="118">
                  <c:v>-0.20980672358000751</c:v>
                </c:pt>
                <c:pt idx="119">
                  <c:v>0.44664730828863441</c:v>
                </c:pt>
                <c:pt idx="120">
                  <c:v>1.8507361658972102E-3</c:v>
                </c:pt>
                <c:pt idx="121">
                  <c:v>-5.3748835349445752E-2</c:v>
                </c:pt>
                <c:pt idx="122">
                  <c:v>0.10357267950646627</c:v>
                </c:pt>
                <c:pt idx="123">
                  <c:v>0.71453615286255412</c:v>
                </c:pt>
                <c:pt idx="124">
                  <c:v>0.58501442376431512</c:v>
                </c:pt>
                <c:pt idx="125">
                  <c:v>0.77708567081731461</c:v>
                </c:pt>
                <c:pt idx="126">
                  <c:v>0.92556179929578508</c:v>
                </c:pt>
                <c:pt idx="127">
                  <c:v>0.91608459960567001</c:v>
                </c:pt>
                <c:pt idx="128">
                  <c:v>0.95904790486752434</c:v>
                </c:pt>
                <c:pt idx="129">
                  <c:v>0.80804452313835806</c:v>
                </c:pt>
                <c:pt idx="130">
                  <c:v>0.50666957299269677</c:v>
                </c:pt>
                <c:pt idx="131">
                  <c:v>0.21729907578784743</c:v>
                </c:pt>
                <c:pt idx="132">
                  <c:v>0.45675632129142424</c:v>
                </c:pt>
                <c:pt idx="133">
                  <c:v>1.0089611565687981</c:v>
                </c:pt>
                <c:pt idx="134">
                  <c:v>0.74612681849627294</c:v>
                </c:pt>
                <c:pt idx="135">
                  <c:v>0.6387185553416328</c:v>
                </c:pt>
                <c:pt idx="136">
                  <c:v>0.71074527298650958</c:v>
                </c:pt>
                <c:pt idx="137">
                  <c:v>0.61155058289663744</c:v>
                </c:pt>
                <c:pt idx="138">
                  <c:v>0.46433808104351526</c:v>
                </c:pt>
                <c:pt idx="139">
                  <c:v>0.38283416370852574</c:v>
                </c:pt>
                <c:pt idx="140">
                  <c:v>0.28237584699330431</c:v>
                </c:pt>
                <c:pt idx="141">
                  <c:v>0.17433577052599186</c:v>
                </c:pt>
                <c:pt idx="142">
                  <c:v>0.11936801232332418</c:v>
                </c:pt>
                <c:pt idx="143">
                  <c:v>-0.19653864401384571</c:v>
                </c:pt>
                <c:pt idx="144">
                  <c:v>-0.15799803194071124</c:v>
                </c:pt>
                <c:pt idx="145">
                  <c:v>-0.65902598889146524</c:v>
                </c:pt>
                <c:pt idx="146">
                  <c:v>-0.67671676164634664</c:v>
                </c:pt>
                <c:pt idx="147">
                  <c:v>-0.91806944708794513</c:v>
                </c:pt>
                <c:pt idx="148">
                  <c:v>-0.73800265297575707</c:v>
                </c:pt>
                <c:pt idx="149">
                  <c:v>-0.68493033471111386</c:v>
                </c:pt>
                <c:pt idx="150">
                  <c:v>-0.91048768733585328</c:v>
                </c:pt>
                <c:pt idx="151">
                  <c:v>-1.0299004034313037</c:v>
                </c:pt>
                <c:pt idx="152">
                  <c:v>-1.0280049634932804</c:v>
                </c:pt>
                <c:pt idx="153">
                  <c:v>-0.7961294777417971</c:v>
                </c:pt>
                <c:pt idx="154">
                  <c:v>-1.0899226681353669</c:v>
                </c:pt>
                <c:pt idx="155">
                  <c:v>-1.029900403431304</c:v>
                </c:pt>
                <c:pt idx="156">
                  <c:v>-1.5612553993904252</c:v>
                </c:pt>
                <c:pt idx="157">
                  <c:v>-1.616854970905768</c:v>
                </c:pt>
                <c:pt idx="158">
                  <c:v>-1.800712644894001</c:v>
                </c:pt>
                <c:pt idx="159">
                  <c:v>-1.513869400939849</c:v>
                </c:pt>
                <c:pt idx="160">
                  <c:v>-1.7223677941223834</c:v>
                </c:pt>
                <c:pt idx="161">
                  <c:v>-1.4835423619314814</c:v>
                </c:pt>
                <c:pt idx="162">
                  <c:v>-1.4791196687427608</c:v>
                </c:pt>
                <c:pt idx="163">
                  <c:v>-1.5069194545004325</c:v>
                </c:pt>
                <c:pt idx="164">
                  <c:v>-1.1625811990929162</c:v>
                </c:pt>
                <c:pt idx="165">
                  <c:v>-1.3015801278812704</c:v>
                </c:pt>
                <c:pt idx="166">
                  <c:v>-1.1442586130253589</c:v>
                </c:pt>
                <c:pt idx="167">
                  <c:v>-1.2731485288109248</c:v>
                </c:pt>
                <c:pt idx="168">
                  <c:v>-1.3293799136389424</c:v>
                </c:pt>
                <c:pt idx="169">
                  <c:v>-1.316743647385455</c:v>
                </c:pt>
                <c:pt idx="170">
                  <c:v>-0.88331971489085614</c:v>
                </c:pt>
                <c:pt idx="171">
                  <c:v>-0.80244761086854077</c:v>
                </c:pt>
                <c:pt idx="172">
                  <c:v>-0.57499481830577759</c:v>
                </c:pt>
                <c:pt idx="173">
                  <c:v>-0.86057443563457925</c:v>
                </c:pt>
                <c:pt idx="174">
                  <c:v>-0.86752438207399762</c:v>
                </c:pt>
                <c:pt idx="175">
                  <c:v>-0.76643425204610305</c:v>
                </c:pt>
                <c:pt idx="176">
                  <c:v>-0.96861451210189176</c:v>
                </c:pt>
                <c:pt idx="177">
                  <c:v>-1.0191595771158402</c:v>
                </c:pt>
                <c:pt idx="178">
                  <c:v>-1.0305322167439779</c:v>
                </c:pt>
                <c:pt idx="179">
                  <c:v>-0.71146649384343474</c:v>
                </c:pt>
                <c:pt idx="180">
                  <c:v>-0.39303258425556636</c:v>
                </c:pt>
                <c:pt idx="181">
                  <c:v>-6.5753288290257852E-2</c:v>
                </c:pt>
                <c:pt idx="182">
                  <c:v>-0.28562432110092889</c:v>
                </c:pt>
                <c:pt idx="183">
                  <c:v>-0.99135979135816865</c:v>
                </c:pt>
                <c:pt idx="184">
                  <c:v>-1.3723432189007971</c:v>
                </c:pt>
                <c:pt idx="185">
                  <c:v>-0.67671676164634631</c:v>
                </c:pt>
                <c:pt idx="186">
                  <c:v>-0.49349090097078691</c:v>
                </c:pt>
                <c:pt idx="187">
                  <c:v>-0.16747523163082692</c:v>
                </c:pt>
                <c:pt idx="188">
                  <c:v>-0.48780458115671821</c:v>
                </c:pt>
                <c:pt idx="189">
                  <c:v>-0.42841412976533</c:v>
                </c:pt>
                <c:pt idx="190">
                  <c:v>-0.54782684586078045</c:v>
                </c:pt>
                <c:pt idx="191">
                  <c:v>-0.52065887341578398</c:v>
                </c:pt>
                <c:pt idx="192">
                  <c:v>-0.97935533841735656</c:v>
                </c:pt>
                <c:pt idx="193">
                  <c:v>-1.1480494929014053</c:v>
                </c:pt>
                <c:pt idx="194">
                  <c:v>-0.94144653965689551</c:v>
                </c:pt>
                <c:pt idx="195">
                  <c:v>-5.5012461974794549E-2</c:v>
                </c:pt>
                <c:pt idx="196">
                  <c:v>-0.18453419107303362</c:v>
                </c:pt>
                <c:pt idx="197">
                  <c:v>-1.2826257285010396</c:v>
                </c:pt>
                <c:pt idx="198">
                  <c:v>-1.3849794851542845</c:v>
                </c:pt>
                <c:pt idx="199">
                  <c:v>-1.7444812600659847</c:v>
                </c:pt>
                <c:pt idx="200">
                  <c:v>-1.2693576489348799</c:v>
                </c:pt>
                <c:pt idx="201">
                  <c:v>-1.2971574346925498</c:v>
                </c:pt>
                <c:pt idx="202">
                  <c:v>-1.1733220254083783</c:v>
                </c:pt>
                <c:pt idx="203">
                  <c:v>-1.6174867842184422</c:v>
                </c:pt>
                <c:pt idx="204">
                  <c:v>-1.5069194545004325</c:v>
                </c:pt>
                <c:pt idx="205">
                  <c:v>-1.8828483755416647</c:v>
                </c:pt>
                <c:pt idx="206">
                  <c:v>-2.1684279928704671</c:v>
                </c:pt>
                <c:pt idx="207">
                  <c:v>-2.3655537464248644</c:v>
                </c:pt>
                <c:pt idx="208">
                  <c:v>-1.9896248253836297</c:v>
                </c:pt>
                <c:pt idx="209">
                  <c:v>-1.6623455294183211</c:v>
                </c:pt>
                <c:pt idx="210">
                  <c:v>-1.7640674727588908</c:v>
                </c:pt>
                <c:pt idx="211">
                  <c:v>-1.8063989647080687</c:v>
                </c:pt>
                <c:pt idx="212">
                  <c:v>-2.3339630807911447</c:v>
                </c:pt>
                <c:pt idx="213">
                  <c:v>-3.0498075640511746</c:v>
                </c:pt>
                <c:pt idx="214">
                  <c:v>-3.2867375563040522</c:v>
                </c:pt>
                <c:pt idx="215">
                  <c:v>-3.061180203679311</c:v>
                </c:pt>
                <c:pt idx="216">
                  <c:v>-3.0251668448568751</c:v>
                </c:pt>
                <c:pt idx="217">
                  <c:v>-2.7206328281478438</c:v>
                </c:pt>
                <c:pt idx="218">
                  <c:v>-2.7332690944013294</c:v>
                </c:pt>
                <c:pt idx="219">
                  <c:v>-3.2842103030533556</c:v>
                </c:pt>
                <c:pt idx="220">
                  <c:v>-3.5969578928271551</c:v>
                </c:pt>
                <c:pt idx="221">
                  <c:v>-3.6841481299762155</c:v>
                </c:pt>
                <c:pt idx="222">
                  <c:v>-3.8206198055138723</c:v>
                </c:pt>
                <c:pt idx="223">
                  <c:v>-3.8092471658857341</c:v>
                </c:pt>
                <c:pt idx="224">
                  <c:v>-3.9103372959136284</c:v>
                </c:pt>
                <c:pt idx="225">
                  <c:v>-3.3391780612560233</c:v>
                </c:pt>
                <c:pt idx="226">
                  <c:v>-3.0491757507385016</c:v>
                </c:pt>
                <c:pt idx="227">
                  <c:v>-3.1496340674537207</c:v>
                </c:pt>
                <c:pt idx="228">
                  <c:v>-3.4705952302922869</c:v>
                </c:pt>
                <c:pt idx="229">
                  <c:v>-3.2500923841689411</c:v>
                </c:pt>
                <c:pt idx="230">
                  <c:v>-3.4301591782811296</c:v>
                </c:pt>
                <c:pt idx="231">
                  <c:v>-2.9120722618881687</c:v>
                </c:pt>
                <c:pt idx="232">
                  <c:v>-2.6808285894493595</c:v>
                </c:pt>
                <c:pt idx="233">
                  <c:v>-2.7364281609647012</c:v>
                </c:pt>
                <c:pt idx="234">
                  <c:v>-2.3402812139178892</c:v>
                </c:pt>
                <c:pt idx="235">
                  <c:v>-2.3491266002953299</c:v>
                </c:pt>
                <c:pt idx="236">
                  <c:v>-1.771017419198307</c:v>
                </c:pt>
                <c:pt idx="237">
                  <c:v>-2.1324146340480308</c:v>
                </c:pt>
                <c:pt idx="238">
                  <c:v>-2.4590621167006659</c:v>
                </c:pt>
                <c:pt idx="239">
                  <c:v>-2.5847929659228597</c:v>
                </c:pt>
                <c:pt idx="240">
                  <c:v>-3.0036851922259484</c:v>
                </c:pt>
                <c:pt idx="241">
                  <c:v>-3.264624090360452</c:v>
                </c:pt>
                <c:pt idx="242">
                  <c:v>-2.7503280538435368</c:v>
                </c:pt>
                <c:pt idx="243">
                  <c:v>-2.8817452228798</c:v>
                </c:pt>
                <c:pt idx="244">
                  <c:v>-2.9297630346430501</c:v>
                </c:pt>
                <c:pt idx="245">
                  <c:v>-2.8027685587955067</c:v>
                </c:pt>
                <c:pt idx="246">
                  <c:v>-3.0390667377357112</c:v>
                </c:pt>
                <c:pt idx="247">
                  <c:v>-3.2267152915999908</c:v>
                </c:pt>
                <c:pt idx="248">
                  <c:v>-3.5318811216216983</c:v>
                </c:pt>
                <c:pt idx="249">
                  <c:v>-3.4263682984050825</c:v>
                </c:pt>
                <c:pt idx="250">
                  <c:v>-3.2039700123437149</c:v>
                </c:pt>
                <c:pt idx="251">
                  <c:v>-3.0554938838652439</c:v>
                </c:pt>
                <c:pt idx="252">
                  <c:v>-2.7686506399110922</c:v>
                </c:pt>
                <c:pt idx="253">
                  <c:v>-2.4325259575683433</c:v>
                </c:pt>
                <c:pt idx="254">
                  <c:v>-2.8173002649870171</c:v>
                </c:pt>
                <c:pt idx="255">
                  <c:v>-2.3428084671685863</c:v>
                </c:pt>
                <c:pt idx="256">
                  <c:v>-2.4382122773824109</c:v>
                </c:pt>
                <c:pt idx="257">
                  <c:v>-2.3074269216588217</c:v>
                </c:pt>
                <c:pt idx="258">
                  <c:v>-2.8122457584856226</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extLst>
            <c:ext xmlns:c16="http://schemas.microsoft.com/office/drawing/2014/chart" uri="{C3380CC4-5D6E-409C-BE32-E72D297353CC}">
              <c16:uniqueId val="{00000000-C0BE-42A8-8706-1A95DA3094D4}"/>
            </c:ext>
          </c:extLst>
        </c:ser>
        <c:dLbls>
          <c:showLegendKey val="0"/>
          <c:showVal val="0"/>
          <c:showCatName val="0"/>
          <c:showSerName val="0"/>
          <c:showPercent val="0"/>
          <c:showBubbleSize val="0"/>
        </c:dLbls>
        <c:axId val="1392040336"/>
        <c:axId val="1032021760"/>
      </c:areaChart>
      <c:lineChart>
        <c:grouping val="standard"/>
        <c:varyColors val="0"/>
        <c:ser>
          <c:idx val="0"/>
          <c:order val="0"/>
          <c:tx>
            <c:strRef>
              <c:f>TERMP!$GS$8</c:f>
              <c:strCache>
                <c:ptCount val="1"/>
                <c:pt idx="0">
                  <c:v>mean CPI sel. DM</c:v>
                </c:pt>
              </c:strCache>
            </c:strRef>
          </c:tx>
          <c:spPr>
            <a:ln w="22225" cap="rnd">
              <a:solidFill>
                <a:srgbClr val="8FAADC"/>
              </a:solidFill>
              <a:round/>
            </a:ln>
            <a:effectLst/>
          </c:spPr>
          <c:marker>
            <c:symbol val="none"/>
          </c:marker>
          <c:cat>
            <c:numRef>
              <c:f>TERMP!$FO$10:$FO$1010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TERMP!$GS$10:$GS$1010</c:f>
              <c:numCache>
                <c:formatCode>0.00</c:formatCode>
                <c:ptCount val="1001"/>
                <c:pt idx="0">
                  <c:v>1.8</c:v>
                </c:pt>
                <c:pt idx="1">
                  <c:v>1.8499999999999999</c:v>
                </c:pt>
                <c:pt idx="2">
                  <c:v>1.9500000000000002</c:v>
                </c:pt>
                <c:pt idx="3">
                  <c:v>2.0500000000000003</c:v>
                </c:pt>
                <c:pt idx="4">
                  <c:v>1.8166666666666667</c:v>
                </c:pt>
                <c:pt idx="5">
                  <c:v>1.7</c:v>
                </c:pt>
                <c:pt idx="6">
                  <c:v>1.9666666666666668</c:v>
                </c:pt>
                <c:pt idx="7">
                  <c:v>2.1666666666666665</c:v>
                </c:pt>
                <c:pt idx="8">
                  <c:v>2.6333333333333333</c:v>
                </c:pt>
                <c:pt idx="9">
                  <c:v>2.333333333333333</c:v>
                </c:pt>
                <c:pt idx="10">
                  <c:v>2.0333333333333332</c:v>
                </c:pt>
                <c:pt idx="11">
                  <c:v>2.0500000000000003</c:v>
                </c:pt>
                <c:pt idx="12">
                  <c:v>2.3000000000000003</c:v>
                </c:pt>
                <c:pt idx="13">
                  <c:v>2.1500000000000004</c:v>
                </c:pt>
                <c:pt idx="14">
                  <c:v>2.0499999999999998</c:v>
                </c:pt>
                <c:pt idx="15">
                  <c:v>2.1833333333333336</c:v>
                </c:pt>
                <c:pt idx="16">
                  <c:v>2.4500000000000002</c:v>
                </c:pt>
                <c:pt idx="17">
                  <c:v>2.7000000000000006</c:v>
                </c:pt>
                <c:pt idx="18">
                  <c:v>2.5833333333333335</c:v>
                </c:pt>
                <c:pt idx="19">
                  <c:v>2.6</c:v>
                </c:pt>
                <c:pt idx="20">
                  <c:v>1.9333333333333336</c:v>
                </c:pt>
                <c:pt idx="21">
                  <c:v>1.7833333333333332</c:v>
                </c:pt>
                <c:pt idx="22">
                  <c:v>2.0500000000000003</c:v>
                </c:pt>
                <c:pt idx="23">
                  <c:v>2.1166666666666667</c:v>
                </c:pt>
                <c:pt idx="24">
                  <c:v>1.8333333333333333</c:v>
                </c:pt>
                <c:pt idx="25">
                  <c:v>2.0333333333333332</c:v>
                </c:pt>
                <c:pt idx="26">
                  <c:v>2.0833333333333335</c:v>
                </c:pt>
                <c:pt idx="27">
                  <c:v>2</c:v>
                </c:pt>
                <c:pt idx="28">
                  <c:v>1.9666666666666668</c:v>
                </c:pt>
                <c:pt idx="29">
                  <c:v>1.8499999999999999</c:v>
                </c:pt>
                <c:pt idx="30">
                  <c:v>1.7333333333333334</c:v>
                </c:pt>
                <c:pt idx="31">
                  <c:v>1.5166666666666666</c:v>
                </c:pt>
                <c:pt idx="32">
                  <c:v>1.8</c:v>
                </c:pt>
                <c:pt idx="33">
                  <c:v>2.1</c:v>
                </c:pt>
                <c:pt idx="34">
                  <c:v>2.3833333333333333</c:v>
                </c:pt>
                <c:pt idx="35">
                  <c:v>2.5500000000000003</c:v>
                </c:pt>
                <c:pt idx="36">
                  <c:v>2.583333333333333</c:v>
                </c:pt>
                <c:pt idx="37">
                  <c:v>2.5833333333333335</c:v>
                </c:pt>
                <c:pt idx="38">
                  <c:v>2.8333333333333335</c:v>
                </c:pt>
                <c:pt idx="39">
                  <c:v>2.8333333333333335</c:v>
                </c:pt>
                <c:pt idx="40">
                  <c:v>3.1666666666666665</c:v>
                </c:pt>
                <c:pt idx="41">
                  <c:v>3.7166666666666672</c:v>
                </c:pt>
                <c:pt idx="42">
                  <c:v>4.0333333333333323</c:v>
                </c:pt>
                <c:pt idx="43">
                  <c:v>3.9833333333333329</c:v>
                </c:pt>
                <c:pt idx="44">
                  <c:v>4.05</c:v>
                </c:pt>
                <c:pt idx="45">
                  <c:v>3.4499999999999997</c:v>
                </c:pt>
                <c:pt idx="46">
                  <c:v>2.5500000000000003</c:v>
                </c:pt>
                <c:pt idx="47">
                  <c:v>1.6833333333333336</c:v>
                </c:pt>
                <c:pt idx="48">
                  <c:v>1.4833333333333332</c:v>
                </c:pt>
                <c:pt idx="49">
                  <c:v>1.6000000000000003</c:v>
                </c:pt>
                <c:pt idx="50">
                  <c:v>1.0666666666666667</c:v>
                </c:pt>
                <c:pt idx="51">
                  <c:v>0.81666666666666654</c:v>
                </c:pt>
                <c:pt idx="52">
                  <c:v>0.3833333333333333</c:v>
                </c:pt>
                <c:pt idx="53">
                  <c:v>-6.6666666666666652E-2</c:v>
                </c:pt>
                <c:pt idx="54">
                  <c:v>-0.45000000000000012</c:v>
                </c:pt>
                <c:pt idx="55">
                  <c:v>-0.28333333333333344</c:v>
                </c:pt>
                <c:pt idx="56">
                  <c:v>-0.40000000000000008</c:v>
                </c:pt>
                <c:pt idx="57">
                  <c:v>0</c:v>
                </c:pt>
                <c:pt idx="58">
                  <c:v>0.75</c:v>
                </c:pt>
                <c:pt idx="59">
                  <c:v>1.3666666666666665</c:v>
                </c:pt>
                <c:pt idx="60">
                  <c:v>1.6333333333333331</c:v>
                </c:pt>
                <c:pt idx="61">
                  <c:v>1.4166666666666667</c:v>
                </c:pt>
                <c:pt idx="62">
                  <c:v>1.75</c:v>
                </c:pt>
                <c:pt idx="63">
                  <c:v>1.8333333333333337</c:v>
                </c:pt>
                <c:pt idx="64">
                  <c:v>1.75</c:v>
                </c:pt>
                <c:pt idx="65">
                  <c:v>1.5333333333333334</c:v>
                </c:pt>
                <c:pt idx="66">
                  <c:v>1.6666666666666667</c:v>
                </c:pt>
                <c:pt idx="67">
                  <c:v>1.6166666666666669</c:v>
                </c:pt>
                <c:pt idx="68">
                  <c:v>1.7166666666666668</c:v>
                </c:pt>
                <c:pt idx="69">
                  <c:v>1.9666666666666668</c:v>
                </c:pt>
                <c:pt idx="70">
                  <c:v>1.8833333333333335</c:v>
                </c:pt>
                <c:pt idx="71">
                  <c:v>2.1</c:v>
                </c:pt>
                <c:pt idx="72">
                  <c:v>2.0666666666666664</c:v>
                </c:pt>
                <c:pt idx="73">
                  <c:v>2.2333333333333338</c:v>
                </c:pt>
                <c:pt idx="74">
                  <c:v>2.5833333333333335</c:v>
                </c:pt>
                <c:pt idx="75">
                  <c:v>2.7833333333333332</c:v>
                </c:pt>
                <c:pt idx="76">
                  <c:v>2.9000000000000004</c:v>
                </c:pt>
                <c:pt idx="77">
                  <c:v>2.7833333333333337</c:v>
                </c:pt>
                <c:pt idx="78">
                  <c:v>2.8166666666666664</c:v>
                </c:pt>
                <c:pt idx="79">
                  <c:v>2.9333333333333336</c:v>
                </c:pt>
                <c:pt idx="80">
                  <c:v>3.1166666666666667</c:v>
                </c:pt>
                <c:pt idx="81">
                  <c:v>2.9333333333333336</c:v>
                </c:pt>
                <c:pt idx="82">
                  <c:v>2.8333333333333335</c:v>
                </c:pt>
                <c:pt idx="83">
                  <c:v>2.5166666666666671</c:v>
                </c:pt>
                <c:pt idx="84">
                  <c:v>2.4666666666666663</c:v>
                </c:pt>
                <c:pt idx="85">
                  <c:v>2.4833333333333329</c:v>
                </c:pt>
                <c:pt idx="86">
                  <c:v>2.15</c:v>
                </c:pt>
                <c:pt idx="87">
                  <c:v>1.9833333333333334</c:v>
                </c:pt>
                <c:pt idx="88">
                  <c:v>1.6499999999999997</c:v>
                </c:pt>
                <c:pt idx="89">
                  <c:v>1.4999999999999998</c:v>
                </c:pt>
                <c:pt idx="90">
                  <c:v>1.4166666666666667</c:v>
                </c:pt>
                <c:pt idx="91">
                  <c:v>1.4666666666666668</c:v>
                </c:pt>
                <c:pt idx="92">
                  <c:v>1.6166666666666665</c:v>
                </c:pt>
                <c:pt idx="93">
                  <c:v>1.7</c:v>
                </c:pt>
                <c:pt idx="94">
                  <c:v>1.55</c:v>
                </c:pt>
                <c:pt idx="95">
                  <c:v>1.5833333333333333</c:v>
                </c:pt>
                <c:pt idx="96">
                  <c:v>1.45</c:v>
                </c:pt>
                <c:pt idx="97">
                  <c:v>1.5666666666666667</c:v>
                </c:pt>
                <c:pt idx="98">
                  <c:v>1.4333333333333333</c:v>
                </c:pt>
                <c:pt idx="99">
                  <c:v>1.1500000000000001</c:v>
                </c:pt>
                <c:pt idx="100">
                  <c:v>1.4000000000000001</c:v>
                </c:pt>
                <c:pt idx="101">
                  <c:v>1.6833333333333333</c:v>
                </c:pt>
                <c:pt idx="102">
                  <c:v>1.8</c:v>
                </c:pt>
                <c:pt idx="103">
                  <c:v>1.6500000000000001</c:v>
                </c:pt>
                <c:pt idx="104">
                  <c:v>1.5666666666666664</c:v>
                </c:pt>
                <c:pt idx="105">
                  <c:v>1.3166666666666667</c:v>
                </c:pt>
                <c:pt idx="106">
                  <c:v>1.4666666666666668</c:v>
                </c:pt>
                <c:pt idx="107">
                  <c:v>1.6333333333333335</c:v>
                </c:pt>
                <c:pt idx="108">
                  <c:v>1.6500000000000001</c:v>
                </c:pt>
                <c:pt idx="109">
                  <c:v>1.4666666666666668</c:v>
                </c:pt>
                <c:pt idx="110">
                  <c:v>1.5999999999999999</c:v>
                </c:pt>
                <c:pt idx="111">
                  <c:v>2.1333333333333333</c:v>
                </c:pt>
                <c:pt idx="112">
                  <c:v>2.166666666666667</c:v>
                </c:pt>
                <c:pt idx="113">
                  <c:v>2.25</c:v>
                </c:pt>
                <c:pt idx="114">
                  <c:v>2.0833333333333335</c:v>
                </c:pt>
                <c:pt idx="115">
                  <c:v>2</c:v>
                </c:pt>
                <c:pt idx="116">
                  <c:v>1.7833333333333332</c:v>
                </c:pt>
                <c:pt idx="117">
                  <c:v>1.8333333333333333</c:v>
                </c:pt>
                <c:pt idx="118">
                  <c:v>1.55</c:v>
                </c:pt>
                <c:pt idx="119">
                  <c:v>1.1166666666666667</c:v>
                </c:pt>
                <c:pt idx="120">
                  <c:v>0.78333333333333333</c:v>
                </c:pt>
                <c:pt idx="121">
                  <c:v>0.76666666666666672</c:v>
                </c:pt>
                <c:pt idx="122">
                  <c:v>0.76666666666666661</c:v>
                </c:pt>
                <c:pt idx="123">
                  <c:v>0.43333333333333335</c:v>
                </c:pt>
                <c:pt idx="124">
                  <c:v>0.56666666666666676</c:v>
                </c:pt>
                <c:pt idx="125">
                  <c:v>0.58333333333333337</c:v>
                </c:pt>
                <c:pt idx="126">
                  <c:v>0.65</c:v>
                </c:pt>
                <c:pt idx="127">
                  <c:v>0.6</c:v>
                </c:pt>
                <c:pt idx="128">
                  <c:v>0.43333333333333335</c:v>
                </c:pt>
                <c:pt idx="129">
                  <c:v>0.55000000000000004</c:v>
                </c:pt>
                <c:pt idx="130">
                  <c:v>0.65</c:v>
                </c:pt>
                <c:pt idx="131">
                  <c:v>0.76666666666666661</c:v>
                </c:pt>
                <c:pt idx="132">
                  <c:v>0.93333333333333324</c:v>
                </c:pt>
                <c:pt idx="133">
                  <c:v>0.75</c:v>
                </c:pt>
                <c:pt idx="134">
                  <c:v>0.66666666666666663</c:v>
                </c:pt>
                <c:pt idx="135">
                  <c:v>0.6333333333333333</c:v>
                </c:pt>
                <c:pt idx="136">
                  <c:v>0.58333333333333337</c:v>
                </c:pt>
                <c:pt idx="137">
                  <c:v>0.6166666666666667</c:v>
                </c:pt>
                <c:pt idx="138">
                  <c:v>0.58333333333333337</c:v>
                </c:pt>
                <c:pt idx="139">
                  <c:v>0.58333333333333337</c:v>
                </c:pt>
                <c:pt idx="140">
                  <c:v>0.83333333333333337</c:v>
                </c:pt>
                <c:pt idx="141">
                  <c:v>0.98333333333333328</c:v>
                </c:pt>
                <c:pt idx="142">
                  <c:v>1.0833333333333333</c:v>
                </c:pt>
                <c:pt idx="143">
                  <c:v>1.3499999999999999</c:v>
                </c:pt>
                <c:pt idx="144">
                  <c:v>1.6666666666666667</c:v>
                </c:pt>
                <c:pt idx="145">
                  <c:v>1.8</c:v>
                </c:pt>
                <c:pt idx="146">
                  <c:v>1.6833333333333333</c:v>
                </c:pt>
                <c:pt idx="147">
                  <c:v>1.8166666666666667</c:v>
                </c:pt>
                <c:pt idx="148">
                  <c:v>1.6666666666666667</c:v>
                </c:pt>
                <c:pt idx="149">
                  <c:v>1.4666666666666668</c:v>
                </c:pt>
                <c:pt idx="150">
                  <c:v>1.5166666666666666</c:v>
                </c:pt>
                <c:pt idx="151">
                  <c:v>1.7166666666666668</c:v>
                </c:pt>
                <c:pt idx="152">
                  <c:v>1.8166666666666667</c:v>
                </c:pt>
                <c:pt idx="153">
                  <c:v>1.6333333333333335</c:v>
                </c:pt>
                <c:pt idx="154">
                  <c:v>1.8833333333333335</c:v>
                </c:pt>
                <c:pt idx="155">
                  <c:v>1.8666666666666669</c:v>
                </c:pt>
                <c:pt idx="156">
                  <c:v>1.9000000000000001</c:v>
                </c:pt>
                <c:pt idx="157">
                  <c:v>1.9333333333333336</c:v>
                </c:pt>
                <c:pt idx="158">
                  <c:v>1.9333333333333333</c:v>
                </c:pt>
                <c:pt idx="159">
                  <c:v>1.7999999999999998</c:v>
                </c:pt>
                <c:pt idx="160">
                  <c:v>2.0000000000000004</c:v>
                </c:pt>
                <c:pt idx="161">
                  <c:v>2.1</c:v>
                </c:pt>
                <c:pt idx="162">
                  <c:v>2.2666666666666666</c:v>
                </c:pt>
                <c:pt idx="163">
                  <c:v>2.2833333333333337</c:v>
                </c:pt>
                <c:pt idx="164">
                  <c:v>2.0166666666666666</c:v>
                </c:pt>
                <c:pt idx="165">
                  <c:v>2.15</c:v>
                </c:pt>
                <c:pt idx="166">
                  <c:v>1.7999999999999998</c:v>
                </c:pt>
                <c:pt idx="167">
                  <c:v>1.5999999999999999</c:v>
                </c:pt>
                <c:pt idx="168">
                  <c:v>1.3666666666666669</c:v>
                </c:pt>
                <c:pt idx="169">
                  <c:v>1.4000000000000001</c:v>
                </c:pt>
                <c:pt idx="170">
                  <c:v>1.4833333333333334</c:v>
                </c:pt>
                <c:pt idx="171">
                  <c:v>1.666666666666667</c:v>
                </c:pt>
                <c:pt idx="172">
                  <c:v>1.5666666666666667</c:v>
                </c:pt>
                <c:pt idx="173">
                  <c:v>1.5333333333333334</c:v>
                </c:pt>
                <c:pt idx="174">
                  <c:v>1.5</c:v>
                </c:pt>
                <c:pt idx="175">
                  <c:v>1.3666666666666665</c:v>
                </c:pt>
                <c:pt idx="176">
                  <c:v>1.3333333333333333</c:v>
                </c:pt>
                <c:pt idx="177">
                  <c:v>1.3</c:v>
                </c:pt>
                <c:pt idx="178">
                  <c:v>1.5</c:v>
                </c:pt>
                <c:pt idx="179">
                  <c:v>1.6166666666666665</c:v>
                </c:pt>
                <c:pt idx="180">
                  <c:v>1.7666666666666666</c:v>
                </c:pt>
                <c:pt idx="181">
                  <c:v>1.5999999999999999</c:v>
                </c:pt>
                <c:pt idx="182">
                  <c:v>1.2</c:v>
                </c:pt>
                <c:pt idx="183">
                  <c:v>0.58333333333333337</c:v>
                </c:pt>
                <c:pt idx="184">
                  <c:v>0.43333333333333335</c:v>
                </c:pt>
                <c:pt idx="185">
                  <c:v>0.33333333333333331</c:v>
                </c:pt>
                <c:pt idx="186">
                  <c:v>0.41666666666666674</c:v>
                </c:pt>
                <c:pt idx="187">
                  <c:v>0.21666666666666667</c:v>
                </c:pt>
                <c:pt idx="188">
                  <c:v>0.46666666666666662</c:v>
                </c:pt>
                <c:pt idx="189">
                  <c:v>0.43333333333333329</c:v>
                </c:pt>
                <c:pt idx="190">
                  <c:v>0.33333333333333331</c:v>
                </c:pt>
                <c:pt idx="191">
                  <c:v>0.34999999999999992</c:v>
                </c:pt>
                <c:pt idx="192">
                  <c:v>0.70000000000000007</c:v>
                </c:pt>
                <c:pt idx="193">
                  <c:v>0.75</c:v>
                </c:pt>
                <c:pt idx="194">
                  <c:v>1.25</c:v>
                </c:pt>
                <c:pt idx="195">
                  <c:v>1.7833333333333334</c:v>
                </c:pt>
                <c:pt idx="196">
                  <c:v>2.1666666666666665</c:v>
                </c:pt>
                <c:pt idx="197">
                  <c:v>2.6999999999999997</c:v>
                </c:pt>
                <c:pt idx="198">
                  <c:v>2.8000000000000003</c:v>
                </c:pt>
                <c:pt idx="199">
                  <c:v>3.1666666666666665</c:v>
                </c:pt>
                <c:pt idx="200">
                  <c:v>3.25</c:v>
                </c:pt>
                <c:pt idx="201">
                  <c:v>3.7166666666666668</c:v>
                </c:pt>
                <c:pt idx="202">
                  <c:v>4.1833333333333327</c:v>
                </c:pt>
                <c:pt idx="203">
                  <c:v>4.416666666666667</c:v>
                </c:pt>
                <c:pt idx="204">
                  <c:v>4.5333333333333341</c:v>
                </c:pt>
                <c:pt idx="205">
                  <c:v>5.0166666666666666</c:v>
                </c:pt>
                <c:pt idx="206">
                  <c:v>5.9833333333333334</c:v>
                </c:pt>
                <c:pt idx="207">
                  <c:v>6.5333333333333341</c:v>
                </c:pt>
                <c:pt idx="208">
                  <c:v>6.8500000000000005</c:v>
                </c:pt>
                <c:pt idx="209">
                  <c:v>7.2833333333333341</c:v>
                </c:pt>
                <c:pt idx="210">
                  <c:v>7.3000000000000007</c:v>
                </c:pt>
                <c:pt idx="211">
                  <c:v>7.2333333333333334</c:v>
                </c:pt>
                <c:pt idx="212">
                  <c:v>7.5666666666666664</c:v>
                </c:pt>
                <c:pt idx="213">
                  <c:v>7.8833333333333329</c:v>
                </c:pt>
                <c:pt idx="214">
                  <c:v>7.6333333333333329</c:v>
                </c:pt>
                <c:pt idx="215">
                  <c:v>7.3833333333333329</c:v>
                </c:pt>
                <c:pt idx="216">
                  <c:v>7.1833333333333327</c:v>
                </c:pt>
                <c:pt idx="217">
                  <c:v>6.8666666666666671</c:v>
                </c:pt>
                <c:pt idx="218">
                  <c:v>6.083333333333333</c:v>
                </c:pt>
                <c:pt idx="219">
                  <c:v>5.8999999999999995</c:v>
                </c:pt>
                <c:pt idx="220">
                  <c:v>5.3999999999999995</c:v>
                </c:pt>
                <c:pt idx="221">
                  <c:v>4.7500000000000009</c:v>
                </c:pt>
                <c:pt idx="222">
                  <c:v>4.6500000000000004</c:v>
                </c:pt>
                <c:pt idx="223">
                  <c:v>4.8</c:v>
                </c:pt>
                <c:pt idx="224">
                  <c:v>4.4833333333333334</c:v>
                </c:pt>
                <c:pt idx="225">
                  <c:v>3.75</c:v>
                </c:pt>
                <c:pt idx="226">
                  <c:v>3.4500000000000006</c:v>
                </c:pt>
                <c:pt idx="227">
                  <c:v>3.4</c:v>
                </c:pt>
                <c:pt idx="228">
                  <c:v>3.1833333333333336</c:v>
                </c:pt>
                <c:pt idx="229">
                  <c:v>3.15</c:v>
                </c:pt>
                <c:pt idx="230">
                  <c:v>3.0500000000000003</c:v>
                </c:pt>
                <c:pt idx="231">
                  <c:v>2.8166666666666669</c:v>
                </c:pt>
                <c:pt idx="232">
                  <c:v>2.8666666666666667</c:v>
                </c:pt>
                <c:pt idx="233">
                  <c:v>2.8000000000000003</c:v>
                </c:pt>
                <c:pt idx="234">
                  <c:v>2.8000000000000003</c:v>
                </c:pt>
                <c:pt idx="235">
                  <c:v>2.6166666666666667</c:v>
                </c:pt>
                <c:pt idx="236">
                  <c:v>2.1166666666666667</c:v>
                </c:pt>
                <c:pt idx="237">
                  <c:v>2.3333333333333335</c:v>
                </c:pt>
                <c:pt idx="238">
                  <c:v>2.5166666666666671</c:v>
                </c:pt>
                <c:pt idx="239">
                  <c:v>2.6</c:v>
                </c:pt>
                <c:pt idx="240">
                  <c:v>2.8000000000000003</c:v>
                </c:pt>
                <c:pt idx="241">
                  <c:v>2.7666666666666671</c:v>
                </c:pt>
                <c:pt idx="242">
                  <c:v>2.583333333333333</c:v>
                </c:pt>
                <c:pt idx="243">
                  <c:v>2.6166666666666667</c:v>
                </c:pt>
                <c:pt idx="244">
                  <c:v>2.5499999999999998</c:v>
                </c:pt>
                <c:pt idx="245">
                  <c:v>2.6</c:v>
                </c:pt>
                <c:pt idx="246">
                  <c:v>2.5666666666666669</c:v>
                </c:pt>
                <c:pt idx="247">
                  <c:v>2.5666666666666669</c:v>
                </c:pt>
                <c:pt idx="248">
                  <c:v>2.9166666666666665</c:v>
                </c:pt>
                <c:pt idx="249">
                  <c:v>2.8499999999999996</c:v>
                </c:pt>
                <c:pt idx="250">
                  <c:v>2.7166666666666668</c:v>
                </c:pt>
                <c:pt idx="251">
                  <c:v>2.6333333333333333</c:v>
                </c:pt>
                <c:pt idx="252">
                  <c:v>2.3499999999999996</c:v>
                </c:pt>
                <c:pt idx="253">
                  <c:v>2.2666666666666671</c:v>
                </c:pt>
                <c:pt idx="254">
                  <c:v>2.7166666666666668</c:v>
                </c:pt>
                <c:pt idx="255">
                  <c:v>2.8333333333333335</c:v>
                </c:pt>
                <c:pt idx="256">
                  <c:v>3.0166666666666662</c:v>
                </c:pt>
                <c:pt idx="257">
                  <c:v>2.7666666666666662</c:v>
                </c:pt>
                <c:pt idx="258">
                  <c:v>2.85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C0BE-42A8-8706-1A95DA3094D4}"/>
            </c:ext>
          </c:extLst>
        </c:ser>
        <c:ser>
          <c:idx val="1"/>
          <c:order val="1"/>
          <c:tx>
            <c:strRef>
              <c:f>TERMP!$GT$8</c:f>
              <c:strCache>
                <c:ptCount val="1"/>
                <c:pt idx="0">
                  <c:v>mean CPI sel. EM</c:v>
                </c:pt>
              </c:strCache>
            </c:strRef>
          </c:tx>
          <c:spPr>
            <a:ln w="22225" cap="rnd">
              <a:solidFill>
                <a:srgbClr val="002060"/>
              </a:solidFill>
              <a:round/>
            </a:ln>
            <a:effectLst/>
          </c:spPr>
          <c:marker>
            <c:symbol val="none"/>
          </c:marker>
          <c:cat>
            <c:numRef>
              <c:f>TERMP!$FO$10:$FO$1010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TERMP!$GT$10:$GT$1010</c:f>
              <c:numCache>
                <c:formatCode>0.00</c:formatCode>
                <c:ptCount val="1001"/>
                <c:pt idx="0">
                  <c:v>4.3742857142857146</c:v>
                </c:pt>
                <c:pt idx="1">
                  <c:v>4.484285714285714</c:v>
                </c:pt>
                <c:pt idx="2">
                  <c:v>4.7142857142857144</c:v>
                </c:pt>
                <c:pt idx="3">
                  <c:v>4.6400000000000006</c:v>
                </c:pt>
                <c:pt idx="4">
                  <c:v>4.4957142857142864</c:v>
                </c:pt>
                <c:pt idx="5">
                  <c:v>4.0871428571428563</c:v>
                </c:pt>
                <c:pt idx="6">
                  <c:v>4.3899999999999997</c:v>
                </c:pt>
                <c:pt idx="7">
                  <c:v>4.3742857142857146</c:v>
                </c:pt>
                <c:pt idx="8">
                  <c:v>4.5328571428571429</c:v>
                </c:pt>
                <c:pt idx="9">
                  <c:v>5.7742857142857158</c:v>
                </c:pt>
                <c:pt idx="10">
                  <c:v>5.5885714285714281</c:v>
                </c:pt>
                <c:pt idx="11">
                  <c:v>5.4</c:v>
                </c:pt>
                <c:pt idx="12">
                  <c:v>5.5785714285714292</c:v>
                </c:pt>
                <c:pt idx="13">
                  <c:v>5.4542857142857146</c:v>
                </c:pt>
                <c:pt idx="14">
                  <c:v>4.9657142857142853</c:v>
                </c:pt>
                <c:pt idx="15">
                  <c:v>4.93</c:v>
                </c:pt>
                <c:pt idx="16">
                  <c:v>5.0242857142857149</c:v>
                </c:pt>
                <c:pt idx="17">
                  <c:v>5.1228571428571419</c:v>
                </c:pt>
                <c:pt idx="18">
                  <c:v>4.8185714285714285</c:v>
                </c:pt>
                <c:pt idx="19">
                  <c:v>4.8999999999999995</c:v>
                </c:pt>
                <c:pt idx="20">
                  <c:v>4.78</c:v>
                </c:pt>
                <c:pt idx="21">
                  <c:v>3.5214285714285709</c:v>
                </c:pt>
                <c:pt idx="22">
                  <c:v>3.5057142857142858</c:v>
                </c:pt>
                <c:pt idx="23">
                  <c:v>3.9085714285714284</c:v>
                </c:pt>
                <c:pt idx="24">
                  <c:v>3.7214285714285715</c:v>
                </c:pt>
                <c:pt idx="25">
                  <c:v>3.7414285714285711</c:v>
                </c:pt>
                <c:pt idx="26">
                  <c:v>3.9371428571428564</c:v>
                </c:pt>
                <c:pt idx="27">
                  <c:v>3.9200000000000004</c:v>
                </c:pt>
                <c:pt idx="28">
                  <c:v>3.9542857142857146</c:v>
                </c:pt>
                <c:pt idx="29">
                  <c:v>4.1971428571428575</c:v>
                </c:pt>
                <c:pt idx="30">
                  <c:v>4.3671428571428574</c:v>
                </c:pt>
                <c:pt idx="31">
                  <c:v>4.3685714285714283</c:v>
                </c:pt>
                <c:pt idx="32">
                  <c:v>4.661428571428571</c:v>
                </c:pt>
                <c:pt idx="33">
                  <c:v>4.9528571428571428</c:v>
                </c:pt>
                <c:pt idx="34">
                  <c:v>5.26</c:v>
                </c:pt>
                <c:pt idx="35">
                  <c:v>5.3428571428571434</c:v>
                </c:pt>
                <c:pt idx="36">
                  <c:v>5.7642857142857133</c:v>
                </c:pt>
                <c:pt idx="37">
                  <c:v>6.2585714285714289</c:v>
                </c:pt>
                <c:pt idx="38">
                  <c:v>6.5000000000000009</c:v>
                </c:pt>
                <c:pt idx="39">
                  <c:v>6.8900000000000006</c:v>
                </c:pt>
                <c:pt idx="40">
                  <c:v>7.4728571428571424</c:v>
                </c:pt>
                <c:pt idx="41">
                  <c:v>7.8528571428571414</c:v>
                </c:pt>
                <c:pt idx="42">
                  <c:v>8.1885714285714286</c:v>
                </c:pt>
                <c:pt idx="43">
                  <c:v>7.644285714285715</c:v>
                </c:pt>
                <c:pt idx="44">
                  <c:v>7.4414285714285722</c:v>
                </c:pt>
                <c:pt idx="45">
                  <c:v>6.8771428571428572</c:v>
                </c:pt>
                <c:pt idx="46">
                  <c:v>6.3271428571428583</c:v>
                </c:pt>
                <c:pt idx="47">
                  <c:v>5.4185714285714282</c:v>
                </c:pt>
                <c:pt idx="48">
                  <c:v>4.6728571428571417</c:v>
                </c:pt>
                <c:pt idx="49">
                  <c:v>4.411428571428571</c:v>
                </c:pt>
                <c:pt idx="50">
                  <c:v>4.3185714285714294</c:v>
                </c:pt>
                <c:pt idx="51">
                  <c:v>4.1399999999999997</c:v>
                </c:pt>
                <c:pt idx="52">
                  <c:v>3.4314285714285719</c:v>
                </c:pt>
                <c:pt idx="53">
                  <c:v>2.7085714285714286</c:v>
                </c:pt>
                <c:pt idx="54">
                  <c:v>2.398571428571429</c:v>
                </c:pt>
                <c:pt idx="55">
                  <c:v>2.8485714285714288</c:v>
                </c:pt>
                <c:pt idx="56">
                  <c:v>2.8185714285714281</c:v>
                </c:pt>
                <c:pt idx="57">
                  <c:v>2.8700000000000006</c:v>
                </c:pt>
                <c:pt idx="58">
                  <c:v>3.152857142857143</c:v>
                </c:pt>
                <c:pt idx="59">
                  <c:v>3.69</c:v>
                </c:pt>
                <c:pt idx="60">
                  <c:v>4.008571428571428</c:v>
                </c:pt>
                <c:pt idx="61">
                  <c:v>4.0628571428571423</c:v>
                </c:pt>
                <c:pt idx="62">
                  <c:v>3.8700000000000006</c:v>
                </c:pt>
                <c:pt idx="63">
                  <c:v>3.7728571428571422</c:v>
                </c:pt>
                <c:pt idx="64">
                  <c:v>3.8028571428571429</c:v>
                </c:pt>
                <c:pt idx="65">
                  <c:v>3.7585714285714285</c:v>
                </c:pt>
                <c:pt idx="66">
                  <c:v>3.8485714285714283</c:v>
                </c:pt>
                <c:pt idx="67">
                  <c:v>3.8542857142857145</c:v>
                </c:pt>
                <c:pt idx="68">
                  <c:v>3.7928571428571423</c:v>
                </c:pt>
                <c:pt idx="69">
                  <c:v>4.0628571428571423</c:v>
                </c:pt>
                <c:pt idx="70">
                  <c:v>4.3571428571428568</c:v>
                </c:pt>
                <c:pt idx="71">
                  <c:v>4.508571428571428</c:v>
                </c:pt>
                <c:pt idx="72">
                  <c:v>4.5742857142857138</c:v>
                </c:pt>
                <c:pt idx="73">
                  <c:v>4.4985714285714291</c:v>
                </c:pt>
                <c:pt idx="74">
                  <c:v>4.7042857142857128</c:v>
                </c:pt>
                <c:pt idx="75">
                  <c:v>4.8657142857142857</c:v>
                </c:pt>
                <c:pt idx="76">
                  <c:v>5.0085714285714289</c:v>
                </c:pt>
                <c:pt idx="77">
                  <c:v>5.0257142857142858</c:v>
                </c:pt>
                <c:pt idx="78">
                  <c:v>5.0014285714285709</c:v>
                </c:pt>
                <c:pt idx="79">
                  <c:v>5.0714285714285712</c:v>
                </c:pt>
                <c:pt idx="80">
                  <c:v>4.9642857142857144</c:v>
                </c:pt>
                <c:pt idx="81">
                  <c:v>4.9385714285714286</c:v>
                </c:pt>
                <c:pt idx="82">
                  <c:v>4.7914285714285709</c:v>
                </c:pt>
                <c:pt idx="83">
                  <c:v>4.6342857142857143</c:v>
                </c:pt>
                <c:pt idx="84">
                  <c:v>4.597142857142857</c:v>
                </c:pt>
                <c:pt idx="85">
                  <c:v>4.3042857142857143</c:v>
                </c:pt>
                <c:pt idx="86">
                  <c:v>4.2557142857142853</c:v>
                </c:pt>
                <c:pt idx="87">
                  <c:v>4.1285714285714281</c:v>
                </c:pt>
                <c:pt idx="88">
                  <c:v>4.0014285714285718</c:v>
                </c:pt>
                <c:pt idx="89">
                  <c:v>4.0214285714285714</c:v>
                </c:pt>
                <c:pt idx="90">
                  <c:v>3.8942857142857141</c:v>
                </c:pt>
                <c:pt idx="91">
                  <c:v>3.9128571428571428</c:v>
                </c:pt>
                <c:pt idx="92">
                  <c:v>4.0628571428571432</c:v>
                </c:pt>
                <c:pt idx="93">
                  <c:v>4.0257142857142858</c:v>
                </c:pt>
                <c:pt idx="94">
                  <c:v>3.8057142857142852</c:v>
                </c:pt>
                <c:pt idx="95">
                  <c:v>3.8971428571428568</c:v>
                </c:pt>
                <c:pt idx="96">
                  <c:v>3.6742857142857148</c:v>
                </c:pt>
                <c:pt idx="97">
                  <c:v>4.0128571428571425</c:v>
                </c:pt>
                <c:pt idx="98">
                  <c:v>3.9357142857142864</c:v>
                </c:pt>
                <c:pt idx="99">
                  <c:v>3.9314285714285715</c:v>
                </c:pt>
                <c:pt idx="100">
                  <c:v>3.7857142857142856</c:v>
                </c:pt>
                <c:pt idx="101">
                  <c:v>3.8357142857142854</c:v>
                </c:pt>
                <c:pt idx="102">
                  <c:v>4.2614285714285716</c:v>
                </c:pt>
                <c:pt idx="103">
                  <c:v>4.2028571428571428</c:v>
                </c:pt>
                <c:pt idx="104">
                  <c:v>4.0828571428571427</c:v>
                </c:pt>
                <c:pt idx="105">
                  <c:v>4.0128571428571425</c:v>
                </c:pt>
                <c:pt idx="106">
                  <c:v>4.0400000000000009</c:v>
                </c:pt>
                <c:pt idx="107">
                  <c:v>4.0328571428571429</c:v>
                </c:pt>
                <c:pt idx="108">
                  <c:v>4.1457142857142859</c:v>
                </c:pt>
                <c:pt idx="109">
                  <c:v>4.031428571428572</c:v>
                </c:pt>
                <c:pt idx="110">
                  <c:v>4.0614285714285723</c:v>
                </c:pt>
                <c:pt idx="111">
                  <c:v>3.955714285714286</c:v>
                </c:pt>
                <c:pt idx="112">
                  <c:v>4.1585714285714293</c:v>
                </c:pt>
                <c:pt idx="113">
                  <c:v>4.0742857142857138</c:v>
                </c:pt>
                <c:pt idx="114">
                  <c:v>3.6657142857142864</c:v>
                </c:pt>
                <c:pt idx="115">
                  <c:v>3.5485714285714285</c:v>
                </c:pt>
                <c:pt idx="116">
                  <c:v>3.4928571428571429</c:v>
                </c:pt>
                <c:pt idx="117">
                  <c:v>3.4428571428571431</c:v>
                </c:pt>
                <c:pt idx="118">
                  <c:v>3.5457142857142858</c:v>
                </c:pt>
                <c:pt idx="119">
                  <c:v>3.6071428571428577</c:v>
                </c:pt>
                <c:pt idx="120">
                  <c:v>2.9385714285714286</c:v>
                </c:pt>
                <c:pt idx="121">
                  <c:v>2.8799999999999994</c:v>
                </c:pt>
                <c:pt idx="122">
                  <c:v>2.9985714285714287</c:v>
                </c:pt>
                <c:pt idx="123">
                  <c:v>3.1257142857142854</c:v>
                </c:pt>
                <c:pt idx="124">
                  <c:v>3.1614285714285719</c:v>
                </c:pt>
                <c:pt idx="125">
                  <c:v>3.322857142857143</c:v>
                </c:pt>
                <c:pt idx="126">
                  <c:v>3.5014285714285713</c:v>
                </c:pt>
                <c:pt idx="127">
                  <c:v>3.4442857142857144</c:v>
                </c:pt>
                <c:pt idx="128">
                  <c:v>3.3099999999999996</c:v>
                </c:pt>
                <c:pt idx="129">
                  <c:v>3.3128571428571432</c:v>
                </c:pt>
                <c:pt idx="130">
                  <c:v>3.1857142857142859</c:v>
                </c:pt>
                <c:pt idx="131">
                  <c:v>3.0842857142857141</c:v>
                </c:pt>
                <c:pt idx="132">
                  <c:v>3.4314285714285719</c:v>
                </c:pt>
                <c:pt idx="133">
                  <c:v>3.6642857142857141</c:v>
                </c:pt>
                <c:pt idx="134">
                  <c:v>3.3828571428571435</c:v>
                </c:pt>
                <c:pt idx="135">
                  <c:v>3.2685714285714278</c:v>
                </c:pt>
                <c:pt idx="136">
                  <c:v>3.2728571428571436</c:v>
                </c:pt>
                <c:pt idx="137">
                  <c:v>3.2314285714285718</c:v>
                </c:pt>
                <c:pt idx="138">
                  <c:v>3.0871428571428572</c:v>
                </c:pt>
                <c:pt idx="139">
                  <c:v>3.0257142857142862</c:v>
                </c:pt>
                <c:pt idx="140">
                  <c:v>3.1999999999999997</c:v>
                </c:pt>
                <c:pt idx="141">
                  <c:v>3.2685714285714282</c:v>
                </c:pt>
                <c:pt idx="142">
                  <c:v>3.327142857142857</c:v>
                </c:pt>
                <c:pt idx="143">
                  <c:v>3.3557142857142859</c:v>
                </c:pt>
                <c:pt idx="144">
                  <c:v>3.7014285714285715</c:v>
                </c:pt>
                <c:pt idx="145">
                  <c:v>3.4571428571428569</c:v>
                </c:pt>
                <c:pt idx="146">
                  <c:v>3.327142857142857</c:v>
                </c:pt>
                <c:pt idx="147">
                  <c:v>3.2785714285714285</c:v>
                </c:pt>
                <c:pt idx="148">
                  <c:v>3.2642857142857147</c:v>
                </c:pt>
                <c:pt idx="149">
                  <c:v>3.1042857142857136</c:v>
                </c:pt>
                <c:pt idx="150">
                  <c:v>2.984285714285714</c:v>
                </c:pt>
                <c:pt idx="151">
                  <c:v>3.0942857142857143</c:v>
                </c:pt>
                <c:pt idx="152">
                  <c:v>3.1957142857142857</c:v>
                </c:pt>
                <c:pt idx="153">
                  <c:v>3.1871428571428573</c:v>
                </c:pt>
                <c:pt idx="154">
                  <c:v>3.2157142857142853</c:v>
                </c:pt>
                <c:pt idx="155">
                  <c:v>3.2442857142857142</c:v>
                </c:pt>
                <c:pt idx="156">
                  <c:v>2.8771428571428572</c:v>
                </c:pt>
                <c:pt idx="157">
                  <c:v>2.8685714285714283</c:v>
                </c:pt>
                <c:pt idx="158">
                  <c:v>2.73</c:v>
                </c:pt>
                <c:pt idx="159">
                  <c:v>2.8128571428571432</c:v>
                </c:pt>
                <c:pt idx="160">
                  <c:v>2.8557142857142854</c:v>
                </c:pt>
                <c:pt idx="161">
                  <c:v>3.1357142857142857</c:v>
                </c:pt>
                <c:pt idx="162">
                  <c:v>3.3057142857142856</c:v>
                </c:pt>
                <c:pt idx="163">
                  <c:v>3.3014285714285712</c:v>
                </c:pt>
                <c:pt idx="164">
                  <c:v>3.2942857142857136</c:v>
                </c:pt>
                <c:pt idx="165">
                  <c:v>3.322857142857143</c:v>
                </c:pt>
                <c:pt idx="166">
                  <c:v>3.0914285714285716</c:v>
                </c:pt>
                <c:pt idx="167">
                  <c:v>2.7942857142857145</c:v>
                </c:pt>
                <c:pt idx="168">
                  <c:v>2.5185714285714282</c:v>
                </c:pt>
                <c:pt idx="169">
                  <c:v>2.5614285714285714</c:v>
                </c:pt>
                <c:pt idx="170">
                  <c:v>2.9714285714285715</c:v>
                </c:pt>
                <c:pt idx="171">
                  <c:v>3.2157142857142857</c:v>
                </c:pt>
                <c:pt idx="172">
                  <c:v>3.2871428571428569</c:v>
                </c:pt>
                <c:pt idx="173">
                  <c:v>3.0385714285714291</c:v>
                </c:pt>
                <c:pt idx="174">
                  <c:v>3</c:v>
                </c:pt>
                <c:pt idx="175">
                  <c:v>2.9428571428571426</c:v>
                </c:pt>
                <c:pt idx="176">
                  <c:v>2.7571428571428576</c:v>
                </c:pt>
                <c:pt idx="177">
                  <c:v>2.6857142857142855</c:v>
                </c:pt>
                <c:pt idx="178">
                  <c:v>2.8771428571428572</c:v>
                </c:pt>
                <c:pt idx="179">
                  <c:v>3.2342857142857144</c:v>
                </c:pt>
                <c:pt idx="180">
                  <c:v>3.6242857142857146</c:v>
                </c:pt>
                <c:pt idx="181">
                  <c:v>3.7042857142857137</c:v>
                </c:pt>
                <c:pt idx="182">
                  <c:v>3.1385714285714283</c:v>
                </c:pt>
                <c:pt idx="183">
                  <c:v>1.99</c:v>
                </c:pt>
                <c:pt idx="184">
                  <c:v>1.5528571428571427</c:v>
                </c:pt>
                <c:pt idx="185">
                  <c:v>1.9771428571428571</c:v>
                </c:pt>
                <c:pt idx="186">
                  <c:v>2.1985714285714288</c:v>
                </c:pt>
                <c:pt idx="187">
                  <c:v>2.2442857142857142</c:v>
                </c:pt>
                <c:pt idx="188">
                  <c:v>2.2528571428571427</c:v>
                </c:pt>
                <c:pt idx="189">
                  <c:v>2.2642857142857142</c:v>
                </c:pt>
                <c:pt idx="190">
                  <c:v>2.0742857142857143</c:v>
                </c:pt>
                <c:pt idx="191">
                  <c:v>2.1114285714285712</c:v>
                </c:pt>
                <c:pt idx="192">
                  <c:v>2.1157142857142857</c:v>
                </c:pt>
                <c:pt idx="193">
                  <c:v>2.0385714285714287</c:v>
                </c:pt>
                <c:pt idx="194">
                  <c:v>2.6942857142857144</c:v>
                </c:pt>
                <c:pt idx="195">
                  <c:v>3.8957142857142855</c:v>
                </c:pt>
                <c:pt idx="196">
                  <c:v>4.1814285714285715</c:v>
                </c:pt>
                <c:pt idx="197">
                  <c:v>3.8871428571428575</c:v>
                </c:pt>
                <c:pt idx="198">
                  <c:v>3.9099999999999997</c:v>
                </c:pt>
                <c:pt idx="199">
                  <c:v>4.0057142857142853</c:v>
                </c:pt>
                <c:pt idx="200">
                  <c:v>4.4471428571428566</c:v>
                </c:pt>
                <c:pt idx="201">
                  <c:v>4.8928571428571432</c:v>
                </c:pt>
                <c:pt idx="202">
                  <c:v>5.4528571428571428</c:v>
                </c:pt>
                <c:pt idx="203">
                  <c:v>5.3514285714285714</c:v>
                </c:pt>
                <c:pt idx="204">
                  <c:v>5.5514285714285716</c:v>
                </c:pt>
                <c:pt idx="205">
                  <c:v>5.7514285714285718</c:v>
                </c:pt>
                <c:pt idx="206">
                  <c:v>6.5028571428571436</c:v>
                </c:pt>
                <c:pt idx="207">
                  <c:v>6.9042857142857139</c:v>
                </c:pt>
                <c:pt idx="208">
                  <c:v>7.5042857142857144</c:v>
                </c:pt>
                <c:pt idx="209">
                  <c:v>8.1842857142857142</c:v>
                </c:pt>
                <c:pt idx="210">
                  <c:v>8.1242857142857137</c:v>
                </c:pt>
                <c:pt idx="211">
                  <c:v>8.0257142857142867</c:v>
                </c:pt>
                <c:pt idx="212">
                  <c:v>7.9614285714285717</c:v>
                </c:pt>
                <c:pt idx="213">
                  <c:v>7.7385714285714284</c:v>
                </c:pt>
                <c:pt idx="214">
                  <c:v>7.3100000000000005</c:v>
                </c:pt>
                <c:pt idx="215">
                  <c:v>7.2300000000000013</c:v>
                </c:pt>
                <c:pt idx="216">
                  <c:v>7.0571428571428569</c:v>
                </c:pt>
                <c:pt idx="217">
                  <c:v>6.97</c:v>
                </c:pt>
                <c:pt idx="218">
                  <c:v>6.177142857142857</c:v>
                </c:pt>
                <c:pt idx="219">
                  <c:v>5.5785714285714283</c:v>
                </c:pt>
                <c:pt idx="220">
                  <c:v>4.8428571428571425</c:v>
                </c:pt>
                <c:pt idx="221">
                  <c:v>4.1271428571428572</c:v>
                </c:pt>
                <c:pt idx="222">
                  <c:v>3.9242857142857148</c:v>
                </c:pt>
                <c:pt idx="223">
                  <c:v>4.0828571428571427</c:v>
                </c:pt>
                <c:pt idx="224">
                  <c:v>3.6900000000000004</c:v>
                </c:pt>
                <c:pt idx="225">
                  <c:v>3.3871428571428575</c:v>
                </c:pt>
                <c:pt idx="226">
                  <c:v>3.3057142857142856</c:v>
                </c:pt>
                <c:pt idx="227">
                  <c:v>3.18</c:v>
                </c:pt>
                <c:pt idx="228">
                  <c:v>2.7214285714285715</c:v>
                </c:pt>
                <c:pt idx="229">
                  <c:v>2.8542857142857145</c:v>
                </c:pt>
                <c:pt idx="230">
                  <c:v>2.6185714285714283</c:v>
                </c:pt>
                <c:pt idx="231">
                  <c:v>2.7757142857142858</c:v>
                </c:pt>
                <c:pt idx="232">
                  <c:v>3</c:v>
                </c:pt>
                <c:pt idx="233">
                  <c:v>2.8914285714285719</c:v>
                </c:pt>
                <c:pt idx="234">
                  <c:v>3.19</c:v>
                </c:pt>
                <c:pt idx="235">
                  <c:v>3</c:v>
                </c:pt>
                <c:pt idx="236">
                  <c:v>2.9357142857142855</c:v>
                </c:pt>
                <c:pt idx="237">
                  <c:v>2.88</c:v>
                </c:pt>
                <c:pt idx="238">
                  <c:v>2.8171428571428572</c:v>
                </c:pt>
                <c:pt idx="239">
                  <c:v>2.8057142857142856</c:v>
                </c:pt>
                <c:pt idx="240">
                  <c:v>2.69</c:v>
                </c:pt>
                <c:pt idx="241">
                  <c:v>2.46</c:v>
                </c:pt>
                <c:pt idx="242">
                  <c:v>2.6642857142857141</c:v>
                </c:pt>
                <c:pt idx="243">
                  <c:v>2.5985714285714288</c:v>
                </c:pt>
                <c:pt idx="244">
                  <c:v>2.4957142857142856</c:v>
                </c:pt>
                <c:pt idx="245">
                  <c:v>2.6414285714285719</c:v>
                </c:pt>
                <c:pt idx="246">
                  <c:v>2.4300000000000002</c:v>
                </c:pt>
                <c:pt idx="247">
                  <c:v>2.2885714285714287</c:v>
                </c:pt>
                <c:pt idx="248">
                  <c:v>2.4085714285714284</c:v>
                </c:pt>
                <c:pt idx="249">
                  <c:v>2.4214285714285713</c:v>
                </c:pt>
                <c:pt idx="250">
                  <c:v>2.4557142857142855</c:v>
                </c:pt>
                <c:pt idx="251">
                  <c:v>2.4842857142857144</c:v>
                </c:pt>
                <c:pt idx="252">
                  <c:v>2.4171428571428573</c:v>
                </c:pt>
                <c:pt idx="253">
                  <c:v>2.5871428571428572</c:v>
                </c:pt>
                <c:pt idx="254">
                  <c:v>2.7471428571428573</c:v>
                </c:pt>
                <c:pt idx="255">
                  <c:v>3.2214285714285715</c:v>
                </c:pt>
                <c:pt idx="256">
                  <c:v>3.3328571428571432</c:v>
                </c:pt>
                <c:pt idx="257">
                  <c:v>3.1814285714285719</c:v>
                </c:pt>
                <c:pt idx="258">
                  <c:v>2.8842857142857143</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C0BE-42A8-8706-1A95DA3094D4}"/>
            </c:ext>
          </c:extLst>
        </c:ser>
        <c:dLbls>
          <c:showLegendKey val="0"/>
          <c:showVal val="0"/>
          <c:showCatName val="0"/>
          <c:showSerName val="0"/>
          <c:showPercent val="0"/>
          <c:showBubbleSize val="0"/>
        </c:dLbls>
        <c:marker val="1"/>
        <c:smooth val="0"/>
        <c:axId val="493560032"/>
        <c:axId val="797046831"/>
      </c:lineChart>
      <c:dateAx>
        <c:axId val="493560032"/>
        <c:scaling>
          <c:orientation val="minMax"/>
          <c:min val="38383"/>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12"/>
        <c:majorTimeUnit val="months"/>
      </c:dateAx>
      <c:valAx>
        <c:axId val="797046831"/>
        <c:scaling>
          <c:orientation val="minMax"/>
          <c:min val="-1"/>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valAx>
        <c:axId val="1032021760"/>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Arial Narrow" panose="020B0606020202030204" pitchFamily="34" charset="0"/>
                <a:ea typeface="+mn-ea"/>
                <a:cs typeface="+mn-cs"/>
              </a:defRPr>
            </a:pPr>
            <a:endParaRPr lang="es-PE"/>
          </a:p>
        </c:txPr>
        <c:crossAx val="1392040336"/>
        <c:crosses val="max"/>
        <c:crossBetween val="between"/>
      </c:valAx>
      <c:dateAx>
        <c:axId val="1392040336"/>
        <c:scaling>
          <c:orientation val="minMax"/>
        </c:scaling>
        <c:delete val="1"/>
        <c:axPos val="b"/>
        <c:numFmt formatCode="m/d/yyyy" sourceLinked="1"/>
        <c:majorTickMark val="out"/>
        <c:minorTickMark val="none"/>
        <c:tickLblPos val="nextTo"/>
        <c:crossAx val="1032021760"/>
        <c:crosses val="autoZero"/>
        <c:auto val="1"/>
        <c:lblOffset val="100"/>
        <c:baseTimeUnit val="months"/>
      </c:dateAx>
      <c:spPr>
        <a:noFill/>
        <a:ln>
          <a:noFill/>
        </a:ln>
        <a:effectLst/>
      </c:spPr>
    </c:plotArea>
    <c:legend>
      <c:legendPos val="r"/>
      <c:layout>
        <c:manualLayout>
          <c:xMode val="edge"/>
          <c:yMode val="edge"/>
          <c:x val="7.0081906661684526E-2"/>
          <c:y val="6.9819380869858366E-2"/>
          <c:w val="0.85585277679443017"/>
          <c:h val="0.10058680555555556"/>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chart>
  <c:spPr>
    <a:solidFill>
      <a:schemeClr val="bg1"/>
    </a:solidFill>
    <a:ln w="9525" cap="flat" cmpd="sng" algn="ctr">
      <a:noFill/>
      <a:round/>
    </a:ln>
    <a:effectLst/>
  </c:spPr>
  <c:txPr>
    <a:bodyPr/>
    <a:lstStyle/>
    <a:p>
      <a:pPr>
        <a:defRPr sz="1100" b="0">
          <a:solidFill>
            <a:srgbClr val="000000"/>
          </a:solidFill>
          <a:latin typeface="Arial Narrow" panose="020B0606020202030204" pitchFamily="34" charset="0"/>
        </a:defRPr>
      </a:pPr>
      <a:endParaRPr lang="es-PE"/>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80" b="1" i="0" u="none" strike="noStrike" kern="1200" spc="0" baseline="0">
                <a:solidFill>
                  <a:srgbClr val="000000"/>
                </a:solidFill>
                <a:latin typeface="Arial Narrow" panose="020B0606020202030204" pitchFamily="34" charset="0"/>
                <a:ea typeface="+mn-ea"/>
                <a:cs typeface="+mn-cs"/>
              </a:defRPr>
            </a:pPr>
            <a:r>
              <a:rPr lang="en-US" sz="1100" u="sng" dirty="0"/>
              <a:t>The US Leads DM Yield Curves movements</a:t>
            </a:r>
          </a:p>
        </c:rich>
      </c:tx>
      <c:layout>
        <c:manualLayout>
          <c:xMode val="edge"/>
          <c:yMode val="edge"/>
          <c:x val="1.9028205128205099E-2"/>
          <c:y val="2.6458333333333334E-2"/>
        </c:manualLayout>
      </c:layout>
      <c:overlay val="0"/>
      <c:spPr>
        <a:noFill/>
        <a:ln>
          <a:noFill/>
        </a:ln>
        <a:effectLst/>
      </c:spPr>
      <c:txPr>
        <a:bodyPr rot="0" spcFirstLastPara="1" vertOverflow="ellipsis" vert="horz" wrap="square" anchor="ctr" anchorCtr="1"/>
        <a:lstStyle/>
        <a:p>
          <a:pPr>
            <a:defRPr sz="1080" b="1" i="0" u="none" strike="noStrike" kern="1200" spc="0" baseline="0">
              <a:solidFill>
                <a:srgbClr val="000000"/>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7.7604700854700837E-2"/>
          <c:y val="0.13206840277777779"/>
          <c:w val="0.89633803418803415"/>
          <c:h val="0.77147534722222211"/>
        </c:manualLayout>
      </c:layout>
      <c:lineChart>
        <c:grouping val="standard"/>
        <c:varyColors val="0"/>
        <c:ser>
          <c:idx val="0"/>
          <c:order val="0"/>
          <c:tx>
            <c:strRef>
              <c:f>TERMP!$CB$8</c:f>
              <c:strCache>
                <c:ptCount val="1"/>
                <c:pt idx="0">
                  <c:v>US 2Y10</c:v>
                </c:pt>
              </c:strCache>
            </c:strRef>
          </c:tx>
          <c:spPr>
            <a:ln w="22225" cap="rnd">
              <a:solidFill>
                <a:srgbClr val="00206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TERMP!$CB$10:$CB$1010</c:f>
              <c:numCache>
                <c:formatCode>0.00</c:formatCode>
                <c:ptCount val="1001"/>
                <c:pt idx="0">
                  <c:v>0.88460000000000027</c:v>
                </c:pt>
                <c:pt idx="1">
                  <c:v>0.74189999999999978</c:v>
                </c:pt>
                <c:pt idx="2">
                  <c:v>0.74220000000000041</c:v>
                </c:pt>
                <c:pt idx="3">
                  <c:v>0.54810000000000025</c:v>
                </c:pt>
                <c:pt idx="4">
                  <c:v>0.43199999999999994</c:v>
                </c:pt>
                <c:pt idx="5">
                  <c:v>0.34189999999999987</c:v>
                </c:pt>
                <c:pt idx="6">
                  <c:v>0.26129999999999942</c:v>
                </c:pt>
                <c:pt idx="7">
                  <c:v>0.1203000000000003</c:v>
                </c:pt>
                <c:pt idx="8">
                  <c:v>0.15909999999999958</c:v>
                </c:pt>
                <c:pt idx="9">
                  <c:v>0.18290000000000006</c:v>
                </c:pt>
                <c:pt idx="10">
                  <c:v>0.11139999999999972</c:v>
                </c:pt>
                <c:pt idx="11">
                  <c:v>-8.5000000000006182E-3</c:v>
                </c:pt>
                <c:pt idx="12">
                  <c:v>1.8600000000000172E-2</c:v>
                </c:pt>
                <c:pt idx="13">
                  <c:v>-0.14339999999999975</c:v>
                </c:pt>
                <c:pt idx="14">
                  <c:v>3.110000000000035E-2</c:v>
                </c:pt>
                <c:pt idx="15">
                  <c:v>0.19220000000000059</c:v>
                </c:pt>
                <c:pt idx="16">
                  <c:v>0.10670000000000002</c:v>
                </c:pt>
                <c:pt idx="17">
                  <c:v>-1.3399999999999856E-2</c:v>
                </c:pt>
                <c:pt idx="18">
                  <c:v>1.4499999999999957E-2</c:v>
                </c:pt>
                <c:pt idx="19">
                  <c:v>-7.2300000000000253E-2</c:v>
                </c:pt>
                <c:pt idx="20">
                  <c:v>-5.5299999999999905E-2</c:v>
                </c:pt>
                <c:pt idx="21">
                  <c:v>-7.099999999999973E-2</c:v>
                </c:pt>
                <c:pt idx="22">
                  <c:v>-0.17879999999999985</c:v>
                </c:pt>
                <c:pt idx="23">
                  <c:v>-0.10579999999999945</c:v>
                </c:pt>
                <c:pt idx="24">
                  <c:v>-9.2999999999999972E-2</c:v>
                </c:pt>
                <c:pt idx="25">
                  <c:v>-0.12939999999999952</c:v>
                </c:pt>
                <c:pt idx="26">
                  <c:v>6.9900000000000517E-2</c:v>
                </c:pt>
                <c:pt idx="27">
                  <c:v>4.3499999999999872E-2</c:v>
                </c:pt>
                <c:pt idx="28">
                  <c:v>5.8999999999995723E-3</c:v>
                </c:pt>
                <c:pt idx="29">
                  <c:v>0.1661999999999999</c:v>
                </c:pt>
                <c:pt idx="30">
                  <c:v>0.2641</c:v>
                </c:pt>
                <c:pt idx="31">
                  <c:v>0.39720000000000066</c:v>
                </c:pt>
                <c:pt idx="32">
                  <c:v>0.6030000000000002</c:v>
                </c:pt>
                <c:pt idx="33">
                  <c:v>0.62829999999999986</c:v>
                </c:pt>
                <c:pt idx="34">
                  <c:v>0.94320000000000004</c:v>
                </c:pt>
                <c:pt idx="35">
                  <c:v>0.96930000000000005</c:v>
                </c:pt>
                <c:pt idx="36">
                  <c:v>1.3675999999999999</c:v>
                </c:pt>
                <c:pt idx="37">
                  <c:v>1.8934</c:v>
                </c:pt>
                <c:pt idx="38">
                  <c:v>1.7950999999999997</c:v>
                </c:pt>
                <c:pt idx="39">
                  <c:v>1.4554999999999998</c:v>
                </c:pt>
                <c:pt idx="40">
                  <c:v>1.4184000000000001</c:v>
                </c:pt>
                <c:pt idx="41">
                  <c:v>1.3403999999999998</c:v>
                </c:pt>
                <c:pt idx="42">
                  <c:v>1.3872999999999998</c:v>
                </c:pt>
                <c:pt idx="43">
                  <c:v>1.4447000000000001</c:v>
                </c:pt>
                <c:pt idx="44">
                  <c:v>1.7557999999999998</c:v>
                </c:pt>
                <c:pt idx="45">
                  <c:v>2.4049999999999998</c:v>
                </c:pt>
                <c:pt idx="46">
                  <c:v>1.9392999999999998</c:v>
                </c:pt>
                <c:pt idx="47">
                  <c:v>1.2489000000000001</c:v>
                </c:pt>
                <c:pt idx="48">
                  <c:v>1.8940000000000001</c:v>
                </c:pt>
                <c:pt idx="49">
                  <c:v>2.0430000000000001</c:v>
                </c:pt>
                <c:pt idx="50">
                  <c:v>1.8504999999999998</c:v>
                </c:pt>
                <c:pt idx="51">
                  <c:v>2.0333000000000001</c:v>
                </c:pt>
                <c:pt idx="52">
                  <c:v>2.5448</c:v>
                </c:pt>
                <c:pt idx="53">
                  <c:v>2.4271000000000003</c:v>
                </c:pt>
                <c:pt idx="54">
                  <c:v>2.3683000000000001</c:v>
                </c:pt>
                <c:pt idx="55">
                  <c:v>2.4298000000000002</c:v>
                </c:pt>
                <c:pt idx="56">
                  <c:v>2.3342000000000001</c:v>
                </c:pt>
                <c:pt idx="57">
                  <c:v>2.4937</c:v>
                </c:pt>
                <c:pt idx="58">
                  <c:v>2.5259999999999998</c:v>
                </c:pt>
                <c:pt idx="59">
                  <c:v>2.839</c:v>
                </c:pt>
                <c:pt idx="60">
                  <c:v>2.7726000000000002</c:v>
                </c:pt>
                <c:pt idx="61">
                  <c:v>2.7999000000000001</c:v>
                </c:pt>
                <c:pt idx="62">
                  <c:v>2.8071999999999999</c:v>
                </c:pt>
                <c:pt idx="63">
                  <c:v>2.6928999999999998</c:v>
                </c:pt>
                <c:pt idx="64">
                  <c:v>2.5263999999999998</c:v>
                </c:pt>
                <c:pt idx="65">
                  <c:v>2.4592000000000001</c:v>
                </c:pt>
                <c:pt idx="66">
                  <c:v>2.3590999999999998</c:v>
                </c:pt>
                <c:pt idx="67">
                  <c:v>2.0965999999999996</c:v>
                </c:pt>
                <c:pt idx="68">
                  <c:v>2.1646999999999998</c:v>
                </c:pt>
                <c:pt idx="69">
                  <c:v>2.2635999999999998</c:v>
                </c:pt>
                <c:pt idx="70">
                  <c:v>2.3583999999999996</c:v>
                </c:pt>
                <c:pt idx="71">
                  <c:v>2.7000999999999999</c:v>
                </c:pt>
                <c:pt idx="72">
                  <c:v>2.7829000000000002</c:v>
                </c:pt>
                <c:pt idx="73">
                  <c:v>2.7008000000000001</c:v>
                </c:pt>
                <c:pt idx="74">
                  <c:v>2.7073</c:v>
                </c:pt>
                <c:pt idx="75">
                  <c:v>2.6850000000000005</c:v>
                </c:pt>
                <c:pt idx="76">
                  <c:v>2.5971000000000002</c:v>
                </c:pt>
                <c:pt idx="77">
                  <c:v>2.5345999999999997</c:v>
                </c:pt>
                <c:pt idx="78">
                  <c:v>2.4407000000000001</c:v>
                </c:pt>
                <c:pt idx="79">
                  <c:v>2.0023</c:v>
                </c:pt>
                <c:pt idx="80">
                  <c:v>1.6724000000000001</c:v>
                </c:pt>
                <c:pt idx="81">
                  <c:v>2.0274999999999999</c:v>
                </c:pt>
                <c:pt idx="82">
                  <c:v>1.69</c:v>
                </c:pt>
                <c:pt idx="83">
                  <c:v>1.6371</c:v>
                </c:pt>
                <c:pt idx="84">
                  <c:v>1.6802000000000001</c:v>
                </c:pt>
                <c:pt idx="85">
                  <c:v>1.6708000000000001</c:v>
                </c:pt>
                <c:pt idx="86">
                  <c:v>1.8801000000000001</c:v>
                </c:pt>
                <c:pt idx="87">
                  <c:v>1.677</c:v>
                </c:pt>
                <c:pt idx="88">
                  <c:v>1.4527000000000001</c:v>
                </c:pt>
                <c:pt idx="89">
                  <c:v>1.3438000000000001</c:v>
                </c:pt>
                <c:pt idx="90">
                  <c:v>1.3077000000000001</c:v>
                </c:pt>
                <c:pt idx="91">
                  <c:v>1.3279000000000001</c:v>
                </c:pt>
                <c:pt idx="92">
                  <c:v>1.4031</c:v>
                </c:pt>
                <c:pt idx="93">
                  <c:v>1.4481000000000002</c:v>
                </c:pt>
                <c:pt idx="94">
                  <c:v>1.3694999999999999</c:v>
                </c:pt>
                <c:pt idx="95">
                  <c:v>1.4544000000000001</c:v>
                </c:pt>
                <c:pt idx="96">
                  <c:v>1.6769000000000001</c:v>
                </c:pt>
                <c:pt idx="97">
                  <c:v>1.7139</c:v>
                </c:pt>
                <c:pt idx="98">
                  <c:v>1.6065</c:v>
                </c:pt>
                <c:pt idx="99">
                  <c:v>1.4520999999999999</c:v>
                </c:pt>
                <c:pt idx="100">
                  <c:v>1.8349000000000002</c:v>
                </c:pt>
                <c:pt idx="101">
                  <c:v>2.1303000000000001</c:v>
                </c:pt>
                <c:pt idx="102">
                  <c:v>2.2496999999999998</c:v>
                </c:pt>
                <c:pt idx="103">
                  <c:v>2.3852000000000002</c:v>
                </c:pt>
                <c:pt idx="104">
                  <c:v>2.2921</c:v>
                </c:pt>
                <c:pt idx="105">
                  <c:v>2.2098999999999998</c:v>
                </c:pt>
                <c:pt idx="106">
                  <c:v>2.4630999999999998</c:v>
                </c:pt>
                <c:pt idx="107">
                  <c:v>2.6126</c:v>
                </c:pt>
                <c:pt idx="108">
                  <c:v>2.3163</c:v>
                </c:pt>
                <c:pt idx="109">
                  <c:v>2.3307000000000002</c:v>
                </c:pt>
                <c:pt idx="110">
                  <c:v>2.2712000000000003</c:v>
                </c:pt>
                <c:pt idx="111">
                  <c:v>2.2323</c:v>
                </c:pt>
                <c:pt idx="112">
                  <c:v>2.1029</c:v>
                </c:pt>
                <c:pt idx="113">
                  <c:v>2.0732999999999997</c:v>
                </c:pt>
                <c:pt idx="114">
                  <c:v>1.9778</c:v>
                </c:pt>
                <c:pt idx="115">
                  <c:v>1.8549000000000002</c:v>
                </c:pt>
                <c:pt idx="116">
                  <c:v>1.9528000000000001</c:v>
                </c:pt>
                <c:pt idx="117">
                  <c:v>1.8439000000000001</c:v>
                </c:pt>
                <c:pt idx="118">
                  <c:v>1.6955</c:v>
                </c:pt>
                <c:pt idx="119">
                  <c:v>1.5105999999999997</c:v>
                </c:pt>
                <c:pt idx="120">
                  <c:v>1.1919</c:v>
                </c:pt>
                <c:pt idx="121">
                  <c:v>1.3746</c:v>
                </c:pt>
                <c:pt idx="122">
                  <c:v>1.3671</c:v>
                </c:pt>
                <c:pt idx="123">
                  <c:v>1.4045000000000001</c:v>
                </c:pt>
                <c:pt idx="124">
                  <c:v>1.5161</c:v>
                </c:pt>
                <c:pt idx="125">
                  <c:v>1.7608999999999999</c:v>
                </c:pt>
                <c:pt idx="126">
                  <c:v>1.5194999999999999</c:v>
                </c:pt>
                <c:pt idx="127">
                  <c:v>1.4650999999999998</c:v>
                </c:pt>
                <c:pt idx="128">
                  <c:v>1.4705000000000001</c:v>
                </c:pt>
                <c:pt idx="129">
                  <c:v>1.4181000000000001</c:v>
                </c:pt>
                <c:pt idx="130">
                  <c:v>1.3016000000000001</c:v>
                </c:pt>
                <c:pt idx="131">
                  <c:v>1.2427000000000001</c:v>
                </c:pt>
                <c:pt idx="132">
                  <c:v>1.1472</c:v>
                </c:pt>
                <c:pt idx="133">
                  <c:v>0.96889999999999998</c:v>
                </c:pt>
                <c:pt idx="134">
                  <c:v>1.0310999999999999</c:v>
                </c:pt>
                <c:pt idx="135">
                  <c:v>1.0516999999999999</c:v>
                </c:pt>
                <c:pt idx="136">
                  <c:v>0.94240000000000002</c:v>
                </c:pt>
                <c:pt idx="137">
                  <c:v>0.93290000000000006</c:v>
                </c:pt>
                <c:pt idx="138">
                  <c:v>0.79770000000000008</c:v>
                </c:pt>
                <c:pt idx="139">
                  <c:v>0.78679999999999994</c:v>
                </c:pt>
                <c:pt idx="140">
                  <c:v>0.83250000000000002</c:v>
                </c:pt>
                <c:pt idx="141">
                  <c:v>0.99419999999999997</c:v>
                </c:pt>
                <c:pt idx="142">
                  <c:v>1.2404000000000002</c:v>
                </c:pt>
                <c:pt idx="143">
                  <c:v>1.2560000000000002</c:v>
                </c:pt>
                <c:pt idx="144">
                  <c:v>1.2661000000000002</c:v>
                </c:pt>
                <c:pt idx="145">
                  <c:v>1.1689000000000001</c:v>
                </c:pt>
                <c:pt idx="146">
                  <c:v>1.1334</c:v>
                </c:pt>
                <c:pt idx="147">
                  <c:v>1.0182999999999998</c:v>
                </c:pt>
                <c:pt idx="148">
                  <c:v>0.95280000000000009</c:v>
                </c:pt>
                <c:pt idx="149">
                  <c:v>0.92200000000000015</c:v>
                </c:pt>
                <c:pt idx="150">
                  <c:v>0.94169999999999998</c:v>
                </c:pt>
                <c:pt idx="151">
                  <c:v>0.83440000000000025</c:v>
                </c:pt>
                <c:pt idx="152">
                  <c:v>0.85090000000000021</c:v>
                </c:pt>
                <c:pt idx="153">
                  <c:v>0.81890000000000018</c:v>
                </c:pt>
                <c:pt idx="154">
                  <c:v>0.59750000000000014</c:v>
                </c:pt>
                <c:pt idx="155">
                  <c:v>0.5224000000000002</c:v>
                </c:pt>
                <c:pt idx="156">
                  <c:v>0.54360000000000008</c:v>
                </c:pt>
                <c:pt idx="157">
                  <c:v>0.62800000000000011</c:v>
                </c:pt>
                <c:pt idx="158">
                  <c:v>0.47280000000000033</c:v>
                </c:pt>
                <c:pt idx="159">
                  <c:v>0.47299999999999986</c:v>
                </c:pt>
                <c:pt idx="160">
                  <c:v>0.45549999999999979</c:v>
                </c:pt>
                <c:pt idx="161">
                  <c:v>0.33190000000000008</c:v>
                </c:pt>
                <c:pt idx="162">
                  <c:v>0.28480000000000016</c:v>
                </c:pt>
                <c:pt idx="163">
                  <c:v>0.23349999999999982</c:v>
                </c:pt>
                <c:pt idx="164">
                  <c:v>0.24239999999999995</c:v>
                </c:pt>
                <c:pt idx="165">
                  <c:v>0.26929999999999987</c:v>
                </c:pt>
                <c:pt idx="166">
                  <c:v>0.20139999999999958</c:v>
                </c:pt>
                <c:pt idx="167">
                  <c:v>0.20210000000000017</c:v>
                </c:pt>
                <c:pt idx="168">
                  <c:v>0.15220000000000011</c:v>
                </c:pt>
                <c:pt idx="169">
                  <c:v>0.15850000000000009</c:v>
                </c:pt>
                <c:pt idx="170">
                  <c:v>0.14500000000000002</c:v>
                </c:pt>
                <c:pt idx="171">
                  <c:v>0.2161000000000004</c:v>
                </c:pt>
                <c:pt idx="172">
                  <c:v>0.20250000000000012</c:v>
                </c:pt>
                <c:pt idx="173">
                  <c:v>0.2502000000000002</c:v>
                </c:pt>
                <c:pt idx="174">
                  <c:v>0.21839999999999993</c:v>
                </c:pt>
                <c:pt idx="175">
                  <c:v>-7.9000000000000181E-3</c:v>
                </c:pt>
                <c:pt idx="176">
                  <c:v>4.8599999999999977E-2</c:v>
                </c:pt>
                <c:pt idx="177">
                  <c:v>0.17670000000000008</c:v>
                </c:pt>
                <c:pt idx="178">
                  <c:v>0.16389999999999993</c:v>
                </c:pt>
                <c:pt idx="179">
                  <c:v>0.29400000000000004</c:v>
                </c:pt>
                <c:pt idx="180">
                  <c:v>0.19359999999999999</c:v>
                </c:pt>
                <c:pt idx="181">
                  <c:v>0.23560000000000003</c:v>
                </c:pt>
                <c:pt idx="182">
                  <c:v>0.43279999999999996</c:v>
                </c:pt>
                <c:pt idx="183">
                  <c:v>0.37629999999999997</c:v>
                </c:pt>
                <c:pt idx="184">
                  <c:v>0.49229999999999996</c:v>
                </c:pt>
                <c:pt idx="185">
                  <c:v>0.47519999999999996</c:v>
                </c:pt>
                <c:pt idx="186">
                  <c:v>0.42280000000000001</c:v>
                </c:pt>
                <c:pt idx="187">
                  <c:v>0.59409999999999996</c:v>
                </c:pt>
                <c:pt idx="188">
                  <c:v>0.52549999999999997</c:v>
                </c:pt>
                <c:pt idx="189">
                  <c:v>0.72120000000000006</c:v>
                </c:pt>
                <c:pt idx="190">
                  <c:v>0.68490000000000006</c:v>
                </c:pt>
                <c:pt idx="191">
                  <c:v>0.80420000000000003</c:v>
                </c:pt>
                <c:pt idx="192">
                  <c:v>0.95619999999999994</c:v>
                </c:pt>
                <c:pt idx="193">
                  <c:v>1.2779</c:v>
                </c:pt>
                <c:pt idx="194">
                  <c:v>1.5372999999999999</c:v>
                </c:pt>
                <c:pt idx="195">
                  <c:v>1.4674999999999998</c:v>
                </c:pt>
                <c:pt idx="196">
                  <c:v>1.4536</c:v>
                </c:pt>
                <c:pt idx="197">
                  <c:v>1.258</c:v>
                </c:pt>
                <c:pt idx="198">
                  <c:v>1.0384</c:v>
                </c:pt>
                <c:pt idx="199">
                  <c:v>1.0918999999999999</c:v>
                </c:pt>
                <c:pt idx="200">
                  <c:v>1.1814</c:v>
                </c:pt>
                <c:pt idx="201">
                  <c:v>1.0550999999999999</c:v>
                </c:pt>
                <c:pt idx="202">
                  <c:v>0.97510000000000008</c:v>
                </c:pt>
                <c:pt idx="203">
                  <c:v>0.77790000000000004</c:v>
                </c:pt>
                <c:pt idx="204">
                  <c:v>0.60709999999999997</c:v>
                </c:pt>
                <c:pt idx="205">
                  <c:v>0.3919999999999999</c:v>
                </c:pt>
                <c:pt idx="206">
                  <c:v>0.20350000000000001</c:v>
                </c:pt>
                <c:pt idx="207">
                  <c:v>0.21900000000000031</c:v>
                </c:pt>
                <c:pt idx="208">
                  <c:v>0.26200000000000001</c:v>
                </c:pt>
                <c:pt idx="209">
                  <c:v>6.6899999999999959E-2</c:v>
                </c:pt>
                <c:pt idx="210">
                  <c:v>-0.23570000000000002</c:v>
                </c:pt>
                <c:pt idx="211">
                  <c:v>-0.35569999999999968</c:v>
                </c:pt>
                <c:pt idx="212">
                  <c:v>-0.45009999999999994</c:v>
                </c:pt>
                <c:pt idx="213">
                  <c:v>-0.40190000000000037</c:v>
                </c:pt>
                <c:pt idx="214">
                  <c:v>-0.77500000000000036</c:v>
                </c:pt>
                <c:pt idx="215">
                  <c:v>-0.55099999999999971</c:v>
                </c:pt>
                <c:pt idx="216">
                  <c:v>-0.69550000000000001</c:v>
                </c:pt>
                <c:pt idx="217">
                  <c:v>-0.87040000000000006</c:v>
                </c:pt>
                <c:pt idx="218">
                  <c:v>-0.55769999999999964</c:v>
                </c:pt>
                <c:pt idx="219">
                  <c:v>-0.58440000000000003</c:v>
                </c:pt>
                <c:pt idx="220">
                  <c:v>-0.76359999999999983</c:v>
                </c:pt>
                <c:pt idx="221">
                  <c:v>-1.0587000000000004</c:v>
                </c:pt>
                <c:pt idx="222">
                  <c:v>-0.92369999999999974</c:v>
                </c:pt>
                <c:pt idx="223">
                  <c:v>-0.84249999999999936</c:v>
                </c:pt>
                <c:pt idx="224">
                  <c:v>-0.47249999999999925</c:v>
                </c:pt>
                <c:pt idx="225">
                  <c:v>-0.16750000000000043</c:v>
                </c:pt>
                <c:pt idx="226">
                  <c:v>-0.48190000000000044</c:v>
                </c:pt>
                <c:pt idx="227">
                  <c:v>-0.37080000000000002</c:v>
                </c:pt>
                <c:pt idx="228">
                  <c:v>-0.21160000000000068</c:v>
                </c:pt>
                <c:pt idx="229">
                  <c:v>-0.44160000000000021</c:v>
                </c:pt>
                <c:pt idx="230">
                  <c:v>-0.41969999999999974</c:v>
                </c:pt>
                <c:pt idx="231">
                  <c:v>-0.33040000000000003</c:v>
                </c:pt>
                <c:pt idx="232">
                  <c:v>-0.37420000000000009</c:v>
                </c:pt>
                <c:pt idx="233">
                  <c:v>-0.35740000000000016</c:v>
                </c:pt>
                <c:pt idx="234">
                  <c:v>-0.18930000000000025</c:v>
                </c:pt>
                <c:pt idx="235">
                  <c:v>-1.3100000000000112E-2</c:v>
                </c:pt>
                <c:pt idx="236">
                  <c:v>0.19139999999999979</c:v>
                </c:pt>
                <c:pt idx="237">
                  <c:v>0.13529999999999998</c:v>
                </c:pt>
                <c:pt idx="238">
                  <c:v>1.7599999999999838E-2</c:v>
                </c:pt>
                <c:pt idx="239">
                  <c:v>0.29910000000000014</c:v>
                </c:pt>
                <c:pt idx="240">
                  <c:v>0.34160000000000057</c:v>
                </c:pt>
                <c:pt idx="241">
                  <c:v>0.21929999999999961</c:v>
                </c:pt>
                <c:pt idx="242">
                  <c:v>0.33749999999999947</c:v>
                </c:pt>
                <c:pt idx="243">
                  <c:v>0.4872999999999994</c:v>
                </c:pt>
                <c:pt idx="244">
                  <c:v>0.50290000000000035</c:v>
                </c:pt>
                <c:pt idx="245">
                  <c:v>0.52890000000000015</c:v>
                </c:pt>
                <c:pt idx="246">
                  <c:v>0.46460000000000035</c:v>
                </c:pt>
                <c:pt idx="247">
                  <c:v>0.61169999999999991</c:v>
                </c:pt>
                <c:pt idx="248">
                  <c:v>0.53250000000000064</c:v>
                </c:pt>
                <c:pt idx="249">
                  <c:v>0.50389999999999979</c:v>
                </c:pt>
                <c:pt idx="250">
                  <c:v>0.52390000000000025</c:v>
                </c:pt>
                <c:pt idx="251">
                  <c:v>0.64869999999999983</c:v>
                </c:pt>
                <c:pt idx="252">
                  <c:v>0.71309999999999985</c:v>
                </c:pt>
                <c:pt idx="253">
                  <c:v>0.56260000000000021</c:v>
                </c:pt>
                <c:pt idx="254">
                  <c:v>0.51590000000000025</c:v>
                </c:pt>
                <c:pt idx="255">
                  <c:v>0.52239999999999975</c:v>
                </c:pt>
                <c:pt idx="256">
                  <c:v>0.43140000000000001</c:v>
                </c:pt>
                <c:pt idx="257">
                  <c:v>0.27649999999999952</c:v>
                </c:pt>
                <c:pt idx="258">
                  <c:v>0.44350000000000023</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0-10E3-40C1-B7A2-5C6F6D3F24A5}"/>
            </c:ext>
          </c:extLst>
        </c:ser>
        <c:ser>
          <c:idx val="1"/>
          <c:order val="1"/>
          <c:tx>
            <c:strRef>
              <c:f>TERMP!$BX$8</c:f>
              <c:strCache>
                <c:ptCount val="1"/>
                <c:pt idx="0">
                  <c:v>EU 2Y10</c:v>
                </c:pt>
              </c:strCache>
            </c:strRef>
          </c:tx>
          <c:spPr>
            <a:ln w="22225" cap="rnd">
              <a:solidFill>
                <a:srgbClr val="8FAADC"/>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TERMP!$BX$10:$BX$1010</c:f>
              <c:numCache>
                <c:formatCode>0.00</c:formatCode>
                <c:ptCount val="1001"/>
                <c:pt idx="0">
                  <c:v>1.0794999999999999</c:v>
                </c:pt>
                <c:pt idx="1">
                  <c:v>1.1299999999999999</c:v>
                </c:pt>
                <c:pt idx="2">
                  <c:v>1.0749999999999997</c:v>
                </c:pt>
                <c:pt idx="3">
                  <c:v>1.1310000000000002</c:v>
                </c:pt>
                <c:pt idx="4">
                  <c:v>1.0999999999999996</c:v>
                </c:pt>
                <c:pt idx="5">
                  <c:v>1.05905</c:v>
                </c:pt>
                <c:pt idx="6">
                  <c:v>0.94189999999999996</c:v>
                </c:pt>
                <c:pt idx="7">
                  <c:v>0.87739999999999974</c:v>
                </c:pt>
                <c:pt idx="8">
                  <c:v>0.74000000000000021</c:v>
                </c:pt>
                <c:pt idx="9">
                  <c:v>0.72880000000000011</c:v>
                </c:pt>
                <c:pt idx="10">
                  <c:v>0.62349999999999994</c:v>
                </c:pt>
                <c:pt idx="11">
                  <c:v>0.4205000000000001</c:v>
                </c:pt>
                <c:pt idx="12">
                  <c:v>0.51560000000000006</c:v>
                </c:pt>
                <c:pt idx="13">
                  <c:v>0.48504999999999976</c:v>
                </c:pt>
                <c:pt idx="14">
                  <c:v>0.46389999999999976</c:v>
                </c:pt>
                <c:pt idx="15">
                  <c:v>0.57410000000000005</c:v>
                </c:pt>
                <c:pt idx="16">
                  <c:v>0.58829999999999982</c:v>
                </c:pt>
                <c:pt idx="17">
                  <c:v>0.50164999999999971</c:v>
                </c:pt>
                <c:pt idx="18">
                  <c:v>0.43669999999999964</c:v>
                </c:pt>
                <c:pt idx="19">
                  <c:v>0.29700999999999977</c:v>
                </c:pt>
                <c:pt idx="20">
                  <c:v>0.15350000000000019</c:v>
                </c:pt>
                <c:pt idx="21">
                  <c:v>0.10024999999999995</c:v>
                </c:pt>
                <c:pt idx="22">
                  <c:v>3.3999999999999808E-2</c:v>
                </c:pt>
                <c:pt idx="23">
                  <c:v>7.6610000000000511E-2</c:v>
                </c:pt>
                <c:pt idx="24">
                  <c:v>0.11859999999999982</c:v>
                </c:pt>
                <c:pt idx="25">
                  <c:v>6.8499999999999339E-2</c:v>
                </c:pt>
                <c:pt idx="26">
                  <c:v>8.2099999999999618E-2</c:v>
                </c:pt>
                <c:pt idx="27">
                  <c:v>8.4499999999999353E-2</c:v>
                </c:pt>
                <c:pt idx="28">
                  <c:v>6.6499999999999559E-2</c:v>
                </c:pt>
                <c:pt idx="29">
                  <c:v>0.15050000000000008</c:v>
                </c:pt>
                <c:pt idx="30">
                  <c:v>0.11999999999999922</c:v>
                </c:pt>
                <c:pt idx="31">
                  <c:v>7.5999999999999623E-2</c:v>
                </c:pt>
                <c:pt idx="32">
                  <c:v>0.15850000000000009</c:v>
                </c:pt>
                <c:pt idx="33">
                  <c:v>0.13649999999999984</c:v>
                </c:pt>
                <c:pt idx="34">
                  <c:v>0.16900000000000048</c:v>
                </c:pt>
                <c:pt idx="35">
                  <c:v>0.1745000000000001</c:v>
                </c:pt>
                <c:pt idx="36">
                  <c:v>0.375</c:v>
                </c:pt>
                <c:pt idx="37">
                  <c:v>0.49550000000000027</c:v>
                </c:pt>
                <c:pt idx="38">
                  <c:v>0.19099999999999984</c:v>
                </c:pt>
                <c:pt idx="39">
                  <c:v>4.9999999999999822E-2</c:v>
                </c:pt>
                <c:pt idx="40">
                  <c:v>-0.16000000000000014</c:v>
                </c:pt>
                <c:pt idx="41">
                  <c:v>-0.21400000000000041</c:v>
                </c:pt>
                <c:pt idx="42">
                  <c:v>-8.8000000000000078E-2</c:v>
                </c:pt>
                <c:pt idx="43">
                  <c:v>-0.17949999999999999</c:v>
                </c:pt>
                <c:pt idx="44">
                  <c:v>1.1470000000000091E-2</c:v>
                </c:pt>
                <c:pt idx="45">
                  <c:v>0.81600000000000028</c:v>
                </c:pt>
                <c:pt idx="46">
                  <c:v>0.79368000000000016</c:v>
                </c:pt>
                <c:pt idx="47">
                  <c:v>0.98</c:v>
                </c:pt>
                <c:pt idx="48">
                  <c:v>1.4670000000000001</c:v>
                </c:pt>
                <c:pt idx="49">
                  <c:v>1.3730000000000002</c:v>
                </c:pt>
                <c:pt idx="50">
                  <c:v>1.6280000000000001</c:v>
                </c:pt>
                <c:pt idx="51">
                  <c:v>1.5619999999999998</c:v>
                </c:pt>
                <c:pt idx="52">
                  <c:v>1.9869999999999999</c:v>
                </c:pt>
                <c:pt idx="53">
                  <c:v>1.8710000000000002</c:v>
                </c:pt>
                <c:pt idx="54">
                  <c:v>1.7990000000000002</c:v>
                </c:pt>
                <c:pt idx="55">
                  <c:v>1.6684999999999999</c:v>
                </c:pt>
                <c:pt idx="56">
                  <c:v>1.8150000000000002</c:v>
                </c:pt>
                <c:pt idx="57">
                  <c:v>1.6950000000000003</c:v>
                </c:pt>
                <c:pt idx="58">
                  <c:v>1.6954999999999998</c:v>
                </c:pt>
                <c:pt idx="59">
                  <c:v>1.8110000000000002</c:v>
                </c:pt>
                <c:pt idx="60">
                  <c:v>1.7440000000000002</c:v>
                </c:pt>
                <c:pt idx="61">
                  <c:v>1.8917500000000003</c:v>
                </c:pt>
                <c:pt idx="62">
                  <c:v>1.8392500000000001</c:v>
                </c:pt>
                <c:pt idx="63">
                  <c:v>1.7677500000000002</c:v>
                </c:pt>
                <c:pt idx="64">
                  <c:v>1.6279999999999999</c:v>
                </c:pt>
                <c:pt idx="65">
                  <c:v>1.5685000000000002</c:v>
                </c:pt>
                <c:pt idx="66">
                  <c:v>1.5294999999999999</c:v>
                </c:pt>
                <c:pt idx="67">
                  <c:v>1.1270000000000002</c:v>
                </c:pt>
                <c:pt idx="68">
                  <c:v>1.2697499999999999</c:v>
                </c:pt>
                <c:pt idx="69">
                  <c:v>1.1994999999999998</c:v>
                </c:pt>
                <c:pt idx="70">
                  <c:v>1.4685000000000001</c:v>
                </c:pt>
                <c:pt idx="71">
                  <c:v>1.7484999999999999</c:v>
                </c:pt>
                <c:pt idx="72">
                  <c:v>1.4395</c:v>
                </c:pt>
                <c:pt idx="73">
                  <c:v>1.3352499999999998</c:v>
                </c:pt>
                <c:pt idx="74">
                  <c:v>1.2850000000000001</c:v>
                </c:pt>
                <c:pt idx="75">
                  <c:v>1.2165000000000004</c:v>
                </c:pt>
                <c:pt idx="76">
                  <c:v>1.2040000000000002</c:v>
                </c:pt>
                <c:pt idx="77">
                  <c:v>1.2760000000000002</c:v>
                </c:pt>
                <c:pt idx="78">
                  <c:v>1.2430000000000001</c:v>
                </c:pt>
                <c:pt idx="79">
                  <c:v>1.2928000000000002</c:v>
                </c:pt>
                <c:pt idx="80">
                  <c:v>1.0349999999999999</c:v>
                </c:pt>
                <c:pt idx="81">
                  <c:v>1.1199999999999999</c:v>
                </c:pt>
                <c:pt idx="82">
                  <c:v>1.1345000000000001</c:v>
                </c:pt>
                <c:pt idx="83">
                  <c:v>1.0665</c:v>
                </c:pt>
                <c:pt idx="84">
                  <c:v>1.1475000000000002</c:v>
                </c:pt>
                <c:pt idx="85">
                  <c:v>1.155</c:v>
                </c:pt>
                <c:pt idx="86">
                  <c:v>1.2284999999999999</c:v>
                </c:pt>
                <c:pt idx="87">
                  <c:v>1.2433000000000001</c:v>
                </c:pt>
                <c:pt idx="88">
                  <c:v>0.95260000000000011</c:v>
                </c:pt>
                <c:pt idx="89">
                  <c:v>1.1276000000000002</c:v>
                </c:pt>
                <c:pt idx="90">
                  <c:v>1.234</c:v>
                </c:pt>
                <c:pt idx="91">
                  <c:v>1.2136999999999998</c:v>
                </c:pt>
                <c:pt idx="92">
                  <c:v>1.2939999999999998</c:v>
                </c:pt>
                <c:pt idx="93">
                  <c:v>1.3206</c:v>
                </c:pt>
                <c:pt idx="94">
                  <c:v>1.2556</c:v>
                </c:pt>
                <c:pt idx="95">
                  <c:v>1.1962999999999999</c:v>
                </c:pt>
                <c:pt idx="96">
                  <c:v>1.163</c:v>
                </c:pt>
                <c:pt idx="97">
                  <c:v>1.3233999999999999</c:v>
                </c:pt>
                <c:pt idx="98">
                  <c:v>1.175</c:v>
                </c:pt>
                <c:pt idx="99">
                  <c:v>1.1080000000000001</c:v>
                </c:pt>
                <c:pt idx="100">
                  <c:v>1.2883</c:v>
                </c:pt>
                <c:pt idx="101">
                  <c:v>1.407</c:v>
                </c:pt>
                <c:pt idx="102">
                  <c:v>1.4330000000000001</c:v>
                </c:pt>
                <c:pt idx="103">
                  <c:v>1.5645000000000002</c:v>
                </c:pt>
                <c:pt idx="104">
                  <c:v>1.5270000000000001</c:v>
                </c:pt>
                <c:pt idx="105">
                  <c:v>1.4690000000000001</c:v>
                </c:pt>
                <c:pt idx="106">
                  <c:v>1.5375000000000001</c:v>
                </c:pt>
                <c:pt idx="107">
                  <c:v>1.6480000000000001</c:v>
                </c:pt>
                <c:pt idx="108">
                  <c:v>1.444</c:v>
                </c:pt>
                <c:pt idx="109">
                  <c:v>1.379</c:v>
                </c:pt>
                <c:pt idx="110">
                  <c:v>1.3045</c:v>
                </c:pt>
                <c:pt idx="111">
                  <c:v>1.2484999999999999</c:v>
                </c:pt>
                <c:pt idx="112">
                  <c:v>1.1859999999999999</c:v>
                </c:pt>
                <c:pt idx="113">
                  <c:v>1.1299999999999999</c:v>
                </c:pt>
                <c:pt idx="114">
                  <c:v>1.0227999999999999</c:v>
                </c:pt>
                <c:pt idx="115">
                  <c:v>0.82399999999999984</c:v>
                </c:pt>
                <c:pt idx="116">
                  <c:v>0.94974999999999998</c:v>
                </c:pt>
                <c:pt idx="117">
                  <c:v>0.84650000000000003</c:v>
                </c:pt>
                <c:pt idx="118">
                  <c:v>0.70000000000000007</c:v>
                </c:pt>
                <c:pt idx="119">
                  <c:v>0.68700000000000006</c:v>
                </c:pt>
                <c:pt idx="120">
                  <c:v>0.51800000000000002</c:v>
                </c:pt>
                <c:pt idx="121">
                  <c:v>0.58489999999999998</c:v>
                </c:pt>
                <c:pt idx="122">
                  <c:v>0.48560000000000003</c:v>
                </c:pt>
                <c:pt idx="123">
                  <c:v>0.4284</c:v>
                </c:pt>
                <c:pt idx="124">
                  <c:v>0.75150000000000006</c:v>
                </c:pt>
                <c:pt idx="125">
                  <c:v>1.1339999999999999</c:v>
                </c:pt>
                <c:pt idx="126">
                  <c:v>0.89070000000000005</c:v>
                </c:pt>
                <c:pt idx="127">
                  <c:v>0.95899999999999996</c:v>
                </c:pt>
                <c:pt idx="128">
                  <c:v>0.93849999999999989</c:v>
                </c:pt>
                <c:pt idx="129">
                  <c:v>0.92109999999999992</c:v>
                </c:pt>
                <c:pt idx="130">
                  <c:v>0.94350000000000001</c:v>
                </c:pt>
                <c:pt idx="131">
                  <c:v>1.0195000000000001</c:v>
                </c:pt>
                <c:pt idx="132">
                  <c:v>0.84499999999999997</c:v>
                </c:pt>
                <c:pt idx="133">
                  <c:v>0.72799999999999998</c:v>
                </c:pt>
                <c:pt idx="134">
                  <c:v>0.71129999999999993</c:v>
                </c:pt>
                <c:pt idx="135">
                  <c:v>0.79400000000000004</c:v>
                </c:pt>
                <c:pt idx="136">
                  <c:v>0.69650000000000001</c:v>
                </c:pt>
                <c:pt idx="137">
                  <c:v>0.63800000000000001</c:v>
                </c:pt>
                <c:pt idx="138">
                  <c:v>0.48135</c:v>
                </c:pt>
                <c:pt idx="139">
                  <c:v>0.48299999999999998</c:v>
                </c:pt>
                <c:pt idx="140">
                  <c:v>0.49399999999999999</c:v>
                </c:pt>
                <c:pt idx="141">
                  <c:v>0.66800000000000004</c:v>
                </c:pt>
                <c:pt idx="142">
                  <c:v>0.79859999999999998</c:v>
                </c:pt>
                <c:pt idx="143">
                  <c:v>0.82099999999999995</c:v>
                </c:pt>
                <c:pt idx="144">
                  <c:v>0.97</c:v>
                </c:pt>
                <c:pt idx="145">
                  <c:v>0.83900000000000008</c:v>
                </c:pt>
                <c:pt idx="146">
                  <c:v>0.90100000000000002</c:v>
                </c:pt>
                <c:pt idx="147">
                  <c:v>0.93</c:v>
                </c:pt>
                <c:pt idx="148">
                  <c:v>0.94820000000000004</c:v>
                </c:pt>
                <c:pt idx="149">
                  <c:v>1.026</c:v>
                </c:pt>
                <c:pt idx="150">
                  <c:v>1.101</c:v>
                </c:pt>
                <c:pt idx="151">
                  <c:v>0.99449999999999994</c:v>
                </c:pt>
                <c:pt idx="152">
                  <c:v>1.0745</c:v>
                </c:pt>
                <c:pt idx="153">
                  <c:v>1.0598000000000001</c:v>
                </c:pt>
                <c:pt idx="154">
                  <c:v>1.006</c:v>
                </c:pt>
                <c:pt idx="155">
                  <c:v>1.036</c:v>
                </c:pt>
                <c:pt idx="156">
                  <c:v>1.1365999999999998</c:v>
                </c:pt>
                <c:pt idx="157">
                  <c:v>1.20695</c:v>
                </c:pt>
                <c:pt idx="158">
                  <c:v>1.1199999999999999</c:v>
                </c:pt>
                <c:pt idx="159">
                  <c:v>1.1395999999999999</c:v>
                </c:pt>
                <c:pt idx="160">
                  <c:v>1.0767</c:v>
                </c:pt>
                <c:pt idx="161">
                  <c:v>1.0505</c:v>
                </c:pt>
                <c:pt idx="162">
                  <c:v>1.0740000000000001</c:v>
                </c:pt>
                <c:pt idx="163">
                  <c:v>1.0184</c:v>
                </c:pt>
                <c:pt idx="164">
                  <c:v>1.0931599999999999</c:v>
                </c:pt>
                <c:pt idx="165">
                  <c:v>1.0648</c:v>
                </c:pt>
                <c:pt idx="166">
                  <c:v>1.0324500000000001</c:v>
                </c:pt>
                <c:pt idx="167">
                  <c:v>0.98605000000000009</c:v>
                </c:pt>
                <c:pt idx="168">
                  <c:v>0.88890000000000002</c:v>
                </c:pt>
                <c:pt idx="169">
                  <c:v>0.78689999999999993</c:v>
                </c:pt>
                <c:pt idx="170">
                  <c:v>0.67325000000000002</c:v>
                </c:pt>
                <c:pt idx="171">
                  <c:v>0.69100000000000006</c:v>
                </c:pt>
                <c:pt idx="172">
                  <c:v>0.61075000000000002</c:v>
                </c:pt>
                <c:pt idx="173">
                  <c:v>0.56210000000000004</c:v>
                </c:pt>
                <c:pt idx="174">
                  <c:v>0.49619999999999997</c:v>
                </c:pt>
                <c:pt idx="175">
                  <c:v>0.28514999999999996</c:v>
                </c:pt>
                <c:pt idx="176">
                  <c:v>0.29669999999999996</c:v>
                </c:pt>
                <c:pt idx="177">
                  <c:v>0.41199999999999998</c:v>
                </c:pt>
                <c:pt idx="178">
                  <c:v>0.39165</c:v>
                </c:pt>
                <c:pt idx="179">
                  <c:v>0.45309999999999995</c:v>
                </c:pt>
                <c:pt idx="180">
                  <c:v>0.31779999999999997</c:v>
                </c:pt>
                <c:pt idx="181">
                  <c:v>0.2535</c:v>
                </c:pt>
                <c:pt idx="182">
                  <c:v>0.30174999999999996</c:v>
                </c:pt>
                <c:pt idx="183">
                  <c:v>0.19090000000000001</c:v>
                </c:pt>
                <c:pt idx="184">
                  <c:v>0.16649999999999998</c:v>
                </c:pt>
                <c:pt idx="185">
                  <c:v>0.19664999999999996</c:v>
                </c:pt>
                <c:pt idx="186">
                  <c:v>0.2019</c:v>
                </c:pt>
                <c:pt idx="187">
                  <c:v>0.29499999999999998</c:v>
                </c:pt>
                <c:pt idx="188">
                  <c:v>0.2495</c:v>
                </c:pt>
                <c:pt idx="189">
                  <c:v>0.26649999999999996</c:v>
                </c:pt>
                <c:pt idx="190">
                  <c:v>0.26</c:v>
                </c:pt>
                <c:pt idx="191">
                  <c:v>0.26800000000000002</c:v>
                </c:pt>
                <c:pt idx="192">
                  <c:v>0.35125000000000001</c:v>
                </c:pt>
                <c:pt idx="193">
                  <c:v>0.49724999999999997</c:v>
                </c:pt>
                <c:pt idx="194">
                  <c:v>0.53475000000000006</c:v>
                </c:pt>
                <c:pt idx="195">
                  <c:v>0.61549999999999994</c:v>
                </c:pt>
                <c:pt idx="196">
                  <c:v>0.5917</c:v>
                </c:pt>
                <c:pt idx="197">
                  <c:v>0.58450000000000002</c:v>
                </c:pt>
                <c:pt idx="198">
                  <c:v>0.42309999999999998</c:v>
                </c:pt>
                <c:pt idx="199">
                  <c:v>0.43280000000000002</c:v>
                </c:pt>
                <c:pt idx="200">
                  <c:v>0.56620000000000004</c:v>
                </c:pt>
                <c:pt idx="201">
                  <c:v>0.5071</c:v>
                </c:pt>
                <c:pt idx="202">
                  <c:v>0.51829999999999998</c:v>
                </c:pt>
                <c:pt idx="203">
                  <c:v>0.59675</c:v>
                </c:pt>
                <c:pt idx="204">
                  <c:v>0.59699999999999998</c:v>
                </c:pt>
                <c:pt idx="205">
                  <c:v>0.71789999999999998</c:v>
                </c:pt>
                <c:pt idx="206">
                  <c:v>0.71120000000000005</c:v>
                </c:pt>
                <c:pt idx="207">
                  <c:v>0.74924999999999997</c:v>
                </c:pt>
                <c:pt idx="208">
                  <c:v>0.78095000000000014</c:v>
                </c:pt>
                <c:pt idx="209">
                  <c:v>0.75500000000000012</c:v>
                </c:pt>
                <c:pt idx="210">
                  <c:v>0.5219999999999998</c:v>
                </c:pt>
                <c:pt idx="211">
                  <c:v>0.36399999999999988</c:v>
                </c:pt>
                <c:pt idx="212">
                  <c:v>0.2512500000000002</c:v>
                </c:pt>
                <c:pt idx="213">
                  <c:v>0.16800000000000015</c:v>
                </c:pt>
                <c:pt idx="214">
                  <c:v>-0.23825000000000029</c:v>
                </c:pt>
                <c:pt idx="215">
                  <c:v>-0.19220000000000015</c:v>
                </c:pt>
                <c:pt idx="216">
                  <c:v>-0.40425000000000022</c:v>
                </c:pt>
                <c:pt idx="217">
                  <c:v>-0.5389999999999997</c:v>
                </c:pt>
                <c:pt idx="218">
                  <c:v>-0.45899999999999963</c:v>
                </c:pt>
                <c:pt idx="219">
                  <c:v>-0.48724999999999996</c:v>
                </c:pt>
                <c:pt idx="220">
                  <c:v>-0.53690000000000015</c:v>
                </c:pt>
                <c:pt idx="221">
                  <c:v>-0.87369999999999992</c:v>
                </c:pt>
                <c:pt idx="222">
                  <c:v>-0.65329999999999977</c:v>
                </c:pt>
                <c:pt idx="223">
                  <c:v>-0.55740000000000034</c:v>
                </c:pt>
                <c:pt idx="224">
                  <c:v>-0.41654999999999998</c:v>
                </c:pt>
                <c:pt idx="225">
                  <c:v>-0.25974999999999993</c:v>
                </c:pt>
                <c:pt idx="226">
                  <c:v>-0.44249999999999989</c:v>
                </c:pt>
                <c:pt idx="227">
                  <c:v>-0.30520000000000014</c:v>
                </c:pt>
                <c:pt idx="228">
                  <c:v>-0.27349999999999985</c:v>
                </c:pt>
                <c:pt idx="229">
                  <c:v>-0.49400000000000022</c:v>
                </c:pt>
                <c:pt idx="230">
                  <c:v>-0.56535000000000002</c:v>
                </c:pt>
                <c:pt idx="231">
                  <c:v>-0.49509999999999987</c:v>
                </c:pt>
                <c:pt idx="232">
                  <c:v>-0.5222500000000001</c:v>
                </c:pt>
                <c:pt idx="233">
                  <c:v>-0.37629999999999963</c:v>
                </c:pt>
                <c:pt idx="234">
                  <c:v>-0.27099999999999991</c:v>
                </c:pt>
                <c:pt idx="235">
                  <c:v>-0.1339999999999999</c:v>
                </c:pt>
                <c:pt idx="236">
                  <c:v>4.9250000000000238E-2</c:v>
                </c:pt>
                <c:pt idx="237">
                  <c:v>0.11370000000000013</c:v>
                </c:pt>
                <c:pt idx="238">
                  <c:v>4.4999999999999929E-2</c:v>
                </c:pt>
                <c:pt idx="239">
                  <c:v>0.16574999999999962</c:v>
                </c:pt>
                <c:pt idx="240">
                  <c:v>0.13850000000000007</c:v>
                </c:pt>
                <c:pt idx="241">
                  <c:v>0.19880000000000031</c:v>
                </c:pt>
                <c:pt idx="242">
                  <c:v>0.47730000000000006</c:v>
                </c:pt>
                <c:pt idx="243">
                  <c:v>0.53558999999999979</c:v>
                </c:pt>
                <c:pt idx="244">
                  <c:v>0.56084999999999985</c:v>
                </c:pt>
                <c:pt idx="245">
                  <c:v>0.58749999999999991</c:v>
                </c:pt>
                <c:pt idx="246">
                  <c:v>0.6025999999999998</c:v>
                </c:pt>
                <c:pt idx="247">
                  <c:v>0.59909999999999997</c:v>
                </c:pt>
                <c:pt idx="248">
                  <c:v>0.54666999999999977</c:v>
                </c:pt>
                <c:pt idx="249">
                  <c:v>0.50734999999999975</c:v>
                </c:pt>
                <c:pt idx="250">
                  <c:v>0.57779999999999987</c:v>
                </c:pt>
                <c:pt idx="251">
                  <c:v>0.6509999999999998</c:v>
                </c:pt>
                <c:pt idx="252">
                  <c:v>0.6368999999999998</c:v>
                </c:pt>
                <c:pt idx="253">
                  <c:v>0.5158999999999998</c:v>
                </c:pt>
                <c:pt idx="254">
                  <c:v>0.24199999999999999</c:v>
                </c:pt>
                <c:pt idx="255">
                  <c:v>0.29760000000000009</c:v>
                </c:pt>
                <c:pt idx="256">
                  <c:v>0.25859999999999994</c:v>
                </c:pt>
                <c:pt idx="257">
                  <c:v>0.1952499999999997</c:v>
                </c:pt>
                <c:pt idx="258">
                  <c:v>0.21270000000000033</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10E3-40C1-B7A2-5C6F6D3F24A5}"/>
            </c:ext>
          </c:extLst>
        </c:ser>
        <c:ser>
          <c:idx val="2"/>
          <c:order val="2"/>
          <c:tx>
            <c:strRef>
              <c:f>TERMP!$BY$8</c:f>
              <c:strCache>
                <c:ptCount val="1"/>
                <c:pt idx="0">
                  <c:v>JP 2Y10</c:v>
                </c:pt>
              </c:strCache>
            </c:strRef>
          </c:tx>
          <c:spPr>
            <a:ln w="22225" cap="rnd">
              <a:solidFill>
                <a:srgbClr val="C0000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TERMP!$BY$10:$BY$1010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0.97499999999999998</c:v>
                </c:pt>
                <c:pt idx="56">
                  <c:v>0.92249999999999999</c:v>
                </c:pt>
                <c:pt idx="57">
                  <c:v>0.98499999999999999</c:v>
                </c:pt>
                <c:pt idx="58">
                  <c:v>0.84250000000000003</c:v>
                </c:pt>
                <c:pt idx="59">
                  <c:v>0.92525000000000002</c:v>
                </c:pt>
                <c:pt idx="60">
                  <c:v>0.90700000000000003</c:v>
                </c:pt>
                <c:pt idx="61">
                  <c:v>0.92499999999999993</c:v>
                </c:pt>
                <c:pt idx="62">
                  <c:v>0.98499999999999988</c:v>
                </c:pt>
                <c:pt idx="63">
                  <c:v>0.93</c:v>
                </c:pt>
                <c:pt idx="64">
                  <c:v>0.89000000000000012</c:v>
                </c:pt>
                <c:pt idx="65">
                  <c:v>0.76249999999999996</c:v>
                </c:pt>
                <c:pt idx="66">
                  <c:v>0.67749999999999999</c:v>
                </c:pt>
                <c:pt idx="67">
                  <c:v>0.6825</c:v>
                </c:pt>
                <c:pt idx="68">
                  <c:v>0.69500000000000006</c:v>
                </c:pt>
                <c:pt idx="69">
                  <c:v>0.628</c:v>
                </c:pt>
                <c:pt idx="70">
                  <c:v>0.7955000000000001</c:v>
                </c:pt>
                <c:pt idx="71">
                  <c:v>0.72875000000000001</c:v>
                </c:pt>
                <c:pt idx="72">
                  <c:v>0.79875000000000007</c:v>
                </c:pt>
                <c:pt idx="73">
                  <c:v>0.83374999999999999</c:v>
                </c:pt>
                <c:pt idx="74">
                  <c:v>0.80624999999999991</c:v>
                </c:pt>
                <c:pt idx="75">
                  <c:v>0.76749999999999996</c:v>
                </c:pt>
                <c:pt idx="76">
                  <c:v>0.7</c:v>
                </c:pt>
                <c:pt idx="77">
                  <c:v>0.70000000000000007</c:v>
                </c:pt>
                <c:pt idx="78">
                  <c:v>0.63500000000000001</c:v>
                </c:pt>
                <c:pt idx="79">
                  <c:v>0.64249999999999996</c:v>
                </c:pt>
                <c:pt idx="80">
                  <c:v>0.63749999999999996</c:v>
                </c:pt>
                <c:pt idx="81">
                  <c:v>0.63900000000000001</c:v>
                </c:pt>
                <c:pt idx="82">
                  <c:v>0.61750000000000005</c:v>
                </c:pt>
                <c:pt idx="83">
                  <c:v>0.54</c:v>
                </c:pt>
                <c:pt idx="84">
                  <c:v>0.53625</c:v>
                </c:pt>
                <c:pt idx="85">
                  <c:v>0.57450000000000001</c:v>
                </c:pt>
                <c:pt idx="86">
                  <c:v>0.61</c:v>
                </c:pt>
                <c:pt idx="87">
                  <c:v>0.50825000000000009</c:v>
                </c:pt>
                <c:pt idx="88">
                  <c:v>0.48449999999999999</c:v>
                </c:pt>
                <c:pt idx="89">
                  <c:v>0.45249999999999996</c:v>
                </c:pt>
                <c:pt idx="90">
                  <c:v>0.38750000000000001</c:v>
                </c:pt>
                <c:pt idx="91">
                  <c:v>0.44624999999999998</c:v>
                </c:pt>
                <c:pt idx="92">
                  <c:v>0.46299999999999997</c:v>
                </c:pt>
                <c:pt idx="93">
                  <c:v>0.4985</c:v>
                </c:pt>
                <c:pt idx="94">
                  <c:v>0.47244999999999993</c:v>
                </c:pt>
                <c:pt idx="95">
                  <c:v>0.60299999999999998</c:v>
                </c:pt>
                <c:pt idx="96">
                  <c:v>0.52187499999999998</c:v>
                </c:pt>
                <c:pt idx="97">
                  <c:v>0.53562500000000002</c:v>
                </c:pt>
                <c:pt idx="98">
                  <c:v>0.44</c:v>
                </c:pt>
                <c:pt idx="99">
                  <c:v>0.46775</c:v>
                </c:pt>
                <c:pt idx="100">
                  <c:v>0.64524999999999999</c:v>
                </c:pt>
                <c:pt idx="101">
                  <c:v>0.62312500000000004</c:v>
                </c:pt>
                <c:pt idx="102">
                  <c:v>0.60275000000000001</c:v>
                </c:pt>
                <c:pt idx="103">
                  <c:v>0.54762499999999992</c:v>
                </c:pt>
                <c:pt idx="104">
                  <c:v>0.51524999999999999</c:v>
                </c:pt>
                <c:pt idx="105">
                  <c:v>0.42325000000000002</c:v>
                </c:pt>
                <c:pt idx="106">
                  <c:v>0.45050000000000001</c:v>
                </c:pt>
                <c:pt idx="107">
                  <c:v>0.56112499999999998</c:v>
                </c:pt>
                <c:pt idx="108">
                  <c:v>0.46750000000000003</c:v>
                </c:pt>
                <c:pt idx="109">
                  <c:v>0.47624999999999995</c:v>
                </c:pt>
                <c:pt idx="110">
                  <c:v>0.49995000000000001</c:v>
                </c:pt>
                <c:pt idx="111">
                  <c:v>0.45687499999999992</c:v>
                </c:pt>
                <c:pt idx="112">
                  <c:v>0.40062500000000001</c:v>
                </c:pt>
                <c:pt idx="113">
                  <c:v>0.36625000000000002</c:v>
                </c:pt>
                <c:pt idx="114">
                  <c:v>0.35875000000000001</c:v>
                </c:pt>
                <c:pt idx="115">
                  <c:v>0.31874999999999998</c:v>
                </c:pt>
                <c:pt idx="116">
                  <c:v>0.34425</c:v>
                </c:pt>
                <c:pt idx="117">
                  <c:v>0.315</c:v>
                </c:pt>
                <c:pt idx="118">
                  <c:v>0.3085</c:v>
                </c:pt>
                <c:pt idx="119">
                  <c:v>0.27749999999999997</c:v>
                </c:pt>
                <c:pt idx="120">
                  <c:v>0.25995000000000001</c:v>
                </c:pt>
                <c:pt idx="121">
                  <c:v>0.30624999999999997</c:v>
                </c:pt>
                <c:pt idx="122">
                  <c:v>0.329125</c:v>
                </c:pt>
                <c:pt idx="123">
                  <c:v>0.29682500000000001</c:v>
                </c:pt>
                <c:pt idx="124">
                  <c:v>0.364875</c:v>
                </c:pt>
                <c:pt idx="125">
                  <c:v>0.44312500000000005</c:v>
                </c:pt>
                <c:pt idx="126">
                  <c:v>0.3745</c:v>
                </c:pt>
                <c:pt idx="127">
                  <c:v>0.37375000000000003</c:v>
                </c:pt>
                <c:pt idx="128">
                  <c:v>0.3175</c:v>
                </c:pt>
                <c:pt idx="129">
                  <c:v>0.31557499999999999</c:v>
                </c:pt>
                <c:pt idx="130">
                  <c:v>0.28937499999999999</c:v>
                </c:pt>
                <c:pt idx="131">
                  <c:v>0.26200000000000001</c:v>
                </c:pt>
                <c:pt idx="132">
                  <c:v>0.24062500000000001</c:v>
                </c:pt>
                <c:pt idx="133">
                  <c:v>0.25624999999999998</c:v>
                </c:pt>
                <c:pt idx="134">
                  <c:v>0.21060000000000001</c:v>
                </c:pt>
                <c:pt idx="135">
                  <c:v>0.25124999999999997</c:v>
                </c:pt>
                <c:pt idx="136">
                  <c:v>0.20974999999999999</c:v>
                </c:pt>
                <c:pt idx="137">
                  <c:v>0.14624999999999999</c:v>
                </c:pt>
                <c:pt idx="138">
                  <c:v>6.8750000000000006E-2</c:v>
                </c:pt>
                <c:pt idx="139">
                  <c:v>9.774999999999999E-2</c:v>
                </c:pt>
                <c:pt idx="140">
                  <c:v>0.10375000000000001</c:v>
                </c:pt>
                <c:pt idx="141">
                  <c:v>4.9920000000000006E-2</c:v>
                </c:pt>
                <c:pt idx="142">
                  <c:v>5.2500000000000005E-2</c:v>
                </c:pt>
                <c:pt idx="143">
                  <c:v>7.1250000000000008E-2</c:v>
                </c:pt>
                <c:pt idx="144">
                  <c:v>9.6250000000000002E-2</c:v>
                </c:pt>
                <c:pt idx="145">
                  <c:v>0.11899999999999999</c:v>
                </c:pt>
                <c:pt idx="146">
                  <c:v>0.124</c:v>
                </c:pt>
                <c:pt idx="147">
                  <c:v>9.5000000000000001E-2</c:v>
                </c:pt>
                <c:pt idx="148">
                  <c:v>8.6249999999999993E-2</c:v>
                </c:pt>
                <c:pt idx="149">
                  <c:v>0.11125</c:v>
                </c:pt>
                <c:pt idx="150">
                  <c:v>0.11497</c:v>
                </c:pt>
                <c:pt idx="151">
                  <c:v>9.1249999999999998E-2</c:v>
                </c:pt>
                <c:pt idx="152">
                  <c:v>0.14374999999999999</c:v>
                </c:pt>
                <c:pt idx="153">
                  <c:v>0.14646999999999999</c:v>
                </c:pt>
                <c:pt idx="154">
                  <c:v>0.15060000000000001</c:v>
                </c:pt>
                <c:pt idx="155">
                  <c:v>0.16499999999999998</c:v>
                </c:pt>
                <c:pt idx="156">
                  <c:v>0.17750000000000002</c:v>
                </c:pt>
                <c:pt idx="157">
                  <c:v>0.15755</c:v>
                </c:pt>
                <c:pt idx="158">
                  <c:v>0.16184999999999999</c:v>
                </c:pt>
                <c:pt idx="159">
                  <c:v>0.16825000000000001</c:v>
                </c:pt>
                <c:pt idx="160">
                  <c:v>0.17624999999999999</c:v>
                </c:pt>
                <c:pt idx="161">
                  <c:v>0.17125000000000001</c:v>
                </c:pt>
                <c:pt idx="162">
                  <c:v>0.22875000000000001</c:v>
                </c:pt>
                <c:pt idx="163">
                  <c:v>0.23499999999999999</c:v>
                </c:pt>
                <c:pt idx="164">
                  <c:v>0.2515</c:v>
                </c:pt>
                <c:pt idx="165">
                  <c:v>0.22696000000000002</c:v>
                </c:pt>
                <c:pt idx="166">
                  <c:v>0.19625000000000001</c:v>
                </c:pt>
                <c:pt idx="167">
                  <c:v>0.14546000000000001</c:v>
                </c:pt>
                <c:pt idx="168">
                  <c:v>0.14249999999999999</c:v>
                </c:pt>
                <c:pt idx="169">
                  <c:v>0.12125</c:v>
                </c:pt>
                <c:pt idx="170">
                  <c:v>0.1205</c:v>
                </c:pt>
                <c:pt idx="171">
                  <c:v>0.13375000000000001</c:v>
                </c:pt>
                <c:pt idx="172">
                  <c:v>0.10625</c:v>
                </c:pt>
                <c:pt idx="173">
                  <c:v>0.11379999999999998</c:v>
                </c:pt>
                <c:pt idx="174">
                  <c:v>0.1</c:v>
                </c:pt>
                <c:pt idx="175">
                  <c:v>3.494899999999998E-2</c:v>
                </c:pt>
                <c:pt idx="176">
                  <c:v>0.10875</c:v>
                </c:pt>
                <c:pt idx="177">
                  <c:v>0.11875000000000001</c:v>
                </c:pt>
                <c:pt idx="178">
                  <c:v>8.7499999999999994E-2</c:v>
                </c:pt>
                <c:pt idx="179">
                  <c:v>0.10375000000000001</c:v>
                </c:pt>
                <c:pt idx="180">
                  <c:v>3.6250000000000004E-2</c:v>
                </c:pt>
                <c:pt idx="181">
                  <c:v>4.2499999999999982E-2</c:v>
                </c:pt>
                <c:pt idx="182">
                  <c:v>0.105</c:v>
                </c:pt>
                <c:pt idx="183">
                  <c:v>3.8749999999999993E-2</c:v>
                </c:pt>
                <c:pt idx="184">
                  <c:v>6.1899999999999997E-2</c:v>
                </c:pt>
                <c:pt idx="185">
                  <c:v>5.6249999999999994E-2</c:v>
                </c:pt>
                <c:pt idx="186">
                  <c:v>2.5000000000000001E-2</c:v>
                </c:pt>
                <c:pt idx="187">
                  <c:v>6.7500000000000004E-2</c:v>
                </c:pt>
                <c:pt idx="188">
                  <c:v>5.7500000000000002E-2</c:v>
                </c:pt>
                <c:pt idx="189">
                  <c:v>7.8750000000000001E-2</c:v>
                </c:pt>
                <c:pt idx="190">
                  <c:v>5.6900000000000006E-2</c:v>
                </c:pt>
                <c:pt idx="191">
                  <c:v>7.1849999999999997E-2</c:v>
                </c:pt>
                <c:pt idx="192">
                  <c:v>9.7500000000000003E-2</c:v>
                </c:pt>
                <c:pt idx="193">
                  <c:v>0.1875</c:v>
                </c:pt>
                <c:pt idx="194">
                  <c:v>0.12625</c:v>
                </c:pt>
                <c:pt idx="195">
                  <c:v>0.1361</c:v>
                </c:pt>
                <c:pt idx="196">
                  <c:v>0.12286999999999999</c:v>
                </c:pt>
                <c:pt idx="197">
                  <c:v>7.979E-2</c:v>
                </c:pt>
                <c:pt idx="198">
                  <c:v>5.5890000000000002E-2</c:v>
                </c:pt>
                <c:pt idx="199">
                  <c:v>5.57E-2</c:v>
                </c:pt>
                <c:pt idx="200">
                  <c:v>8.1449999999999995E-2</c:v>
                </c:pt>
                <c:pt idx="201">
                  <c:v>0.10124999999999999</c:v>
                </c:pt>
                <c:pt idx="202">
                  <c:v>9.5000000000000001E-2</c:v>
                </c:pt>
                <c:pt idx="203">
                  <c:v>0.11031300000000001</c:v>
                </c:pt>
                <c:pt idx="204">
                  <c:v>0.16700000000000001</c:v>
                </c:pt>
                <c:pt idx="205">
                  <c:v>0.216</c:v>
                </c:pt>
                <c:pt idx="206">
                  <c:v>0.29750000000000004</c:v>
                </c:pt>
                <c:pt idx="207">
                  <c:v>0.315</c:v>
                </c:pt>
                <c:pt idx="208">
                  <c:v>0.28999999999999998</c:v>
                </c:pt>
                <c:pt idx="209">
                  <c:v>0.36124000000000001</c:v>
                </c:pt>
                <c:pt idx="210">
                  <c:v>0.28875000000000001</c:v>
                </c:pt>
                <c:pt idx="211">
                  <c:v>0.31</c:v>
                </c:pt>
                <c:pt idx="212">
                  <c:v>0.40125</c:v>
                </c:pt>
                <c:pt idx="213">
                  <c:v>0.4375</c:v>
                </c:pt>
                <c:pt idx="214">
                  <c:v>0.46001000000000003</c:v>
                </c:pt>
                <c:pt idx="215">
                  <c:v>0.63375000000000004</c:v>
                </c:pt>
                <c:pt idx="216">
                  <c:v>0.69124999999999992</c:v>
                </c:pt>
                <c:pt idx="217">
                  <c:v>0.65625</c:v>
                </c:pt>
                <c:pt idx="218">
                  <c:v>0.495</c:v>
                </c:pt>
                <c:pt idx="219">
                  <c:v>0.47600000000000003</c:v>
                </c:pt>
                <c:pt idx="220">
                  <c:v>0.51249999999999996</c:v>
                </c:pt>
                <c:pt idx="221">
                  <c:v>0.49625000000000008</c:v>
                </c:pt>
                <c:pt idx="222">
                  <c:v>0.64875000000000005</c:v>
                </c:pt>
                <c:pt idx="223">
                  <c:v>0.68874999999999997</c:v>
                </c:pt>
                <c:pt idx="224">
                  <c:v>0.73499999999999999</c:v>
                </c:pt>
                <c:pt idx="225">
                  <c:v>0.84250000000000003</c:v>
                </c:pt>
                <c:pt idx="226">
                  <c:v>0.745</c:v>
                </c:pt>
                <c:pt idx="227">
                  <c:v>0.65874999999999995</c:v>
                </c:pt>
                <c:pt idx="228">
                  <c:v>0.68500000000000005</c:v>
                </c:pt>
                <c:pt idx="229">
                  <c:v>0.626</c:v>
                </c:pt>
                <c:pt idx="230">
                  <c:v>0.55475500000000011</c:v>
                </c:pt>
                <c:pt idx="231">
                  <c:v>0.61182000000000003</c:v>
                </c:pt>
                <c:pt idx="232">
                  <c:v>0.63312499999999994</c:v>
                </c:pt>
                <c:pt idx="233">
                  <c:v>0.63124999999999998</c:v>
                </c:pt>
                <c:pt idx="234">
                  <c:v>0.51500000000000001</c:v>
                </c:pt>
                <c:pt idx="235">
                  <c:v>0.46374999999999994</c:v>
                </c:pt>
                <c:pt idx="236">
                  <c:v>0.43875000000000003</c:v>
                </c:pt>
                <c:pt idx="237">
                  <c:v>0.4365</c:v>
                </c:pt>
                <c:pt idx="238">
                  <c:v>0.38224999999999998</c:v>
                </c:pt>
                <c:pt idx="239">
                  <c:v>0.41774999999999995</c:v>
                </c:pt>
                <c:pt idx="240">
                  <c:v>0.40249999999999997</c:v>
                </c:pt>
                <c:pt idx="241">
                  <c:v>0.43249999999999988</c:v>
                </c:pt>
                <c:pt idx="242">
                  <c:v>0.49124999999999996</c:v>
                </c:pt>
                <c:pt idx="243">
                  <c:v>0.42624999999999991</c:v>
                </c:pt>
                <c:pt idx="244">
                  <c:v>0.49250000000000005</c:v>
                </c:pt>
                <c:pt idx="245">
                  <c:v>0.48224999999999996</c:v>
                </c:pt>
                <c:pt idx="246">
                  <c:v>0.53399999999999992</c:v>
                </c:pt>
                <c:pt idx="247">
                  <c:v>0.55374999999999996</c:v>
                </c:pt>
                <c:pt idx="248">
                  <c:v>0.54500000000000004</c:v>
                </c:pt>
                <c:pt idx="249">
                  <c:v>0.57500000000000007</c:v>
                </c:pt>
                <c:pt idx="250">
                  <c:v>0.66875000000000007</c:v>
                </c:pt>
                <c:pt idx="251">
                  <c:v>0.73250499999999996</c:v>
                </c:pt>
                <c:pt idx="252">
                  <c:v>0.7702500000000001</c:v>
                </c:pt>
                <c:pt idx="253">
                  <c:v>0.69199999999999995</c:v>
                </c:pt>
                <c:pt idx="254">
                  <c:v>0.80374999999999996</c:v>
                </c:pt>
                <c:pt idx="255">
                  <c:v>0.87999999999999989</c:v>
                </c:pt>
                <c:pt idx="256">
                  <c:v>1.087</c:v>
                </c:pt>
                <c:pt idx="257">
                  <c:v>1.0445</c:v>
                </c:pt>
                <c:pt idx="258">
                  <c:v>1.1257499999999998</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10E3-40C1-B7A2-5C6F6D3F24A5}"/>
            </c:ext>
          </c:extLst>
        </c:ser>
        <c:ser>
          <c:idx val="3"/>
          <c:order val="3"/>
          <c:tx>
            <c:strRef>
              <c:f>TERMP!$CA$8</c:f>
              <c:strCache>
                <c:ptCount val="1"/>
                <c:pt idx="0">
                  <c:v>GB 2Y10</c:v>
                </c:pt>
              </c:strCache>
            </c:strRef>
          </c:tx>
          <c:spPr>
            <a:ln w="22225" cap="rnd">
              <a:solidFill>
                <a:srgbClr val="FFC00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TERMP!$CA$10:$CA$1010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-0.23024999999999984</c:v>
                </c:pt>
                <c:pt idx="41">
                  <c:v>-0.30050000000000043</c:v>
                </c:pt>
                <c:pt idx="42">
                  <c:v>9.9999999999944578E-4</c:v>
                </c:pt>
                <c:pt idx="43">
                  <c:v>5.9000000000000163E-2</c:v>
                </c:pt>
                <c:pt idx="44">
                  <c:v>0.24749999999999961</c:v>
                </c:pt>
                <c:pt idx="45">
                  <c:v>1.2065000000000001</c:v>
                </c:pt>
                <c:pt idx="46">
                  <c:v>1.6395000000000002</c:v>
                </c:pt>
                <c:pt idx="47">
                  <c:v>1.4450000000000001</c:v>
                </c:pt>
                <c:pt idx="48">
                  <c:v>2.1835000000000004</c:v>
                </c:pt>
                <c:pt idx="49">
                  <c:v>2.286</c:v>
                </c:pt>
                <c:pt idx="50">
                  <c:v>2.0609999999999999</c:v>
                </c:pt>
                <c:pt idx="51">
                  <c:v>1.9789999999999999</c:v>
                </c:pt>
                <c:pt idx="52">
                  <c:v>2.3385000000000002</c:v>
                </c:pt>
                <c:pt idx="53">
                  <c:v>2.2614999999999998</c:v>
                </c:pt>
                <c:pt idx="54">
                  <c:v>2.2364999999999999</c:v>
                </c:pt>
                <c:pt idx="55">
                  <c:v>2.14</c:v>
                </c:pt>
                <c:pt idx="56">
                  <c:v>2.2059999999999995</c:v>
                </c:pt>
                <c:pt idx="57">
                  <c:v>2.0819999999999999</c:v>
                </c:pt>
                <c:pt idx="58">
                  <c:v>2.0935000000000001</c:v>
                </c:pt>
                <c:pt idx="59">
                  <c:v>2.2400000000000002</c:v>
                </c:pt>
                <c:pt idx="60">
                  <c:v>2.2735000000000003</c:v>
                </c:pt>
                <c:pt idx="61">
                  <c:v>2.3650000000000002</c:v>
                </c:pt>
                <c:pt idx="62">
                  <c:v>2.2854999999999999</c:v>
                </c:pt>
                <c:pt idx="63">
                  <c:v>2.1585000000000001</c:v>
                </c:pt>
                <c:pt idx="64">
                  <c:v>2.1120000000000001</c:v>
                </c:pt>
                <c:pt idx="65">
                  <c:v>2.0349999999999997</c:v>
                </c:pt>
                <c:pt idx="66">
                  <c:v>2.0874999999999999</c:v>
                </c:pt>
                <c:pt idx="67">
                  <c:v>1.8520000000000001</c:v>
                </c:pt>
                <c:pt idx="68">
                  <c:v>1.9550000000000001</c:v>
                </c:pt>
                <c:pt idx="69">
                  <c:v>2.0199999999999996</c:v>
                </c:pt>
                <c:pt idx="70">
                  <c:v>2.1875</c:v>
                </c:pt>
                <c:pt idx="71">
                  <c:v>2.1887500000000002</c:v>
                </c:pt>
                <c:pt idx="72">
                  <c:v>2.2330000000000001</c:v>
                </c:pt>
                <c:pt idx="73">
                  <c:v>2.0529999999999999</c:v>
                </c:pt>
                <c:pt idx="74">
                  <c:v>2.0577500000000004</c:v>
                </c:pt>
                <c:pt idx="75">
                  <c:v>2.012</c:v>
                </c:pt>
                <c:pt idx="76">
                  <c:v>2.0900000000000003</c:v>
                </c:pt>
                <c:pt idx="77">
                  <c:v>2.1479999999999997</c:v>
                </c:pt>
                <c:pt idx="78">
                  <c:v>1.98</c:v>
                </c:pt>
                <c:pt idx="79">
                  <c:v>1.7650000000000001</c:v>
                </c:pt>
                <c:pt idx="80">
                  <c:v>1.528</c:v>
                </c:pt>
                <c:pt idx="81">
                  <c:v>1.7511999999999999</c:v>
                </c:pt>
                <c:pt idx="82">
                  <c:v>1.4</c:v>
                </c:pt>
                <c:pt idx="83">
                  <c:v>1.2874999999999999</c:v>
                </c:pt>
                <c:pt idx="84">
                  <c:v>1.397</c:v>
                </c:pt>
                <c:pt idx="85">
                  <c:v>1.4590000000000001</c:v>
                </c:pt>
                <c:pt idx="86">
                  <c:v>1.5025000000000002</c:v>
                </c:pt>
                <c:pt idx="87">
                  <c:v>1.399</c:v>
                </c:pt>
                <c:pt idx="88">
                  <c:v>1.2000999999999999</c:v>
                </c:pt>
                <c:pt idx="89">
                  <c:v>1.3218999999999999</c:v>
                </c:pt>
                <c:pt idx="90">
                  <c:v>1.341</c:v>
                </c:pt>
                <c:pt idx="91">
                  <c:v>1.2575000000000001</c:v>
                </c:pt>
                <c:pt idx="92">
                  <c:v>1.2625000000000002</c:v>
                </c:pt>
                <c:pt idx="93">
                  <c:v>1.3154999999999999</c:v>
                </c:pt>
                <c:pt idx="94">
                  <c:v>1.18</c:v>
                </c:pt>
                <c:pt idx="95">
                  <c:v>1.1910000000000001</c:v>
                </c:pt>
                <c:pt idx="96">
                  <c:v>1.3199999999999998</c:v>
                </c:pt>
                <c:pt idx="97">
                  <c:v>1.4710000000000001</c:v>
                </c:pt>
                <c:pt idx="98">
                  <c:v>1.2494999999999998</c:v>
                </c:pt>
                <c:pt idx="99">
                  <c:v>1.19075</c:v>
                </c:pt>
                <c:pt idx="100">
                  <c:v>1.387</c:v>
                </c:pt>
                <c:pt idx="101">
                  <c:v>1.7854999999999999</c:v>
                </c:pt>
                <c:pt idx="102">
                  <c:v>1.7595000000000001</c:v>
                </c:pt>
                <c:pt idx="103">
                  <c:v>1.8612499999999998</c:v>
                </c:pt>
                <c:pt idx="104">
                  <c:v>1.7945500000000001</c:v>
                </c:pt>
                <c:pt idx="105">
                  <c:v>1.6860000000000002</c:v>
                </c:pt>
                <c:pt idx="106">
                  <c:v>1.8194999999999999</c:v>
                </c:pt>
                <c:pt idx="107">
                  <c:v>1.9004999999999999</c:v>
                </c:pt>
                <c:pt idx="108">
                  <c:v>1.6833</c:v>
                </c:pt>
                <c:pt idx="109">
                  <c:v>1.6734999999999998</c:v>
                </c:pt>
                <c:pt idx="110">
                  <c:v>1.601</c:v>
                </c:pt>
                <c:pt idx="111">
                  <c:v>1.486</c:v>
                </c:pt>
                <c:pt idx="112">
                  <c:v>1.4198999999999997</c:v>
                </c:pt>
                <c:pt idx="113">
                  <c:v>1.2982500000000001</c:v>
                </c:pt>
                <c:pt idx="114">
                  <c:v>1.2304999999999999</c:v>
                </c:pt>
                <c:pt idx="115">
                  <c:v>1.054</c:v>
                </c:pt>
                <c:pt idx="116">
                  <c:v>1.1890000000000001</c:v>
                </c:pt>
                <c:pt idx="117">
                  <c:v>1.1152</c:v>
                </c:pt>
                <c:pt idx="118">
                  <c:v>0.9325</c:v>
                </c:pt>
                <c:pt idx="119">
                  <c:v>0.87924999999999998</c:v>
                </c:pt>
                <c:pt idx="120">
                  <c:v>0.54499999999999993</c:v>
                </c:pt>
                <c:pt idx="121">
                  <c:v>0.85924999999999996</c:v>
                </c:pt>
                <c:pt idx="122">
                  <c:v>0.71745000000000003</c:v>
                </c:pt>
                <c:pt idx="123">
                  <c:v>0.73350000000000004</c:v>
                </c:pt>
                <c:pt idx="124">
                  <c:v>0.8640000000000001</c:v>
                </c:pt>
                <c:pt idx="125">
                  <c:v>1.06375</c:v>
                </c:pt>
                <c:pt idx="126">
                  <c:v>0.89250000000000007</c:v>
                </c:pt>
                <c:pt idx="127">
                  <c:v>0.94600000000000006</c:v>
                </c:pt>
                <c:pt idx="128">
                  <c:v>0.89499999999999991</c:v>
                </c:pt>
                <c:pt idx="129">
                  <c:v>0.90900000000000003</c:v>
                </c:pt>
                <c:pt idx="130">
                  <c:v>0.83299999999999996</c:v>
                </c:pt>
                <c:pt idx="131">
                  <c:v>0.86024999999999996</c:v>
                </c:pt>
                <c:pt idx="132">
                  <c:v>0.77550000000000008</c:v>
                </c:pt>
                <c:pt idx="133">
                  <c:v>0.59</c:v>
                </c:pt>
                <c:pt idx="134">
                  <c:v>0.64650000000000007</c:v>
                </c:pt>
                <c:pt idx="135">
                  <c:v>0.7054999999999999</c:v>
                </c:pt>
                <c:pt idx="136">
                  <c:v>0.65025000000000011</c:v>
                </c:pt>
                <c:pt idx="137">
                  <c:v>0.57699999999999996</c:v>
                </c:pt>
                <c:pt idx="138">
                  <c:v>0.38200000000000001</c:v>
                </c:pt>
                <c:pt idx="139">
                  <c:v>0.29325000000000001</c:v>
                </c:pt>
                <c:pt idx="140">
                  <c:v>0.38849999999999996</c:v>
                </c:pt>
                <c:pt idx="141">
                  <c:v>0.63</c:v>
                </c:pt>
                <c:pt idx="142">
                  <c:v>0.79400000000000004</c:v>
                </c:pt>
                <c:pt idx="143">
                  <c:v>0.6865</c:v>
                </c:pt>
                <c:pt idx="144">
                  <c:v>0.77950000000000008</c:v>
                </c:pt>
                <c:pt idx="145">
                  <c:v>0.60750000000000004</c:v>
                </c:pt>
                <c:pt idx="146">
                  <c:v>0.57250000000000001</c:v>
                </c:pt>
                <c:pt idx="147">
                  <c:v>0.5585</c:v>
                </c:pt>
                <c:pt idx="148">
                  <c:v>0.55400000000000005</c:v>
                </c:pt>
                <c:pt idx="149">
                  <c:v>0.626</c:v>
                </c:pt>
                <c:pt idx="150">
                  <c:v>0.64400000000000002</c:v>
                </c:pt>
                <c:pt idx="151">
                  <c:v>0.52949999999999997</c:v>
                </c:pt>
                <c:pt idx="152">
                  <c:v>0.54549999999999987</c:v>
                </c:pt>
                <c:pt idx="153">
                  <c:v>0.50349999999999995</c:v>
                </c:pt>
                <c:pt idx="154">
                  <c:v>0.41799999999999993</c:v>
                </c:pt>
                <c:pt idx="155">
                  <c:v>0.39109999999999989</c:v>
                </c:pt>
                <c:pt idx="156">
                  <c:v>0.4554999999999999</c:v>
                </c:pt>
                <c:pt idx="157">
                  <c:v>0.4554999999999999</c:v>
                </c:pt>
                <c:pt idx="158">
                  <c:v>0.27600000000000002</c:v>
                </c:pt>
                <c:pt idx="159">
                  <c:v>0.43630000000000002</c:v>
                </c:pt>
                <c:pt idx="160">
                  <c:v>0.44800000000000006</c:v>
                </c:pt>
                <c:pt idx="161">
                  <c:v>0.40099999999999991</c:v>
                </c:pt>
                <c:pt idx="162">
                  <c:v>0.34924999999999995</c:v>
                </c:pt>
                <c:pt idx="163">
                  <c:v>0.3600000000000001</c:v>
                </c:pt>
                <c:pt idx="164">
                  <c:v>0.44579999999999997</c:v>
                </c:pt>
                <c:pt idx="165">
                  <c:v>0.38774999999999993</c:v>
                </c:pt>
                <c:pt idx="166">
                  <c:v>0.38074999999999992</c:v>
                </c:pt>
                <c:pt idx="167">
                  <c:v>0.29290999999999989</c:v>
                </c:pt>
                <c:pt idx="168">
                  <c:v>0.32399999999999995</c:v>
                </c:pt>
                <c:pt idx="169">
                  <c:v>0.28418999999999994</c:v>
                </c:pt>
                <c:pt idx="170">
                  <c:v>0.24375000000000002</c:v>
                </c:pt>
                <c:pt idx="171">
                  <c:v>0.28050000000000008</c:v>
                </c:pt>
                <c:pt idx="172">
                  <c:v>0.1865</c:v>
                </c:pt>
                <c:pt idx="173">
                  <c:v>0.17125000000000001</c:v>
                </c:pt>
                <c:pt idx="174">
                  <c:v>0.17552999999999996</c:v>
                </c:pt>
                <c:pt idx="175">
                  <c:v>-5.6499999999999995E-2</c:v>
                </c:pt>
                <c:pt idx="176">
                  <c:v>-3.9389999999999981E-2</c:v>
                </c:pt>
                <c:pt idx="177">
                  <c:v>4.2500000000000093E-2</c:v>
                </c:pt>
                <c:pt idx="178">
                  <c:v>9.6000000000000085E-2</c:v>
                </c:pt>
                <c:pt idx="179">
                  <c:v>9.8200000000000065E-2</c:v>
                </c:pt>
                <c:pt idx="180">
                  <c:v>3.2760000000000011E-2</c:v>
                </c:pt>
                <c:pt idx="181">
                  <c:v>4.8750000000000016E-2</c:v>
                </c:pt>
                <c:pt idx="182">
                  <c:v>0.17250000000000001</c:v>
                </c:pt>
                <c:pt idx="183">
                  <c:v>0.14024999999999999</c:v>
                </c:pt>
                <c:pt idx="184">
                  <c:v>0.14650000000000002</c:v>
                </c:pt>
                <c:pt idx="185">
                  <c:v>0.11924999999999999</c:v>
                </c:pt>
                <c:pt idx="186">
                  <c:v>0.11085</c:v>
                </c:pt>
                <c:pt idx="187">
                  <c:v>0.24975</c:v>
                </c:pt>
                <c:pt idx="188">
                  <c:v>0.17680000000000001</c:v>
                </c:pt>
                <c:pt idx="189">
                  <c:v>0.23235</c:v>
                </c:pt>
                <c:pt idx="190">
                  <c:v>0.2288</c:v>
                </c:pt>
                <c:pt idx="191">
                  <c:v>0.23475000000000001</c:v>
                </c:pt>
                <c:pt idx="192">
                  <c:v>0.3201</c:v>
                </c:pt>
                <c:pt idx="193">
                  <c:v>0.63280000000000003</c:v>
                </c:pt>
                <c:pt idx="194">
                  <c:v>0.62954999999999994</c:v>
                </c:pt>
                <c:pt idx="195">
                  <c:v>0.68</c:v>
                </c:pt>
                <c:pt idx="196">
                  <c:v>0.63280000000000003</c:v>
                </c:pt>
                <c:pt idx="197">
                  <c:v>0.55925000000000002</c:v>
                </c:pt>
                <c:pt idx="198">
                  <c:v>0.34799999999999998</c:v>
                </c:pt>
                <c:pt idx="199">
                  <c:v>0.32509999999999994</c:v>
                </c:pt>
                <c:pt idx="200">
                  <c:v>0.37999999999999995</c:v>
                </c:pt>
                <c:pt idx="201">
                  <c:v>-5.5900000000000061E-2</c:v>
                </c:pt>
                <c:pt idx="202">
                  <c:v>3.0000000000000027E-3</c:v>
                </c:pt>
                <c:pt idx="203">
                  <c:v>-5.4400000000000115E-2</c:v>
                </c:pt>
                <c:pt idx="204">
                  <c:v>-8.6050000000000182E-2</c:v>
                </c:pt>
                <c:pt idx="205">
                  <c:v>-0.20599999999999996</c:v>
                </c:pt>
                <c:pt idx="206">
                  <c:v>-0.29299999999999993</c:v>
                </c:pt>
                <c:pt idx="207">
                  <c:v>-0.29400000000000026</c:v>
                </c:pt>
                <c:pt idx="208">
                  <c:v>-0.23160000000000003</c:v>
                </c:pt>
                <c:pt idx="209">
                  <c:v>-0.3378000000000001</c:v>
                </c:pt>
                <c:pt idx="210">
                  <c:v>-0.46289000000000025</c:v>
                </c:pt>
                <c:pt idx="211">
                  <c:v>-0.91609999999999969</c:v>
                </c:pt>
                <c:pt idx="212">
                  <c:v>-0.95600000000000041</c:v>
                </c:pt>
                <c:pt idx="213">
                  <c:v>-0.75889000000000051</c:v>
                </c:pt>
                <c:pt idx="214">
                  <c:v>-1.0178000000000003</c:v>
                </c:pt>
                <c:pt idx="215">
                  <c:v>-0.71719999999999962</c:v>
                </c:pt>
                <c:pt idx="216">
                  <c:v>-0.67944999999999967</c:v>
                </c:pt>
                <c:pt idx="217">
                  <c:v>-0.79300000000000015</c:v>
                </c:pt>
                <c:pt idx="218">
                  <c:v>-0.85184000000000015</c:v>
                </c:pt>
                <c:pt idx="219">
                  <c:v>-0.83089999999999975</c:v>
                </c:pt>
                <c:pt idx="220">
                  <c:v>-0.94290000000000074</c:v>
                </c:pt>
                <c:pt idx="221">
                  <c:v>-1.5925000000000002</c:v>
                </c:pt>
                <c:pt idx="222">
                  <c:v>-1.3128500000000001</c:v>
                </c:pt>
                <c:pt idx="223">
                  <c:v>-1.23888</c:v>
                </c:pt>
                <c:pt idx="224">
                  <c:v>-0.81649999999999956</c:v>
                </c:pt>
                <c:pt idx="225">
                  <c:v>-0.57050000000000001</c:v>
                </c:pt>
                <c:pt idx="226">
                  <c:v>-0.78856000000000037</c:v>
                </c:pt>
                <c:pt idx="227">
                  <c:v>-0.73794999999999966</c:v>
                </c:pt>
                <c:pt idx="228">
                  <c:v>-0.5838899999999998</c:v>
                </c:pt>
                <c:pt idx="229">
                  <c:v>-0.71493000000000029</c:v>
                </c:pt>
                <c:pt idx="230">
                  <c:v>-0.73493999999999993</c:v>
                </c:pt>
                <c:pt idx="231">
                  <c:v>-0.66732999999999976</c:v>
                </c:pt>
                <c:pt idx="232">
                  <c:v>-0.70809999999999995</c:v>
                </c:pt>
                <c:pt idx="233">
                  <c:v>-0.64349999999999996</c:v>
                </c:pt>
                <c:pt idx="234">
                  <c:v>-0.52861000000000047</c:v>
                </c:pt>
                <c:pt idx="235">
                  <c:v>-0.41500000000000004</c:v>
                </c:pt>
                <c:pt idx="236">
                  <c:v>-0.23216000000000037</c:v>
                </c:pt>
                <c:pt idx="237">
                  <c:v>-0.16509000000000018</c:v>
                </c:pt>
                <c:pt idx="238">
                  <c:v>-0.33238000000000012</c:v>
                </c:pt>
                <c:pt idx="239">
                  <c:v>-0.19104999999999972</c:v>
                </c:pt>
                <c:pt idx="240">
                  <c:v>-7.3999999999999844E-2</c:v>
                </c:pt>
                <c:pt idx="241">
                  <c:v>-3.3099999999999685E-2</c:v>
                </c:pt>
                <c:pt idx="242">
                  <c:v>0.13100000000000023</c:v>
                </c:pt>
                <c:pt idx="243">
                  <c:v>0.29978000000000016</c:v>
                </c:pt>
                <c:pt idx="244">
                  <c:v>0.28938999999999959</c:v>
                </c:pt>
                <c:pt idx="245">
                  <c:v>0.38034999999999997</c:v>
                </c:pt>
                <c:pt idx="246">
                  <c:v>0.42478999999999978</c:v>
                </c:pt>
                <c:pt idx="247">
                  <c:v>0.43659999999999988</c:v>
                </c:pt>
                <c:pt idx="248">
                  <c:v>0.40440000000000031</c:v>
                </c:pt>
                <c:pt idx="249">
                  <c:v>0.38948999999999989</c:v>
                </c:pt>
                <c:pt idx="250">
                  <c:v>0.43757999999999964</c:v>
                </c:pt>
                <c:pt idx="251">
                  <c:v>0.4971000000000001</c:v>
                </c:pt>
                <c:pt idx="252">
                  <c:v>0.59175999999999984</c:v>
                </c:pt>
                <c:pt idx="253">
                  <c:v>0.53123999999999993</c:v>
                </c:pt>
                <c:pt idx="254">
                  <c:v>0.14373000000000058</c:v>
                </c:pt>
                <c:pt idx="255">
                  <c:v>0.23290000000000077</c:v>
                </c:pt>
                <c:pt idx="256">
                  <c:v>0.31465999999999994</c:v>
                </c:pt>
                <c:pt idx="257">
                  <c:v>0.31746000000000052</c:v>
                </c:pt>
                <c:pt idx="258">
                  <c:v>0.36840000000000028</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3-10E3-40C1-B7A2-5C6F6D3F24A5}"/>
            </c:ext>
          </c:extLst>
        </c:ser>
        <c:dLbls>
          <c:showLegendKey val="0"/>
          <c:showVal val="0"/>
          <c:showCatName val="0"/>
          <c:showSerName val="0"/>
          <c:showPercent val="0"/>
          <c:showBubbleSize val="0"/>
        </c:dLbls>
        <c:smooth val="0"/>
        <c:axId val="493560032"/>
        <c:axId val="797046831"/>
      </c:lineChart>
      <c:dateAx>
        <c:axId val="493560032"/>
        <c:scaling>
          <c:orientation val="minMax"/>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12"/>
        <c:majorTimeUnit val="months"/>
      </c:dateAx>
      <c:valAx>
        <c:axId val="797046831"/>
        <c:scaling>
          <c:orientation val="minMax"/>
          <c:min val="-1"/>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spPr>
        <a:noFill/>
        <a:ln>
          <a:noFill/>
        </a:ln>
        <a:effectLst/>
      </c:spPr>
    </c:plotArea>
    <c:legend>
      <c:legendPos val="r"/>
      <c:layout>
        <c:manualLayout>
          <c:xMode val="edge"/>
          <c:yMode val="edge"/>
          <c:x val="0.58353440170940174"/>
          <c:y val="0.15336770833333332"/>
          <c:w val="0.37367093905624688"/>
          <c:h val="0.15430972222222225"/>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chart>
  <c:spPr>
    <a:noFill/>
    <a:ln w="9525" cap="flat" cmpd="sng" algn="ctr">
      <a:noFill/>
      <a:round/>
    </a:ln>
    <a:effectLst/>
  </c:spPr>
  <c:txPr>
    <a:bodyPr/>
    <a:lstStyle/>
    <a:p>
      <a:pPr>
        <a:defRPr sz="900" b="1">
          <a:solidFill>
            <a:srgbClr val="000000"/>
          </a:solidFill>
          <a:latin typeface="Arial Narrow" panose="020B0606020202030204" pitchFamily="34" charset="0"/>
        </a:defRPr>
      </a:pPr>
      <a:endParaRPr lang="es-PE"/>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s-PE" sz="1100" b="1" i="0" u="sng" strike="noStrike" kern="1200" spc="0" baseline="0" dirty="0">
                <a:solidFill>
                  <a:srgbClr val="000000"/>
                </a:solidFill>
                <a:latin typeface="Arial Narrow" panose="020B0606020202030204" pitchFamily="34" charset="0"/>
                <a:ea typeface="+mn-ea"/>
                <a:cs typeface="+mn-cs"/>
              </a:defRPr>
            </a:pPr>
            <a:r>
              <a:rPr lang="es-PE" sz="1100" b="1" i="0" u="sng" strike="noStrike" kern="1200" spc="0" baseline="0" dirty="0">
                <a:solidFill>
                  <a:srgbClr val="000000"/>
                </a:solidFill>
                <a:latin typeface="Arial Narrow" panose="020B0606020202030204" pitchFamily="34" charset="0"/>
                <a:ea typeface="+mn-ea"/>
                <a:cs typeface="+mn-cs"/>
              </a:rPr>
              <a:t>DM 10y rates:</a:t>
            </a:r>
          </a:p>
        </c:rich>
      </c:tx>
      <c:layout>
        <c:manualLayout>
          <c:xMode val="edge"/>
          <c:yMode val="edge"/>
          <c:x val="2.1796236183986871E-2"/>
          <c:y val="1.3229166666666667E-2"/>
        </c:manualLayout>
      </c:layout>
      <c:overlay val="0"/>
      <c:spPr>
        <a:noFill/>
        <a:ln>
          <a:noFill/>
        </a:ln>
        <a:effectLst/>
      </c:spPr>
      <c:txPr>
        <a:bodyPr rot="0" spcFirstLastPara="1" vertOverflow="ellipsis" vert="horz" wrap="square" anchor="ctr" anchorCtr="1"/>
        <a:lstStyle/>
        <a:p>
          <a:pPr>
            <a:defRPr lang="es-PE" sz="1100" b="1" i="0" u="sng" strike="noStrike" kern="1200" spc="0" baseline="0" dirty="0">
              <a:solidFill>
                <a:srgbClr val="000000"/>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8.8459382676307097E-2"/>
          <c:y val="0.1260607638888889"/>
          <c:w val="0.88819709732862184"/>
          <c:h val="0.79071215277777773"/>
        </c:manualLayout>
      </c:layout>
      <c:lineChart>
        <c:grouping val="standard"/>
        <c:varyColors val="0"/>
        <c:ser>
          <c:idx val="0"/>
          <c:order val="0"/>
          <c:tx>
            <c:strRef>
              <c:f>TERMP!$AS$8</c:f>
              <c:strCache>
                <c:ptCount val="1"/>
                <c:pt idx="0">
                  <c:v>US </c:v>
                </c:pt>
              </c:strCache>
            </c:strRef>
          </c:tx>
          <c:spPr>
            <a:ln w="22225" cap="rnd">
              <a:solidFill>
                <a:srgbClr val="00206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TERMP!$AS$10:$AS$1010</c:f>
              <c:numCache>
                <c:formatCode>0.00</c:formatCode>
                <c:ptCount val="1001"/>
                <c:pt idx="0">
                  <c:v>4.1397000000000004</c:v>
                </c:pt>
                <c:pt idx="1">
                  <c:v>4.2637999999999998</c:v>
                </c:pt>
                <c:pt idx="2">
                  <c:v>4.5929000000000002</c:v>
                </c:pt>
                <c:pt idx="3">
                  <c:v>4.1976000000000004</c:v>
                </c:pt>
                <c:pt idx="4">
                  <c:v>4.0709</c:v>
                </c:pt>
                <c:pt idx="5">
                  <c:v>3.9169999999999998</c:v>
                </c:pt>
                <c:pt idx="6">
                  <c:v>4.2759999999999998</c:v>
                </c:pt>
                <c:pt idx="7">
                  <c:v>4.1859999999999999</c:v>
                </c:pt>
                <c:pt idx="8">
                  <c:v>4.3239999999999998</c:v>
                </c:pt>
                <c:pt idx="9">
                  <c:v>4.5648</c:v>
                </c:pt>
                <c:pt idx="10">
                  <c:v>4.4273999999999996</c:v>
                </c:pt>
                <c:pt idx="11">
                  <c:v>4.3910999999999998</c:v>
                </c:pt>
                <c:pt idx="12">
                  <c:v>4.5091999999999999</c:v>
                </c:pt>
                <c:pt idx="13">
                  <c:v>4.5727000000000002</c:v>
                </c:pt>
                <c:pt idx="14">
                  <c:v>4.8472</c:v>
                </c:pt>
                <c:pt idx="15">
                  <c:v>5.0505000000000004</c:v>
                </c:pt>
                <c:pt idx="16">
                  <c:v>5.0480999999999998</c:v>
                </c:pt>
                <c:pt idx="17">
                  <c:v>5.1364000000000001</c:v>
                </c:pt>
                <c:pt idx="18">
                  <c:v>4.9896000000000003</c:v>
                </c:pt>
                <c:pt idx="19">
                  <c:v>4.7793000000000001</c:v>
                </c:pt>
                <c:pt idx="20">
                  <c:v>4.6276000000000002</c:v>
                </c:pt>
                <c:pt idx="21">
                  <c:v>4.6715</c:v>
                </c:pt>
                <c:pt idx="22">
                  <c:v>4.548</c:v>
                </c:pt>
                <c:pt idx="23">
                  <c:v>4.7022000000000004</c:v>
                </c:pt>
                <c:pt idx="24">
                  <c:v>4.8733000000000004</c:v>
                </c:pt>
                <c:pt idx="25">
                  <c:v>4.6703000000000001</c:v>
                </c:pt>
                <c:pt idx="26">
                  <c:v>4.6443000000000003</c:v>
                </c:pt>
                <c:pt idx="27">
                  <c:v>4.6924000000000001</c:v>
                </c:pt>
                <c:pt idx="28">
                  <c:v>4.8571999999999997</c:v>
                </c:pt>
                <c:pt idx="29">
                  <c:v>5.0244</c:v>
                </c:pt>
                <c:pt idx="30">
                  <c:v>4.7569999999999997</c:v>
                </c:pt>
                <c:pt idx="31">
                  <c:v>4.5292000000000003</c:v>
                </c:pt>
                <c:pt idx="32">
                  <c:v>4.5865</c:v>
                </c:pt>
                <c:pt idx="33">
                  <c:v>4.4005999999999998</c:v>
                </c:pt>
                <c:pt idx="34">
                  <c:v>3.9379</c:v>
                </c:pt>
                <c:pt idx="35">
                  <c:v>4.0731999999999999</c:v>
                </c:pt>
                <c:pt idx="36">
                  <c:v>3.5493999999999999</c:v>
                </c:pt>
                <c:pt idx="37">
                  <c:v>3.5091999999999999</c:v>
                </c:pt>
                <c:pt idx="38">
                  <c:v>3.4413999999999998</c:v>
                </c:pt>
                <c:pt idx="39">
                  <c:v>3.8702999999999999</c:v>
                </c:pt>
                <c:pt idx="40">
                  <c:v>4.0594999999999999</c:v>
                </c:pt>
                <c:pt idx="41">
                  <c:v>3.9651999999999998</c:v>
                </c:pt>
                <c:pt idx="42">
                  <c:v>4.0968999999999998</c:v>
                </c:pt>
                <c:pt idx="43">
                  <c:v>3.8115999999999999</c:v>
                </c:pt>
                <c:pt idx="44">
                  <c:v>3.8519999999999999</c:v>
                </c:pt>
                <c:pt idx="45">
                  <c:v>3.9529999999999998</c:v>
                </c:pt>
                <c:pt idx="46">
                  <c:v>2.92</c:v>
                </c:pt>
                <c:pt idx="47">
                  <c:v>2.1318000000000001</c:v>
                </c:pt>
                <c:pt idx="48">
                  <c:v>2.8403</c:v>
                </c:pt>
                <c:pt idx="49">
                  <c:v>3.0131000000000001</c:v>
                </c:pt>
                <c:pt idx="50">
                  <c:v>2.7570999999999999</c:v>
                </c:pt>
                <c:pt idx="51">
                  <c:v>2.9903</c:v>
                </c:pt>
                <c:pt idx="52">
                  <c:v>3.4594</c:v>
                </c:pt>
                <c:pt idx="53">
                  <c:v>3.5363000000000002</c:v>
                </c:pt>
                <c:pt idx="54">
                  <c:v>3.4796</c:v>
                </c:pt>
                <c:pt idx="55">
                  <c:v>3.4456000000000002</c:v>
                </c:pt>
                <c:pt idx="56">
                  <c:v>3.3184</c:v>
                </c:pt>
                <c:pt idx="57">
                  <c:v>3.3828</c:v>
                </c:pt>
                <c:pt idx="58">
                  <c:v>3.2050999999999998</c:v>
                </c:pt>
                <c:pt idx="59">
                  <c:v>3.8029999999999999</c:v>
                </c:pt>
                <c:pt idx="60">
                  <c:v>3.5844</c:v>
                </c:pt>
                <c:pt idx="61">
                  <c:v>3.6116999999999999</c:v>
                </c:pt>
                <c:pt idx="62">
                  <c:v>3.8468</c:v>
                </c:pt>
                <c:pt idx="63">
                  <c:v>3.6532</c:v>
                </c:pt>
                <c:pt idx="64">
                  <c:v>3.2921999999999998</c:v>
                </c:pt>
                <c:pt idx="65">
                  <c:v>3.1078000000000001</c:v>
                </c:pt>
                <c:pt idx="66">
                  <c:v>2.9051999999999998</c:v>
                </c:pt>
                <c:pt idx="67">
                  <c:v>2.6446999999999998</c:v>
                </c:pt>
                <c:pt idx="68">
                  <c:v>2.605</c:v>
                </c:pt>
                <c:pt idx="69">
                  <c:v>2.5992999999999999</c:v>
                </c:pt>
                <c:pt idx="70">
                  <c:v>2.8662999999999998</c:v>
                </c:pt>
                <c:pt idx="71">
                  <c:v>3.2934999999999999</c:v>
                </c:pt>
                <c:pt idx="72">
                  <c:v>3.3214000000000001</c:v>
                </c:pt>
                <c:pt idx="73">
                  <c:v>3.4125000000000001</c:v>
                </c:pt>
                <c:pt idx="74">
                  <c:v>3.4388000000000001</c:v>
                </c:pt>
                <c:pt idx="75">
                  <c:v>3.2863000000000002</c:v>
                </c:pt>
                <c:pt idx="76">
                  <c:v>3.0735000000000001</c:v>
                </c:pt>
                <c:pt idx="77">
                  <c:v>2.8635999999999999</c:v>
                </c:pt>
                <c:pt idx="78">
                  <c:v>2.7961</c:v>
                </c:pt>
                <c:pt idx="79">
                  <c:v>2.1899000000000002</c:v>
                </c:pt>
                <c:pt idx="80">
                  <c:v>1.9154</c:v>
                </c:pt>
                <c:pt idx="81">
                  <c:v>2.3167</c:v>
                </c:pt>
                <c:pt idx="82">
                  <c:v>1.9635</c:v>
                </c:pt>
                <c:pt idx="83">
                  <c:v>1.8762000000000001</c:v>
                </c:pt>
                <c:pt idx="84">
                  <c:v>1.891</c:v>
                </c:pt>
                <c:pt idx="85">
                  <c:v>1.9757</c:v>
                </c:pt>
                <c:pt idx="86">
                  <c:v>2.2088000000000001</c:v>
                </c:pt>
                <c:pt idx="87">
                  <c:v>1.9348000000000001</c:v>
                </c:pt>
                <c:pt idx="88">
                  <c:v>1.738</c:v>
                </c:pt>
                <c:pt idx="89">
                  <c:v>1.6449</c:v>
                </c:pt>
                <c:pt idx="90">
                  <c:v>1.5463</c:v>
                </c:pt>
                <c:pt idx="91">
                  <c:v>1.5484</c:v>
                </c:pt>
                <c:pt idx="92">
                  <c:v>1.6335</c:v>
                </c:pt>
                <c:pt idx="93">
                  <c:v>1.7451000000000001</c:v>
                </c:pt>
                <c:pt idx="94">
                  <c:v>1.6155999999999999</c:v>
                </c:pt>
                <c:pt idx="95">
                  <c:v>1.7009000000000001</c:v>
                </c:pt>
                <c:pt idx="96">
                  <c:v>1.9487000000000001</c:v>
                </c:pt>
                <c:pt idx="97">
                  <c:v>1.9619</c:v>
                </c:pt>
                <c:pt idx="98">
                  <c:v>1.8486</c:v>
                </c:pt>
                <c:pt idx="99">
                  <c:v>1.6633</c:v>
                </c:pt>
                <c:pt idx="100">
                  <c:v>2.1282000000000001</c:v>
                </c:pt>
                <c:pt idx="101">
                  <c:v>2.4857</c:v>
                </c:pt>
                <c:pt idx="102">
                  <c:v>2.5623999999999998</c:v>
                </c:pt>
                <c:pt idx="103">
                  <c:v>2.7839</c:v>
                </c:pt>
                <c:pt idx="104">
                  <c:v>2.6244999999999998</c:v>
                </c:pt>
                <c:pt idx="105">
                  <c:v>2.5087999999999999</c:v>
                </c:pt>
                <c:pt idx="106">
                  <c:v>2.7444999999999999</c:v>
                </c:pt>
                <c:pt idx="107">
                  <c:v>3</c:v>
                </c:pt>
                <c:pt idx="108">
                  <c:v>2.6440000000000001</c:v>
                </c:pt>
                <c:pt idx="109">
                  <c:v>2.6476000000000002</c:v>
                </c:pt>
                <c:pt idx="110">
                  <c:v>2.7208000000000001</c:v>
                </c:pt>
                <c:pt idx="111">
                  <c:v>2.6623000000000001</c:v>
                </c:pt>
                <c:pt idx="112">
                  <c:v>2.4759000000000002</c:v>
                </c:pt>
                <c:pt idx="113">
                  <c:v>2.5339999999999998</c:v>
                </c:pt>
                <c:pt idx="114">
                  <c:v>2.4655</c:v>
                </c:pt>
                <c:pt idx="115">
                  <c:v>2.3431000000000002</c:v>
                </c:pt>
                <c:pt idx="116">
                  <c:v>2.5276000000000001</c:v>
                </c:pt>
                <c:pt idx="117">
                  <c:v>2.3353000000000002</c:v>
                </c:pt>
                <c:pt idx="118">
                  <c:v>2.1640000000000001</c:v>
                </c:pt>
                <c:pt idx="119">
                  <c:v>2.2498999999999998</c:v>
                </c:pt>
                <c:pt idx="120">
                  <c:v>1.6407</c:v>
                </c:pt>
                <c:pt idx="121">
                  <c:v>1.9930000000000001</c:v>
                </c:pt>
                <c:pt idx="122">
                  <c:v>1.9615</c:v>
                </c:pt>
                <c:pt idx="123">
                  <c:v>1.9086000000000001</c:v>
                </c:pt>
                <c:pt idx="124">
                  <c:v>2.1214</c:v>
                </c:pt>
                <c:pt idx="125">
                  <c:v>2.4725999999999999</c:v>
                </c:pt>
                <c:pt idx="126">
                  <c:v>2.1800999999999999</c:v>
                </c:pt>
                <c:pt idx="127">
                  <c:v>2.1806999999999999</c:v>
                </c:pt>
                <c:pt idx="128">
                  <c:v>2.1623000000000001</c:v>
                </c:pt>
                <c:pt idx="129">
                  <c:v>2.1421000000000001</c:v>
                </c:pt>
                <c:pt idx="130">
                  <c:v>2.2201</c:v>
                </c:pt>
                <c:pt idx="131">
                  <c:v>2.2410000000000001</c:v>
                </c:pt>
                <c:pt idx="132">
                  <c:v>1.9209000000000001</c:v>
                </c:pt>
                <c:pt idx="133">
                  <c:v>1.7623</c:v>
                </c:pt>
                <c:pt idx="134">
                  <c:v>1.9</c:v>
                </c:pt>
                <c:pt idx="135">
                  <c:v>1.8332999999999999</c:v>
                </c:pt>
                <c:pt idx="136">
                  <c:v>1.851</c:v>
                </c:pt>
                <c:pt idx="137">
                  <c:v>1.5599000000000001</c:v>
                </c:pt>
                <c:pt idx="138">
                  <c:v>1.4531000000000001</c:v>
                </c:pt>
                <c:pt idx="139">
                  <c:v>1.6295999999999999</c:v>
                </c:pt>
                <c:pt idx="140">
                  <c:v>1.5944</c:v>
                </c:pt>
                <c:pt idx="141">
                  <c:v>1.8468</c:v>
                </c:pt>
                <c:pt idx="142">
                  <c:v>2.3572000000000002</c:v>
                </c:pt>
                <c:pt idx="143">
                  <c:v>2.4443000000000001</c:v>
                </c:pt>
                <c:pt idx="144">
                  <c:v>2.4843000000000002</c:v>
                </c:pt>
                <c:pt idx="145">
                  <c:v>2.3117000000000001</c:v>
                </c:pt>
                <c:pt idx="146">
                  <c:v>2.3874</c:v>
                </c:pt>
                <c:pt idx="147">
                  <c:v>2.2801999999999998</c:v>
                </c:pt>
                <c:pt idx="148">
                  <c:v>2.2465000000000002</c:v>
                </c:pt>
                <c:pt idx="149">
                  <c:v>2.3037000000000001</c:v>
                </c:pt>
                <c:pt idx="150">
                  <c:v>2.2888999999999999</c:v>
                </c:pt>
                <c:pt idx="151">
                  <c:v>2.1659000000000002</c:v>
                </c:pt>
                <c:pt idx="152">
                  <c:v>2.3336000000000001</c:v>
                </c:pt>
                <c:pt idx="153">
                  <c:v>2.4064000000000001</c:v>
                </c:pt>
                <c:pt idx="154">
                  <c:v>2.3418000000000001</c:v>
                </c:pt>
                <c:pt idx="155">
                  <c:v>2.4054000000000002</c:v>
                </c:pt>
                <c:pt idx="156">
                  <c:v>2.6598999999999999</c:v>
                </c:pt>
                <c:pt idx="157">
                  <c:v>2.8660000000000001</c:v>
                </c:pt>
                <c:pt idx="158">
                  <c:v>2.7389000000000001</c:v>
                </c:pt>
                <c:pt idx="159">
                  <c:v>2.9567999999999999</c:v>
                </c:pt>
                <c:pt idx="160">
                  <c:v>2.9312999999999998</c:v>
                </c:pt>
                <c:pt idx="161">
                  <c:v>2.8601000000000001</c:v>
                </c:pt>
                <c:pt idx="162">
                  <c:v>2.9542000000000002</c:v>
                </c:pt>
                <c:pt idx="163">
                  <c:v>2.8603999999999998</c:v>
                </c:pt>
                <c:pt idx="164">
                  <c:v>3.0611999999999999</c:v>
                </c:pt>
                <c:pt idx="165">
                  <c:v>3.0754999999999999</c:v>
                </c:pt>
                <c:pt idx="166">
                  <c:v>2.9878999999999998</c:v>
                </c:pt>
                <c:pt idx="167">
                  <c:v>2.7181999999999999</c:v>
                </c:pt>
                <c:pt idx="168">
                  <c:v>2.7585000000000002</c:v>
                </c:pt>
                <c:pt idx="169">
                  <c:v>2.6518000000000002</c:v>
                </c:pt>
                <c:pt idx="170">
                  <c:v>2.4049999999999998</c:v>
                </c:pt>
                <c:pt idx="171">
                  <c:v>2.4982000000000002</c:v>
                </c:pt>
                <c:pt idx="172">
                  <c:v>2.1246</c:v>
                </c:pt>
                <c:pt idx="173">
                  <c:v>2.0051000000000001</c:v>
                </c:pt>
                <c:pt idx="174">
                  <c:v>2.0703</c:v>
                </c:pt>
                <c:pt idx="175">
                  <c:v>1.4961</c:v>
                </c:pt>
                <c:pt idx="176">
                  <c:v>1.6800999999999999</c:v>
                </c:pt>
                <c:pt idx="177">
                  <c:v>1.7943</c:v>
                </c:pt>
                <c:pt idx="178">
                  <c:v>1.7758</c:v>
                </c:pt>
                <c:pt idx="179">
                  <c:v>1.8752</c:v>
                </c:pt>
                <c:pt idx="180">
                  <c:v>1.5067999999999999</c:v>
                </c:pt>
                <c:pt idx="181">
                  <c:v>1.1486000000000001</c:v>
                </c:pt>
                <c:pt idx="182">
                  <c:v>0.67459999999999998</c:v>
                </c:pt>
                <c:pt idx="183">
                  <c:v>0.6008</c:v>
                </c:pt>
                <c:pt idx="184">
                  <c:v>0.65259999999999996</c:v>
                </c:pt>
                <c:pt idx="185">
                  <c:v>0.64129999999999998</c:v>
                </c:pt>
                <c:pt idx="186">
                  <c:v>0.5282</c:v>
                </c:pt>
                <c:pt idx="187">
                  <c:v>0.72109999999999996</c:v>
                </c:pt>
                <c:pt idx="188">
                  <c:v>0.65439999999999998</c:v>
                </c:pt>
                <c:pt idx="189">
                  <c:v>0.87370000000000003</c:v>
                </c:pt>
                <c:pt idx="190">
                  <c:v>0.83730000000000004</c:v>
                </c:pt>
                <c:pt idx="191">
                  <c:v>0.92310000000000003</c:v>
                </c:pt>
                <c:pt idx="192">
                  <c:v>1.0654999999999999</c:v>
                </c:pt>
                <c:pt idx="193">
                  <c:v>1.4049</c:v>
                </c:pt>
                <c:pt idx="194">
                  <c:v>1.6759999999999999</c:v>
                </c:pt>
                <c:pt idx="195">
                  <c:v>1.6258999999999999</c:v>
                </c:pt>
                <c:pt idx="196">
                  <c:v>1.5943000000000001</c:v>
                </c:pt>
                <c:pt idx="197">
                  <c:v>1.5241</c:v>
                </c:pt>
                <c:pt idx="198">
                  <c:v>1.2222999999999999</c:v>
                </c:pt>
                <c:pt idx="199">
                  <c:v>1.3069999999999999</c:v>
                </c:pt>
                <c:pt idx="200">
                  <c:v>1.4509000000000001</c:v>
                </c:pt>
                <c:pt idx="201">
                  <c:v>1.5521</c:v>
                </c:pt>
                <c:pt idx="202">
                  <c:v>1.4731000000000001</c:v>
                </c:pt>
                <c:pt idx="203">
                  <c:v>1.5101</c:v>
                </c:pt>
                <c:pt idx="204">
                  <c:v>1.7694000000000001</c:v>
                </c:pt>
                <c:pt idx="205">
                  <c:v>1.9617</c:v>
                </c:pt>
                <c:pt idx="206">
                  <c:v>2.4731000000000001</c:v>
                </c:pt>
                <c:pt idx="207">
                  <c:v>2.9336000000000002</c:v>
                </c:pt>
                <c:pt idx="208">
                  <c:v>2.7378</c:v>
                </c:pt>
                <c:pt idx="209">
                  <c:v>3.1301000000000001</c:v>
                </c:pt>
                <c:pt idx="210">
                  <c:v>2.6486999999999998</c:v>
                </c:pt>
                <c:pt idx="211">
                  <c:v>3.0409000000000002</c:v>
                </c:pt>
                <c:pt idx="212">
                  <c:v>3.8285999999999998</c:v>
                </c:pt>
                <c:pt idx="213">
                  <c:v>4.0122999999999998</c:v>
                </c:pt>
                <c:pt idx="214">
                  <c:v>3.6776</c:v>
                </c:pt>
                <c:pt idx="215">
                  <c:v>3.8748</c:v>
                </c:pt>
                <c:pt idx="216">
                  <c:v>3.5034999999999998</c:v>
                </c:pt>
                <c:pt idx="217">
                  <c:v>3.9432</c:v>
                </c:pt>
                <c:pt idx="218">
                  <c:v>3.4676</c:v>
                </c:pt>
                <c:pt idx="219">
                  <c:v>3.4220000000000002</c:v>
                </c:pt>
                <c:pt idx="220">
                  <c:v>3.7982999999999998</c:v>
                </c:pt>
                <c:pt idx="221">
                  <c:v>3.8367</c:v>
                </c:pt>
                <c:pt idx="222">
                  <c:v>3.9506999999999999</c:v>
                </c:pt>
                <c:pt idx="223">
                  <c:v>4.2354000000000003</c:v>
                </c:pt>
                <c:pt idx="224">
                  <c:v>4.5711000000000004</c:v>
                </c:pt>
                <c:pt idx="225">
                  <c:v>4.8346</c:v>
                </c:pt>
                <c:pt idx="226">
                  <c:v>4.4664999999999999</c:v>
                </c:pt>
                <c:pt idx="227">
                  <c:v>3.8791000000000002</c:v>
                </c:pt>
                <c:pt idx="228">
                  <c:v>4.1372999999999998</c:v>
                </c:pt>
                <c:pt idx="229">
                  <c:v>4.2480000000000002</c:v>
                </c:pt>
                <c:pt idx="230">
                  <c:v>4.2003000000000004</c:v>
                </c:pt>
                <c:pt idx="231">
                  <c:v>4.6630000000000003</c:v>
                </c:pt>
                <c:pt idx="232">
                  <c:v>4.4984999999999999</c:v>
                </c:pt>
                <c:pt idx="233">
                  <c:v>4.3960999999999997</c:v>
                </c:pt>
                <c:pt idx="234">
                  <c:v>4.1939000000000002</c:v>
                </c:pt>
                <c:pt idx="235">
                  <c:v>3.9034</c:v>
                </c:pt>
                <c:pt idx="236">
                  <c:v>3.7505999999999999</c:v>
                </c:pt>
                <c:pt idx="237">
                  <c:v>4.2398999999999996</c:v>
                </c:pt>
                <c:pt idx="238">
                  <c:v>4.1684999999999999</c:v>
                </c:pt>
                <c:pt idx="239">
                  <c:v>4.6253000000000002</c:v>
                </c:pt>
                <c:pt idx="240">
                  <c:v>4.5387000000000004</c:v>
                </c:pt>
                <c:pt idx="241">
                  <c:v>4.2081999999999997</c:v>
                </c:pt>
                <c:pt idx="242">
                  <c:v>4.2493999999999996</c:v>
                </c:pt>
                <c:pt idx="243">
                  <c:v>4.2352999999999996</c:v>
                </c:pt>
                <c:pt idx="244">
                  <c:v>4.4004000000000003</c:v>
                </c:pt>
                <c:pt idx="245">
                  <c:v>4.2769000000000004</c:v>
                </c:pt>
                <c:pt idx="246">
                  <c:v>4.3878000000000004</c:v>
                </c:pt>
                <c:pt idx="247">
                  <c:v>4.2283999999999997</c:v>
                </c:pt>
                <c:pt idx="248">
                  <c:v>4.1755000000000004</c:v>
                </c:pt>
                <c:pt idx="249">
                  <c:v>4.0774999999999997</c:v>
                </c:pt>
                <c:pt idx="250">
                  <c:v>4.0132000000000003</c:v>
                </c:pt>
                <c:pt idx="251">
                  <c:v>4.1276999999999999</c:v>
                </c:pt>
                <c:pt idx="252">
                  <c:v>4.2355</c:v>
                </c:pt>
                <c:pt idx="253">
                  <c:v>3.9375</c:v>
                </c:pt>
                <c:pt idx="254">
                  <c:v>4.4278000000000004</c:v>
                </c:pt>
                <c:pt idx="255">
                  <c:v>4.3007</c:v>
                </c:pt>
                <c:pt idx="256">
                  <c:v>4.4355000000000002</c:v>
                </c:pt>
                <c:pt idx="257">
                  <c:v>4.3685999999999998</c:v>
                </c:pt>
                <c:pt idx="258">
                  <c:v>4.7347000000000001</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0-E97C-4250-ABC9-005C97016463}"/>
            </c:ext>
          </c:extLst>
        </c:ser>
        <c:ser>
          <c:idx val="1"/>
          <c:order val="1"/>
          <c:tx>
            <c:strRef>
              <c:f>TERMP!$AO$8</c:f>
              <c:strCache>
                <c:ptCount val="1"/>
                <c:pt idx="0">
                  <c:v>EU </c:v>
                </c:pt>
              </c:strCache>
            </c:strRef>
          </c:tx>
          <c:spPr>
            <a:ln w="22225" cap="rnd">
              <a:solidFill>
                <a:srgbClr val="8FAADC"/>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TERMP!$AO$10:$AO$1010</c:f>
              <c:numCache>
                <c:formatCode>0.00</c:formatCode>
                <c:ptCount val="1001"/>
                <c:pt idx="0">
                  <c:v>3.617</c:v>
                </c:pt>
                <c:pt idx="1">
                  <c:v>3.78</c:v>
                </c:pt>
                <c:pt idx="2">
                  <c:v>3.8029999999999999</c:v>
                </c:pt>
                <c:pt idx="3">
                  <c:v>3.528</c:v>
                </c:pt>
                <c:pt idx="4">
                  <c:v>3.4289999999999998</c:v>
                </c:pt>
                <c:pt idx="5">
                  <c:v>3.22505</c:v>
                </c:pt>
                <c:pt idx="6">
                  <c:v>3.3464999999999998</c:v>
                </c:pt>
                <c:pt idx="7">
                  <c:v>3.2565</c:v>
                </c:pt>
                <c:pt idx="8">
                  <c:v>3.2650000000000001</c:v>
                </c:pt>
                <c:pt idx="9">
                  <c:v>3.5287999999999999</c:v>
                </c:pt>
                <c:pt idx="10">
                  <c:v>3.512</c:v>
                </c:pt>
                <c:pt idx="11">
                  <c:v>3.448</c:v>
                </c:pt>
                <c:pt idx="12">
                  <c:v>3.6444000000000001</c:v>
                </c:pt>
                <c:pt idx="13">
                  <c:v>3.6747999999999998</c:v>
                </c:pt>
                <c:pt idx="14">
                  <c:v>3.9893999999999998</c:v>
                </c:pt>
                <c:pt idx="15">
                  <c:v>4.1672500000000001</c:v>
                </c:pt>
                <c:pt idx="16">
                  <c:v>4.0957999999999997</c:v>
                </c:pt>
                <c:pt idx="17">
                  <c:v>4.2848499999999996</c:v>
                </c:pt>
                <c:pt idx="18">
                  <c:v>4.1624999999999996</c:v>
                </c:pt>
                <c:pt idx="19">
                  <c:v>4.0220099999999999</c:v>
                </c:pt>
                <c:pt idx="20">
                  <c:v>3.9540000000000002</c:v>
                </c:pt>
                <c:pt idx="21">
                  <c:v>4.0362499999999999</c:v>
                </c:pt>
                <c:pt idx="22">
                  <c:v>3.92</c:v>
                </c:pt>
                <c:pt idx="23">
                  <c:v>4.1986100000000004</c:v>
                </c:pt>
                <c:pt idx="24">
                  <c:v>4.3250999999999999</c:v>
                </c:pt>
                <c:pt idx="25">
                  <c:v>4.2649999999999997</c:v>
                </c:pt>
                <c:pt idx="26">
                  <c:v>4.3250999999999999</c:v>
                </c:pt>
                <c:pt idx="27">
                  <c:v>4.4749999999999996</c:v>
                </c:pt>
                <c:pt idx="28">
                  <c:v>4.6559999999999997</c:v>
                </c:pt>
                <c:pt idx="29">
                  <c:v>4.8499999999999996</c:v>
                </c:pt>
                <c:pt idx="30">
                  <c:v>4.7409999999999997</c:v>
                </c:pt>
                <c:pt idx="31">
                  <c:v>4.6399999999999997</c:v>
                </c:pt>
                <c:pt idx="32">
                  <c:v>4.7030000000000003</c:v>
                </c:pt>
                <c:pt idx="33">
                  <c:v>4.55</c:v>
                </c:pt>
                <c:pt idx="34">
                  <c:v>4.6105</c:v>
                </c:pt>
                <c:pt idx="35">
                  <c:v>4.7175000000000002</c:v>
                </c:pt>
                <c:pt idx="36">
                  <c:v>4.3864999999999998</c:v>
                </c:pt>
                <c:pt idx="37">
                  <c:v>4.3025000000000002</c:v>
                </c:pt>
                <c:pt idx="38">
                  <c:v>4.4429999999999996</c:v>
                </c:pt>
                <c:pt idx="39">
                  <c:v>4.6879999999999997</c:v>
                </c:pt>
                <c:pt idx="40">
                  <c:v>4.835</c:v>
                </c:pt>
                <c:pt idx="41">
                  <c:v>4.9989999999999997</c:v>
                </c:pt>
                <c:pt idx="42">
                  <c:v>5.0865</c:v>
                </c:pt>
                <c:pt idx="43">
                  <c:v>4.6814999999999998</c:v>
                </c:pt>
                <c:pt idx="44">
                  <c:v>4.8265000000000002</c:v>
                </c:pt>
                <c:pt idx="45">
                  <c:v>4.4835000000000003</c:v>
                </c:pt>
                <c:pt idx="46">
                  <c:v>3.9386800000000002</c:v>
                </c:pt>
                <c:pt idx="47">
                  <c:v>3.7570000000000001</c:v>
                </c:pt>
                <c:pt idx="48">
                  <c:v>3.722</c:v>
                </c:pt>
                <c:pt idx="49">
                  <c:v>3.45</c:v>
                </c:pt>
                <c:pt idx="50">
                  <c:v>3.5030000000000001</c:v>
                </c:pt>
                <c:pt idx="51">
                  <c:v>3.4689999999999999</c:v>
                </c:pt>
                <c:pt idx="52">
                  <c:v>3.698</c:v>
                </c:pt>
                <c:pt idx="53">
                  <c:v>3.6535000000000002</c:v>
                </c:pt>
                <c:pt idx="54">
                  <c:v>3.4990000000000001</c:v>
                </c:pt>
                <c:pt idx="55">
                  <c:v>3.448</c:v>
                </c:pt>
                <c:pt idx="56">
                  <c:v>3.47</c:v>
                </c:pt>
                <c:pt idx="57">
                  <c:v>3.4860000000000002</c:v>
                </c:pt>
                <c:pt idx="58">
                  <c:v>3.4184999999999999</c:v>
                </c:pt>
                <c:pt idx="59">
                  <c:v>3.5447500000000001</c:v>
                </c:pt>
                <c:pt idx="60">
                  <c:v>3.39</c:v>
                </c:pt>
                <c:pt idx="61">
                  <c:v>3.3410000000000002</c:v>
                </c:pt>
                <c:pt idx="62">
                  <c:v>3.3282500000000002</c:v>
                </c:pt>
                <c:pt idx="63">
                  <c:v>3.1840000000000002</c:v>
                </c:pt>
                <c:pt idx="64">
                  <c:v>2.9409999999999998</c:v>
                </c:pt>
                <c:pt idx="65">
                  <c:v>2.9275000000000002</c:v>
                </c:pt>
                <c:pt idx="66">
                  <c:v>2.9464999999999999</c:v>
                </c:pt>
                <c:pt idx="67">
                  <c:v>2.4172500000000001</c:v>
                </c:pt>
                <c:pt idx="68">
                  <c:v>2.6635</c:v>
                </c:pt>
                <c:pt idx="69">
                  <c:v>2.7894999999999999</c:v>
                </c:pt>
                <c:pt idx="70">
                  <c:v>3.0750000000000002</c:v>
                </c:pt>
                <c:pt idx="71">
                  <c:v>3.2989999999999999</c:v>
                </c:pt>
                <c:pt idx="72">
                  <c:v>3.423</c:v>
                </c:pt>
                <c:pt idx="73">
                  <c:v>3.42</c:v>
                </c:pt>
                <c:pt idx="74">
                  <c:v>3.5710000000000002</c:v>
                </c:pt>
                <c:pt idx="75">
                  <c:v>3.5510000000000002</c:v>
                </c:pt>
                <c:pt idx="76">
                  <c:v>3.3170000000000002</c:v>
                </c:pt>
                <c:pt idx="77">
                  <c:v>3.2665000000000002</c:v>
                </c:pt>
                <c:pt idx="78">
                  <c:v>3.149</c:v>
                </c:pt>
                <c:pt idx="79">
                  <c:v>2.8018000000000001</c:v>
                </c:pt>
                <c:pt idx="80">
                  <c:v>2.5369999999999999</c:v>
                </c:pt>
                <c:pt idx="81">
                  <c:v>2.694</c:v>
                </c:pt>
                <c:pt idx="82">
                  <c:v>2.6970000000000001</c:v>
                </c:pt>
                <c:pt idx="83">
                  <c:v>2.379</c:v>
                </c:pt>
                <c:pt idx="84">
                  <c:v>2.3420000000000001</c:v>
                </c:pt>
                <c:pt idx="85">
                  <c:v>2.294</c:v>
                </c:pt>
                <c:pt idx="86">
                  <c:v>2.3079999999999998</c:v>
                </c:pt>
                <c:pt idx="87">
                  <c:v>2.2183000000000002</c:v>
                </c:pt>
                <c:pt idx="88">
                  <c:v>1.8520000000000001</c:v>
                </c:pt>
                <c:pt idx="89">
                  <c:v>1.9831000000000001</c:v>
                </c:pt>
                <c:pt idx="90">
                  <c:v>1.8494999999999999</c:v>
                </c:pt>
                <c:pt idx="91">
                  <c:v>1.7125999999999999</c:v>
                </c:pt>
                <c:pt idx="92">
                  <c:v>1.7509999999999999</c:v>
                </c:pt>
                <c:pt idx="93">
                  <c:v>1.798</c:v>
                </c:pt>
                <c:pt idx="94">
                  <c:v>1.6652</c:v>
                </c:pt>
                <c:pt idx="95">
                  <c:v>1.5752999999999999</c:v>
                </c:pt>
                <c:pt idx="96">
                  <c:v>1.8340000000000001</c:v>
                </c:pt>
                <c:pt idx="97">
                  <c:v>1.8384</c:v>
                </c:pt>
                <c:pt idx="98">
                  <c:v>1.673</c:v>
                </c:pt>
                <c:pt idx="99">
                  <c:v>1.49</c:v>
                </c:pt>
                <c:pt idx="100">
                  <c:v>1.7267999999999999</c:v>
                </c:pt>
                <c:pt idx="101">
                  <c:v>2.0049999999999999</c:v>
                </c:pt>
                <c:pt idx="102">
                  <c:v>1.9890000000000001</c:v>
                </c:pt>
                <c:pt idx="103">
                  <c:v>2.1905000000000001</c:v>
                </c:pt>
                <c:pt idx="104">
                  <c:v>2.0840000000000001</c:v>
                </c:pt>
                <c:pt idx="105">
                  <c:v>2.044</c:v>
                </c:pt>
                <c:pt idx="106">
                  <c:v>1.968</c:v>
                </c:pt>
                <c:pt idx="107">
                  <c:v>2.1800000000000002</c:v>
                </c:pt>
                <c:pt idx="108">
                  <c:v>1.88</c:v>
                </c:pt>
                <c:pt idx="109">
                  <c:v>1.84</c:v>
                </c:pt>
                <c:pt idx="110">
                  <c:v>1.7745</c:v>
                </c:pt>
                <c:pt idx="111">
                  <c:v>1.728</c:v>
                </c:pt>
                <c:pt idx="112">
                  <c:v>1.556</c:v>
                </c:pt>
                <c:pt idx="113">
                  <c:v>1.45</c:v>
                </c:pt>
                <c:pt idx="114">
                  <c:v>1.3512999999999999</c:v>
                </c:pt>
                <c:pt idx="115">
                  <c:v>1.0894999999999999</c:v>
                </c:pt>
                <c:pt idx="116">
                  <c:v>1.1515</c:v>
                </c:pt>
                <c:pt idx="117">
                  <c:v>1.0645</c:v>
                </c:pt>
                <c:pt idx="118">
                  <c:v>0.90800000000000003</c:v>
                </c:pt>
                <c:pt idx="119">
                  <c:v>0.877</c:v>
                </c:pt>
                <c:pt idx="120">
                  <c:v>0.67</c:v>
                </c:pt>
                <c:pt idx="121">
                  <c:v>0.68289999999999995</c:v>
                </c:pt>
                <c:pt idx="122">
                  <c:v>0.5786</c:v>
                </c:pt>
                <c:pt idx="123">
                  <c:v>0.49740000000000001</c:v>
                </c:pt>
                <c:pt idx="124">
                  <c:v>0.85250000000000004</c:v>
                </c:pt>
                <c:pt idx="125">
                  <c:v>1.27</c:v>
                </c:pt>
                <c:pt idx="126">
                  <c:v>0.98470000000000002</c:v>
                </c:pt>
                <c:pt idx="127">
                  <c:v>1.0529999999999999</c:v>
                </c:pt>
                <c:pt idx="128">
                  <c:v>1.0024999999999999</c:v>
                </c:pt>
                <c:pt idx="129">
                  <c:v>0.90069999999999995</c:v>
                </c:pt>
                <c:pt idx="130">
                  <c:v>0.82699999999999996</c:v>
                </c:pt>
                <c:pt idx="131">
                  <c:v>0.99350000000000005</c:v>
                </c:pt>
                <c:pt idx="132">
                  <c:v>0.67200000000000004</c:v>
                </c:pt>
                <c:pt idx="133">
                  <c:v>0.53800000000000003</c:v>
                </c:pt>
                <c:pt idx="134">
                  <c:v>0.56479999999999997</c:v>
                </c:pt>
                <c:pt idx="135">
                  <c:v>0.66</c:v>
                </c:pt>
                <c:pt idx="136">
                  <c:v>0.53649999999999998</c:v>
                </c:pt>
                <c:pt idx="137">
                  <c:v>0.44800000000000001</c:v>
                </c:pt>
                <c:pt idx="138">
                  <c:v>0.26400000000000001</c:v>
                </c:pt>
                <c:pt idx="139">
                  <c:v>0.28999999999999998</c:v>
                </c:pt>
                <c:pt idx="140">
                  <c:v>0.27200000000000002</c:v>
                </c:pt>
                <c:pt idx="141">
                  <c:v>0.50700000000000001</c:v>
                </c:pt>
                <c:pt idx="142">
                  <c:v>0.64459999999999995</c:v>
                </c:pt>
                <c:pt idx="143">
                  <c:v>0.66049999999999998</c:v>
                </c:pt>
                <c:pt idx="144">
                  <c:v>0.82699999999999996</c:v>
                </c:pt>
                <c:pt idx="145">
                  <c:v>0.67600000000000005</c:v>
                </c:pt>
                <c:pt idx="146">
                  <c:v>0.76600000000000001</c:v>
                </c:pt>
                <c:pt idx="147">
                  <c:v>0.78900000000000003</c:v>
                </c:pt>
                <c:pt idx="148">
                  <c:v>0.79200000000000004</c:v>
                </c:pt>
                <c:pt idx="149">
                  <c:v>0.90049999999999997</c:v>
                </c:pt>
                <c:pt idx="150">
                  <c:v>0.94650000000000001</c:v>
                </c:pt>
                <c:pt idx="151">
                  <c:v>0.8165</c:v>
                </c:pt>
                <c:pt idx="152">
                  <c:v>0.90900000000000003</c:v>
                </c:pt>
                <c:pt idx="153">
                  <c:v>0.86329999999999996</c:v>
                </c:pt>
                <c:pt idx="154">
                  <c:v>0.82199999999999995</c:v>
                </c:pt>
                <c:pt idx="155">
                  <c:v>0.88624999999999998</c:v>
                </c:pt>
                <c:pt idx="156">
                  <c:v>1.0137499999999999</c:v>
                </c:pt>
                <c:pt idx="157">
                  <c:v>1.0889500000000001</c:v>
                </c:pt>
                <c:pt idx="158">
                  <c:v>0.96299999999999997</c:v>
                </c:pt>
                <c:pt idx="159">
                  <c:v>1.0007999999999999</c:v>
                </c:pt>
                <c:pt idx="160">
                  <c:v>0.92549999999999999</c:v>
                </c:pt>
                <c:pt idx="161">
                  <c:v>0.87549999999999994</c:v>
                </c:pt>
                <c:pt idx="162">
                  <c:v>0.91649999999999998</c:v>
                </c:pt>
                <c:pt idx="163">
                  <c:v>0.86990000000000001</c:v>
                </c:pt>
                <c:pt idx="164">
                  <c:v>0.98665999999999998</c:v>
                </c:pt>
                <c:pt idx="165">
                  <c:v>0.93974999999999997</c:v>
                </c:pt>
                <c:pt idx="166">
                  <c:v>0.87995000000000001</c:v>
                </c:pt>
                <c:pt idx="167">
                  <c:v>0.81200000000000006</c:v>
                </c:pt>
                <c:pt idx="168">
                  <c:v>0.73650000000000004</c:v>
                </c:pt>
                <c:pt idx="169">
                  <c:v>0.62849999999999995</c:v>
                </c:pt>
                <c:pt idx="170">
                  <c:v>0.47199999999999998</c:v>
                </c:pt>
                <c:pt idx="171">
                  <c:v>0.49575000000000002</c:v>
                </c:pt>
                <c:pt idx="172">
                  <c:v>0.33500000000000002</c:v>
                </c:pt>
                <c:pt idx="173">
                  <c:v>0.17860000000000001</c:v>
                </c:pt>
                <c:pt idx="174">
                  <c:v>5.9499999999999997E-2</c:v>
                </c:pt>
                <c:pt idx="175">
                  <c:v>-0.27160000000000001</c:v>
                </c:pt>
                <c:pt idx="176">
                  <c:v>-0.15855</c:v>
                </c:pt>
                <c:pt idx="177">
                  <c:v>5.8500000000000003E-2</c:v>
                </c:pt>
                <c:pt idx="178">
                  <c:v>5.4149999999999997E-2</c:v>
                </c:pt>
                <c:pt idx="179">
                  <c:v>0.153</c:v>
                </c:pt>
                <c:pt idx="180">
                  <c:v>-5.4199999999999998E-2</c:v>
                </c:pt>
                <c:pt idx="181">
                  <c:v>-0.18</c:v>
                </c:pt>
                <c:pt idx="182">
                  <c:v>-2.0500000000000001E-2</c:v>
                </c:pt>
                <c:pt idx="183">
                  <c:v>-6.8099999999999994E-2</c:v>
                </c:pt>
                <c:pt idx="184">
                  <c:v>-0.13100000000000001</c:v>
                </c:pt>
                <c:pt idx="185">
                  <c:v>-0.18815000000000001</c:v>
                </c:pt>
                <c:pt idx="186">
                  <c:v>-0.22900000000000001</c:v>
                </c:pt>
                <c:pt idx="187">
                  <c:v>-0.13900000000000001</c:v>
                </c:pt>
                <c:pt idx="188">
                  <c:v>-0.23799999999999999</c:v>
                </c:pt>
                <c:pt idx="189">
                  <c:v>-0.27800000000000002</c:v>
                </c:pt>
                <c:pt idx="190">
                  <c:v>-0.25800000000000001</c:v>
                </c:pt>
                <c:pt idx="191">
                  <c:v>-0.23899999999999999</c:v>
                </c:pt>
                <c:pt idx="192">
                  <c:v>-0.188</c:v>
                </c:pt>
                <c:pt idx="193">
                  <c:v>3.3000000000000002E-2</c:v>
                </c:pt>
                <c:pt idx="194">
                  <c:v>2.4E-2</c:v>
                </c:pt>
                <c:pt idx="195">
                  <c:v>0.13700000000000001</c:v>
                </c:pt>
                <c:pt idx="196">
                  <c:v>0.123</c:v>
                </c:pt>
                <c:pt idx="197">
                  <c:v>0.13389999999999999</c:v>
                </c:pt>
                <c:pt idx="198">
                  <c:v>-7.1099999999999997E-2</c:v>
                </c:pt>
                <c:pt idx="199">
                  <c:v>-5.79E-2</c:v>
                </c:pt>
                <c:pt idx="200">
                  <c:v>0.1353</c:v>
                </c:pt>
                <c:pt idx="201">
                  <c:v>0.28349999999999997</c:v>
                </c:pt>
                <c:pt idx="202">
                  <c:v>0.13650000000000001</c:v>
                </c:pt>
                <c:pt idx="203">
                  <c:v>0.30099999999999999</c:v>
                </c:pt>
                <c:pt idx="204">
                  <c:v>0.41699999999999998</c:v>
                </c:pt>
                <c:pt idx="205">
                  <c:v>0.876</c:v>
                </c:pt>
                <c:pt idx="206">
                  <c:v>1.1890000000000001</c:v>
                </c:pt>
                <c:pt idx="207">
                  <c:v>1.7204999999999999</c:v>
                </c:pt>
                <c:pt idx="208">
                  <c:v>1.7279500000000001</c:v>
                </c:pt>
                <c:pt idx="209">
                  <c:v>2.2330000000000001</c:v>
                </c:pt>
                <c:pt idx="210">
                  <c:v>1.6459999999999999</c:v>
                </c:pt>
                <c:pt idx="211">
                  <c:v>2.2959999999999998</c:v>
                </c:pt>
                <c:pt idx="212">
                  <c:v>3.0750000000000002</c:v>
                </c:pt>
                <c:pt idx="213">
                  <c:v>2.9820000000000002</c:v>
                </c:pt>
                <c:pt idx="214">
                  <c:v>2.6652499999999999</c:v>
                </c:pt>
                <c:pt idx="215">
                  <c:v>3.2027999999999999</c:v>
                </c:pt>
                <c:pt idx="216">
                  <c:v>2.8334999999999999</c:v>
                </c:pt>
                <c:pt idx="217">
                  <c:v>3.1280000000000001</c:v>
                </c:pt>
                <c:pt idx="218">
                  <c:v>2.9580000000000002</c:v>
                </c:pt>
                <c:pt idx="219">
                  <c:v>2.9895</c:v>
                </c:pt>
                <c:pt idx="220">
                  <c:v>3.1751</c:v>
                </c:pt>
                <c:pt idx="221">
                  <c:v>3.0053000000000001</c:v>
                </c:pt>
                <c:pt idx="222">
                  <c:v>3.0830000000000002</c:v>
                </c:pt>
                <c:pt idx="223">
                  <c:v>3.1610999999999998</c:v>
                </c:pt>
                <c:pt idx="224">
                  <c:v>3.3897499999999998</c:v>
                </c:pt>
                <c:pt idx="225">
                  <c:v>3.3679999999999999</c:v>
                </c:pt>
                <c:pt idx="226">
                  <c:v>3.1215000000000002</c:v>
                </c:pt>
                <c:pt idx="227">
                  <c:v>2.4918</c:v>
                </c:pt>
                <c:pt idx="228">
                  <c:v>2.6775000000000002</c:v>
                </c:pt>
                <c:pt idx="229">
                  <c:v>2.698</c:v>
                </c:pt>
                <c:pt idx="230">
                  <c:v>2.5807500000000001</c:v>
                </c:pt>
                <c:pt idx="231">
                  <c:v>2.8620000000000001</c:v>
                </c:pt>
                <c:pt idx="232">
                  <c:v>2.8929999999999998</c:v>
                </c:pt>
                <c:pt idx="233">
                  <c:v>2.8379500000000002</c:v>
                </c:pt>
                <c:pt idx="234">
                  <c:v>2.6875</c:v>
                </c:pt>
                <c:pt idx="235">
                  <c:v>2.5409999999999999</c:v>
                </c:pt>
                <c:pt idx="236">
                  <c:v>2.3605</c:v>
                </c:pt>
                <c:pt idx="237">
                  <c:v>2.4085000000000001</c:v>
                </c:pt>
                <c:pt idx="238">
                  <c:v>2.1589999999999998</c:v>
                </c:pt>
                <c:pt idx="239">
                  <c:v>2.3897499999999998</c:v>
                </c:pt>
                <c:pt idx="240">
                  <c:v>2.4055</c:v>
                </c:pt>
                <c:pt idx="241">
                  <c:v>2.3368000000000002</c:v>
                </c:pt>
                <c:pt idx="242">
                  <c:v>2.6528</c:v>
                </c:pt>
                <c:pt idx="243">
                  <c:v>2.4464999999999999</c:v>
                </c:pt>
                <c:pt idx="244">
                  <c:v>2.5000499999999999</c:v>
                </c:pt>
                <c:pt idx="245">
                  <c:v>2.5859999999999999</c:v>
                </c:pt>
                <c:pt idx="246">
                  <c:v>2.6760999999999999</c:v>
                </c:pt>
                <c:pt idx="247">
                  <c:v>2.66</c:v>
                </c:pt>
                <c:pt idx="248">
                  <c:v>2.7186699999999999</c:v>
                </c:pt>
                <c:pt idx="249">
                  <c:v>2.6400999999999999</c:v>
                </c:pt>
                <c:pt idx="250">
                  <c:v>2.7498</c:v>
                </c:pt>
                <c:pt idx="251">
                  <c:v>2.9359999999999999</c:v>
                </c:pt>
                <c:pt idx="252">
                  <c:v>2.8645999999999998</c:v>
                </c:pt>
                <c:pt idx="253">
                  <c:v>2.6700499999999998</c:v>
                </c:pt>
                <c:pt idx="254">
                  <c:v>3.1629999999999998</c:v>
                </c:pt>
                <c:pt idx="255">
                  <c:v>3.0316000000000001</c:v>
                </c:pt>
                <c:pt idx="256">
                  <c:v>2.9735999999999998</c:v>
                </c:pt>
                <c:pt idx="257">
                  <c:v>2.9097499999999998</c:v>
                </c:pt>
                <c:pt idx="258">
                  <c:v>3.2423000000000002</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E97C-4250-ABC9-005C97016463}"/>
            </c:ext>
          </c:extLst>
        </c:ser>
        <c:ser>
          <c:idx val="2"/>
          <c:order val="2"/>
          <c:tx>
            <c:strRef>
              <c:f>TERMP!$AR$8</c:f>
              <c:strCache>
                <c:ptCount val="1"/>
                <c:pt idx="0">
                  <c:v>GB </c:v>
                </c:pt>
              </c:strCache>
            </c:strRef>
          </c:tx>
          <c:spPr>
            <a:ln w="22225" cap="rnd">
              <a:solidFill>
                <a:srgbClr val="FFC00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TERMP!$AR$10:$AR$1010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5.1955</c:v>
                </c:pt>
                <c:pt idx="41">
                  <c:v>5.2714999999999996</c:v>
                </c:pt>
                <c:pt idx="42">
                  <c:v>5.14</c:v>
                </c:pt>
                <c:pt idx="43">
                  <c:v>4.6749999999999998</c:v>
                </c:pt>
                <c:pt idx="44">
                  <c:v>4.55</c:v>
                </c:pt>
                <c:pt idx="45">
                  <c:v>4.33</c:v>
                </c:pt>
                <c:pt idx="46">
                  <c:v>3.43</c:v>
                </c:pt>
                <c:pt idx="47">
                  <c:v>2.98</c:v>
                </c:pt>
                <c:pt idx="48">
                  <c:v>3.2850000000000001</c:v>
                </c:pt>
                <c:pt idx="49">
                  <c:v>3.2725</c:v>
                </c:pt>
                <c:pt idx="50">
                  <c:v>3.1524999999999999</c:v>
                </c:pt>
                <c:pt idx="51">
                  <c:v>3.2374999999999998</c:v>
                </c:pt>
                <c:pt idx="52">
                  <c:v>3.4925000000000002</c:v>
                </c:pt>
                <c:pt idx="53">
                  <c:v>3.7225000000000001</c:v>
                </c:pt>
                <c:pt idx="54">
                  <c:v>3.88</c:v>
                </c:pt>
                <c:pt idx="55">
                  <c:v>3.62</c:v>
                </c:pt>
                <c:pt idx="56">
                  <c:v>3.6549999999999998</c:v>
                </c:pt>
                <c:pt idx="57">
                  <c:v>3.5575000000000001</c:v>
                </c:pt>
                <c:pt idx="58">
                  <c:v>3.3725000000000001</c:v>
                </c:pt>
                <c:pt idx="59">
                  <c:v>3.7050000000000001</c:v>
                </c:pt>
                <c:pt idx="60">
                  <c:v>3.5425</c:v>
                </c:pt>
                <c:pt idx="61">
                  <c:v>3.42</c:v>
                </c:pt>
                <c:pt idx="62">
                  <c:v>3.4175</c:v>
                </c:pt>
                <c:pt idx="63">
                  <c:v>3.375</c:v>
                </c:pt>
                <c:pt idx="64">
                  <c:v>3.0325000000000002</c:v>
                </c:pt>
                <c:pt idx="65">
                  <c:v>2.9049999999999998</c:v>
                </c:pt>
                <c:pt idx="66">
                  <c:v>2.9375</c:v>
                </c:pt>
                <c:pt idx="67">
                  <c:v>2.6</c:v>
                </c:pt>
                <c:pt idx="68">
                  <c:v>2.7050000000000001</c:v>
                </c:pt>
                <c:pt idx="69">
                  <c:v>2.76</c:v>
                </c:pt>
                <c:pt idx="70">
                  <c:v>3.0350000000000001</c:v>
                </c:pt>
                <c:pt idx="71">
                  <c:v>3.1487500000000002</c:v>
                </c:pt>
                <c:pt idx="72">
                  <c:v>3.403</c:v>
                </c:pt>
                <c:pt idx="73">
                  <c:v>3.3980000000000001</c:v>
                </c:pt>
                <c:pt idx="74">
                  <c:v>3.3522500000000002</c:v>
                </c:pt>
                <c:pt idx="75">
                  <c:v>3.24675</c:v>
                </c:pt>
                <c:pt idx="76">
                  <c:v>3.0630000000000002</c:v>
                </c:pt>
                <c:pt idx="77">
                  <c:v>2.94</c:v>
                </c:pt>
                <c:pt idx="78">
                  <c:v>2.6619999999999999</c:v>
                </c:pt>
                <c:pt idx="79">
                  <c:v>2.2850000000000001</c:v>
                </c:pt>
                <c:pt idx="80">
                  <c:v>2.028</c:v>
                </c:pt>
                <c:pt idx="81">
                  <c:v>2.3287</c:v>
                </c:pt>
                <c:pt idx="82">
                  <c:v>1.885</c:v>
                </c:pt>
                <c:pt idx="83">
                  <c:v>1.7324999999999999</c:v>
                </c:pt>
                <c:pt idx="84">
                  <c:v>1.86</c:v>
                </c:pt>
                <c:pt idx="85">
                  <c:v>1.97</c:v>
                </c:pt>
                <c:pt idx="86">
                  <c:v>2.0525000000000002</c:v>
                </c:pt>
                <c:pt idx="87">
                  <c:v>1.98</c:v>
                </c:pt>
                <c:pt idx="88">
                  <c:v>1.6026</c:v>
                </c:pt>
                <c:pt idx="89">
                  <c:v>1.7099</c:v>
                </c:pt>
                <c:pt idx="90">
                  <c:v>1.615</c:v>
                </c:pt>
                <c:pt idx="91">
                  <c:v>1.52</c:v>
                </c:pt>
                <c:pt idx="92">
                  <c:v>1.58</c:v>
                </c:pt>
                <c:pt idx="93">
                  <c:v>1.6879999999999999</c:v>
                </c:pt>
                <c:pt idx="94">
                  <c:v>1.575</c:v>
                </c:pt>
                <c:pt idx="95">
                  <c:v>1.5760000000000001</c:v>
                </c:pt>
                <c:pt idx="96">
                  <c:v>1.7524999999999999</c:v>
                </c:pt>
                <c:pt idx="97">
                  <c:v>1.81</c:v>
                </c:pt>
                <c:pt idx="98">
                  <c:v>1.5674999999999999</c:v>
                </c:pt>
                <c:pt idx="99">
                  <c:v>1.522</c:v>
                </c:pt>
                <c:pt idx="100">
                  <c:v>1.8280000000000001</c:v>
                </c:pt>
                <c:pt idx="101">
                  <c:v>2.238</c:v>
                </c:pt>
                <c:pt idx="102">
                  <c:v>2.1495000000000002</c:v>
                </c:pt>
                <c:pt idx="103">
                  <c:v>2.3937499999999998</c:v>
                </c:pt>
                <c:pt idx="104">
                  <c:v>2.3433000000000002</c:v>
                </c:pt>
                <c:pt idx="105">
                  <c:v>2.2385000000000002</c:v>
                </c:pt>
                <c:pt idx="106">
                  <c:v>2.3694999999999999</c:v>
                </c:pt>
                <c:pt idx="107">
                  <c:v>2.6844999999999999</c:v>
                </c:pt>
                <c:pt idx="108">
                  <c:v>2.3795000000000002</c:v>
                </c:pt>
                <c:pt idx="109">
                  <c:v>2.4184999999999999</c:v>
                </c:pt>
                <c:pt idx="110">
                  <c:v>2.4085000000000001</c:v>
                </c:pt>
                <c:pt idx="111">
                  <c:v>2.331</c:v>
                </c:pt>
                <c:pt idx="112">
                  <c:v>2.2936999999999999</c:v>
                </c:pt>
                <c:pt idx="113">
                  <c:v>2.3795000000000002</c:v>
                </c:pt>
                <c:pt idx="114">
                  <c:v>2.3294999999999999</c:v>
                </c:pt>
                <c:pt idx="115">
                  <c:v>2.024</c:v>
                </c:pt>
                <c:pt idx="116">
                  <c:v>2.194</c:v>
                </c:pt>
                <c:pt idx="117">
                  <c:v>1.954</c:v>
                </c:pt>
                <c:pt idx="118">
                  <c:v>1.615</c:v>
                </c:pt>
                <c:pt idx="119">
                  <c:v>1.593</c:v>
                </c:pt>
                <c:pt idx="120">
                  <c:v>1.105</c:v>
                </c:pt>
                <c:pt idx="121">
                  <c:v>1.5962499999999999</c:v>
                </c:pt>
                <c:pt idx="122">
                  <c:v>1.31125</c:v>
                </c:pt>
                <c:pt idx="123">
                  <c:v>1.4165000000000001</c:v>
                </c:pt>
                <c:pt idx="124">
                  <c:v>1.56</c:v>
                </c:pt>
                <c:pt idx="125">
                  <c:v>1.95875</c:v>
                </c:pt>
                <c:pt idx="126">
                  <c:v>1.7275</c:v>
                </c:pt>
                <c:pt idx="127">
                  <c:v>1.7110000000000001</c:v>
                </c:pt>
                <c:pt idx="128">
                  <c:v>1.5874999999999999</c:v>
                </c:pt>
                <c:pt idx="129">
                  <c:v>1.6165</c:v>
                </c:pt>
                <c:pt idx="130">
                  <c:v>1.5004999999999999</c:v>
                </c:pt>
                <c:pt idx="131">
                  <c:v>1.6335</c:v>
                </c:pt>
                <c:pt idx="132">
                  <c:v>1.2455000000000001</c:v>
                </c:pt>
                <c:pt idx="133">
                  <c:v>0.96799999999999997</c:v>
                </c:pt>
                <c:pt idx="134">
                  <c:v>1.1085</c:v>
                </c:pt>
                <c:pt idx="135">
                  <c:v>1.2264999999999999</c:v>
                </c:pt>
                <c:pt idx="136">
                  <c:v>1.1705000000000001</c:v>
                </c:pt>
                <c:pt idx="137">
                  <c:v>0.82399999999999995</c:v>
                </c:pt>
                <c:pt idx="138">
                  <c:v>0.501</c:v>
                </c:pt>
                <c:pt idx="139">
                  <c:v>0.41749999999999998</c:v>
                </c:pt>
                <c:pt idx="140">
                  <c:v>0.50149999999999995</c:v>
                </c:pt>
                <c:pt idx="141">
                  <c:v>0.88700000000000001</c:v>
                </c:pt>
                <c:pt idx="142">
                  <c:v>1.083</c:v>
                </c:pt>
                <c:pt idx="143">
                  <c:v>0.95550000000000002</c:v>
                </c:pt>
                <c:pt idx="144">
                  <c:v>1.167</c:v>
                </c:pt>
                <c:pt idx="145">
                  <c:v>0.86050000000000004</c:v>
                </c:pt>
                <c:pt idx="146">
                  <c:v>0.90849999999999997</c:v>
                </c:pt>
                <c:pt idx="147">
                  <c:v>0.85550000000000004</c:v>
                </c:pt>
                <c:pt idx="148">
                  <c:v>0.84499999999999997</c:v>
                </c:pt>
                <c:pt idx="149">
                  <c:v>1.117</c:v>
                </c:pt>
                <c:pt idx="150">
                  <c:v>1.044</c:v>
                </c:pt>
                <c:pt idx="151">
                  <c:v>0.90249999999999997</c:v>
                </c:pt>
                <c:pt idx="152">
                  <c:v>1.2164999999999999</c:v>
                </c:pt>
                <c:pt idx="153">
                  <c:v>1.1855</c:v>
                </c:pt>
                <c:pt idx="154">
                  <c:v>1.103</c:v>
                </c:pt>
                <c:pt idx="155">
                  <c:v>1.0590999999999999</c:v>
                </c:pt>
                <c:pt idx="156">
                  <c:v>1.2565</c:v>
                </c:pt>
                <c:pt idx="157">
                  <c:v>1.3314999999999999</c:v>
                </c:pt>
                <c:pt idx="158">
                  <c:v>1.155</c:v>
                </c:pt>
                <c:pt idx="159">
                  <c:v>1.2453000000000001</c:v>
                </c:pt>
                <c:pt idx="160">
                  <c:v>1.1850000000000001</c:v>
                </c:pt>
                <c:pt idx="161">
                  <c:v>1.2004999999999999</c:v>
                </c:pt>
                <c:pt idx="162">
                  <c:v>1.2112499999999999</c:v>
                </c:pt>
                <c:pt idx="163">
                  <c:v>1.2490000000000001</c:v>
                </c:pt>
                <c:pt idx="164">
                  <c:v>1.3997999999999999</c:v>
                </c:pt>
                <c:pt idx="165">
                  <c:v>1.2557499999999999</c:v>
                </c:pt>
                <c:pt idx="166">
                  <c:v>1.2817499999999999</c:v>
                </c:pt>
                <c:pt idx="167">
                  <c:v>1.1567499999999999</c:v>
                </c:pt>
                <c:pt idx="168">
                  <c:v>1.208</c:v>
                </c:pt>
                <c:pt idx="169">
                  <c:v>1.1027499999999999</c:v>
                </c:pt>
                <c:pt idx="170">
                  <c:v>0.94374999999999998</c:v>
                </c:pt>
                <c:pt idx="171">
                  <c:v>1.0720000000000001</c:v>
                </c:pt>
                <c:pt idx="172">
                  <c:v>0.86250000000000004</c:v>
                </c:pt>
                <c:pt idx="173">
                  <c:v>0.81325000000000003</c:v>
                </c:pt>
                <c:pt idx="174">
                  <c:v>0.67949999999999999</c:v>
                </c:pt>
                <c:pt idx="175">
                  <c:v>0.38700000000000001</c:v>
                </c:pt>
                <c:pt idx="176">
                  <c:v>0.40925</c:v>
                </c:pt>
                <c:pt idx="177">
                  <c:v>0.61350000000000005</c:v>
                </c:pt>
                <c:pt idx="178">
                  <c:v>0.67300000000000004</c:v>
                </c:pt>
                <c:pt idx="179">
                  <c:v>0.72040000000000004</c:v>
                </c:pt>
                <c:pt idx="180">
                  <c:v>0.51580000000000004</c:v>
                </c:pt>
                <c:pt idx="181">
                  <c:v>0.41875000000000001</c:v>
                </c:pt>
                <c:pt idx="182">
                  <c:v>0.3165</c:v>
                </c:pt>
                <c:pt idx="183">
                  <c:v>0.24324999999999999</c:v>
                </c:pt>
                <c:pt idx="184">
                  <c:v>0.13650000000000001</c:v>
                </c:pt>
                <c:pt idx="185">
                  <c:v>0.10725</c:v>
                </c:pt>
                <c:pt idx="186">
                  <c:v>5.2850000000000001E-2</c:v>
                </c:pt>
                <c:pt idx="187">
                  <c:v>0.223</c:v>
                </c:pt>
                <c:pt idx="188">
                  <c:v>0.1095</c:v>
                </c:pt>
                <c:pt idx="189">
                  <c:v>0.19234999999999999</c:v>
                </c:pt>
                <c:pt idx="190">
                  <c:v>0.21909999999999999</c:v>
                </c:pt>
                <c:pt idx="191">
                  <c:v>0.21415000000000001</c:v>
                </c:pt>
                <c:pt idx="192">
                  <c:v>0.28370000000000001</c:v>
                </c:pt>
                <c:pt idx="193">
                  <c:v>0.749</c:v>
                </c:pt>
                <c:pt idx="194">
                  <c:v>0.73329999999999995</c:v>
                </c:pt>
                <c:pt idx="195">
                  <c:v>0.82110000000000005</c:v>
                </c:pt>
                <c:pt idx="196">
                  <c:v>0.77349999999999997</c:v>
                </c:pt>
                <c:pt idx="197">
                  <c:v>0.77</c:v>
                </c:pt>
                <c:pt idx="198">
                  <c:v>0.56499999999999995</c:v>
                </c:pt>
                <c:pt idx="199">
                  <c:v>0.58899999999999997</c:v>
                </c:pt>
                <c:pt idx="200">
                  <c:v>0.82699999999999996</c:v>
                </c:pt>
                <c:pt idx="201">
                  <c:v>0.97399999999999998</c:v>
                </c:pt>
                <c:pt idx="202">
                  <c:v>0.83299999999999996</c:v>
                </c:pt>
                <c:pt idx="203">
                  <c:v>0.94994999999999996</c:v>
                </c:pt>
                <c:pt idx="204">
                  <c:v>1.1813499999999999</c:v>
                </c:pt>
                <c:pt idx="205">
                  <c:v>1.476</c:v>
                </c:pt>
                <c:pt idx="206">
                  <c:v>1.7375</c:v>
                </c:pt>
                <c:pt idx="207">
                  <c:v>1.9301999999999999</c:v>
                </c:pt>
                <c:pt idx="208">
                  <c:v>1.9806999999999999</c:v>
                </c:pt>
                <c:pt idx="209">
                  <c:v>2.367</c:v>
                </c:pt>
                <c:pt idx="210">
                  <c:v>2.0341999999999998</c:v>
                </c:pt>
                <c:pt idx="211">
                  <c:v>2.85</c:v>
                </c:pt>
                <c:pt idx="212">
                  <c:v>4.4509999999999996</c:v>
                </c:pt>
                <c:pt idx="213">
                  <c:v>3.7886099999999998</c:v>
                </c:pt>
                <c:pt idx="214">
                  <c:v>3.3525</c:v>
                </c:pt>
                <c:pt idx="215">
                  <c:v>3.7490000000000001</c:v>
                </c:pt>
                <c:pt idx="216">
                  <c:v>3.36605</c:v>
                </c:pt>
                <c:pt idx="217">
                  <c:v>3.6974999999999998</c:v>
                </c:pt>
                <c:pt idx="218">
                  <c:v>3.4279999999999999</c:v>
                </c:pt>
                <c:pt idx="219">
                  <c:v>3.6829999999999998</c:v>
                </c:pt>
                <c:pt idx="220">
                  <c:v>4.2569999999999997</c:v>
                </c:pt>
                <c:pt idx="221">
                  <c:v>4.3640999999999996</c:v>
                </c:pt>
                <c:pt idx="222">
                  <c:v>4.2832499999999998</c:v>
                </c:pt>
                <c:pt idx="223">
                  <c:v>4.3970200000000004</c:v>
                </c:pt>
                <c:pt idx="224">
                  <c:v>4.3535000000000004</c:v>
                </c:pt>
                <c:pt idx="225">
                  <c:v>4.42</c:v>
                </c:pt>
                <c:pt idx="226">
                  <c:v>4.10304</c:v>
                </c:pt>
                <c:pt idx="227">
                  <c:v>3.2895500000000002</c:v>
                </c:pt>
                <c:pt idx="228">
                  <c:v>3.7375099999999999</c:v>
                </c:pt>
                <c:pt idx="229">
                  <c:v>3.8341400000000001</c:v>
                </c:pt>
                <c:pt idx="230">
                  <c:v>3.6659600000000001</c:v>
                </c:pt>
                <c:pt idx="231">
                  <c:v>4.0614699999999999</c:v>
                </c:pt>
                <c:pt idx="232">
                  <c:v>4.0271600000000003</c:v>
                </c:pt>
                <c:pt idx="233">
                  <c:v>3.8774999999999999</c:v>
                </c:pt>
                <c:pt idx="234">
                  <c:v>3.8029999999999999</c:v>
                </c:pt>
                <c:pt idx="235">
                  <c:v>3.694</c:v>
                </c:pt>
                <c:pt idx="236">
                  <c:v>3.6124999999999998</c:v>
                </c:pt>
                <c:pt idx="237">
                  <c:v>3.8562099999999999</c:v>
                </c:pt>
                <c:pt idx="238">
                  <c:v>3.7926199999999999</c:v>
                </c:pt>
                <c:pt idx="239">
                  <c:v>4.1287000000000003</c:v>
                </c:pt>
                <c:pt idx="240">
                  <c:v>4.0110000000000001</c:v>
                </c:pt>
                <c:pt idx="241">
                  <c:v>3.9864000000000002</c:v>
                </c:pt>
                <c:pt idx="242">
                  <c:v>4.1740000000000004</c:v>
                </c:pt>
                <c:pt idx="243">
                  <c:v>3.9665300000000001</c:v>
                </c:pt>
                <c:pt idx="244">
                  <c:v>4.1298899999999996</c:v>
                </c:pt>
                <c:pt idx="245">
                  <c:v>4.01037</c:v>
                </c:pt>
                <c:pt idx="246">
                  <c:v>4.11191</c:v>
                </c:pt>
                <c:pt idx="247">
                  <c:v>4.1860999999999997</c:v>
                </c:pt>
                <c:pt idx="248">
                  <c:v>4.1942500000000003</c:v>
                </c:pt>
                <c:pt idx="249">
                  <c:v>3.9239999999999999</c:v>
                </c:pt>
                <c:pt idx="250">
                  <c:v>3.9500799999999998</c:v>
                </c:pt>
                <c:pt idx="251">
                  <c:v>4.03</c:v>
                </c:pt>
                <c:pt idx="252">
                  <c:v>4.1284999999999998</c:v>
                </c:pt>
                <c:pt idx="253">
                  <c:v>3.88171</c:v>
                </c:pt>
                <c:pt idx="254">
                  <c:v>4.4945000000000004</c:v>
                </c:pt>
                <c:pt idx="255">
                  <c:v>4.4625000000000004</c:v>
                </c:pt>
                <c:pt idx="256">
                  <c:v>4.39154</c:v>
                </c:pt>
                <c:pt idx="257">
                  <c:v>4.3244600000000002</c:v>
                </c:pt>
                <c:pt idx="258">
                  <c:v>4.6474000000000002</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E97C-4250-ABC9-005C97016463}"/>
            </c:ext>
          </c:extLst>
        </c:ser>
        <c:ser>
          <c:idx val="3"/>
          <c:order val="3"/>
          <c:tx>
            <c:strRef>
              <c:f>TERMP!$AP$8</c:f>
              <c:strCache>
                <c:ptCount val="1"/>
                <c:pt idx="0">
                  <c:v>JP </c:v>
                </c:pt>
              </c:strCache>
            </c:strRef>
          </c:tx>
          <c:spPr>
            <a:ln w="22225" cap="rnd">
              <a:solidFill>
                <a:srgbClr val="C0000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TERMP!$AP$10:$AP$1010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1.1675</c:v>
                </c:pt>
                <c:pt idx="56">
                  <c:v>1.115</c:v>
                </c:pt>
                <c:pt idx="57">
                  <c:v>1.1975</c:v>
                </c:pt>
                <c:pt idx="58">
                  <c:v>1.0275000000000001</c:v>
                </c:pt>
                <c:pt idx="59">
                  <c:v>1.0640000000000001</c:v>
                </c:pt>
                <c:pt idx="60">
                  <c:v>1.0525</c:v>
                </c:pt>
                <c:pt idx="61">
                  <c:v>1.06375</c:v>
                </c:pt>
                <c:pt idx="62">
                  <c:v>1.1174999999999999</c:v>
                </c:pt>
                <c:pt idx="63">
                  <c:v>1.06</c:v>
                </c:pt>
                <c:pt idx="64">
                  <c:v>1.0075000000000001</c:v>
                </c:pt>
                <c:pt idx="65">
                  <c:v>0.875</c:v>
                </c:pt>
                <c:pt idx="66">
                  <c:v>0.78500000000000003</c:v>
                </c:pt>
                <c:pt idx="67">
                  <c:v>0.77249999999999996</c:v>
                </c:pt>
                <c:pt idx="68">
                  <c:v>0.77500000000000002</c:v>
                </c:pt>
                <c:pt idx="69">
                  <c:v>0.71250000000000002</c:v>
                </c:pt>
                <c:pt idx="70">
                  <c:v>0.93</c:v>
                </c:pt>
                <c:pt idx="71">
                  <c:v>0.85875000000000001</c:v>
                </c:pt>
                <c:pt idx="72">
                  <c:v>0.93500000000000005</c:v>
                </c:pt>
                <c:pt idx="73">
                  <c:v>0.97750000000000004</c:v>
                </c:pt>
                <c:pt idx="74">
                  <c:v>0.90874999999999995</c:v>
                </c:pt>
                <c:pt idx="75">
                  <c:v>0.86499999999999999</c:v>
                </c:pt>
                <c:pt idx="76">
                  <c:v>0.79249999999999998</c:v>
                </c:pt>
                <c:pt idx="77">
                  <c:v>0.79</c:v>
                </c:pt>
                <c:pt idx="78">
                  <c:v>0.72250000000000003</c:v>
                </c:pt>
                <c:pt idx="79">
                  <c:v>0.70499999999999996</c:v>
                </c:pt>
                <c:pt idx="80">
                  <c:v>0.70250000000000001</c:v>
                </c:pt>
                <c:pt idx="81">
                  <c:v>0.71</c:v>
                </c:pt>
                <c:pt idx="82">
                  <c:v>0.67</c:v>
                </c:pt>
                <c:pt idx="83">
                  <c:v>0.59750000000000003</c:v>
                </c:pt>
                <c:pt idx="84">
                  <c:v>0.60375000000000001</c:v>
                </c:pt>
                <c:pt idx="85">
                  <c:v>0.64249999999999996</c:v>
                </c:pt>
                <c:pt idx="86">
                  <c:v>0.6875</c:v>
                </c:pt>
                <c:pt idx="87">
                  <c:v>0.57625000000000004</c:v>
                </c:pt>
                <c:pt idx="88">
                  <c:v>0.55249999999999999</c:v>
                </c:pt>
                <c:pt idx="89">
                  <c:v>0.51749999999999996</c:v>
                </c:pt>
                <c:pt idx="90">
                  <c:v>0.44500000000000001</c:v>
                </c:pt>
                <c:pt idx="91">
                  <c:v>0.51124999999999998</c:v>
                </c:pt>
                <c:pt idx="92">
                  <c:v>0.53249999999999997</c:v>
                </c:pt>
                <c:pt idx="93">
                  <c:v>0.5625</c:v>
                </c:pt>
                <c:pt idx="94">
                  <c:v>0.53374999999999995</c:v>
                </c:pt>
                <c:pt idx="95">
                  <c:v>0.66</c:v>
                </c:pt>
                <c:pt idx="96">
                  <c:v>0.57187500000000002</c:v>
                </c:pt>
                <c:pt idx="97">
                  <c:v>0.59312500000000001</c:v>
                </c:pt>
                <c:pt idx="98">
                  <c:v>0.505</c:v>
                </c:pt>
                <c:pt idx="99">
                  <c:v>0.55374999999999996</c:v>
                </c:pt>
                <c:pt idx="100">
                  <c:v>0.74875000000000003</c:v>
                </c:pt>
                <c:pt idx="101">
                  <c:v>0.73312500000000003</c:v>
                </c:pt>
                <c:pt idx="102">
                  <c:v>0.70625000000000004</c:v>
                </c:pt>
                <c:pt idx="103">
                  <c:v>0.64312499999999995</c:v>
                </c:pt>
                <c:pt idx="104">
                  <c:v>0.60124999999999995</c:v>
                </c:pt>
                <c:pt idx="105">
                  <c:v>0.49875000000000003</c:v>
                </c:pt>
                <c:pt idx="106">
                  <c:v>0.52500000000000002</c:v>
                </c:pt>
                <c:pt idx="107">
                  <c:v>0.640625</c:v>
                </c:pt>
                <c:pt idx="108">
                  <c:v>0.54</c:v>
                </c:pt>
                <c:pt idx="109">
                  <c:v>0.54374999999999996</c:v>
                </c:pt>
                <c:pt idx="110">
                  <c:v>0.56374999999999997</c:v>
                </c:pt>
                <c:pt idx="111">
                  <c:v>0.52312499999999995</c:v>
                </c:pt>
                <c:pt idx="112">
                  <c:v>0.46437499999999998</c:v>
                </c:pt>
                <c:pt idx="113">
                  <c:v>0.42875000000000002</c:v>
                </c:pt>
                <c:pt idx="114">
                  <c:v>0.41375000000000001</c:v>
                </c:pt>
                <c:pt idx="115">
                  <c:v>0.3775</c:v>
                </c:pt>
                <c:pt idx="116">
                  <c:v>0.40625</c:v>
                </c:pt>
                <c:pt idx="117">
                  <c:v>0.36</c:v>
                </c:pt>
                <c:pt idx="118">
                  <c:v>0.36249999999999999</c:v>
                </c:pt>
                <c:pt idx="119">
                  <c:v>0.33124999999999999</c:v>
                </c:pt>
                <c:pt idx="120">
                  <c:v>0.30625000000000002</c:v>
                </c:pt>
                <c:pt idx="121">
                  <c:v>0.36</c:v>
                </c:pt>
                <c:pt idx="122">
                  <c:v>0.40312500000000001</c:v>
                </c:pt>
                <c:pt idx="123">
                  <c:v>0.35062500000000002</c:v>
                </c:pt>
                <c:pt idx="124">
                  <c:v>0.421875</c:v>
                </c:pt>
                <c:pt idx="125">
                  <c:v>0.50812500000000005</c:v>
                </c:pt>
                <c:pt idx="126">
                  <c:v>0.4375</c:v>
                </c:pt>
                <c:pt idx="127">
                  <c:v>0.43125000000000002</c:v>
                </c:pt>
                <c:pt idx="128">
                  <c:v>0.35499999999999998</c:v>
                </c:pt>
                <c:pt idx="129">
                  <c:v>0.356875</c:v>
                </c:pt>
                <c:pt idx="130">
                  <c:v>0.325625</c:v>
                </c:pt>
                <c:pt idx="131">
                  <c:v>0.31</c:v>
                </c:pt>
                <c:pt idx="132">
                  <c:v>0.175625</c:v>
                </c:pt>
                <c:pt idx="133">
                  <c:v>-2.6249999999999999E-2</c:v>
                </c:pt>
                <c:pt idx="134">
                  <c:v>0.01</c:v>
                </c:pt>
                <c:pt idx="135">
                  <c:v>1.6250000000000001E-2</c:v>
                </c:pt>
                <c:pt idx="136">
                  <c:v>-4.6249999999999999E-2</c:v>
                </c:pt>
                <c:pt idx="137">
                  <c:v>-0.14374999999999999</c:v>
                </c:pt>
                <c:pt idx="138">
                  <c:v>-0.14374999999999999</c:v>
                </c:pt>
                <c:pt idx="139">
                  <c:v>-8.1250000000000003E-2</c:v>
                </c:pt>
                <c:pt idx="140">
                  <c:v>-0.12125</c:v>
                </c:pt>
                <c:pt idx="141">
                  <c:v>-7.8750000000000001E-2</c:v>
                </c:pt>
                <c:pt idx="142">
                  <c:v>-1.375E-2</c:v>
                </c:pt>
                <c:pt idx="143">
                  <c:v>8.7500000000000008E-3</c:v>
                </c:pt>
                <c:pt idx="144">
                  <c:v>6.5000000000000002E-2</c:v>
                </c:pt>
                <c:pt idx="145">
                  <c:v>0.09</c:v>
                </c:pt>
                <c:pt idx="146">
                  <c:v>9.5000000000000001E-2</c:v>
                </c:pt>
                <c:pt idx="147">
                  <c:v>3.125E-2</c:v>
                </c:pt>
                <c:pt idx="148">
                  <c:v>3.6249999999999998E-2</c:v>
                </c:pt>
                <c:pt idx="149">
                  <c:v>6.5000000000000002E-2</c:v>
                </c:pt>
                <c:pt idx="150">
                  <c:v>6.8750000000000006E-2</c:v>
                </c:pt>
                <c:pt idx="151">
                  <c:v>2.8750000000000001E-2</c:v>
                </c:pt>
                <c:pt idx="152">
                  <c:v>9.7500000000000003E-2</c:v>
                </c:pt>
                <c:pt idx="153">
                  <c:v>0.1275</c:v>
                </c:pt>
                <c:pt idx="154">
                  <c:v>0.13250000000000001</c:v>
                </c:pt>
                <c:pt idx="155">
                  <c:v>0.14249999999999999</c:v>
                </c:pt>
                <c:pt idx="156">
                  <c:v>0.16625000000000001</c:v>
                </c:pt>
                <c:pt idx="157">
                  <c:v>0.14124999999999999</c:v>
                </c:pt>
                <c:pt idx="158">
                  <c:v>0.1431</c:v>
                </c:pt>
                <c:pt idx="159">
                  <c:v>0.15125</c:v>
                </c:pt>
                <c:pt idx="160">
                  <c:v>0.1525</c:v>
                </c:pt>
                <c:pt idx="161">
                  <c:v>0.14000000000000001</c:v>
                </c:pt>
                <c:pt idx="162">
                  <c:v>0.19500000000000001</c:v>
                </c:pt>
                <c:pt idx="163">
                  <c:v>0.21</c:v>
                </c:pt>
                <c:pt idx="164">
                  <c:v>0.23250000000000001</c:v>
                </c:pt>
                <c:pt idx="165">
                  <c:v>0.20250000000000001</c:v>
                </c:pt>
                <c:pt idx="166">
                  <c:v>0.15625</c:v>
                </c:pt>
                <c:pt idx="167">
                  <c:v>0.09</c:v>
                </c:pt>
                <c:pt idx="168">
                  <c:v>5.5E-2</c:v>
                </c:pt>
                <c:pt idx="169">
                  <c:v>2.2499999999999999E-2</c:v>
                </c:pt>
                <c:pt idx="170">
                  <c:v>7.4999999999999997E-3</c:v>
                </c:pt>
                <c:pt idx="171">
                  <c:v>3.2500000000000001E-2</c:v>
                </c:pt>
                <c:pt idx="172">
                  <c:v>-1.375E-2</c:v>
                </c:pt>
                <c:pt idx="173">
                  <c:v>-6.7500000000000004E-2</c:v>
                </c:pt>
                <c:pt idx="174">
                  <c:v>-6.7500000000000004E-2</c:v>
                </c:pt>
                <c:pt idx="175">
                  <c:v>-0.17130100000000001</c:v>
                </c:pt>
                <c:pt idx="176">
                  <c:v>-0.10875</c:v>
                </c:pt>
                <c:pt idx="177">
                  <c:v>-0.05</c:v>
                </c:pt>
                <c:pt idx="178">
                  <c:v>-1.8749999999999999E-2</c:v>
                </c:pt>
                <c:pt idx="179">
                  <c:v>4.7500000000000001E-2</c:v>
                </c:pt>
                <c:pt idx="180">
                  <c:v>-6.25E-2</c:v>
                </c:pt>
                <c:pt idx="181">
                  <c:v>-0.13250000000000001</c:v>
                </c:pt>
                <c:pt idx="182">
                  <c:v>2.75E-2</c:v>
                </c:pt>
                <c:pt idx="183">
                  <c:v>-8.1250000000000003E-2</c:v>
                </c:pt>
                <c:pt idx="184">
                  <c:v>-4.3099999999999999E-2</c:v>
                </c:pt>
                <c:pt idx="185">
                  <c:v>-3.125E-2</c:v>
                </c:pt>
                <c:pt idx="186">
                  <c:v>-5.7500000000000002E-2</c:v>
                </c:pt>
                <c:pt idx="187">
                  <c:v>1.25E-3</c:v>
                </c:pt>
                <c:pt idx="188">
                  <c:v>-3.6249999999999998E-2</c:v>
                </c:pt>
                <c:pt idx="189">
                  <c:v>6.2500000000000003E-3</c:v>
                </c:pt>
                <c:pt idx="190">
                  <c:v>-1.4999999999999999E-2</c:v>
                </c:pt>
                <c:pt idx="191">
                  <c:v>-4.4000000000000003E-3</c:v>
                </c:pt>
                <c:pt idx="192">
                  <c:v>1.6250000000000001E-2</c:v>
                </c:pt>
                <c:pt idx="193">
                  <c:v>0.13</c:v>
                </c:pt>
                <c:pt idx="194">
                  <c:v>6.8750000000000006E-2</c:v>
                </c:pt>
                <c:pt idx="195">
                  <c:v>7.9350000000000004E-2</c:v>
                </c:pt>
                <c:pt idx="196">
                  <c:v>7.1099999999999997E-2</c:v>
                </c:pt>
                <c:pt idx="197">
                  <c:v>2.4320000000000001E-2</c:v>
                </c:pt>
                <c:pt idx="198">
                  <c:v>-1.111E-2</c:v>
                </c:pt>
                <c:pt idx="199">
                  <c:v>-6.9999999999999999E-4</c:v>
                </c:pt>
                <c:pt idx="200">
                  <c:v>5.0200000000000002E-2</c:v>
                </c:pt>
                <c:pt idx="201">
                  <c:v>8.6249999999999993E-2</c:v>
                </c:pt>
                <c:pt idx="202">
                  <c:v>0.06</c:v>
                </c:pt>
                <c:pt idx="203">
                  <c:v>7.5313000000000005E-2</c:v>
                </c:pt>
                <c:pt idx="204">
                  <c:v>0.16300000000000001</c:v>
                </c:pt>
                <c:pt idx="205">
                  <c:v>0.23599999999999999</c:v>
                </c:pt>
                <c:pt idx="206">
                  <c:v>0.34</c:v>
                </c:pt>
                <c:pt idx="207">
                  <c:v>0.35749999999999998</c:v>
                </c:pt>
                <c:pt idx="208">
                  <c:v>0.31</c:v>
                </c:pt>
                <c:pt idx="209">
                  <c:v>0.43124000000000001</c:v>
                </c:pt>
                <c:pt idx="210">
                  <c:v>0.30499999999999999</c:v>
                </c:pt>
                <c:pt idx="211">
                  <c:v>0.36499999999999999</c:v>
                </c:pt>
                <c:pt idx="212">
                  <c:v>0.50124999999999997</c:v>
                </c:pt>
                <c:pt idx="213">
                  <c:v>0.52625</c:v>
                </c:pt>
                <c:pt idx="214">
                  <c:v>0.58126</c:v>
                </c:pt>
                <c:pt idx="215">
                  <c:v>0.87624999999999997</c:v>
                </c:pt>
                <c:pt idx="216">
                  <c:v>0.87749999999999995</c:v>
                </c:pt>
                <c:pt idx="217">
                  <c:v>0.83625000000000005</c:v>
                </c:pt>
                <c:pt idx="218">
                  <c:v>0.62</c:v>
                </c:pt>
                <c:pt idx="219">
                  <c:v>0.55000000000000004</c:v>
                </c:pt>
                <c:pt idx="220">
                  <c:v>0.59499999999999997</c:v>
                </c:pt>
                <c:pt idx="221">
                  <c:v>0.56000000000000005</c:v>
                </c:pt>
                <c:pt idx="222">
                  <c:v>0.72375</c:v>
                </c:pt>
                <c:pt idx="223">
                  <c:v>0.82250000000000001</c:v>
                </c:pt>
                <c:pt idx="224">
                  <c:v>0.94374999999999998</c:v>
                </c:pt>
                <c:pt idx="225">
                  <c:v>1.095</c:v>
                </c:pt>
                <c:pt idx="226">
                  <c:v>0.98624999999999996</c:v>
                </c:pt>
                <c:pt idx="227">
                  <c:v>0.85124999999999995</c:v>
                </c:pt>
                <c:pt idx="228">
                  <c:v>0.90125</c:v>
                </c:pt>
                <c:pt idx="229">
                  <c:v>0.88800000000000001</c:v>
                </c:pt>
                <c:pt idx="230">
                  <c:v>0.84375500000000003</c:v>
                </c:pt>
                <c:pt idx="231">
                  <c:v>0.97782000000000002</c:v>
                </c:pt>
                <c:pt idx="232">
                  <c:v>1.088125</c:v>
                </c:pt>
                <c:pt idx="233">
                  <c:v>1.0625</c:v>
                </c:pt>
                <c:pt idx="234">
                  <c:v>0.97375</c:v>
                </c:pt>
                <c:pt idx="235">
                  <c:v>0.90874999999999995</c:v>
                </c:pt>
                <c:pt idx="236">
                  <c:v>0.87875000000000003</c:v>
                </c:pt>
                <c:pt idx="237">
                  <c:v>0.9325</c:v>
                </c:pt>
                <c:pt idx="238">
                  <c:v>1.036</c:v>
                </c:pt>
                <c:pt idx="239">
                  <c:v>1.0762499999999999</c:v>
                </c:pt>
                <c:pt idx="240">
                  <c:v>1.1575</c:v>
                </c:pt>
                <c:pt idx="241">
                  <c:v>1.2437499999999999</c:v>
                </c:pt>
                <c:pt idx="242">
                  <c:v>1.35625</c:v>
                </c:pt>
                <c:pt idx="243">
                  <c:v>1.0987499999999999</c:v>
                </c:pt>
                <c:pt idx="244">
                  <c:v>1.2250000000000001</c:v>
                </c:pt>
                <c:pt idx="245">
                  <c:v>1.2112499999999999</c:v>
                </c:pt>
                <c:pt idx="246">
                  <c:v>1.3727499999999999</c:v>
                </c:pt>
                <c:pt idx="247">
                  <c:v>1.41275</c:v>
                </c:pt>
                <c:pt idx="248">
                  <c:v>1.4750000000000001</c:v>
                </c:pt>
                <c:pt idx="249">
                  <c:v>1.4950000000000001</c:v>
                </c:pt>
                <c:pt idx="250">
                  <c:v>1.63375</c:v>
                </c:pt>
                <c:pt idx="251">
                  <c:v>1.8525</c:v>
                </c:pt>
                <c:pt idx="252">
                  <c:v>2.0037500000000001</c:v>
                </c:pt>
                <c:pt idx="253">
                  <c:v>1.911</c:v>
                </c:pt>
                <c:pt idx="254">
                  <c:v>2.19</c:v>
                </c:pt>
                <c:pt idx="255">
                  <c:v>2.2237499999999999</c:v>
                </c:pt>
                <c:pt idx="256">
                  <c:v>2.452</c:v>
                </c:pt>
                <c:pt idx="257">
                  <c:v>2.4695</c:v>
                </c:pt>
                <c:pt idx="258">
                  <c:v>2.7069999999999999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3-E97C-4250-ABC9-005C97016463}"/>
            </c:ext>
          </c:extLst>
        </c:ser>
        <c:ser>
          <c:idx val="4"/>
          <c:order val="4"/>
          <c:tx>
            <c:strRef>
              <c:f>TERMP!$AM$8</c:f>
              <c:strCache>
                <c:ptCount val="1"/>
                <c:pt idx="0">
                  <c:v>CA </c:v>
                </c:pt>
              </c:strCache>
            </c:strRef>
          </c:tx>
          <c:spPr>
            <a:ln w="22225" cap="rnd">
              <a:solidFill>
                <a:srgbClr val="E7E6E6">
                  <a:lumMod val="90000"/>
                </a:srgbClr>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TERMP!$AM$10:$AM$1010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2.0707499999999999</c:v>
                </c:pt>
                <c:pt idx="83">
                  <c:v>1.9834499999999999</c:v>
                </c:pt>
                <c:pt idx="84">
                  <c:v>2.0880000000000001</c:v>
                </c:pt>
                <c:pt idx="85">
                  <c:v>2.1307</c:v>
                </c:pt>
                <c:pt idx="86">
                  <c:v>2.2799</c:v>
                </c:pt>
                <c:pt idx="87">
                  <c:v>2.3031000000000001</c:v>
                </c:pt>
                <c:pt idx="88">
                  <c:v>1.8289500000000001</c:v>
                </c:pt>
                <c:pt idx="89">
                  <c:v>1.8971499999999999</c:v>
                </c:pt>
                <c:pt idx="90">
                  <c:v>1.9194500000000001</c:v>
                </c:pt>
                <c:pt idx="91">
                  <c:v>1.9023000000000001</c:v>
                </c:pt>
                <c:pt idx="92">
                  <c:v>1.8954</c:v>
                </c:pt>
                <c:pt idx="93">
                  <c:v>2.01905</c:v>
                </c:pt>
                <c:pt idx="94">
                  <c:v>1.90425</c:v>
                </c:pt>
                <c:pt idx="95">
                  <c:v>1.974</c:v>
                </c:pt>
                <c:pt idx="96">
                  <c:v>2.0621</c:v>
                </c:pt>
                <c:pt idx="97">
                  <c:v>2.1608999999999998</c:v>
                </c:pt>
                <c:pt idx="98">
                  <c:v>2.0626500000000001</c:v>
                </c:pt>
                <c:pt idx="99">
                  <c:v>1.9478500000000001</c:v>
                </c:pt>
                <c:pt idx="100">
                  <c:v>2.1737000000000002</c:v>
                </c:pt>
                <c:pt idx="101">
                  <c:v>2.66</c:v>
                </c:pt>
                <c:pt idx="102">
                  <c:v>2.665</c:v>
                </c:pt>
                <c:pt idx="103">
                  <c:v>2.7949999999999999</c:v>
                </c:pt>
                <c:pt idx="104">
                  <c:v>2.7650000000000001</c:v>
                </c:pt>
                <c:pt idx="105">
                  <c:v>2.6150000000000002</c:v>
                </c:pt>
                <c:pt idx="106">
                  <c:v>2.6749999999999998</c:v>
                </c:pt>
                <c:pt idx="107">
                  <c:v>2.91</c:v>
                </c:pt>
                <c:pt idx="108">
                  <c:v>2.54</c:v>
                </c:pt>
                <c:pt idx="109">
                  <c:v>2.52</c:v>
                </c:pt>
                <c:pt idx="110">
                  <c:v>2.56</c:v>
                </c:pt>
                <c:pt idx="111">
                  <c:v>2.52</c:v>
                </c:pt>
                <c:pt idx="112">
                  <c:v>2.4</c:v>
                </c:pt>
                <c:pt idx="113">
                  <c:v>2.4449999999999998</c:v>
                </c:pt>
                <c:pt idx="114">
                  <c:v>2.3050000000000002</c:v>
                </c:pt>
                <c:pt idx="115">
                  <c:v>2.2050000000000001</c:v>
                </c:pt>
                <c:pt idx="116">
                  <c:v>2.37</c:v>
                </c:pt>
                <c:pt idx="117">
                  <c:v>2.27</c:v>
                </c:pt>
                <c:pt idx="118">
                  <c:v>2.105</c:v>
                </c:pt>
                <c:pt idx="119">
                  <c:v>2.12</c:v>
                </c:pt>
                <c:pt idx="120">
                  <c:v>1.385</c:v>
                </c:pt>
                <c:pt idx="121">
                  <c:v>1.4750000000000001</c:v>
                </c:pt>
                <c:pt idx="122">
                  <c:v>1.54</c:v>
                </c:pt>
                <c:pt idx="123">
                  <c:v>1.615</c:v>
                </c:pt>
                <c:pt idx="124">
                  <c:v>1.7849999999999999</c:v>
                </c:pt>
                <c:pt idx="125">
                  <c:v>2.06</c:v>
                </c:pt>
                <c:pt idx="126">
                  <c:v>1.67</c:v>
                </c:pt>
                <c:pt idx="127">
                  <c:v>1.645</c:v>
                </c:pt>
                <c:pt idx="128">
                  <c:v>1.675</c:v>
                </c:pt>
                <c:pt idx="129">
                  <c:v>1.63</c:v>
                </c:pt>
                <c:pt idx="130">
                  <c:v>1.59</c:v>
                </c:pt>
                <c:pt idx="131">
                  <c:v>1.53</c:v>
                </c:pt>
                <c:pt idx="132">
                  <c:v>1.29</c:v>
                </c:pt>
                <c:pt idx="133">
                  <c:v>1.02</c:v>
                </c:pt>
                <c:pt idx="134">
                  <c:v>1.175</c:v>
                </c:pt>
                <c:pt idx="135">
                  <c:v>1.28</c:v>
                </c:pt>
                <c:pt idx="136">
                  <c:v>1.19</c:v>
                </c:pt>
                <c:pt idx="137">
                  <c:v>1.01</c:v>
                </c:pt>
                <c:pt idx="138">
                  <c:v>0.87</c:v>
                </c:pt>
                <c:pt idx="139">
                  <c:v>0.9</c:v>
                </c:pt>
                <c:pt idx="140">
                  <c:v>0.84499999999999997</c:v>
                </c:pt>
                <c:pt idx="141">
                  <c:v>1.07</c:v>
                </c:pt>
                <c:pt idx="142">
                  <c:v>1.41</c:v>
                </c:pt>
                <c:pt idx="143">
                  <c:v>1.5449999999999999</c:v>
                </c:pt>
                <c:pt idx="144">
                  <c:v>1.58</c:v>
                </c:pt>
                <c:pt idx="145">
                  <c:v>1.4384999999999999</c:v>
                </c:pt>
                <c:pt idx="146">
                  <c:v>1.52</c:v>
                </c:pt>
                <c:pt idx="147">
                  <c:v>1.413</c:v>
                </c:pt>
                <c:pt idx="148">
                  <c:v>1.389</c:v>
                </c:pt>
                <c:pt idx="149">
                  <c:v>1.7310000000000001</c:v>
                </c:pt>
                <c:pt idx="150">
                  <c:v>1.9330000000000001</c:v>
                </c:pt>
                <c:pt idx="151">
                  <c:v>1.796</c:v>
                </c:pt>
                <c:pt idx="152">
                  <c:v>2.0099999999999998</c:v>
                </c:pt>
                <c:pt idx="153">
                  <c:v>1.968</c:v>
                </c:pt>
                <c:pt idx="154">
                  <c:v>1.8460000000000001</c:v>
                </c:pt>
                <c:pt idx="155">
                  <c:v>2.0470000000000002</c:v>
                </c:pt>
                <c:pt idx="156">
                  <c:v>2.2490000000000001</c:v>
                </c:pt>
                <c:pt idx="157">
                  <c:v>2.2490000000000001</c:v>
                </c:pt>
                <c:pt idx="158">
                  <c:v>2.1160000000000001</c:v>
                </c:pt>
                <c:pt idx="159">
                  <c:v>2.2930000000000001</c:v>
                </c:pt>
                <c:pt idx="160">
                  <c:v>2.3090000000000002</c:v>
                </c:pt>
                <c:pt idx="161">
                  <c:v>2.1829999999999998</c:v>
                </c:pt>
                <c:pt idx="162">
                  <c:v>2.3029999999999999</c:v>
                </c:pt>
                <c:pt idx="163">
                  <c:v>2.2429999999999999</c:v>
                </c:pt>
                <c:pt idx="164">
                  <c:v>2.4329999999999998</c:v>
                </c:pt>
                <c:pt idx="165">
                  <c:v>2.4359999999999999</c:v>
                </c:pt>
                <c:pt idx="166">
                  <c:v>2.351</c:v>
                </c:pt>
                <c:pt idx="167">
                  <c:v>2.0830000000000002</c:v>
                </c:pt>
                <c:pt idx="168">
                  <c:v>2.1240000000000001</c:v>
                </c:pt>
                <c:pt idx="169">
                  <c:v>2.0190000000000001</c:v>
                </c:pt>
                <c:pt idx="170">
                  <c:v>1.7330000000000001</c:v>
                </c:pt>
                <c:pt idx="171">
                  <c:v>1.798</c:v>
                </c:pt>
                <c:pt idx="172">
                  <c:v>1.599</c:v>
                </c:pt>
                <c:pt idx="173">
                  <c:v>1.524</c:v>
                </c:pt>
                <c:pt idx="174">
                  <c:v>1.554</c:v>
                </c:pt>
                <c:pt idx="175">
                  <c:v>1.2390000000000001</c:v>
                </c:pt>
                <c:pt idx="176">
                  <c:v>1.401</c:v>
                </c:pt>
                <c:pt idx="177">
                  <c:v>1.631</c:v>
                </c:pt>
                <c:pt idx="178">
                  <c:v>1.5880000000000001</c:v>
                </c:pt>
                <c:pt idx="179">
                  <c:v>1.758</c:v>
                </c:pt>
                <c:pt idx="180">
                  <c:v>1.3859999999999999</c:v>
                </c:pt>
                <c:pt idx="181">
                  <c:v>1.2230000000000001</c:v>
                </c:pt>
                <c:pt idx="182">
                  <c:v>0.73299999999999998</c:v>
                </c:pt>
                <c:pt idx="183">
                  <c:v>0.75800000000000001</c:v>
                </c:pt>
                <c:pt idx="184">
                  <c:v>0.72199999999999998</c:v>
                </c:pt>
                <c:pt idx="185">
                  <c:v>0.73099999999999998</c:v>
                </c:pt>
                <c:pt idx="186">
                  <c:v>0.67200000000000004</c:v>
                </c:pt>
                <c:pt idx="187">
                  <c:v>0.84199999999999997</c:v>
                </c:pt>
                <c:pt idx="188">
                  <c:v>0.77</c:v>
                </c:pt>
                <c:pt idx="189">
                  <c:v>0.87910999999999995</c:v>
                </c:pt>
                <c:pt idx="190">
                  <c:v>0.91700000000000004</c:v>
                </c:pt>
                <c:pt idx="191">
                  <c:v>0.96067999999999998</c:v>
                </c:pt>
                <c:pt idx="192">
                  <c:v>1.113</c:v>
                </c:pt>
                <c:pt idx="193">
                  <c:v>1.548</c:v>
                </c:pt>
                <c:pt idx="194">
                  <c:v>1.746</c:v>
                </c:pt>
                <c:pt idx="195">
                  <c:v>1.7230000000000001</c:v>
                </c:pt>
                <c:pt idx="196">
                  <c:v>1.6610400000000001</c:v>
                </c:pt>
                <c:pt idx="197">
                  <c:v>1.6181399999999999</c:v>
                </c:pt>
                <c:pt idx="198">
                  <c:v>1.38049</c:v>
                </c:pt>
                <c:pt idx="199">
                  <c:v>1.40639</c:v>
                </c:pt>
                <c:pt idx="200">
                  <c:v>1.58101</c:v>
                </c:pt>
                <c:pt idx="201">
                  <c:v>1.901</c:v>
                </c:pt>
                <c:pt idx="202">
                  <c:v>1.7307600000000001</c:v>
                </c:pt>
                <c:pt idx="203">
                  <c:v>1.6519999999999999</c:v>
                </c:pt>
                <c:pt idx="204">
                  <c:v>1.9548000000000001</c:v>
                </c:pt>
                <c:pt idx="205">
                  <c:v>2.1049099999999998</c:v>
                </c:pt>
                <c:pt idx="206">
                  <c:v>2.7170000000000001</c:v>
                </c:pt>
                <c:pt idx="207">
                  <c:v>3.0174400000000001</c:v>
                </c:pt>
                <c:pt idx="208">
                  <c:v>2.9194200000000001</c:v>
                </c:pt>
                <c:pt idx="209">
                  <c:v>3.4410699999999999</c:v>
                </c:pt>
                <c:pt idx="210">
                  <c:v>2.7930000000000001</c:v>
                </c:pt>
                <c:pt idx="211">
                  <c:v>3.1585800000000002</c:v>
                </c:pt>
                <c:pt idx="212">
                  <c:v>3.3380000000000001</c:v>
                </c:pt>
                <c:pt idx="213">
                  <c:v>3.38</c:v>
                </c:pt>
                <c:pt idx="214">
                  <c:v>3.0743399999999999</c:v>
                </c:pt>
                <c:pt idx="215">
                  <c:v>3.4005200000000002</c:v>
                </c:pt>
                <c:pt idx="216">
                  <c:v>2.9690500000000002</c:v>
                </c:pt>
                <c:pt idx="217">
                  <c:v>3.4681500000000001</c:v>
                </c:pt>
                <c:pt idx="218">
                  <c:v>2.984</c:v>
                </c:pt>
                <c:pt idx="219">
                  <c:v>2.9693000000000001</c:v>
                </c:pt>
                <c:pt idx="220">
                  <c:v>3.4940000000000002</c:v>
                </c:pt>
                <c:pt idx="221">
                  <c:v>3.4471500000000002</c:v>
                </c:pt>
                <c:pt idx="222">
                  <c:v>3.6902499999999998</c:v>
                </c:pt>
                <c:pt idx="223">
                  <c:v>3.891</c:v>
                </c:pt>
                <c:pt idx="224">
                  <c:v>4.1609999999999996</c:v>
                </c:pt>
                <c:pt idx="225">
                  <c:v>4.1032000000000002</c:v>
                </c:pt>
                <c:pt idx="226">
                  <c:v>3.7290000000000001</c:v>
                </c:pt>
                <c:pt idx="227">
                  <c:v>3.077</c:v>
                </c:pt>
                <c:pt idx="228">
                  <c:v>3.5329999999999999</c:v>
                </c:pt>
                <c:pt idx="229">
                  <c:v>3.4820000000000002</c:v>
                </c:pt>
                <c:pt idx="230">
                  <c:v>3.4809999999999999</c:v>
                </c:pt>
                <c:pt idx="231">
                  <c:v>3.8201999999999998</c:v>
                </c:pt>
                <c:pt idx="232">
                  <c:v>3.5950000000000002</c:v>
                </c:pt>
                <c:pt idx="233">
                  <c:v>3.4325999999999999</c:v>
                </c:pt>
                <c:pt idx="234">
                  <c:v>3.2349999999999999</c:v>
                </c:pt>
                <c:pt idx="235">
                  <c:v>3.0459999999999998</c:v>
                </c:pt>
                <c:pt idx="236">
                  <c:v>2.8388</c:v>
                </c:pt>
                <c:pt idx="237">
                  <c:v>3.1160000000000001</c:v>
                </c:pt>
                <c:pt idx="238">
                  <c:v>2.9049999999999998</c:v>
                </c:pt>
                <c:pt idx="239">
                  <c:v>3.0409999999999999</c:v>
                </c:pt>
                <c:pt idx="240">
                  <c:v>2.7951999999999999</c:v>
                </c:pt>
                <c:pt idx="241">
                  <c:v>2.6728000000000001</c:v>
                </c:pt>
                <c:pt idx="242">
                  <c:v>2.7559999999999998</c:v>
                </c:pt>
                <c:pt idx="243">
                  <c:v>2.9049999999999998</c:v>
                </c:pt>
                <c:pt idx="244">
                  <c:v>2.9319999999999999</c:v>
                </c:pt>
                <c:pt idx="245">
                  <c:v>2.9996999999999998</c:v>
                </c:pt>
                <c:pt idx="246">
                  <c:v>3.2231999999999998</c:v>
                </c:pt>
                <c:pt idx="247">
                  <c:v>3.0640000000000001</c:v>
                </c:pt>
                <c:pt idx="248">
                  <c:v>2.9064999999999999</c:v>
                </c:pt>
                <c:pt idx="249">
                  <c:v>2.8515000000000001</c:v>
                </c:pt>
                <c:pt idx="250">
                  <c:v>2.9176000000000002</c:v>
                </c:pt>
                <c:pt idx="251">
                  <c:v>3.1229</c:v>
                </c:pt>
                <c:pt idx="252">
                  <c:v>3.1803499999999998</c:v>
                </c:pt>
                <c:pt idx="253">
                  <c:v>2.8849999999999998</c:v>
                </c:pt>
                <c:pt idx="254">
                  <c:v>3.323</c:v>
                </c:pt>
                <c:pt idx="255">
                  <c:v>3.2126999999999999</c:v>
                </c:pt>
                <c:pt idx="256">
                  <c:v>3.1836000000000002</c:v>
                </c:pt>
                <c:pt idx="257">
                  <c:v>3.13</c:v>
                </c:pt>
                <c:pt idx="258">
                  <c:v>3.4239999999999999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4-E97C-4250-ABC9-005C97016463}"/>
            </c:ext>
          </c:extLst>
        </c:ser>
        <c:ser>
          <c:idx val="5"/>
          <c:order val="5"/>
          <c:tx>
            <c:strRef>
              <c:f>TERMP!$AL$8</c:f>
              <c:strCache>
                <c:ptCount val="1"/>
                <c:pt idx="0">
                  <c:v>AU </c:v>
                </c:pt>
              </c:strCache>
            </c:strRef>
          </c:tx>
          <c:spPr>
            <a:ln w="22225" cap="rnd">
              <a:solidFill>
                <a:srgbClr val="39873D"/>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TERMP!$AL$10:$AL$1010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4.7549999999999999</c:v>
                </c:pt>
                <c:pt idx="80">
                  <c:v>4.51</c:v>
                </c:pt>
                <c:pt idx="81">
                  <c:v>4.84</c:v>
                </c:pt>
                <c:pt idx="82">
                  <c:v>4.2649999999999997</c:v>
                </c:pt>
                <c:pt idx="83">
                  <c:v>4.1950000000000003</c:v>
                </c:pt>
                <c:pt idx="84">
                  <c:v>4.3550000000000004</c:v>
                </c:pt>
                <c:pt idx="85">
                  <c:v>4.57</c:v>
                </c:pt>
                <c:pt idx="86">
                  <c:v>4.4550000000000001</c:v>
                </c:pt>
                <c:pt idx="87">
                  <c:v>4.165</c:v>
                </c:pt>
                <c:pt idx="88">
                  <c:v>3.798</c:v>
                </c:pt>
                <c:pt idx="89">
                  <c:v>3.645</c:v>
                </c:pt>
                <c:pt idx="90">
                  <c:v>3.4950000000000001</c:v>
                </c:pt>
                <c:pt idx="91">
                  <c:v>3.5249999999999999</c:v>
                </c:pt>
                <c:pt idx="92">
                  <c:v>3.4</c:v>
                </c:pt>
                <c:pt idx="93">
                  <c:v>3.47</c:v>
                </c:pt>
                <c:pt idx="94">
                  <c:v>3.53</c:v>
                </c:pt>
                <c:pt idx="95">
                  <c:v>3.57</c:v>
                </c:pt>
                <c:pt idx="96">
                  <c:v>3.7080000000000002</c:v>
                </c:pt>
                <c:pt idx="97">
                  <c:v>3.8530000000000002</c:v>
                </c:pt>
                <c:pt idx="98">
                  <c:v>3.8149999999999999</c:v>
                </c:pt>
                <c:pt idx="99">
                  <c:v>3.573</c:v>
                </c:pt>
                <c:pt idx="100">
                  <c:v>3.7050000000000001</c:v>
                </c:pt>
                <c:pt idx="101">
                  <c:v>4.1130000000000004</c:v>
                </c:pt>
                <c:pt idx="102">
                  <c:v>4.04</c:v>
                </c:pt>
                <c:pt idx="103">
                  <c:v>4.17</c:v>
                </c:pt>
                <c:pt idx="104">
                  <c:v>4.0599999999999996</c:v>
                </c:pt>
                <c:pt idx="105">
                  <c:v>4.1749999999999998</c:v>
                </c:pt>
                <c:pt idx="106">
                  <c:v>4.3550000000000004</c:v>
                </c:pt>
                <c:pt idx="107">
                  <c:v>4.4180000000000001</c:v>
                </c:pt>
                <c:pt idx="108">
                  <c:v>4.133</c:v>
                </c:pt>
                <c:pt idx="109">
                  <c:v>4.1079999999999997</c:v>
                </c:pt>
                <c:pt idx="110">
                  <c:v>4.0449999999999999</c:v>
                </c:pt>
                <c:pt idx="111">
                  <c:v>4.0250000000000004</c:v>
                </c:pt>
                <c:pt idx="112">
                  <c:v>3.7280000000000002</c:v>
                </c:pt>
                <c:pt idx="113">
                  <c:v>3.6179999999999999</c:v>
                </c:pt>
                <c:pt idx="114">
                  <c:v>3.52</c:v>
                </c:pt>
                <c:pt idx="115">
                  <c:v>3.343</c:v>
                </c:pt>
                <c:pt idx="116">
                  <c:v>3.508</c:v>
                </c:pt>
                <c:pt idx="117">
                  <c:v>3.383</c:v>
                </c:pt>
                <c:pt idx="118">
                  <c:v>3.198</c:v>
                </c:pt>
                <c:pt idx="119">
                  <c:v>2.9980000000000002</c:v>
                </c:pt>
                <c:pt idx="120">
                  <c:v>2.4424999999999999</c:v>
                </c:pt>
                <c:pt idx="121">
                  <c:v>2.4929999999999999</c:v>
                </c:pt>
                <c:pt idx="122">
                  <c:v>2.5299999999999998</c:v>
                </c:pt>
                <c:pt idx="123">
                  <c:v>2.613</c:v>
                </c:pt>
                <c:pt idx="124">
                  <c:v>2.78</c:v>
                </c:pt>
                <c:pt idx="125">
                  <c:v>3.133</c:v>
                </c:pt>
                <c:pt idx="126">
                  <c:v>2.8450000000000002</c:v>
                </c:pt>
                <c:pt idx="127">
                  <c:v>2.8130000000000002</c:v>
                </c:pt>
                <c:pt idx="128">
                  <c:v>2.7155</c:v>
                </c:pt>
                <c:pt idx="129">
                  <c:v>2.6</c:v>
                </c:pt>
                <c:pt idx="130">
                  <c:v>2.698</c:v>
                </c:pt>
                <c:pt idx="131">
                  <c:v>2.72</c:v>
                </c:pt>
                <c:pt idx="132">
                  <c:v>2.46</c:v>
                </c:pt>
                <c:pt idx="133">
                  <c:v>2.2000000000000002</c:v>
                </c:pt>
                <c:pt idx="134">
                  <c:v>2.3679999999999999</c:v>
                </c:pt>
                <c:pt idx="135">
                  <c:v>2.3079999999999998</c:v>
                </c:pt>
                <c:pt idx="136">
                  <c:v>2.0649999999999999</c:v>
                </c:pt>
                <c:pt idx="137">
                  <c:v>1.8480000000000001</c:v>
                </c:pt>
                <c:pt idx="138">
                  <c:v>1.718</c:v>
                </c:pt>
                <c:pt idx="139">
                  <c:v>1.655</c:v>
                </c:pt>
                <c:pt idx="140">
                  <c:v>1.673</c:v>
                </c:pt>
                <c:pt idx="141">
                  <c:v>2.093</c:v>
                </c:pt>
                <c:pt idx="142">
                  <c:v>2.4700000000000002</c:v>
                </c:pt>
                <c:pt idx="143">
                  <c:v>2.6080000000000001</c:v>
                </c:pt>
                <c:pt idx="144">
                  <c:v>2.61</c:v>
                </c:pt>
                <c:pt idx="145">
                  <c:v>2.59</c:v>
                </c:pt>
                <c:pt idx="146">
                  <c:v>2.5499999999999998</c:v>
                </c:pt>
                <c:pt idx="147">
                  <c:v>2.456</c:v>
                </c:pt>
                <c:pt idx="148">
                  <c:v>2.2599999999999998</c:v>
                </c:pt>
                <c:pt idx="149">
                  <c:v>2.5350000000000001</c:v>
                </c:pt>
                <c:pt idx="150">
                  <c:v>2.5375000000000001</c:v>
                </c:pt>
                <c:pt idx="151">
                  <c:v>2.4394999999999998</c:v>
                </c:pt>
                <c:pt idx="152">
                  <c:v>2.6364999999999998</c:v>
                </c:pt>
                <c:pt idx="153">
                  <c:v>2.593</c:v>
                </c:pt>
                <c:pt idx="154">
                  <c:v>2.3570000000000002</c:v>
                </c:pt>
                <c:pt idx="155">
                  <c:v>2.4449999999999998</c:v>
                </c:pt>
                <c:pt idx="156">
                  <c:v>2.6284999999999998</c:v>
                </c:pt>
                <c:pt idx="157">
                  <c:v>2.5935000000000001</c:v>
                </c:pt>
                <c:pt idx="158">
                  <c:v>2.3864999999999998</c:v>
                </c:pt>
                <c:pt idx="159">
                  <c:v>2.5190000000000001</c:v>
                </c:pt>
                <c:pt idx="160">
                  <c:v>2.5154999999999998</c:v>
                </c:pt>
                <c:pt idx="161">
                  <c:v>2.3294999999999999</c:v>
                </c:pt>
                <c:pt idx="162">
                  <c:v>2.3050000000000002</c:v>
                </c:pt>
                <c:pt idx="163">
                  <c:v>2.194</c:v>
                </c:pt>
                <c:pt idx="164">
                  <c:v>2.3530000000000002</c:v>
                </c:pt>
                <c:pt idx="165">
                  <c:v>2.258</c:v>
                </c:pt>
                <c:pt idx="166">
                  <c:v>2.3260000000000001</c:v>
                </c:pt>
                <c:pt idx="167">
                  <c:v>2.0550000000000002</c:v>
                </c:pt>
                <c:pt idx="168">
                  <c:v>1.9279999999999999</c:v>
                </c:pt>
                <c:pt idx="169">
                  <c:v>1.8149999999999999</c:v>
                </c:pt>
                <c:pt idx="170">
                  <c:v>1.5780000000000001</c:v>
                </c:pt>
                <c:pt idx="171">
                  <c:v>1.5880000000000001</c:v>
                </c:pt>
                <c:pt idx="172">
                  <c:v>1.3280000000000001</c:v>
                </c:pt>
                <c:pt idx="173">
                  <c:v>1.2350000000000001</c:v>
                </c:pt>
                <c:pt idx="174">
                  <c:v>1.0900000000000001</c:v>
                </c:pt>
                <c:pt idx="175">
                  <c:v>0.755</c:v>
                </c:pt>
                <c:pt idx="176">
                  <c:v>0.77</c:v>
                </c:pt>
                <c:pt idx="177">
                  <c:v>0.92756000000000005</c:v>
                </c:pt>
                <c:pt idx="178">
                  <c:v>0.92</c:v>
                </c:pt>
                <c:pt idx="179">
                  <c:v>1.1712499999999999</c:v>
                </c:pt>
                <c:pt idx="180">
                  <c:v>0.82874999999999999</c:v>
                </c:pt>
                <c:pt idx="181">
                  <c:v>0.66249999999999998</c:v>
                </c:pt>
                <c:pt idx="182">
                  <c:v>0.77249999999999996</c:v>
                </c:pt>
                <c:pt idx="183">
                  <c:v>0.73499999999999999</c:v>
                </c:pt>
                <c:pt idx="184">
                  <c:v>0.69374999999999998</c:v>
                </c:pt>
                <c:pt idx="185">
                  <c:v>0.63249999999999995</c:v>
                </c:pt>
                <c:pt idx="186">
                  <c:v>0.59001999999999999</c:v>
                </c:pt>
                <c:pt idx="187">
                  <c:v>0.78771000000000002</c:v>
                </c:pt>
                <c:pt idx="188">
                  <c:v>0.65500000000000003</c:v>
                </c:pt>
                <c:pt idx="189">
                  <c:v>0.68411999999999995</c:v>
                </c:pt>
                <c:pt idx="190">
                  <c:v>0.75</c:v>
                </c:pt>
                <c:pt idx="191">
                  <c:v>0.87250000000000005</c:v>
                </c:pt>
                <c:pt idx="192">
                  <c:v>0.96</c:v>
                </c:pt>
                <c:pt idx="193">
                  <c:v>1.5718700000000001</c:v>
                </c:pt>
                <c:pt idx="194">
                  <c:v>1.49735</c:v>
                </c:pt>
                <c:pt idx="195">
                  <c:v>1.5589999999999999</c:v>
                </c:pt>
                <c:pt idx="196">
                  <c:v>1.5</c:v>
                </c:pt>
                <c:pt idx="197">
                  <c:v>1.4350000000000001</c:v>
                </c:pt>
                <c:pt idx="198">
                  <c:v>1.0920000000000001</c:v>
                </c:pt>
                <c:pt idx="199">
                  <c:v>1.1140000000000001</c:v>
                </c:pt>
                <c:pt idx="200">
                  <c:v>1.3109999999999999</c:v>
                </c:pt>
                <c:pt idx="201">
                  <c:v>1.8560000000000001</c:v>
                </c:pt>
                <c:pt idx="202">
                  <c:v>1.673</c:v>
                </c:pt>
                <c:pt idx="203">
                  <c:v>1.7450000000000001</c:v>
                </c:pt>
                <c:pt idx="204">
                  <c:v>1.91</c:v>
                </c:pt>
                <c:pt idx="205">
                  <c:v>2.1859999999999999</c:v>
                </c:pt>
                <c:pt idx="206">
                  <c:v>2.7809499999999998</c:v>
                </c:pt>
                <c:pt idx="207">
                  <c:v>3.1806100000000002</c:v>
                </c:pt>
                <c:pt idx="208">
                  <c:v>3.2330000000000001</c:v>
                </c:pt>
                <c:pt idx="209">
                  <c:v>3.8079999999999998</c:v>
                </c:pt>
                <c:pt idx="210">
                  <c:v>3.1790400000000001</c:v>
                </c:pt>
                <c:pt idx="211">
                  <c:v>3.7161599999999999</c:v>
                </c:pt>
                <c:pt idx="212">
                  <c:v>4.09877</c:v>
                </c:pt>
                <c:pt idx="213">
                  <c:v>4.0780000000000003</c:v>
                </c:pt>
                <c:pt idx="214">
                  <c:v>3.85</c:v>
                </c:pt>
                <c:pt idx="215">
                  <c:v>4.18</c:v>
                </c:pt>
                <c:pt idx="216">
                  <c:v>3.8066</c:v>
                </c:pt>
                <c:pt idx="217">
                  <c:v>4.0880000000000001</c:v>
                </c:pt>
                <c:pt idx="218">
                  <c:v>3.6071</c:v>
                </c:pt>
                <c:pt idx="219">
                  <c:v>3.5579999999999998</c:v>
                </c:pt>
                <c:pt idx="220">
                  <c:v>3.9380000000000002</c:v>
                </c:pt>
                <c:pt idx="221">
                  <c:v>4.1536</c:v>
                </c:pt>
                <c:pt idx="222">
                  <c:v>4.1576000000000004</c:v>
                </c:pt>
                <c:pt idx="223">
                  <c:v>4.2439</c:v>
                </c:pt>
                <c:pt idx="224">
                  <c:v>4.508</c:v>
                </c:pt>
                <c:pt idx="225">
                  <c:v>4.8839899999999998</c:v>
                </c:pt>
                <c:pt idx="226">
                  <c:v>4.6100000000000003</c:v>
                </c:pt>
                <c:pt idx="227">
                  <c:v>3.92</c:v>
                </c:pt>
                <c:pt idx="228">
                  <c:v>4.2279</c:v>
                </c:pt>
                <c:pt idx="229">
                  <c:v>4.1741999999999999</c:v>
                </c:pt>
                <c:pt idx="230">
                  <c:v>3.99214</c:v>
                </c:pt>
                <c:pt idx="231">
                  <c:v>4.5232900000000003</c:v>
                </c:pt>
                <c:pt idx="232">
                  <c:v>4.3940000000000001</c:v>
                </c:pt>
                <c:pt idx="233">
                  <c:v>4.3444200000000004</c:v>
                </c:pt>
                <c:pt idx="234">
                  <c:v>4.1790000000000003</c:v>
                </c:pt>
                <c:pt idx="235">
                  <c:v>3.9239999999999999</c:v>
                </c:pt>
                <c:pt idx="236">
                  <c:v>3.8140000000000001</c:v>
                </c:pt>
                <c:pt idx="237">
                  <c:v>4.2276999999999996</c:v>
                </c:pt>
                <c:pt idx="238">
                  <c:v>4.133</c:v>
                </c:pt>
                <c:pt idx="239">
                  <c:v>4.1624999999999996</c:v>
                </c:pt>
                <c:pt idx="240">
                  <c:v>4.17</c:v>
                </c:pt>
                <c:pt idx="241">
                  <c:v>4.0650000000000004</c:v>
                </c:pt>
                <c:pt idx="242">
                  <c:v>4.0759999999999996</c:v>
                </c:pt>
                <c:pt idx="243">
                  <c:v>3.8757999999999999</c:v>
                </c:pt>
                <c:pt idx="244">
                  <c:v>3.8980000000000001</c:v>
                </c:pt>
                <c:pt idx="245">
                  <c:v>3.819</c:v>
                </c:pt>
                <c:pt idx="246">
                  <c:v>3.9941</c:v>
                </c:pt>
                <c:pt idx="247">
                  <c:v>3.9198</c:v>
                </c:pt>
                <c:pt idx="248">
                  <c:v>4.0599999999999996</c:v>
                </c:pt>
                <c:pt idx="249">
                  <c:v>4.0852000000000004</c:v>
                </c:pt>
                <c:pt idx="250">
                  <c:v>4.3159999999999998</c:v>
                </c:pt>
                <c:pt idx="251">
                  <c:v>4.5072000000000001</c:v>
                </c:pt>
                <c:pt idx="252">
                  <c:v>4.6085000000000003</c:v>
                </c:pt>
                <c:pt idx="253">
                  <c:v>4.4340000000000002</c:v>
                </c:pt>
                <c:pt idx="254">
                  <c:v>4.9454000000000002</c:v>
                </c:pt>
                <c:pt idx="255">
                  <c:v>4.7991999999999999</c:v>
                </c:pt>
                <c:pt idx="256">
                  <c:v>4.6879999999999997</c:v>
                </c:pt>
                <c:pt idx="257">
                  <c:v>4.5990000000000002</c:v>
                </c:pt>
                <c:pt idx="258">
                  <c:v>4.8140000000000001</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5-E97C-4250-ABC9-005C97016463}"/>
            </c:ext>
          </c:extLst>
        </c:ser>
        <c:dLbls>
          <c:showLegendKey val="0"/>
          <c:showVal val="0"/>
          <c:showCatName val="0"/>
          <c:showSerName val="0"/>
          <c:showPercent val="0"/>
          <c:showBubbleSize val="0"/>
        </c:dLbls>
        <c:smooth val="0"/>
        <c:axId val="493560032"/>
        <c:axId val="797046831"/>
      </c:lineChart>
      <c:dateAx>
        <c:axId val="493560032"/>
        <c:scaling>
          <c:orientation val="minMax"/>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1"/>
        <c:majorTimeUnit val="years"/>
      </c:dateAx>
      <c:valAx>
        <c:axId val="797046831"/>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spPr>
        <a:noFill/>
        <a:ln>
          <a:noFill/>
        </a:ln>
        <a:effectLst/>
      </c:spPr>
    </c:plotArea>
    <c:legend>
      <c:legendPos val="r"/>
      <c:layout>
        <c:manualLayout>
          <c:xMode val="edge"/>
          <c:yMode val="edge"/>
          <c:x val="0.39821258961761541"/>
          <c:y val="5.8526736111111109E-2"/>
          <c:w val="0.56082065972222217"/>
          <c:h val="0.17750833333333335"/>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chart>
  <c:spPr>
    <a:noFill/>
    <a:ln w="9525" cap="flat" cmpd="sng" algn="ctr">
      <a:noFill/>
      <a:round/>
    </a:ln>
    <a:effectLst/>
  </c:spPr>
  <c:txPr>
    <a:bodyPr/>
    <a:lstStyle/>
    <a:p>
      <a:pPr>
        <a:defRPr sz="1000" b="1">
          <a:solidFill>
            <a:srgbClr val="000000"/>
          </a:solidFill>
          <a:latin typeface="Arial Narrow" panose="020B0606020202030204" pitchFamily="34" charset="0"/>
        </a:defRPr>
      </a:pPr>
      <a:endParaRPr lang="es-PE"/>
    </a:p>
  </c:txPr>
  <c:externalData r:id="rId4">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l">
              <a:defRPr lang="en-US" sz="1200" b="1" i="0" u="sng" strike="noStrike" kern="1200" spc="0" baseline="0">
                <a:solidFill>
                  <a:srgbClr val="000000"/>
                </a:solidFill>
                <a:latin typeface="Arial Narrow" panose="020B0606020202030204" pitchFamily="34" charset="0"/>
                <a:ea typeface="+mn-ea"/>
                <a:cs typeface="+mn-cs"/>
              </a:defRPr>
            </a:pPr>
            <a:r>
              <a:rPr lang="en-US" sz="1200" b="1" i="0" u="sng" strike="noStrike" kern="1200" spc="0" baseline="0" dirty="0">
                <a:solidFill>
                  <a:srgbClr val="000000"/>
                </a:solidFill>
                <a:latin typeface="Arial Narrow" panose="020B0606020202030204" pitchFamily="34" charset="0"/>
                <a:ea typeface="+mn-ea"/>
                <a:cs typeface="+mn-cs"/>
              </a:rPr>
              <a:t>Idiosyncratic risks changing rate dynamics in some EM countries</a:t>
            </a:r>
          </a:p>
        </c:rich>
      </c:tx>
      <c:layout>
        <c:manualLayout>
          <c:xMode val="edge"/>
          <c:yMode val="edge"/>
          <c:x val="1.4611330884612269E-2"/>
          <c:y val="1.3471914805549254E-2"/>
        </c:manualLayout>
      </c:layout>
      <c:overlay val="0"/>
      <c:spPr>
        <a:noFill/>
        <a:ln>
          <a:noFill/>
        </a:ln>
        <a:effectLst/>
      </c:spPr>
      <c:txPr>
        <a:bodyPr rot="0" spcFirstLastPara="1" vertOverflow="ellipsis" vert="horz" wrap="square" anchor="ctr" anchorCtr="1"/>
        <a:lstStyle/>
        <a:p>
          <a:pPr algn="l">
            <a:defRPr lang="en-US" sz="1200" b="1" i="0" u="sng" strike="noStrike" kern="1200" spc="0" baseline="0">
              <a:solidFill>
                <a:srgbClr val="000000"/>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6.8087118545343592E-2"/>
          <c:y val="0.14106256020132285"/>
          <c:w val="0.88819709732862184"/>
          <c:h val="0.75617646052271792"/>
        </c:manualLayout>
      </c:layout>
      <c:lineChart>
        <c:grouping val="standard"/>
        <c:varyColors val="0"/>
        <c:ser>
          <c:idx val="0"/>
          <c:order val="0"/>
          <c:tx>
            <c:strRef>
              <c:f>POLICY!$N$8</c:f>
              <c:strCache>
                <c:ptCount val="1"/>
                <c:pt idx="0">
                  <c:v>China CB</c:v>
                </c:pt>
              </c:strCache>
            </c:strRef>
          </c:tx>
          <c:spPr>
            <a:ln w="22225" cap="rnd">
              <a:solidFill>
                <a:srgbClr val="002060"/>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POLICY!$N$10:$N$1010</c:f>
              <c:numCache>
                <c:formatCode>0.00</c:formatCode>
                <c:ptCount val="1001"/>
                <c:pt idx="0">
                  <c:v>5.58</c:v>
                </c:pt>
                <c:pt idx="1">
                  <c:v>5.58</c:v>
                </c:pt>
                <c:pt idx="2">
                  <c:v>5.58</c:v>
                </c:pt>
                <c:pt idx="3">
                  <c:v>5.58</c:v>
                </c:pt>
                <c:pt idx="4">
                  <c:v>5.58</c:v>
                </c:pt>
                <c:pt idx="5">
                  <c:v>5.58</c:v>
                </c:pt>
                <c:pt idx="6">
                  <c:v>5.58</c:v>
                </c:pt>
                <c:pt idx="7">
                  <c:v>5.58</c:v>
                </c:pt>
                <c:pt idx="8">
                  <c:v>5.58</c:v>
                </c:pt>
                <c:pt idx="9">
                  <c:v>5.58</c:v>
                </c:pt>
                <c:pt idx="10">
                  <c:v>5.58</c:v>
                </c:pt>
                <c:pt idx="11">
                  <c:v>5.58</c:v>
                </c:pt>
                <c:pt idx="12">
                  <c:v>5.58</c:v>
                </c:pt>
                <c:pt idx="13">
                  <c:v>5.58</c:v>
                </c:pt>
                <c:pt idx="14">
                  <c:v>5.58</c:v>
                </c:pt>
                <c:pt idx="15">
                  <c:v>5.58</c:v>
                </c:pt>
                <c:pt idx="16">
                  <c:v>5.85</c:v>
                </c:pt>
                <c:pt idx="17">
                  <c:v>5.85</c:v>
                </c:pt>
                <c:pt idx="18">
                  <c:v>5.85</c:v>
                </c:pt>
                <c:pt idx="19">
                  <c:v>6.12</c:v>
                </c:pt>
                <c:pt idx="20">
                  <c:v>6.12</c:v>
                </c:pt>
                <c:pt idx="21">
                  <c:v>6.12</c:v>
                </c:pt>
                <c:pt idx="22">
                  <c:v>6.12</c:v>
                </c:pt>
                <c:pt idx="23">
                  <c:v>6.12</c:v>
                </c:pt>
                <c:pt idx="24">
                  <c:v>6.12</c:v>
                </c:pt>
                <c:pt idx="25">
                  <c:v>6.12</c:v>
                </c:pt>
                <c:pt idx="26">
                  <c:v>6.39</c:v>
                </c:pt>
                <c:pt idx="27">
                  <c:v>6.39</c:v>
                </c:pt>
                <c:pt idx="28">
                  <c:v>6.57</c:v>
                </c:pt>
                <c:pt idx="29">
                  <c:v>6.57</c:v>
                </c:pt>
                <c:pt idx="30">
                  <c:v>6.84</c:v>
                </c:pt>
                <c:pt idx="31">
                  <c:v>7.02</c:v>
                </c:pt>
                <c:pt idx="32">
                  <c:v>7.29</c:v>
                </c:pt>
                <c:pt idx="33">
                  <c:v>7.29</c:v>
                </c:pt>
                <c:pt idx="34">
                  <c:v>7.29</c:v>
                </c:pt>
                <c:pt idx="35">
                  <c:v>7.47</c:v>
                </c:pt>
                <c:pt idx="36">
                  <c:v>7.47</c:v>
                </c:pt>
                <c:pt idx="37">
                  <c:v>7.47</c:v>
                </c:pt>
                <c:pt idx="38">
                  <c:v>7.47</c:v>
                </c:pt>
                <c:pt idx="39">
                  <c:v>7.47</c:v>
                </c:pt>
                <c:pt idx="40">
                  <c:v>7.47</c:v>
                </c:pt>
                <c:pt idx="41">
                  <c:v>7.47</c:v>
                </c:pt>
                <c:pt idx="42">
                  <c:v>7.47</c:v>
                </c:pt>
                <c:pt idx="43">
                  <c:v>7.47</c:v>
                </c:pt>
                <c:pt idx="44">
                  <c:v>7.2</c:v>
                </c:pt>
                <c:pt idx="45">
                  <c:v>6.66</c:v>
                </c:pt>
                <c:pt idx="46">
                  <c:v>5.58</c:v>
                </c:pt>
                <c:pt idx="47">
                  <c:v>5.31</c:v>
                </c:pt>
                <c:pt idx="48">
                  <c:v>5.31</c:v>
                </c:pt>
                <c:pt idx="49">
                  <c:v>5.31</c:v>
                </c:pt>
                <c:pt idx="50">
                  <c:v>5.31</c:v>
                </c:pt>
                <c:pt idx="51">
                  <c:v>5.31</c:v>
                </c:pt>
                <c:pt idx="52">
                  <c:v>5.31</c:v>
                </c:pt>
                <c:pt idx="53">
                  <c:v>5.31</c:v>
                </c:pt>
                <c:pt idx="54">
                  <c:v>5.31</c:v>
                </c:pt>
                <c:pt idx="55">
                  <c:v>5.31</c:v>
                </c:pt>
                <c:pt idx="56">
                  <c:v>5.31</c:v>
                </c:pt>
                <c:pt idx="57">
                  <c:v>5.31</c:v>
                </c:pt>
                <c:pt idx="58">
                  <c:v>5.31</c:v>
                </c:pt>
                <c:pt idx="59">
                  <c:v>5.31</c:v>
                </c:pt>
                <c:pt idx="60">
                  <c:v>5.31</c:v>
                </c:pt>
                <c:pt idx="61">
                  <c:v>5.31</c:v>
                </c:pt>
                <c:pt idx="62">
                  <c:v>5.31</c:v>
                </c:pt>
                <c:pt idx="63">
                  <c:v>5.31</c:v>
                </c:pt>
                <c:pt idx="64">
                  <c:v>5.31</c:v>
                </c:pt>
                <c:pt idx="65">
                  <c:v>5.31</c:v>
                </c:pt>
                <c:pt idx="66">
                  <c:v>5.31</c:v>
                </c:pt>
                <c:pt idx="67">
                  <c:v>5.31</c:v>
                </c:pt>
                <c:pt idx="68">
                  <c:v>5.31</c:v>
                </c:pt>
                <c:pt idx="69">
                  <c:v>5.56</c:v>
                </c:pt>
                <c:pt idx="70">
                  <c:v>5.56</c:v>
                </c:pt>
                <c:pt idx="71">
                  <c:v>5.81</c:v>
                </c:pt>
                <c:pt idx="72">
                  <c:v>5.81</c:v>
                </c:pt>
                <c:pt idx="73">
                  <c:v>6.06</c:v>
                </c:pt>
                <c:pt idx="74">
                  <c:v>6.06</c:v>
                </c:pt>
                <c:pt idx="75">
                  <c:v>6.31</c:v>
                </c:pt>
                <c:pt idx="76">
                  <c:v>6.31</c:v>
                </c:pt>
                <c:pt idx="77">
                  <c:v>6.31</c:v>
                </c:pt>
                <c:pt idx="78">
                  <c:v>6.56</c:v>
                </c:pt>
                <c:pt idx="79">
                  <c:v>6.56</c:v>
                </c:pt>
                <c:pt idx="80">
                  <c:v>6.56</c:v>
                </c:pt>
                <c:pt idx="81">
                  <c:v>6.56</c:v>
                </c:pt>
                <c:pt idx="82">
                  <c:v>6.56</c:v>
                </c:pt>
                <c:pt idx="83">
                  <c:v>6.56</c:v>
                </c:pt>
                <c:pt idx="84">
                  <c:v>6.56</c:v>
                </c:pt>
                <c:pt idx="85">
                  <c:v>6.56</c:v>
                </c:pt>
                <c:pt idx="86">
                  <c:v>6.56</c:v>
                </c:pt>
                <c:pt idx="87">
                  <c:v>6.56</c:v>
                </c:pt>
                <c:pt idx="88">
                  <c:v>6.56</c:v>
                </c:pt>
                <c:pt idx="89">
                  <c:v>6.31</c:v>
                </c:pt>
                <c:pt idx="90">
                  <c:v>6</c:v>
                </c:pt>
                <c:pt idx="91">
                  <c:v>6</c:v>
                </c:pt>
                <c:pt idx="92">
                  <c:v>6</c:v>
                </c:pt>
                <c:pt idx="93">
                  <c:v>6</c:v>
                </c:pt>
                <c:pt idx="94">
                  <c:v>6</c:v>
                </c:pt>
                <c:pt idx="95">
                  <c:v>6</c:v>
                </c:pt>
                <c:pt idx="96">
                  <c:v>6</c:v>
                </c:pt>
                <c:pt idx="97">
                  <c:v>6</c:v>
                </c:pt>
                <c:pt idx="98">
                  <c:v>6</c:v>
                </c:pt>
                <c:pt idx="99">
                  <c:v>6</c:v>
                </c:pt>
                <c:pt idx="100">
                  <c:v>6</c:v>
                </c:pt>
                <c:pt idx="101">
                  <c:v>6</c:v>
                </c:pt>
                <c:pt idx="102">
                  <c:v>6</c:v>
                </c:pt>
                <c:pt idx="103">
                  <c:v>6</c:v>
                </c:pt>
                <c:pt idx="104">
                  <c:v>6</c:v>
                </c:pt>
                <c:pt idx="105">
                  <c:v>6</c:v>
                </c:pt>
                <c:pt idx="106">
                  <c:v>6</c:v>
                </c:pt>
                <c:pt idx="107">
                  <c:v>6</c:v>
                </c:pt>
                <c:pt idx="108">
                  <c:v>6</c:v>
                </c:pt>
                <c:pt idx="109">
                  <c:v>6</c:v>
                </c:pt>
                <c:pt idx="110">
                  <c:v>6</c:v>
                </c:pt>
                <c:pt idx="111">
                  <c:v>6</c:v>
                </c:pt>
                <c:pt idx="112">
                  <c:v>6</c:v>
                </c:pt>
                <c:pt idx="113">
                  <c:v>6</c:v>
                </c:pt>
                <c:pt idx="114">
                  <c:v>6</c:v>
                </c:pt>
                <c:pt idx="115">
                  <c:v>6</c:v>
                </c:pt>
                <c:pt idx="116">
                  <c:v>6</c:v>
                </c:pt>
                <c:pt idx="117">
                  <c:v>6</c:v>
                </c:pt>
                <c:pt idx="118">
                  <c:v>5.6</c:v>
                </c:pt>
                <c:pt idx="119">
                  <c:v>5.6</c:v>
                </c:pt>
                <c:pt idx="120">
                  <c:v>5.6</c:v>
                </c:pt>
                <c:pt idx="121">
                  <c:v>5.6</c:v>
                </c:pt>
                <c:pt idx="122">
                  <c:v>5.35</c:v>
                </c:pt>
                <c:pt idx="123">
                  <c:v>5.35</c:v>
                </c:pt>
                <c:pt idx="124">
                  <c:v>5.0999999999999996</c:v>
                </c:pt>
                <c:pt idx="125">
                  <c:v>4.8499999999999996</c:v>
                </c:pt>
                <c:pt idx="126">
                  <c:v>4.8499999999999996</c:v>
                </c:pt>
                <c:pt idx="127">
                  <c:v>4.5999999999999996</c:v>
                </c:pt>
                <c:pt idx="128">
                  <c:v>4.5999999999999996</c:v>
                </c:pt>
                <c:pt idx="129">
                  <c:v>4.3499999999999996</c:v>
                </c:pt>
                <c:pt idx="130">
                  <c:v>4.3499999999999996</c:v>
                </c:pt>
                <c:pt idx="131">
                  <c:v>4.3499999999999996</c:v>
                </c:pt>
                <c:pt idx="132">
                  <c:v>4.3499999999999996</c:v>
                </c:pt>
                <c:pt idx="133">
                  <c:v>4.3499999999999996</c:v>
                </c:pt>
                <c:pt idx="134">
                  <c:v>4.3499999999999996</c:v>
                </c:pt>
                <c:pt idx="135">
                  <c:v>4.3499999999999996</c:v>
                </c:pt>
                <c:pt idx="136">
                  <c:v>4.3499999999999996</c:v>
                </c:pt>
                <c:pt idx="137">
                  <c:v>4.3499999999999996</c:v>
                </c:pt>
                <c:pt idx="138">
                  <c:v>4.3499999999999996</c:v>
                </c:pt>
                <c:pt idx="139">
                  <c:v>4.3499999999999996</c:v>
                </c:pt>
                <c:pt idx="140">
                  <c:v>4.3499999999999996</c:v>
                </c:pt>
                <c:pt idx="141">
                  <c:v>4.3499999999999996</c:v>
                </c:pt>
                <c:pt idx="142">
                  <c:v>4.3499999999999996</c:v>
                </c:pt>
                <c:pt idx="143">
                  <c:v>4.3499999999999996</c:v>
                </c:pt>
                <c:pt idx="144">
                  <c:v>4.3499999999999996</c:v>
                </c:pt>
                <c:pt idx="145">
                  <c:v>4.3499999999999996</c:v>
                </c:pt>
                <c:pt idx="146">
                  <c:v>4.3499999999999996</c:v>
                </c:pt>
                <c:pt idx="147">
                  <c:v>4.3499999999999996</c:v>
                </c:pt>
                <c:pt idx="148">
                  <c:v>4.3499999999999996</c:v>
                </c:pt>
                <c:pt idx="149">
                  <c:v>4.3499999999999996</c:v>
                </c:pt>
                <c:pt idx="150">
                  <c:v>4.3499999999999996</c:v>
                </c:pt>
                <c:pt idx="151">
                  <c:v>4.3499999999999996</c:v>
                </c:pt>
                <c:pt idx="152">
                  <c:v>4.3499999999999996</c:v>
                </c:pt>
                <c:pt idx="153">
                  <c:v>4.3499999999999996</c:v>
                </c:pt>
                <c:pt idx="154">
                  <c:v>4.3499999999999996</c:v>
                </c:pt>
                <c:pt idx="155">
                  <c:v>4.3499999999999996</c:v>
                </c:pt>
                <c:pt idx="156">
                  <c:v>4.3499999999999996</c:v>
                </c:pt>
                <c:pt idx="157">
                  <c:v>4.3499999999999996</c:v>
                </c:pt>
                <c:pt idx="158">
                  <c:v>4.3499999999999996</c:v>
                </c:pt>
                <c:pt idx="159">
                  <c:v>4.3499999999999996</c:v>
                </c:pt>
                <c:pt idx="160">
                  <c:v>4.3499999999999996</c:v>
                </c:pt>
                <c:pt idx="161">
                  <c:v>4.3499999999999996</c:v>
                </c:pt>
                <c:pt idx="162">
                  <c:v>4.3499999999999996</c:v>
                </c:pt>
                <c:pt idx="163">
                  <c:v>4.3499999999999996</c:v>
                </c:pt>
                <c:pt idx="164">
                  <c:v>4.3499999999999996</c:v>
                </c:pt>
                <c:pt idx="165">
                  <c:v>4.3499999999999996</c:v>
                </c:pt>
                <c:pt idx="166">
                  <c:v>4.3499999999999996</c:v>
                </c:pt>
                <c:pt idx="167">
                  <c:v>4.3499999999999996</c:v>
                </c:pt>
                <c:pt idx="168">
                  <c:v>4.3499999999999996</c:v>
                </c:pt>
                <c:pt idx="169">
                  <c:v>4.3499999999999996</c:v>
                </c:pt>
                <c:pt idx="170">
                  <c:v>4.3499999999999996</c:v>
                </c:pt>
                <c:pt idx="171">
                  <c:v>4.3499999999999996</c:v>
                </c:pt>
                <c:pt idx="172">
                  <c:v>4.3499999999999996</c:v>
                </c:pt>
                <c:pt idx="173">
                  <c:v>4.3499999999999996</c:v>
                </c:pt>
                <c:pt idx="174">
                  <c:v>4.3499999999999996</c:v>
                </c:pt>
                <c:pt idx="175">
                  <c:v>4.3499999999999996</c:v>
                </c:pt>
                <c:pt idx="176">
                  <c:v>4.3499999999999996</c:v>
                </c:pt>
                <c:pt idx="177">
                  <c:v>4.3499999999999996</c:v>
                </c:pt>
                <c:pt idx="178">
                  <c:v>4.3499999999999996</c:v>
                </c:pt>
                <c:pt idx="179">
                  <c:v>4.3499999999999996</c:v>
                </c:pt>
                <c:pt idx="180">
                  <c:v>4.3499999999999996</c:v>
                </c:pt>
                <c:pt idx="181">
                  <c:v>4.3499999999999996</c:v>
                </c:pt>
                <c:pt idx="182">
                  <c:v>4.3499999999999996</c:v>
                </c:pt>
                <c:pt idx="183">
                  <c:v>4.3499999999999996</c:v>
                </c:pt>
                <c:pt idx="184">
                  <c:v>4.3499999999999996</c:v>
                </c:pt>
                <c:pt idx="185">
                  <c:v>4.3499999999999996</c:v>
                </c:pt>
                <c:pt idx="186">
                  <c:v>4.3499999999999996</c:v>
                </c:pt>
                <c:pt idx="187">
                  <c:v>4.3499999999999996</c:v>
                </c:pt>
                <c:pt idx="188">
                  <c:v>4.3499999999999996</c:v>
                </c:pt>
                <c:pt idx="189">
                  <c:v>4.3499999999999996</c:v>
                </c:pt>
                <c:pt idx="190">
                  <c:v>4.3499999999999996</c:v>
                </c:pt>
                <c:pt idx="191">
                  <c:v>4.3499999999999996</c:v>
                </c:pt>
                <c:pt idx="192">
                  <c:v>4.3499999999999996</c:v>
                </c:pt>
                <c:pt idx="193">
                  <c:v>4.3499999999999996</c:v>
                </c:pt>
                <c:pt idx="194">
                  <c:v>4.3499999999999996</c:v>
                </c:pt>
                <c:pt idx="195">
                  <c:v>4.3499999999999996</c:v>
                </c:pt>
                <c:pt idx="196">
                  <c:v>4.3499999999999996</c:v>
                </c:pt>
                <c:pt idx="197">
                  <c:v>4.3499999999999996</c:v>
                </c:pt>
                <c:pt idx="198">
                  <c:v>4.3499999999999996</c:v>
                </c:pt>
                <c:pt idx="199">
                  <c:v>4.3499999999999996</c:v>
                </c:pt>
                <c:pt idx="200">
                  <c:v>4.3499999999999996</c:v>
                </c:pt>
                <c:pt idx="201">
                  <c:v>4.3499999999999996</c:v>
                </c:pt>
                <c:pt idx="202">
                  <c:v>4.3499999999999996</c:v>
                </c:pt>
                <c:pt idx="203">
                  <c:v>4.3499999999999996</c:v>
                </c:pt>
                <c:pt idx="204">
                  <c:v>4.3499999999999996</c:v>
                </c:pt>
                <c:pt idx="205">
                  <c:v>4.3499999999999996</c:v>
                </c:pt>
                <c:pt idx="206">
                  <c:v>4.3499999999999996</c:v>
                </c:pt>
                <c:pt idx="207">
                  <c:v>4.3499999999999996</c:v>
                </c:pt>
                <c:pt idx="208">
                  <c:v>4.3499999999999996</c:v>
                </c:pt>
                <c:pt idx="209">
                  <c:v>4.3499999999999996</c:v>
                </c:pt>
                <c:pt idx="210">
                  <c:v>4.3499999999999996</c:v>
                </c:pt>
                <c:pt idx="211">
                  <c:v>4.3499999999999996</c:v>
                </c:pt>
                <c:pt idx="212">
                  <c:v>4.3499999999999996</c:v>
                </c:pt>
                <c:pt idx="213">
                  <c:v>4.3499999999999996</c:v>
                </c:pt>
                <c:pt idx="214">
                  <c:v>4.3499999999999996</c:v>
                </c:pt>
                <c:pt idx="215">
                  <c:v>4.3499999999999996</c:v>
                </c:pt>
                <c:pt idx="216">
                  <c:v>4.3499999999999996</c:v>
                </c:pt>
                <c:pt idx="217">
                  <c:v>4.3499999999999996</c:v>
                </c:pt>
                <c:pt idx="218">
                  <c:v>4.3499999999999996</c:v>
                </c:pt>
                <c:pt idx="219">
                  <c:v>4.3499999999999996</c:v>
                </c:pt>
                <c:pt idx="220">
                  <c:v>4.3499999999999996</c:v>
                </c:pt>
                <c:pt idx="221">
                  <c:v>4.3499999999999996</c:v>
                </c:pt>
                <c:pt idx="222">
                  <c:v>4.3499999999999996</c:v>
                </c:pt>
                <c:pt idx="223">
                  <c:v>4.3499999999999996</c:v>
                </c:pt>
                <c:pt idx="224">
                  <c:v>4.3499999999999996</c:v>
                </c:pt>
                <c:pt idx="225">
                  <c:v>4.3499999999999996</c:v>
                </c:pt>
                <c:pt idx="226">
                  <c:v>4.3499999999999996</c:v>
                </c:pt>
                <c:pt idx="227">
                  <c:v>4.3499999999999996</c:v>
                </c:pt>
                <c:pt idx="228">
                  <c:v>4.3499999999999996</c:v>
                </c:pt>
                <c:pt idx="229">
                  <c:v>4.3499999999999996</c:v>
                </c:pt>
                <c:pt idx="230">
                  <c:v>4.3499999999999996</c:v>
                </c:pt>
                <c:pt idx="231">
                  <c:v>4.3499999999999996</c:v>
                </c:pt>
                <c:pt idx="232">
                  <c:v>4.3499999999999996</c:v>
                </c:pt>
                <c:pt idx="233">
                  <c:v>4.3499999999999996</c:v>
                </c:pt>
                <c:pt idx="234">
                  <c:v>4.3499999999999996</c:v>
                </c:pt>
                <c:pt idx="235">
                  <c:v>4.3499999999999996</c:v>
                </c:pt>
                <c:pt idx="236">
                  <c:v>4.3499999999999996</c:v>
                </c:pt>
                <c:pt idx="237">
                  <c:v>4.3499999999999996</c:v>
                </c:pt>
                <c:pt idx="238">
                  <c:v>4.3499999999999996</c:v>
                </c:pt>
                <c:pt idx="239">
                  <c:v>4.3499999999999996</c:v>
                </c:pt>
                <c:pt idx="240">
                  <c:v>4.3499999999999996</c:v>
                </c:pt>
                <c:pt idx="241">
                  <c:v>4.3499999999999996</c:v>
                </c:pt>
                <c:pt idx="242">
                  <c:v>4.3499999999999996</c:v>
                </c:pt>
                <c:pt idx="243">
                  <c:v>4.3499999999999996</c:v>
                </c:pt>
                <c:pt idx="244">
                  <c:v>4.3499999999999996</c:v>
                </c:pt>
                <c:pt idx="245">
                  <c:v>4.3499999999999996</c:v>
                </c:pt>
                <c:pt idx="246">
                  <c:v>4.3499999999999996</c:v>
                </c:pt>
                <c:pt idx="247">
                  <c:v>4.3499999999999996</c:v>
                </c:pt>
                <c:pt idx="248">
                  <c:v>4.3499999999999996</c:v>
                </c:pt>
                <c:pt idx="249">
                  <c:v>4.3499999999999996</c:v>
                </c:pt>
                <c:pt idx="250">
                  <c:v>4.3499999999999996</c:v>
                </c:pt>
                <c:pt idx="251">
                  <c:v>4.3499999999999996</c:v>
                </c:pt>
                <c:pt idx="252">
                  <c:v>4.3499999999999996</c:v>
                </c:pt>
                <c:pt idx="253">
                  <c:v>4.3499999999999996</c:v>
                </c:pt>
                <c:pt idx="254">
                  <c:v>4.3499999999999996</c:v>
                </c:pt>
                <c:pt idx="255">
                  <c:v>4.3499999999999996</c:v>
                </c:pt>
                <c:pt idx="256">
                  <c:v>4.3499999999999996</c:v>
                </c:pt>
                <c:pt idx="257">
                  <c:v>4.3499999999999996</c:v>
                </c:pt>
                <c:pt idx="258">
                  <c:v>4.3499999999999996</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0-AACD-4AEA-96D3-1777FB5AFD1C}"/>
            </c:ext>
          </c:extLst>
        </c:ser>
        <c:ser>
          <c:idx val="1"/>
          <c:order val="1"/>
          <c:tx>
            <c:strRef>
              <c:f>POLICY!$V$8</c:f>
              <c:strCache>
                <c:ptCount val="1"/>
                <c:pt idx="0">
                  <c:v>Mexico CB</c:v>
                </c:pt>
              </c:strCache>
            </c:strRef>
          </c:tx>
          <c:spPr>
            <a:ln w="22225" cap="rnd">
              <a:solidFill>
                <a:srgbClr val="8FAADC"/>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POLICY!$V$10:$V$1010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7.5</c:v>
                </c:pt>
                <c:pt idx="37">
                  <c:v>7.5</c:v>
                </c:pt>
                <c:pt idx="38">
                  <c:v>7.5</c:v>
                </c:pt>
                <c:pt idx="39">
                  <c:v>7.5</c:v>
                </c:pt>
                <c:pt idx="40">
                  <c:v>7.5</c:v>
                </c:pt>
                <c:pt idx="41">
                  <c:v>7.75</c:v>
                </c:pt>
                <c:pt idx="42">
                  <c:v>8</c:v>
                </c:pt>
                <c:pt idx="43">
                  <c:v>8.25</c:v>
                </c:pt>
                <c:pt idx="44">
                  <c:v>8.25</c:v>
                </c:pt>
                <c:pt idx="45">
                  <c:v>8.25</c:v>
                </c:pt>
                <c:pt idx="46">
                  <c:v>8.25</c:v>
                </c:pt>
                <c:pt idx="47">
                  <c:v>8.25</c:v>
                </c:pt>
                <c:pt idx="48">
                  <c:v>7.75</c:v>
                </c:pt>
                <c:pt idx="49">
                  <c:v>7.5</c:v>
                </c:pt>
                <c:pt idx="50">
                  <c:v>6.75</c:v>
                </c:pt>
                <c:pt idx="51">
                  <c:v>6</c:v>
                </c:pt>
                <c:pt idx="52">
                  <c:v>5.25</c:v>
                </c:pt>
                <c:pt idx="53">
                  <c:v>4.75</c:v>
                </c:pt>
                <c:pt idx="54">
                  <c:v>4.5</c:v>
                </c:pt>
                <c:pt idx="55">
                  <c:v>4.5</c:v>
                </c:pt>
                <c:pt idx="56">
                  <c:v>4.5</c:v>
                </c:pt>
                <c:pt idx="57">
                  <c:v>4.5</c:v>
                </c:pt>
                <c:pt idx="58">
                  <c:v>4.5</c:v>
                </c:pt>
                <c:pt idx="59">
                  <c:v>4.5</c:v>
                </c:pt>
                <c:pt idx="60">
                  <c:v>4.5</c:v>
                </c:pt>
                <c:pt idx="61">
                  <c:v>4.5</c:v>
                </c:pt>
                <c:pt idx="62">
                  <c:v>4.5</c:v>
                </c:pt>
                <c:pt idx="63">
                  <c:v>4.5</c:v>
                </c:pt>
                <c:pt idx="64">
                  <c:v>4.5</c:v>
                </c:pt>
                <c:pt idx="65">
                  <c:v>4.5</c:v>
                </c:pt>
                <c:pt idx="66">
                  <c:v>4.5</c:v>
                </c:pt>
                <c:pt idx="67">
                  <c:v>4.5</c:v>
                </c:pt>
                <c:pt idx="68">
                  <c:v>4.5</c:v>
                </c:pt>
                <c:pt idx="69">
                  <c:v>4.5</c:v>
                </c:pt>
                <c:pt idx="70">
                  <c:v>4.5</c:v>
                </c:pt>
                <c:pt idx="71">
                  <c:v>4.5</c:v>
                </c:pt>
                <c:pt idx="72">
                  <c:v>4.5</c:v>
                </c:pt>
                <c:pt idx="73">
                  <c:v>4.5</c:v>
                </c:pt>
                <c:pt idx="74">
                  <c:v>4.5</c:v>
                </c:pt>
                <c:pt idx="75">
                  <c:v>4.5</c:v>
                </c:pt>
                <c:pt idx="76">
                  <c:v>4.5</c:v>
                </c:pt>
                <c:pt idx="77">
                  <c:v>4.5</c:v>
                </c:pt>
                <c:pt idx="78">
                  <c:v>4.5</c:v>
                </c:pt>
                <c:pt idx="79">
                  <c:v>4.5</c:v>
                </c:pt>
                <c:pt idx="80">
                  <c:v>4.5</c:v>
                </c:pt>
                <c:pt idx="81">
                  <c:v>4.5</c:v>
                </c:pt>
                <c:pt idx="82">
                  <c:v>4.5</c:v>
                </c:pt>
                <c:pt idx="83">
                  <c:v>4.5</c:v>
                </c:pt>
                <c:pt idx="84">
                  <c:v>4.5</c:v>
                </c:pt>
                <c:pt idx="85">
                  <c:v>4.5</c:v>
                </c:pt>
                <c:pt idx="86">
                  <c:v>4.5</c:v>
                </c:pt>
                <c:pt idx="87">
                  <c:v>4.5</c:v>
                </c:pt>
                <c:pt idx="88">
                  <c:v>4.5</c:v>
                </c:pt>
                <c:pt idx="89">
                  <c:v>4.5</c:v>
                </c:pt>
                <c:pt idx="90">
                  <c:v>4.5</c:v>
                </c:pt>
                <c:pt idx="91">
                  <c:v>4.5</c:v>
                </c:pt>
                <c:pt idx="92">
                  <c:v>4.5</c:v>
                </c:pt>
                <c:pt idx="93">
                  <c:v>4.5</c:v>
                </c:pt>
                <c:pt idx="94">
                  <c:v>4.5</c:v>
                </c:pt>
                <c:pt idx="95">
                  <c:v>4.5</c:v>
                </c:pt>
                <c:pt idx="96">
                  <c:v>4.5</c:v>
                </c:pt>
                <c:pt idx="97">
                  <c:v>4.5</c:v>
                </c:pt>
                <c:pt idx="98">
                  <c:v>4</c:v>
                </c:pt>
                <c:pt idx="99">
                  <c:v>4</c:v>
                </c:pt>
                <c:pt idx="100">
                  <c:v>4</c:v>
                </c:pt>
                <c:pt idx="101">
                  <c:v>4</c:v>
                </c:pt>
                <c:pt idx="102">
                  <c:v>4</c:v>
                </c:pt>
                <c:pt idx="103">
                  <c:v>4</c:v>
                </c:pt>
                <c:pt idx="104">
                  <c:v>3.75</c:v>
                </c:pt>
                <c:pt idx="105">
                  <c:v>3.5</c:v>
                </c:pt>
                <c:pt idx="106">
                  <c:v>3.5</c:v>
                </c:pt>
                <c:pt idx="107">
                  <c:v>3.5</c:v>
                </c:pt>
                <c:pt idx="108">
                  <c:v>3.5</c:v>
                </c:pt>
                <c:pt idx="109">
                  <c:v>3.5</c:v>
                </c:pt>
                <c:pt idx="110">
                  <c:v>3.5</c:v>
                </c:pt>
                <c:pt idx="111">
                  <c:v>3.5</c:v>
                </c:pt>
                <c:pt idx="112">
                  <c:v>3.5</c:v>
                </c:pt>
                <c:pt idx="113">
                  <c:v>3</c:v>
                </c:pt>
                <c:pt idx="114">
                  <c:v>3</c:v>
                </c:pt>
                <c:pt idx="115">
                  <c:v>3</c:v>
                </c:pt>
                <c:pt idx="116">
                  <c:v>3</c:v>
                </c:pt>
                <c:pt idx="117">
                  <c:v>3</c:v>
                </c:pt>
                <c:pt idx="118">
                  <c:v>3</c:v>
                </c:pt>
                <c:pt idx="119">
                  <c:v>3</c:v>
                </c:pt>
                <c:pt idx="120">
                  <c:v>3</c:v>
                </c:pt>
                <c:pt idx="121">
                  <c:v>3</c:v>
                </c:pt>
                <c:pt idx="122">
                  <c:v>3</c:v>
                </c:pt>
                <c:pt idx="123">
                  <c:v>3</c:v>
                </c:pt>
                <c:pt idx="124">
                  <c:v>3</c:v>
                </c:pt>
                <c:pt idx="125">
                  <c:v>3</c:v>
                </c:pt>
                <c:pt idx="126">
                  <c:v>3</c:v>
                </c:pt>
                <c:pt idx="127">
                  <c:v>3</c:v>
                </c:pt>
                <c:pt idx="128">
                  <c:v>3</c:v>
                </c:pt>
                <c:pt idx="129">
                  <c:v>3</c:v>
                </c:pt>
                <c:pt idx="130">
                  <c:v>3</c:v>
                </c:pt>
                <c:pt idx="131">
                  <c:v>3.25</c:v>
                </c:pt>
                <c:pt idx="132">
                  <c:v>3.25</c:v>
                </c:pt>
                <c:pt idx="133">
                  <c:v>3.75</c:v>
                </c:pt>
                <c:pt idx="134">
                  <c:v>3.75</c:v>
                </c:pt>
                <c:pt idx="135">
                  <c:v>3.75</c:v>
                </c:pt>
                <c:pt idx="136">
                  <c:v>3.75</c:v>
                </c:pt>
                <c:pt idx="137">
                  <c:v>4.25</c:v>
                </c:pt>
                <c:pt idx="138">
                  <c:v>4.25</c:v>
                </c:pt>
                <c:pt idx="139">
                  <c:v>4.25</c:v>
                </c:pt>
                <c:pt idx="140">
                  <c:v>4.75</c:v>
                </c:pt>
                <c:pt idx="141">
                  <c:v>4.75</c:v>
                </c:pt>
                <c:pt idx="142">
                  <c:v>5.25</c:v>
                </c:pt>
                <c:pt idx="143">
                  <c:v>5.75</c:v>
                </c:pt>
                <c:pt idx="144">
                  <c:v>5.75</c:v>
                </c:pt>
                <c:pt idx="145">
                  <c:v>6.25</c:v>
                </c:pt>
                <c:pt idx="146">
                  <c:v>6.5</c:v>
                </c:pt>
                <c:pt idx="147">
                  <c:v>6.5</c:v>
                </c:pt>
                <c:pt idx="148">
                  <c:v>6.75</c:v>
                </c:pt>
                <c:pt idx="149">
                  <c:v>7</c:v>
                </c:pt>
                <c:pt idx="150">
                  <c:v>7</c:v>
                </c:pt>
                <c:pt idx="151">
                  <c:v>7</c:v>
                </c:pt>
                <c:pt idx="152">
                  <c:v>7</c:v>
                </c:pt>
                <c:pt idx="153">
                  <c:v>7</c:v>
                </c:pt>
                <c:pt idx="154">
                  <c:v>7</c:v>
                </c:pt>
                <c:pt idx="155">
                  <c:v>7.25</c:v>
                </c:pt>
                <c:pt idx="156">
                  <c:v>7.25</c:v>
                </c:pt>
                <c:pt idx="157">
                  <c:v>7.5</c:v>
                </c:pt>
                <c:pt idx="158">
                  <c:v>7.5</c:v>
                </c:pt>
                <c:pt idx="159">
                  <c:v>7.5</c:v>
                </c:pt>
                <c:pt idx="160">
                  <c:v>7.5</c:v>
                </c:pt>
                <c:pt idx="161">
                  <c:v>7.75</c:v>
                </c:pt>
                <c:pt idx="162">
                  <c:v>7.75</c:v>
                </c:pt>
                <c:pt idx="163">
                  <c:v>7.75</c:v>
                </c:pt>
                <c:pt idx="164">
                  <c:v>7.75</c:v>
                </c:pt>
                <c:pt idx="165">
                  <c:v>7.75</c:v>
                </c:pt>
                <c:pt idx="166">
                  <c:v>8</c:v>
                </c:pt>
                <c:pt idx="167">
                  <c:v>8.25</c:v>
                </c:pt>
                <c:pt idx="168">
                  <c:v>8.25</c:v>
                </c:pt>
                <c:pt idx="169">
                  <c:v>8.25</c:v>
                </c:pt>
                <c:pt idx="170">
                  <c:v>8.25</c:v>
                </c:pt>
                <c:pt idx="171">
                  <c:v>8.25</c:v>
                </c:pt>
                <c:pt idx="172">
                  <c:v>8.25</c:v>
                </c:pt>
                <c:pt idx="173">
                  <c:v>8.25</c:v>
                </c:pt>
                <c:pt idx="174">
                  <c:v>8.25</c:v>
                </c:pt>
                <c:pt idx="175">
                  <c:v>8</c:v>
                </c:pt>
                <c:pt idx="176">
                  <c:v>7.75</c:v>
                </c:pt>
                <c:pt idx="177">
                  <c:v>7.75</c:v>
                </c:pt>
                <c:pt idx="178">
                  <c:v>7.5</c:v>
                </c:pt>
                <c:pt idx="179">
                  <c:v>7.25</c:v>
                </c:pt>
                <c:pt idx="180">
                  <c:v>7.25</c:v>
                </c:pt>
                <c:pt idx="181">
                  <c:v>7</c:v>
                </c:pt>
                <c:pt idx="182">
                  <c:v>6.5</c:v>
                </c:pt>
                <c:pt idx="183">
                  <c:v>6</c:v>
                </c:pt>
                <c:pt idx="184">
                  <c:v>5.5</c:v>
                </c:pt>
                <c:pt idx="185">
                  <c:v>5</c:v>
                </c:pt>
                <c:pt idx="186">
                  <c:v>5</c:v>
                </c:pt>
                <c:pt idx="187">
                  <c:v>4.5</c:v>
                </c:pt>
                <c:pt idx="188">
                  <c:v>4.25</c:v>
                </c:pt>
                <c:pt idx="189">
                  <c:v>4.25</c:v>
                </c:pt>
                <c:pt idx="190">
                  <c:v>4.25</c:v>
                </c:pt>
                <c:pt idx="191">
                  <c:v>4.25</c:v>
                </c:pt>
                <c:pt idx="192">
                  <c:v>4.25</c:v>
                </c:pt>
                <c:pt idx="193">
                  <c:v>4</c:v>
                </c:pt>
                <c:pt idx="194">
                  <c:v>4</c:v>
                </c:pt>
                <c:pt idx="195">
                  <c:v>4</c:v>
                </c:pt>
                <c:pt idx="196">
                  <c:v>4</c:v>
                </c:pt>
                <c:pt idx="197">
                  <c:v>4.25</c:v>
                </c:pt>
                <c:pt idx="198">
                  <c:v>4.25</c:v>
                </c:pt>
                <c:pt idx="199">
                  <c:v>4.5</c:v>
                </c:pt>
                <c:pt idx="200">
                  <c:v>4.75</c:v>
                </c:pt>
                <c:pt idx="201">
                  <c:v>4.75</c:v>
                </c:pt>
                <c:pt idx="202">
                  <c:v>5</c:v>
                </c:pt>
                <c:pt idx="203">
                  <c:v>5.5</c:v>
                </c:pt>
                <c:pt idx="204">
                  <c:v>5.5</c:v>
                </c:pt>
                <c:pt idx="205">
                  <c:v>6</c:v>
                </c:pt>
                <c:pt idx="206">
                  <c:v>6.5</c:v>
                </c:pt>
                <c:pt idx="207">
                  <c:v>6.5</c:v>
                </c:pt>
                <c:pt idx="208">
                  <c:v>7</c:v>
                </c:pt>
                <c:pt idx="209">
                  <c:v>7.75</c:v>
                </c:pt>
                <c:pt idx="210">
                  <c:v>7.75</c:v>
                </c:pt>
                <c:pt idx="211">
                  <c:v>8.5</c:v>
                </c:pt>
                <c:pt idx="212">
                  <c:v>9.25</c:v>
                </c:pt>
                <c:pt idx="213">
                  <c:v>9.25</c:v>
                </c:pt>
                <c:pt idx="214">
                  <c:v>10</c:v>
                </c:pt>
                <c:pt idx="215">
                  <c:v>10.5</c:v>
                </c:pt>
                <c:pt idx="216">
                  <c:v>10.5</c:v>
                </c:pt>
                <c:pt idx="217">
                  <c:v>11</c:v>
                </c:pt>
                <c:pt idx="218">
                  <c:v>11.25</c:v>
                </c:pt>
                <c:pt idx="219">
                  <c:v>11.25</c:v>
                </c:pt>
                <c:pt idx="220">
                  <c:v>11.25</c:v>
                </c:pt>
                <c:pt idx="221">
                  <c:v>11.25</c:v>
                </c:pt>
                <c:pt idx="222">
                  <c:v>11.25</c:v>
                </c:pt>
                <c:pt idx="223">
                  <c:v>11.25</c:v>
                </c:pt>
                <c:pt idx="224">
                  <c:v>11.25</c:v>
                </c:pt>
                <c:pt idx="225">
                  <c:v>11.25</c:v>
                </c:pt>
                <c:pt idx="226">
                  <c:v>11.25</c:v>
                </c:pt>
                <c:pt idx="227">
                  <c:v>11.25</c:v>
                </c:pt>
                <c:pt idx="228">
                  <c:v>11.25</c:v>
                </c:pt>
                <c:pt idx="229">
                  <c:v>11.25</c:v>
                </c:pt>
                <c:pt idx="230">
                  <c:v>11</c:v>
                </c:pt>
                <c:pt idx="231">
                  <c:v>11</c:v>
                </c:pt>
                <c:pt idx="232">
                  <c:v>11</c:v>
                </c:pt>
                <c:pt idx="233">
                  <c:v>11</c:v>
                </c:pt>
                <c:pt idx="234">
                  <c:v>11</c:v>
                </c:pt>
                <c:pt idx="235">
                  <c:v>10.75</c:v>
                </c:pt>
                <c:pt idx="236">
                  <c:v>10.5</c:v>
                </c:pt>
                <c:pt idx="237">
                  <c:v>10.5</c:v>
                </c:pt>
                <c:pt idx="238">
                  <c:v>10.25</c:v>
                </c:pt>
                <c:pt idx="239">
                  <c:v>10</c:v>
                </c:pt>
                <c:pt idx="240">
                  <c:v>10</c:v>
                </c:pt>
                <c:pt idx="241">
                  <c:v>9.5</c:v>
                </c:pt>
                <c:pt idx="242">
                  <c:v>9</c:v>
                </c:pt>
                <c:pt idx="243">
                  <c:v>9</c:v>
                </c:pt>
                <c:pt idx="244">
                  <c:v>8.5</c:v>
                </c:pt>
                <c:pt idx="245">
                  <c:v>8</c:v>
                </c:pt>
                <c:pt idx="246">
                  <c:v>8</c:v>
                </c:pt>
                <c:pt idx="247">
                  <c:v>7.75</c:v>
                </c:pt>
                <c:pt idx="248">
                  <c:v>7.5</c:v>
                </c:pt>
                <c:pt idx="249">
                  <c:v>7.5</c:v>
                </c:pt>
                <c:pt idx="250">
                  <c:v>7.25</c:v>
                </c:pt>
                <c:pt idx="251">
                  <c:v>7</c:v>
                </c:pt>
                <c:pt idx="252">
                  <c:v>7</c:v>
                </c:pt>
                <c:pt idx="253">
                  <c:v>7</c:v>
                </c:pt>
                <c:pt idx="254">
                  <c:v>6.75</c:v>
                </c:pt>
                <c:pt idx="255">
                  <c:v>6.75</c:v>
                </c:pt>
                <c:pt idx="256">
                  <c:v>6.5</c:v>
                </c:pt>
                <c:pt idx="257">
                  <c:v>6.5</c:v>
                </c:pt>
                <c:pt idx="258">
                  <c:v>6.5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AACD-4AEA-96D3-1777FB5AFD1C}"/>
            </c:ext>
          </c:extLst>
        </c:ser>
        <c:ser>
          <c:idx val="2"/>
          <c:order val="2"/>
          <c:tx>
            <c:strRef>
              <c:f>POLICY!$Q$8</c:f>
              <c:strCache>
                <c:ptCount val="1"/>
                <c:pt idx="0">
                  <c:v>Indonesia CB</c:v>
                </c:pt>
              </c:strCache>
            </c:strRef>
          </c:tx>
          <c:spPr>
            <a:ln w="22225" cap="rnd">
              <a:solidFill>
                <a:sysClr val="window" lastClr="FFFFFF">
                  <a:lumMod val="85000"/>
                </a:sysClr>
              </a:solidFill>
              <a:round/>
            </a:ln>
            <a:effectLst/>
          </c:spPr>
          <c:marker>
            <c:symbol val="none"/>
          </c:marker>
          <c:dPt>
            <c:idx val="256"/>
            <c:marker>
              <c:symbol val="none"/>
            </c:marker>
            <c:bubble3D val="0"/>
            <c:spPr>
              <a:ln w="22225" cap="rnd">
                <a:solidFill>
                  <a:sysClr val="window" lastClr="FFFFFF">
                    <a:lumMod val="75000"/>
                  </a:sysClr>
                </a:solidFill>
                <a:round/>
              </a:ln>
              <a:effectLst/>
            </c:spPr>
            <c:extLst>
              <c:ext xmlns:c16="http://schemas.microsoft.com/office/drawing/2014/chart" uri="{C3380CC4-5D6E-409C-BE32-E72D297353CC}">
                <c16:uniqueId val="{00000000-7BF4-4551-91F6-136E7C1E0EE4}"/>
              </c:ext>
            </c:extLst>
          </c:dPt>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POLICY!$Q$10:$Q$1010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5.5</c:v>
                </c:pt>
                <c:pt idx="136">
                  <c:v>5.5</c:v>
                </c:pt>
                <c:pt idx="137">
                  <c:v>5.25</c:v>
                </c:pt>
                <c:pt idx="138">
                  <c:v>5.25</c:v>
                </c:pt>
                <c:pt idx="139">
                  <c:v>5.25</c:v>
                </c:pt>
                <c:pt idx="140">
                  <c:v>5</c:v>
                </c:pt>
                <c:pt idx="141">
                  <c:v>4.75</c:v>
                </c:pt>
                <c:pt idx="142">
                  <c:v>4.75</c:v>
                </c:pt>
                <c:pt idx="143">
                  <c:v>4.75</c:v>
                </c:pt>
                <c:pt idx="144">
                  <c:v>4.75</c:v>
                </c:pt>
                <c:pt idx="145">
                  <c:v>4.75</c:v>
                </c:pt>
                <c:pt idx="146">
                  <c:v>4.75</c:v>
                </c:pt>
                <c:pt idx="147">
                  <c:v>4.75</c:v>
                </c:pt>
                <c:pt idx="148">
                  <c:v>4.75</c:v>
                </c:pt>
                <c:pt idx="149">
                  <c:v>4.75</c:v>
                </c:pt>
                <c:pt idx="150">
                  <c:v>4.75</c:v>
                </c:pt>
                <c:pt idx="151">
                  <c:v>4.5</c:v>
                </c:pt>
                <c:pt idx="152">
                  <c:v>4.25</c:v>
                </c:pt>
                <c:pt idx="153">
                  <c:v>4.25</c:v>
                </c:pt>
                <c:pt idx="154">
                  <c:v>4.25</c:v>
                </c:pt>
                <c:pt idx="155">
                  <c:v>4.25</c:v>
                </c:pt>
                <c:pt idx="156">
                  <c:v>4.25</c:v>
                </c:pt>
                <c:pt idx="157">
                  <c:v>4.25</c:v>
                </c:pt>
                <c:pt idx="158">
                  <c:v>4.25</c:v>
                </c:pt>
                <c:pt idx="159">
                  <c:v>4.25</c:v>
                </c:pt>
                <c:pt idx="160">
                  <c:v>4.75</c:v>
                </c:pt>
                <c:pt idx="161">
                  <c:v>5.25</c:v>
                </c:pt>
                <c:pt idx="162">
                  <c:v>5.25</c:v>
                </c:pt>
                <c:pt idx="163">
                  <c:v>5.5</c:v>
                </c:pt>
                <c:pt idx="164">
                  <c:v>5.75</c:v>
                </c:pt>
                <c:pt idx="165">
                  <c:v>5.75</c:v>
                </c:pt>
                <c:pt idx="166">
                  <c:v>6</c:v>
                </c:pt>
                <c:pt idx="167">
                  <c:v>6</c:v>
                </c:pt>
                <c:pt idx="168">
                  <c:v>6</c:v>
                </c:pt>
                <c:pt idx="169">
                  <c:v>6</c:v>
                </c:pt>
                <c:pt idx="170">
                  <c:v>6</c:v>
                </c:pt>
                <c:pt idx="171">
                  <c:v>6</c:v>
                </c:pt>
                <c:pt idx="172">
                  <c:v>6</c:v>
                </c:pt>
                <c:pt idx="173">
                  <c:v>6</c:v>
                </c:pt>
                <c:pt idx="174">
                  <c:v>5.75</c:v>
                </c:pt>
                <c:pt idx="175">
                  <c:v>5.5</c:v>
                </c:pt>
                <c:pt idx="176">
                  <c:v>5.25</c:v>
                </c:pt>
                <c:pt idx="177">
                  <c:v>5</c:v>
                </c:pt>
                <c:pt idx="178">
                  <c:v>5</c:v>
                </c:pt>
                <c:pt idx="179">
                  <c:v>5</c:v>
                </c:pt>
                <c:pt idx="180">
                  <c:v>5</c:v>
                </c:pt>
                <c:pt idx="181">
                  <c:v>4.75</c:v>
                </c:pt>
                <c:pt idx="182">
                  <c:v>4.5</c:v>
                </c:pt>
                <c:pt idx="183">
                  <c:v>4.5</c:v>
                </c:pt>
                <c:pt idx="184">
                  <c:v>4.5</c:v>
                </c:pt>
                <c:pt idx="185">
                  <c:v>4.25</c:v>
                </c:pt>
                <c:pt idx="186">
                  <c:v>4</c:v>
                </c:pt>
                <c:pt idx="187">
                  <c:v>4</c:v>
                </c:pt>
                <c:pt idx="188">
                  <c:v>4</c:v>
                </c:pt>
                <c:pt idx="189">
                  <c:v>4</c:v>
                </c:pt>
                <c:pt idx="190">
                  <c:v>3.75</c:v>
                </c:pt>
                <c:pt idx="191">
                  <c:v>3.75</c:v>
                </c:pt>
                <c:pt idx="192">
                  <c:v>3.75</c:v>
                </c:pt>
                <c:pt idx="193">
                  <c:v>3.5</c:v>
                </c:pt>
                <c:pt idx="194">
                  <c:v>3.5</c:v>
                </c:pt>
                <c:pt idx="195">
                  <c:v>3.5</c:v>
                </c:pt>
                <c:pt idx="196">
                  <c:v>3.5</c:v>
                </c:pt>
                <c:pt idx="197">
                  <c:v>3.5</c:v>
                </c:pt>
                <c:pt idx="198">
                  <c:v>3.5</c:v>
                </c:pt>
                <c:pt idx="199">
                  <c:v>3.5</c:v>
                </c:pt>
                <c:pt idx="200">
                  <c:v>3.5</c:v>
                </c:pt>
                <c:pt idx="201">
                  <c:v>3.5</c:v>
                </c:pt>
                <c:pt idx="202">
                  <c:v>3.5</c:v>
                </c:pt>
                <c:pt idx="203">
                  <c:v>3.5</c:v>
                </c:pt>
                <c:pt idx="204">
                  <c:v>3.5</c:v>
                </c:pt>
                <c:pt idx="205">
                  <c:v>3.5</c:v>
                </c:pt>
                <c:pt idx="206">
                  <c:v>3.5</c:v>
                </c:pt>
                <c:pt idx="207">
                  <c:v>3.5</c:v>
                </c:pt>
                <c:pt idx="208">
                  <c:v>3.5</c:v>
                </c:pt>
                <c:pt idx="209">
                  <c:v>3.5</c:v>
                </c:pt>
                <c:pt idx="210">
                  <c:v>3.5</c:v>
                </c:pt>
                <c:pt idx="211">
                  <c:v>3.75</c:v>
                </c:pt>
                <c:pt idx="212">
                  <c:v>4.25</c:v>
                </c:pt>
                <c:pt idx="213">
                  <c:v>4.75</c:v>
                </c:pt>
                <c:pt idx="214">
                  <c:v>5.25</c:v>
                </c:pt>
                <c:pt idx="215">
                  <c:v>5.5</c:v>
                </c:pt>
                <c:pt idx="216">
                  <c:v>5.75</c:v>
                </c:pt>
                <c:pt idx="217">
                  <c:v>5.75</c:v>
                </c:pt>
                <c:pt idx="218">
                  <c:v>5.75</c:v>
                </c:pt>
                <c:pt idx="219">
                  <c:v>5.75</c:v>
                </c:pt>
                <c:pt idx="220">
                  <c:v>5.75</c:v>
                </c:pt>
                <c:pt idx="221">
                  <c:v>5.75</c:v>
                </c:pt>
                <c:pt idx="222">
                  <c:v>5.75</c:v>
                </c:pt>
                <c:pt idx="223">
                  <c:v>5.75</c:v>
                </c:pt>
                <c:pt idx="224">
                  <c:v>5.75</c:v>
                </c:pt>
                <c:pt idx="225">
                  <c:v>6</c:v>
                </c:pt>
                <c:pt idx="226">
                  <c:v>6</c:v>
                </c:pt>
                <c:pt idx="227">
                  <c:v>6</c:v>
                </c:pt>
                <c:pt idx="228">
                  <c:v>6</c:v>
                </c:pt>
                <c:pt idx="229">
                  <c:v>6</c:v>
                </c:pt>
                <c:pt idx="230">
                  <c:v>6</c:v>
                </c:pt>
                <c:pt idx="231">
                  <c:v>6.25</c:v>
                </c:pt>
                <c:pt idx="232">
                  <c:v>6.25</c:v>
                </c:pt>
                <c:pt idx="233">
                  <c:v>6.25</c:v>
                </c:pt>
                <c:pt idx="234">
                  <c:v>6.25</c:v>
                </c:pt>
                <c:pt idx="235">
                  <c:v>6.25</c:v>
                </c:pt>
                <c:pt idx="236">
                  <c:v>6</c:v>
                </c:pt>
                <c:pt idx="237">
                  <c:v>6</c:v>
                </c:pt>
                <c:pt idx="238">
                  <c:v>6</c:v>
                </c:pt>
                <c:pt idx="239">
                  <c:v>6</c:v>
                </c:pt>
                <c:pt idx="240">
                  <c:v>5.75</c:v>
                </c:pt>
                <c:pt idx="241">
                  <c:v>5.75</c:v>
                </c:pt>
                <c:pt idx="242">
                  <c:v>5.75</c:v>
                </c:pt>
                <c:pt idx="243">
                  <c:v>5.75</c:v>
                </c:pt>
                <c:pt idx="244">
                  <c:v>5.5</c:v>
                </c:pt>
                <c:pt idx="245">
                  <c:v>5.5</c:v>
                </c:pt>
                <c:pt idx="246">
                  <c:v>5.25</c:v>
                </c:pt>
                <c:pt idx="247">
                  <c:v>5</c:v>
                </c:pt>
                <c:pt idx="248">
                  <c:v>4.75</c:v>
                </c:pt>
                <c:pt idx="249">
                  <c:v>4.75</c:v>
                </c:pt>
                <c:pt idx="250">
                  <c:v>4.75</c:v>
                </c:pt>
                <c:pt idx="251">
                  <c:v>4.75</c:v>
                </c:pt>
                <c:pt idx="252">
                  <c:v>4.75</c:v>
                </c:pt>
                <c:pt idx="253">
                  <c:v>4.75</c:v>
                </c:pt>
                <c:pt idx="254">
                  <c:v>4.75</c:v>
                </c:pt>
                <c:pt idx="255">
                  <c:v>4.75</c:v>
                </c:pt>
                <c:pt idx="256">
                  <c:v>5.25</c:v>
                </c:pt>
                <c:pt idx="257">
                  <c:v>5.75</c:v>
                </c:pt>
                <c:pt idx="258">
                  <c:v>5.75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AACD-4AEA-96D3-1777FB5AFD1C}"/>
            </c:ext>
          </c:extLst>
        </c:ser>
        <c:ser>
          <c:idx val="3"/>
          <c:order val="3"/>
          <c:tx>
            <c:strRef>
              <c:f>POLICY!$K$8</c:f>
              <c:strCache>
                <c:ptCount val="1"/>
                <c:pt idx="0">
                  <c:v>Brazil CB</c:v>
                </c:pt>
              </c:strCache>
            </c:strRef>
          </c:tx>
          <c:spPr>
            <a:ln w="22225" cap="rnd">
              <a:solidFill>
                <a:srgbClr val="078549"/>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POLICY!$K$10:$K$1010</c:f>
              <c:numCache>
                <c:formatCode>0.00</c:formatCode>
                <c:ptCount val="1001"/>
                <c:pt idx="0">
                  <c:v>18.25</c:v>
                </c:pt>
                <c:pt idx="1">
                  <c:v>18.75</c:v>
                </c:pt>
                <c:pt idx="2">
                  <c:v>19.25</c:v>
                </c:pt>
                <c:pt idx="3">
                  <c:v>19.5</c:v>
                </c:pt>
                <c:pt idx="4">
                  <c:v>19.75</c:v>
                </c:pt>
                <c:pt idx="5">
                  <c:v>19.75</c:v>
                </c:pt>
                <c:pt idx="6">
                  <c:v>19.75</c:v>
                </c:pt>
                <c:pt idx="7">
                  <c:v>19.75</c:v>
                </c:pt>
                <c:pt idx="8">
                  <c:v>19.5</c:v>
                </c:pt>
                <c:pt idx="9">
                  <c:v>19</c:v>
                </c:pt>
                <c:pt idx="10">
                  <c:v>18.5</c:v>
                </c:pt>
                <c:pt idx="11">
                  <c:v>18</c:v>
                </c:pt>
                <c:pt idx="12">
                  <c:v>17.25</c:v>
                </c:pt>
                <c:pt idx="13">
                  <c:v>17.25</c:v>
                </c:pt>
                <c:pt idx="14">
                  <c:v>16.5</c:v>
                </c:pt>
                <c:pt idx="15">
                  <c:v>15.75</c:v>
                </c:pt>
                <c:pt idx="16">
                  <c:v>15.25</c:v>
                </c:pt>
                <c:pt idx="17">
                  <c:v>15.25</c:v>
                </c:pt>
                <c:pt idx="18">
                  <c:v>14.75</c:v>
                </c:pt>
                <c:pt idx="19">
                  <c:v>14.25</c:v>
                </c:pt>
                <c:pt idx="20">
                  <c:v>14.25</c:v>
                </c:pt>
                <c:pt idx="21">
                  <c:v>13.75</c:v>
                </c:pt>
                <c:pt idx="22">
                  <c:v>13.25</c:v>
                </c:pt>
                <c:pt idx="23">
                  <c:v>13.25</c:v>
                </c:pt>
                <c:pt idx="24">
                  <c:v>13</c:v>
                </c:pt>
                <c:pt idx="25">
                  <c:v>13</c:v>
                </c:pt>
                <c:pt idx="26">
                  <c:v>12.75</c:v>
                </c:pt>
                <c:pt idx="27">
                  <c:v>12.5</c:v>
                </c:pt>
                <c:pt idx="28">
                  <c:v>12.5</c:v>
                </c:pt>
                <c:pt idx="29">
                  <c:v>12</c:v>
                </c:pt>
                <c:pt idx="30">
                  <c:v>11.5</c:v>
                </c:pt>
                <c:pt idx="31">
                  <c:v>11.5</c:v>
                </c:pt>
                <c:pt idx="32">
                  <c:v>11.25</c:v>
                </c:pt>
                <c:pt idx="33">
                  <c:v>11.25</c:v>
                </c:pt>
                <c:pt idx="34">
                  <c:v>11.25</c:v>
                </c:pt>
                <c:pt idx="35">
                  <c:v>11.25</c:v>
                </c:pt>
                <c:pt idx="36">
                  <c:v>11.25</c:v>
                </c:pt>
                <c:pt idx="37">
                  <c:v>11.25</c:v>
                </c:pt>
                <c:pt idx="38">
                  <c:v>11.25</c:v>
                </c:pt>
                <c:pt idx="39">
                  <c:v>11.75</c:v>
                </c:pt>
                <c:pt idx="40">
                  <c:v>11.75</c:v>
                </c:pt>
                <c:pt idx="41">
                  <c:v>12.25</c:v>
                </c:pt>
                <c:pt idx="42">
                  <c:v>13</c:v>
                </c:pt>
                <c:pt idx="43">
                  <c:v>13</c:v>
                </c:pt>
                <c:pt idx="44">
                  <c:v>13.75</c:v>
                </c:pt>
                <c:pt idx="45">
                  <c:v>13.75</c:v>
                </c:pt>
                <c:pt idx="46">
                  <c:v>13.75</c:v>
                </c:pt>
                <c:pt idx="47">
                  <c:v>13.75</c:v>
                </c:pt>
                <c:pt idx="48">
                  <c:v>12.75</c:v>
                </c:pt>
                <c:pt idx="49">
                  <c:v>12.75</c:v>
                </c:pt>
                <c:pt idx="50">
                  <c:v>11.25</c:v>
                </c:pt>
                <c:pt idx="51">
                  <c:v>10.25</c:v>
                </c:pt>
                <c:pt idx="52">
                  <c:v>10.25</c:v>
                </c:pt>
                <c:pt idx="53">
                  <c:v>9.25</c:v>
                </c:pt>
                <c:pt idx="54">
                  <c:v>8.75</c:v>
                </c:pt>
                <c:pt idx="55">
                  <c:v>8.75</c:v>
                </c:pt>
                <c:pt idx="56">
                  <c:v>8.75</c:v>
                </c:pt>
                <c:pt idx="57">
                  <c:v>8.75</c:v>
                </c:pt>
                <c:pt idx="58">
                  <c:v>8.75</c:v>
                </c:pt>
                <c:pt idx="59">
                  <c:v>8.75</c:v>
                </c:pt>
                <c:pt idx="60">
                  <c:v>8.75</c:v>
                </c:pt>
                <c:pt idx="61">
                  <c:v>8.75</c:v>
                </c:pt>
                <c:pt idx="62">
                  <c:v>8.75</c:v>
                </c:pt>
                <c:pt idx="63">
                  <c:v>9.5</c:v>
                </c:pt>
                <c:pt idx="64">
                  <c:v>9.5</c:v>
                </c:pt>
                <c:pt idx="65">
                  <c:v>10.25</c:v>
                </c:pt>
                <c:pt idx="66">
                  <c:v>10.75</c:v>
                </c:pt>
                <c:pt idx="67">
                  <c:v>10.75</c:v>
                </c:pt>
                <c:pt idx="68">
                  <c:v>10.75</c:v>
                </c:pt>
                <c:pt idx="69">
                  <c:v>10.75</c:v>
                </c:pt>
                <c:pt idx="70">
                  <c:v>10.75</c:v>
                </c:pt>
                <c:pt idx="71">
                  <c:v>10.75</c:v>
                </c:pt>
                <c:pt idx="72">
                  <c:v>11.25</c:v>
                </c:pt>
                <c:pt idx="73">
                  <c:v>11.25</c:v>
                </c:pt>
                <c:pt idx="74">
                  <c:v>11.75</c:v>
                </c:pt>
                <c:pt idx="75">
                  <c:v>12</c:v>
                </c:pt>
                <c:pt idx="76">
                  <c:v>12</c:v>
                </c:pt>
                <c:pt idx="77">
                  <c:v>12.25</c:v>
                </c:pt>
                <c:pt idx="78">
                  <c:v>12.5</c:v>
                </c:pt>
                <c:pt idx="79">
                  <c:v>12</c:v>
                </c:pt>
                <c:pt idx="80">
                  <c:v>12</c:v>
                </c:pt>
                <c:pt idx="81">
                  <c:v>11.5</c:v>
                </c:pt>
                <c:pt idx="82">
                  <c:v>11</c:v>
                </c:pt>
                <c:pt idx="83">
                  <c:v>11</c:v>
                </c:pt>
                <c:pt idx="84">
                  <c:v>10.5</c:v>
                </c:pt>
                <c:pt idx="85">
                  <c:v>10.5</c:v>
                </c:pt>
                <c:pt idx="86">
                  <c:v>9.75</c:v>
                </c:pt>
                <c:pt idx="87">
                  <c:v>9</c:v>
                </c:pt>
                <c:pt idx="88">
                  <c:v>8.5</c:v>
                </c:pt>
                <c:pt idx="89">
                  <c:v>8.5</c:v>
                </c:pt>
                <c:pt idx="90">
                  <c:v>8</c:v>
                </c:pt>
                <c:pt idx="91">
                  <c:v>7.5</c:v>
                </c:pt>
                <c:pt idx="92">
                  <c:v>7.5</c:v>
                </c:pt>
                <c:pt idx="93">
                  <c:v>7.25</c:v>
                </c:pt>
                <c:pt idx="94">
                  <c:v>7.25</c:v>
                </c:pt>
                <c:pt idx="95">
                  <c:v>7.25</c:v>
                </c:pt>
                <c:pt idx="96">
                  <c:v>7.25</c:v>
                </c:pt>
                <c:pt idx="97">
                  <c:v>7.25</c:v>
                </c:pt>
                <c:pt idx="98">
                  <c:v>7.25</c:v>
                </c:pt>
                <c:pt idx="99">
                  <c:v>7.5</c:v>
                </c:pt>
                <c:pt idx="100">
                  <c:v>8</c:v>
                </c:pt>
                <c:pt idx="101">
                  <c:v>8</c:v>
                </c:pt>
                <c:pt idx="102">
                  <c:v>8.5</c:v>
                </c:pt>
                <c:pt idx="103">
                  <c:v>9</c:v>
                </c:pt>
                <c:pt idx="104">
                  <c:v>9</c:v>
                </c:pt>
                <c:pt idx="105">
                  <c:v>9.5</c:v>
                </c:pt>
                <c:pt idx="106">
                  <c:v>10</c:v>
                </c:pt>
                <c:pt idx="107">
                  <c:v>10</c:v>
                </c:pt>
                <c:pt idx="108">
                  <c:v>10.5</c:v>
                </c:pt>
                <c:pt idx="109">
                  <c:v>10.75</c:v>
                </c:pt>
                <c:pt idx="110">
                  <c:v>10.75</c:v>
                </c:pt>
                <c:pt idx="111">
                  <c:v>11</c:v>
                </c:pt>
                <c:pt idx="112">
                  <c:v>11</c:v>
                </c:pt>
                <c:pt idx="113">
                  <c:v>11</c:v>
                </c:pt>
                <c:pt idx="114">
                  <c:v>11</c:v>
                </c:pt>
                <c:pt idx="115">
                  <c:v>11</c:v>
                </c:pt>
                <c:pt idx="116">
                  <c:v>11</c:v>
                </c:pt>
                <c:pt idx="117">
                  <c:v>11.25</c:v>
                </c:pt>
                <c:pt idx="118">
                  <c:v>11.25</c:v>
                </c:pt>
                <c:pt idx="119">
                  <c:v>11.75</c:v>
                </c:pt>
                <c:pt idx="120">
                  <c:v>12.25</c:v>
                </c:pt>
                <c:pt idx="121">
                  <c:v>12.25</c:v>
                </c:pt>
                <c:pt idx="122">
                  <c:v>12.75</c:v>
                </c:pt>
                <c:pt idx="123">
                  <c:v>13.25</c:v>
                </c:pt>
                <c:pt idx="124">
                  <c:v>13.25</c:v>
                </c:pt>
                <c:pt idx="125">
                  <c:v>13.75</c:v>
                </c:pt>
                <c:pt idx="126">
                  <c:v>14.25</c:v>
                </c:pt>
                <c:pt idx="127">
                  <c:v>14.25</c:v>
                </c:pt>
                <c:pt idx="128">
                  <c:v>14.25</c:v>
                </c:pt>
                <c:pt idx="129">
                  <c:v>14.25</c:v>
                </c:pt>
                <c:pt idx="130">
                  <c:v>14.25</c:v>
                </c:pt>
                <c:pt idx="131">
                  <c:v>14.25</c:v>
                </c:pt>
                <c:pt idx="132">
                  <c:v>14.25</c:v>
                </c:pt>
                <c:pt idx="133">
                  <c:v>14.25</c:v>
                </c:pt>
                <c:pt idx="134">
                  <c:v>14.25</c:v>
                </c:pt>
                <c:pt idx="135">
                  <c:v>14.25</c:v>
                </c:pt>
                <c:pt idx="136">
                  <c:v>14.25</c:v>
                </c:pt>
                <c:pt idx="137">
                  <c:v>14.25</c:v>
                </c:pt>
                <c:pt idx="138">
                  <c:v>14.25</c:v>
                </c:pt>
                <c:pt idx="139">
                  <c:v>14.25</c:v>
                </c:pt>
                <c:pt idx="140">
                  <c:v>14.25</c:v>
                </c:pt>
                <c:pt idx="141">
                  <c:v>14</c:v>
                </c:pt>
                <c:pt idx="142">
                  <c:v>13.75</c:v>
                </c:pt>
                <c:pt idx="143">
                  <c:v>13.75</c:v>
                </c:pt>
                <c:pt idx="144">
                  <c:v>13</c:v>
                </c:pt>
                <c:pt idx="145">
                  <c:v>12.25</c:v>
                </c:pt>
                <c:pt idx="146">
                  <c:v>12.25</c:v>
                </c:pt>
                <c:pt idx="147">
                  <c:v>11.25</c:v>
                </c:pt>
                <c:pt idx="148">
                  <c:v>10.25</c:v>
                </c:pt>
                <c:pt idx="149">
                  <c:v>10.25</c:v>
                </c:pt>
                <c:pt idx="150">
                  <c:v>9.25</c:v>
                </c:pt>
                <c:pt idx="151">
                  <c:v>9.25</c:v>
                </c:pt>
                <c:pt idx="152">
                  <c:v>8.25</c:v>
                </c:pt>
                <c:pt idx="153">
                  <c:v>7.5</c:v>
                </c:pt>
                <c:pt idx="154">
                  <c:v>7.5</c:v>
                </c:pt>
                <c:pt idx="155">
                  <c:v>7</c:v>
                </c:pt>
                <c:pt idx="156">
                  <c:v>7</c:v>
                </c:pt>
                <c:pt idx="157">
                  <c:v>6.75</c:v>
                </c:pt>
                <c:pt idx="158">
                  <c:v>6.5</c:v>
                </c:pt>
                <c:pt idx="159">
                  <c:v>6.5</c:v>
                </c:pt>
                <c:pt idx="160">
                  <c:v>6.5</c:v>
                </c:pt>
                <c:pt idx="161">
                  <c:v>6.5</c:v>
                </c:pt>
                <c:pt idx="162">
                  <c:v>6.5</c:v>
                </c:pt>
                <c:pt idx="163">
                  <c:v>6.5</c:v>
                </c:pt>
                <c:pt idx="164">
                  <c:v>6.5</c:v>
                </c:pt>
                <c:pt idx="165">
                  <c:v>6.5</c:v>
                </c:pt>
                <c:pt idx="166">
                  <c:v>6.5</c:v>
                </c:pt>
                <c:pt idx="167">
                  <c:v>6.5</c:v>
                </c:pt>
                <c:pt idx="168">
                  <c:v>6.5</c:v>
                </c:pt>
                <c:pt idx="169">
                  <c:v>6.5</c:v>
                </c:pt>
                <c:pt idx="170">
                  <c:v>6.5</c:v>
                </c:pt>
                <c:pt idx="171">
                  <c:v>6.5</c:v>
                </c:pt>
                <c:pt idx="172">
                  <c:v>6.5</c:v>
                </c:pt>
                <c:pt idx="173">
                  <c:v>6.5</c:v>
                </c:pt>
                <c:pt idx="174">
                  <c:v>6</c:v>
                </c:pt>
                <c:pt idx="175">
                  <c:v>6</c:v>
                </c:pt>
                <c:pt idx="176">
                  <c:v>5.5</c:v>
                </c:pt>
                <c:pt idx="177">
                  <c:v>5</c:v>
                </c:pt>
                <c:pt idx="178">
                  <c:v>5</c:v>
                </c:pt>
                <c:pt idx="179">
                  <c:v>4.5</c:v>
                </c:pt>
                <c:pt idx="180">
                  <c:v>4.5</c:v>
                </c:pt>
                <c:pt idx="181">
                  <c:v>4.25</c:v>
                </c:pt>
                <c:pt idx="182">
                  <c:v>3.75</c:v>
                </c:pt>
                <c:pt idx="183">
                  <c:v>3.75</c:v>
                </c:pt>
                <c:pt idx="184">
                  <c:v>3</c:v>
                </c:pt>
                <c:pt idx="185">
                  <c:v>2.25</c:v>
                </c:pt>
                <c:pt idx="186">
                  <c:v>2.25</c:v>
                </c:pt>
                <c:pt idx="187">
                  <c:v>2</c:v>
                </c:pt>
                <c:pt idx="188">
                  <c:v>2</c:v>
                </c:pt>
                <c:pt idx="189">
                  <c:v>2</c:v>
                </c:pt>
                <c:pt idx="190">
                  <c:v>2</c:v>
                </c:pt>
                <c:pt idx="191">
                  <c:v>2</c:v>
                </c:pt>
                <c:pt idx="192">
                  <c:v>2</c:v>
                </c:pt>
                <c:pt idx="193">
                  <c:v>2</c:v>
                </c:pt>
                <c:pt idx="194">
                  <c:v>2.75</c:v>
                </c:pt>
                <c:pt idx="195">
                  <c:v>2.75</c:v>
                </c:pt>
                <c:pt idx="196">
                  <c:v>3.5</c:v>
                </c:pt>
                <c:pt idx="197">
                  <c:v>4.25</c:v>
                </c:pt>
                <c:pt idx="198">
                  <c:v>4.25</c:v>
                </c:pt>
                <c:pt idx="199">
                  <c:v>5.25</c:v>
                </c:pt>
                <c:pt idx="200">
                  <c:v>6.25</c:v>
                </c:pt>
                <c:pt idx="201">
                  <c:v>7.75</c:v>
                </c:pt>
                <c:pt idx="202">
                  <c:v>7.75</c:v>
                </c:pt>
                <c:pt idx="203">
                  <c:v>9.25</c:v>
                </c:pt>
                <c:pt idx="204">
                  <c:v>9.25</c:v>
                </c:pt>
                <c:pt idx="205">
                  <c:v>10.75</c:v>
                </c:pt>
                <c:pt idx="206">
                  <c:v>11.75</c:v>
                </c:pt>
                <c:pt idx="207">
                  <c:v>11.75</c:v>
                </c:pt>
                <c:pt idx="208">
                  <c:v>12.75</c:v>
                </c:pt>
                <c:pt idx="209">
                  <c:v>13.25</c:v>
                </c:pt>
                <c:pt idx="210">
                  <c:v>13.25</c:v>
                </c:pt>
                <c:pt idx="211">
                  <c:v>13.75</c:v>
                </c:pt>
                <c:pt idx="212">
                  <c:v>13.75</c:v>
                </c:pt>
                <c:pt idx="213">
                  <c:v>13.75</c:v>
                </c:pt>
                <c:pt idx="214">
                  <c:v>13.75</c:v>
                </c:pt>
                <c:pt idx="215">
                  <c:v>13.75</c:v>
                </c:pt>
                <c:pt idx="216">
                  <c:v>13.75</c:v>
                </c:pt>
                <c:pt idx="217">
                  <c:v>13.75</c:v>
                </c:pt>
                <c:pt idx="218">
                  <c:v>13.75</c:v>
                </c:pt>
                <c:pt idx="219">
                  <c:v>13.75</c:v>
                </c:pt>
                <c:pt idx="220">
                  <c:v>13.75</c:v>
                </c:pt>
                <c:pt idx="221">
                  <c:v>13.75</c:v>
                </c:pt>
                <c:pt idx="222">
                  <c:v>13.75</c:v>
                </c:pt>
                <c:pt idx="223">
                  <c:v>13.25</c:v>
                </c:pt>
                <c:pt idx="224">
                  <c:v>12.75</c:v>
                </c:pt>
                <c:pt idx="225">
                  <c:v>12.75</c:v>
                </c:pt>
                <c:pt idx="226">
                  <c:v>12.25</c:v>
                </c:pt>
                <c:pt idx="227">
                  <c:v>11.75</c:v>
                </c:pt>
                <c:pt idx="228">
                  <c:v>11.25</c:v>
                </c:pt>
                <c:pt idx="229">
                  <c:v>11.25</c:v>
                </c:pt>
                <c:pt idx="230">
                  <c:v>10.75</c:v>
                </c:pt>
                <c:pt idx="231">
                  <c:v>10.75</c:v>
                </c:pt>
                <c:pt idx="232">
                  <c:v>10.5</c:v>
                </c:pt>
                <c:pt idx="233">
                  <c:v>10.5</c:v>
                </c:pt>
                <c:pt idx="234">
                  <c:v>10.5</c:v>
                </c:pt>
                <c:pt idx="235">
                  <c:v>10.5</c:v>
                </c:pt>
                <c:pt idx="236">
                  <c:v>10.75</c:v>
                </c:pt>
                <c:pt idx="237">
                  <c:v>10.75</c:v>
                </c:pt>
                <c:pt idx="238">
                  <c:v>11.25</c:v>
                </c:pt>
                <c:pt idx="239">
                  <c:v>12.25</c:v>
                </c:pt>
                <c:pt idx="240">
                  <c:v>13.25</c:v>
                </c:pt>
                <c:pt idx="241">
                  <c:v>13.25</c:v>
                </c:pt>
                <c:pt idx="242">
                  <c:v>14.25</c:v>
                </c:pt>
                <c:pt idx="243">
                  <c:v>14.25</c:v>
                </c:pt>
                <c:pt idx="244">
                  <c:v>14.75</c:v>
                </c:pt>
                <c:pt idx="245">
                  <c:v>15</c:v>
                </c:pt>
                <c:pt idx="246">
                  <c:v>15</c:v>
                </c:pt>
                <c:pt idx="247">
                  <c:v>15</c:v>
                </c:pt>
                <c:pt idx="248">
                  <c:v>15</c:v>
                </c:pt>
                <c:pt idx="249">
                  <c:v>15</c:v>
                </c:pt>
                <c:pt idx="250">
                  <c:v>15</c:v>
                </c:pt>
                <c:pt idx="251">
                  <c:v>15</c:v>
                </c:pt>
                <c:pt idx="252">
                  <c:v>15</c:v>
                </c:pt>
                <c:pt idx="253">
                  <c:v>15</c:v>
                </c:pt>
                <c:pt idx="254">
                  <c:v>14.75</c:v>
                </c:pt>
                <c:pt idx="255">
                  <c:v>14.5</c:v>
                </c:pt>
                <c:pt idx="256">
                  <c:v>14.5</c:v>
                </c:pt>
                <c:pt idx="257">
                  <c:v>14.25</c:v>
                </c:pt>
                <c:pt idx="258">
                  <c:v>14.25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3-AACD-4AEA-96D3-1777FB5AFD1C}"/>
            </c:ext>
          </c:extLst>
        </c:ser>
        <c:ser>
          <c:idx val="4"/>
          <c:order val="4"/>
          <c:tx>
            <c:strRef>
              <c:f>POLICY!$AA$8</c:f>
              <c:strCache>
                <c:ptCount val="1"/>
                <c:pt idx="0">
                  <c:v>Thailand CB</c:v>
                </c:pt>
              </c:strCache>
            </c:strRef>
          </c:tx>
          <c:spPr>
            <a:ln w="22225" cap="rnd">
              <a:solidFill>
                <a:srgbClr val="FFC000"/>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POLICY!$AA$10:$AA$1010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4.75</c:v>
                </c:pt>
                <c:pt idx="25">
                  <c:v>4.5</c:v>
                </c:pt>
                <c:pt idx="26">
                  <c:v>4.5</c:v>
                </c:pt>
                <c:pt idx="27">
                  <c:v>4</c:v>
                </c:pt>
                <c:pt idx="28">
                  <c:v>3.5</c:v>
                </c:pt>
                <c:pt idx="29">
                  <c:v>3.5</c:v>
                </c:pt>
                <c:pt idx="30">
                  <c:v>3.25</c:v>
                </c:pt>
                <c:pt idx="31">
                  <c:v>3.25</c:v>
                </c:pt>
                <c:pt idx="32">
                  <c:v>3.25</c:v>
                </c:pt>
                <c:pt idx="33">
                  <c:v>3.25</c:v>
                </c:pt>
                <c:pt idx="34">
                  <c:v>3.25</c:v>
                </c:pt>
                <c:pt idx="35">
                  <c:v>3.25</c:v>
                </c:pt>
                <c:pt idx="36">
                  <c:v>3.25</c:v>
                </c:pt>
                <c:pt idx="37">
                  <c:v>3.25</c:v>
                </c:pt>
                <c:pt idx="38">
                  <c:v>3.25</c:v>
                </c:pt>
                <c:pt idx="39">
                  <c:v>3.25</c:v>
                </c:pt>
                <c:pt idx="40">
                  <c:v>3.25</c:v>
                </c:pt>
                <c:pt idx="41">
                  <c:v>3.25</c:v>
                </c:pt>
                <c:pt idx="42">
                  <c:v>3.5</c:v>
                </c:pt>
                <c:pt idx="43">
                  <c:v>3.75</c:v>
                </c:pt>
                <c:pt idx="44">
                  <c:v>3.75</c:v>
                </c:pt>
                <c:pt idx="45">
                  <c:v>3.75</c:v>
                </c:pt>
                <c:pt idx="46">
                  <c:v>3.75</c:v>
                </c:pt>
                <c:pt idx="47">
                  <c:v>2.75</c:v>
                </c:pt>
                <c:pt idx="48">
                  <c:v>2</c:v>
                </c:pt>
                <c:pt idx="49">
                  <c:v>1.5</c:v>
                </c:pt>
                <c:pt idx="50">
                  <c:v>1.5</c:v>
                </c:pt>
                <c:pt idx="51">
                  <c:v>1.25</c:v>
                </c:pt>
                <c:pt idx="52">
                  <c:v>1.25</c:v>
                </c:pt>
                <c:pt idx="53">
                  <c:v>1.25</c:v>
                </c:pt>
                <c:pt idx="54">
                  <c:v>1.25</c:v>
                </c:pt>
                <c:pt idx="55">
                  <c:v>1.25</c:v>
                </c:pt>
                <c:pt idx="56">
                  <c:v>1.25</c:v>
                </c:pt>
                <c:pt idx="57">
                  <c:v>1.25</c:v>
                </c:pt>
                <c:pt idx="58">
                  <c:v>1.25</c:v>
                </c:pt>
                <c:pt idx="59">
                  <c:v>1.25</c:v>
                </c:pt>
                <c:pt idx="60">
                  <c:v>1.25</c:v>
                </c:pt>
                <c:pt idx="61">
                  <c:v>1.25</c:v>
                </c:pt>
                <c:pt idx="62">
                  <c:v>1.25</c:v>
                </c:pt>
                <c:pt idx="63">
                  <c:v>1.25</c:v>
                </c:pt>
                <c:pt idx="64">
                  <c:v>1.25</c:v>
                </c:pt>
                <c:pt idx="65">
                  <c:v>1.25</c:v>
                </c:pt>
                <c:pt idx="66">
                  <c:v>1.5</c:v>
                </c:pt>
                <c:pt idx="67">
                  <c:v>1.75</c:v>
                </c:pt>
                <c:pt idx="68">
                  <c:v>1.75</c:v>
                </c:pt>
                <c:pt idx="69">
                  <c:v>1.75</c:v>
                </c:pt>
                <c:pt idx="70">
                  <c:v>1.75</c:v>
                </c:pt>
                <c:pt idx="71">
                  <c:v>2</c:v>
                </c:pt>
                <c:pt idx="72">
                  <c:v>2.25</c:v>
                </c:pt>
                <c:pt idx="73">
                  <c:v>2.25</c:v>
                </c:pt>
                <c:pt idx="74">
                  <c:v>2.5</c:v>
                </c:pt>
                <c:pt idx="75">
                  <c:v>2.75</c:v>
                </c:pt>
                <c:pt idx="76">
                  <c:v>2.75</c:v>
                </c:pt>
                <c:pt idx="77">
                  <c:v>3</c:v>
                </c:pt>
                <c:pt idx="78">
                  <c:v>3.25</c:v>
                </c:pt>
                <c:pt idx="79">
                  <c:v>3.5</c:v>
                </c:pt>
                <c:pt idx="80">
                  <c:v>3.5</c:v>
                </c:pt>
                <c:pt idx="81">
                  <c:v>3.5</c:v>
                </c:pt>
                <c:pt idx="82">
                  <c:v>3.25</c:v>
                </c:pt>
                <c:pt idx="83">
                  <c:v>3.25</c:v>
                </c:pt>
                <c:pt idx="84">
                  <c:v>3</c:v>
                </c:pt>
                <c:pt idx="85">
                  <c:v>3</c:v>
                </c:pt>
                <c:pt idx="86">
                  <c:v>3</c:v>
                </c:pt>
                <c:pt idx="87">
                  <c:v>3</c:v>
                </c:pt>
                <c:pt idx="88">
                  <c:v>3</c:v>
                </c:pt>
                <c:pt idx="89">
                  <c:v>3</c:v>
                </c:pt>
                <c:pt idx="90">
                  <c:v>3</c:v>
                </c:pt>
                <c:pt idx="91">
                  <c:v>3</c:v>
                </c:pt>
                <c:pt idx="92">
                  <c:v>3</c:v>
                </c:pt>
                <c:pt idx="93">
                  <c:v>2.75</c:v>
                </c:pt>
                <c:pt idx="94">
                  <c:v>2.75</c:v>
                </c:pt>
                <c:pt idx="95">
                  <c:v>2.75</c:v>
                </c:pt>
                <c:pt idx="96">
                  <c:v>2.75</c:v>
                </c:pt>
                <c:pt idx="97">
                  <c:v>2.75</c:v>
                </c:pt>
                <c:pt idx="98">
                  <c:v>2.75</c:v>
                </c:pt>
                <c:pt idx="99">
                  <c:v>2.75</c:v>
                </c:pt>
                <c:pt idx="100">
                  <c:v>2.5</c:v>
                </c:pt>
                <c:pt idx="101">
                  <c:v>2.5</c:v>
                </c:pt>
                <c:pt idx="102">
                  <c:v>2.5</c:v>
                </c:pt>
                <c:pt idx="103">
                  <c:v>2.5</c:v>
                </c:pt>
                <c:pt idx="104">
                  <c:v>2.5</c:v>
                </c:pt>
                <c:pt idx="105">
                  <c:v>2.5</c:v>
                </c:pt>
                <c:pt idx="106">
                  <c:v>2.25</c:v>
                </c:pt>
                <c:pt idx="107">
                  <c:v>2.25</c:v>
                </c:pt>
                <c:pt idx="108">
                  <c:v>2.25</c:v>
                </c:pt>
                <c:pt idx="109">
                  <c:v>2.25</c:v>
                </c:pt>
                <c:pt idx="110">
                  <c:v>2</c:v>
                </c:pt>
                <c:pt idx="111">
                  <c:v>2</c:v>
                </c:pt>
                <c:pt idx="112">
                  <c:v>2</c:v>
                </c:pt>
                <c:pt idx="113">
                  <c:v>2</c:v>
                </c:pt>
                <c:pt idx="114">
                  <c:v>2</c:v>
                </c:pt>
                <c:pt idx="115">
                  <c:v>2</c:v>
                </c:pt>
                <c:pt idx="116">
                  <c:v>2</c:v>
                </c:pt>
                <c:pt idx="117">
                  <c:v>2</c:v>
                </c:pt>
                <c:pt idx="118">
                  <c:v>2</c:v>
                </c:pt>
                <c:pt idx="119">
                  <c:v>2</c:v>
                </c:pt>
                <c:pt idx="120">
                  <c:v>2</c:v>
                </c:pt>
                <c:pt idx="121">
                  <c:v>2</c:v>
                </c:pt>
                <c:pt idx="122">
                  <c:v>1.75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1.75</c:v>
                </c:pt>
                <c:pt idx="168">
                  <c:v>1.75</c:v>
                </c:pt>
                <c:pt idx="169">
                  <c:v>1.75</c:v>
                </c:pt>
                <c:pt idx="170">
                  <c:v>1.75</c:v>
                </c:pt>
                <c:pt idx="171">
                  <c:v>1.75</c:v>
                </c:pt>
                <c:pt idx="172">
                  <c:v>1.75</c:v>
                </c:pt>
                <c:pt idx="173">
                  <c:v>1.75</c:v>
                </c:pt>
                <c:pt idx="174">
                  <c:v>1.75</c:v>
                </c:pt>
                <c:pt idx="175">
                  <c:v>1.5</c:v>
                </c:pt>
                <c:pt idx="176">
                  <c:v>1.5</c:v>
                </c:pt>
                <c:pt idx="177">
                  <c:v>1.5</c:v>
                </c:pt>
                <c:pt idx="178">
                  <c:v>1.25</c:v>
                </c:pt>
                <c:pt idx="179">
                  <c:v>1.25</c:v>
                </c:pt>
                <c:pt idx="180">
                  <c:v>1.25</c:v>
                </c:pt>
                <c:pt idx="181">
                  <c:v>1</c:v>
                </c:pt>
                <c:pt idx="182">
                  <c:v>0.75</c:v>
                </c:pt>
                <c:pt idx="183">
                  <c:v>0.75</c:v>
                </c:pt>
                <c:pt idx="184">
                  <c:v>0.5</c:v>
                </c:pt>
                <c:pt idx="185">
                  <c:v>0.5</c:v>
                </c:pt>
                <c:pt idx="186">
                  <c:v>0.5</c:v>
                </c:pt>
                <c:pt idx="187">
                  <c:v>0.5</c:v>
                </c:pt>
                <c:pt idx="188">
                  <c:v>0.5</c:v>
                </c:pt>
                <c:pt idx="189">
                  <c:v>0.5</c:v>
                </c:pt>
                <c:pt idx="190">
                  <c:v>0.5</c:v>
                </c:pt>
                <c:pt idx="191">
                  <c:v>0.5</c:v>
                </c:pt>
                <c:pt idx="192">
                  <c:v>0.5</c:v>
                </c:pt>
                <c:pt idx="193">
                  <c:v>0.5</c:v>
                </c:pt>
                <c:pt idx="194">
                  <c:v>0.5</c:v>
                </c:pt>
                <c:pt idx="195">
                  <c:v>0.5</c:v>
                </c:pt>
                <c:pt idx="196">
                  <c:v>0.5</c:v>
                </c:pt>
                <c:pt idx="197">
                  <c:v>0.5</c:v>
                </c:pt>
                <c:pt idx="198">
                  <c:v>0.5</c:v>
                </c:pt>
                <c:pt idx="199">
                  <c:v>0.5</c:v>
                </c:pt>
                <c:pt idx="200">
                  <c:v>0.5</c:v>
                </c:pt>
                <c:pt idx="201">
                  <c:v>0.5</c:v>
                </c:pt>
                <c:pt idx="202">
                  <c:v>0.5</c:v>
                </c:pt>
                <c:pt idx="203">
                  <c:v>0.5</c:v>
                </c:pt>
                <c:pt idx="204">
                  <c:v>0.5</c:v>
                </c:pt>
                <c:pt idx="205">
                  <c:v>0.5</c:v>
                </c:pt>
                <c:pt idx="206">
                  <c:v>0.5</c:v>
                </c:pt>
                <c:pt idx="207">
                  <c:v>0.5</c:v>
                </c:pt>
                <c:pt idx="208">
                  <c:v>0.5</c:v>
                </c:pt>
                <c:pt idx="209">
                  <c:v>0.5</c:v>
                </c:pt>
                <c:pt idx="210">
                  <c:v>0.5</c:v>
                </c:pt>
                <c:pt idx="211">
                  <c:v>0.75</c:v>
                </c:pt>
                <c:pt idx="212">
                  <c:v>1</c:v>
                </c:pt>
                <c:pt idx="213">
                  <c:v>1</c:v>
                </c:pt>
                <c:pt idx="214">
                  <c:v>1.25</c:v>
                </c:pt>
                <c:pt idx="215">
                  <c:v>1.25</c:v>
                </c:pt>
                <c:pt idx="216">
                  <c:v>1.5</c:v>
                </c:pt>
                <c:pt idx="217">
                  <c:v>1.5</c:v>
                </c:pt>
                <c:pt idx="218">
                  <c:v>1.75</c:v>
                </c:pt>
                <c:pt idx="219">
                  <c:v>1.75</c:v>
                </c:pt>
                <c:pt idx="220">
                  <c:v>2</c:v>
                </c:pt>
                <c:pt idx="221">
                  <c:v>2</c:v>
                </c:pt>
                <c:pt idx="222">
                  <c:v>2</c:v>
                </c:pt>
                <c:pt idx="223">
                  <c:v>2.25</c:v>
                </c:pt>
                <c:pt idx="224">
                  <c:v>2.5</c:v>
                </c:pt>
                <c:pt idx="225">
                  <c:v>2.5</c:v>
                </c:pt>
                <c:pt idx="226">
                  <c:v>2.5</c:v>
                </c:pt>
                <c:pt idx="227">
                  <c:v>2.5</c:v>
                </c:pt>
                <c:pt idx="228">
                  <c:v>2.5</c:v>
                </c:pt>
                <c:pt idx="229">
                  <c:v>2.5</c:v>
                </c:pt>
                <c:pt idx="230">
                  <c:v>2.5</c:v>
                </c:pt>
                <c:pt idx="231">
                  <c:v>2.5</c:v>
                </c:pt>
                <c:pt idx="232">
                  <c:v>2.5</c:v>
                </c:pt>
                <c:pt idx="233">
                  <c:v>2.5</c:v>
                </c:pt>
                <c:pt idx="234">
                  <c:v>2.5</c:v>
                </c:pt>
                <c:pt idx="235">
                  <c:v>2.5</c:v>
                </c:pt>
                <c:pt idx="236">
                  <c:v>2.5</c:v>
                </c:pt>
                <c:pt idx="237">
                  <c:v>2.25</c:v>
                </c:pt>
                <c:pt idx="238">
                  <c:v>2.25</c:v>
                </c:pt>
                <c:pt idx="239">
                  <c:v>2.25</c:v>
                </c:pt>
                <c:pt idx="240">
                  <c:v>2.25</c:v>
                </c:pt>
                <c:pt idx="241">
                  <c:v>2</c:v>
                </c:pt>
                <c:pt idx="242">
                  <c:v>2</c:v>
                </c:pt>
                <c:pt idx="243">
                  <c:v>1.75</c:v>
                </c:pt>
                <c:pt idx="244">
                  <c:v>1.75</c:v>
                </c:pt>
                <c:pt idx="245">
                  <c:v>1.75</c:v>
                </c:pt>
                <c:pt idx="246">
                  <c:v>1.75</c:v>
                </c:pt>
                <c:pt idx="247">
                  <c:v>1.5</c:v>
                </c:pt>
                <c:pt idx="248">
                  <c:v>1.5</c:v>
                </c:pt>
                <c:pt idx="249">
                  <c:v>1.5</c:v>
                </c:pt>
                <c:pt idx="250">
                  <c:v>1.5</c:v>
                </c:pt>
                <c:pt idx="251">
                  <c:v>1.25</c:v>
                </c:pt>
                <c:pt idx="252">
                  <c:v>1.25</c:v>
                </c:pt>
                <c:pt idx="253">
                  <c:v>1</c:v>
                </c:pt>
                <c:pt idx="254">
                  <c:v>1</c:v>
                </c:pt>
                <c:pt idx="255">
                  <c:v>1</c:v>
                </c:pt>
                <c:pt idx="256">
                  <c:v>1</c:v>
                </c:pt>
                <c:pt idx="257">
                  <c:v>1</c:v>
                </c:pt>
                <c:pt idx="258">
                  <c:v>1</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4-AACD-4AEA-96D3-1777FB5AFD1C}"/>
            </c:ext>
          </c:extLst>
        </c:ser>
        <c:ser>
          <c:idx val="5"/>
          <c:order val="5"/>
          <c:tx>
            <c:strRef>
              <c:f>POLICY!$AC$8</c:f>
              <c:strCache>
                <c:ptCount val="1"/>
                <c:pt idx="0">
                  <c:v>South Africa CB</c:v>
                </c:pt>
              </c:strCache>
            </c:strRef>
          </c:tx>
          <c:spPr>
            <a:ln w="22225" cap="rnd">
              <a:solidFill>
                <a:srgbClr val="C00000"/>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POLICY!$AC$10:$AC$1010</c:f>
              <c:numCache>
                <c:formatCode>0.00</c:formatCode>
                <c:ptCount val="1001"/>
                <c:pt idx="0">
                  <c:v>7.5</c:v>
                </c:pt>
                <c:pt idx="1">
                  <c:v>7.5</c:v>
                </c:pt>
                <c:pt idx="2">
                  <c:v>7.5</c:v>
                </c:pt>
                <c:pt idx="3">
                  <c:v>7</c:v>
                </c:pt>
                <c:pt idx="4">
                  <c:v>7</c:v>
                </c:pt>
                <c:pt idx="5">
                  <c:v>7</c:v>
                </c:pt>
                <c:pt idx="6">
                  <c:v>7</c:v>
                </c:pt>
                <c:pt idx="7">
                  <c:v>7</c:v>
                </c:pt>
                <c:pt idx="8">
                  <c:v>7</c:v>
                </c:pt>
                <c:pt idx="9">
                  <c:v>7</c:v>
                </c:pt>
                <c:pt idx="10">
                  <c:v>7</c:v>
                </c:pt>
                <c:pt idx="11">
                  <c:v>7</c:v>
                </c:pt>
                <c:pt idx="12">
                  <c:v>7</c:v>
                </c:pt>
                <c:pt idx="13">
                  <c:v>7</c:v>
                </c:pt>
                <c:pt idx="14">
                  <c:v>7</c:v>
                </c:pt>
                <c:pt idx="15">
                  <c:v>7</c:v>
                </c:pt>
                <c:pt idx="16">
                  <c:v>7</c:v>
                </c:pt>
                <c:pt idx="17">
                  <c:v>7.5</c:v>
                </c:pt>
                <c:pt idx="18">
                  <c:v>7.5</c:v>
                </c:pt>
                <c:pt idx="19">
                  <c:v>8</c:v>
                </c:pt>
                <c:pt idx="20">
                  <c:v>8</c:v>
                </c:pt>
                <c:pt idx="21">
                  <c:v>8.5</c:v>
                </c:pt>
                <c:pt idx="22">
                  <c:v>8.5</c:v>
                </c:pt>
                <c:pt idx="23">
                  <c:v>8.5</c:v>
                </c:pt>
                <c:pt idx="24">
                  <c:v>8.5</c:v>
                </c:pt>
                <c:pt idx="25">
                  <c:v>9</c:v>
                </c:pt>
                <c:pt idx="26">
                  <c:v>9</c:v>
                </c:pt>
                <c:pt idx="27">
                  <c:v>9</c:v>
                </c:pt>
                <c:pt idx="28">
                  <c:v>9</c:v>
                </c:pt>
                <c:pt idx="29">
                  <c:v>9.5</c:v>
                </c:pt>
                <c:pt idx="30">
                  <c:v>9.5</c:v>
                </c:pt>
                <c:pt idx="31">
                  <c:v>10</c:v>
                </c:pt>
                <c:pt idx="32">
                  <c:v>10</c:v>
                </c:pt>
                <c:pt idx="33">
                  <c:v>10.5</c:v>
                </c:pt>
                <c:pt idx="34">
                  <c:v>10.5</c:v>
                </c:pt>
                <c:pt idx="35">
                  <c:v>10.5</c:v>
                </c:pt>
                <c:pt idx="36">
                  <c:v>11</c:v>
                </c:pt>
                <c:pt idx="37">
                  <c:v>11</c:v>
                </c:pt>
                <c:pt idx="38">
                  <c:v>11</c:v>
                </c:pt>
                <c:pt idx="39">
                  <c:v>11.5</c:v>
                </c:pt>
                <c:pt idx="40">
                  <c:v>11.5</c:v>
                </c:pt>
                <c:pt idx="41">
                  <c:v>12</c:v>
                </c:pt>
                <c:pt idx="42">
                  <c:v>12</c:v>
                </c:pt>
                <c:pt idx="43">
                  <c:v>12</c:v>
                </c:pt>
                <c:pt idx="44">
                  <c:v>12</c:v>
                </c:pt>
                <c:pt idx="45">
                  <c:v>12</c:v>
                </c:pt>
                <c:pt idx="46">
                  <c:v>12</c:v>
                </c:pt>
                <c:pt idx="47">
                  <c:v>11.5</c:v>
                </c:pt>
                <c:pt idx="48">
                  <c:v>11.5</c:v>
                </c:pt>
                <c:pt idx="49">
                  <c:v>10.5</c:v>
                </c:pt>
                <c:pt idx="50">
                  <c:v>9.5</c:v>
                </c:pt>
                <c:pt idx="51">
                  <c:v>8.5</c:v>
                </c:pt>
                <c:pt idx="52">
                  <c:v>7.5</c:v>
                </c:pt>
                <c:pt idx="53">
                  <c:v>7.5</c:v>
                </c:pt>
                <c:pt idx="54">
                  <c:v>7.5</c:v>
                </c:pt>
                <c:pt idx="55">
                  <c:v>7</c:v>
                </c:pt>
                <c:pt idx="56">
                  <c:v>7</c:v>
                </c:pt>
                <c:pt idx="57">
                  <c:v>7</c:v>
                </c:pt>
                <c:pt idx="58">
                  <c:v>7</c:v>
                </c:pt>
                <c:pt idx="59">
                  <c:v>7</c:v>
                </c:pt>
                <c:pt idx="60">
                  <c:v>7</c:v>
                </c:pt>
                <c:pt idx="61">
                  <c:v>7</c:v>
                </c:pt>
                <c:pt idx="62">
                  <c:v>6.5</c:v>
                </c:pt>
                <c:pt idx="63">
                  <c:v>6.5</c:v>
                </c:pt>
                <c:pt idx="64">
                  <c:v>6.5</c:v>
                </c:pt>
                <c:pt idx="65">
                  <c:v>6.5</c:v>
                </c:pt>
                <c:pt idx="66">
                  <c:v>6.5</c:v>
                </c:pt>
                <c:pt idx="67">
                  <c:v>6.5</c:v>
                </c:pt>
                <c:pt idx="68">
                  <c:v>6</c:v>
                </c:pt>
                <c:pt idx="69">
                  <c:v>6</c:v>
                </c:pt>
                <c:pt idx="70">
                  <c:v>5.5</c:v>
                </c:pt>
                <c:pt idx="71">
                  <c:v>5.5</c:v>
                </c:pt>
                <c:pt idx="72">
                  <c:v>5.5</c:v>
                </c:pt>
                <c:pt idx="73">
                  <c:v>5.5</c:v>
                </c:pt>
                <c:pt idx="74">
                  <c:v>5.5</c:v>
                </c:pt>
                <c:pt idx="75">
                  <c:v>5.5</c:v>
                </c:pt>
                <c:pt idx="76">
                  <c:v>5.5</c:v>
                </c:pt>
                <c:pt idx="77">
                  <c:v>5.5</c:v>
                </c:pt>
                <c:pt idx="78">
                  <c:v>5.5</c:v>
                </c:pt>
                <c:pt idx="79">
                  <c:v>5.5</c:v>
                </c:pt>
                <c:pt idx="80">
                  <c:v>5.5</c:v>
                </c:pt>
                <c:pt idx="81">
                  <c:v>5.5</c:v>
                </c:pt>
                <c:pt idx="82">
                  <c:v>5.5</c:v>
                </c:pt>
                <c:pt idx="83">
                  <c:v>5.5</c:v>
                </c:pt>
                <c:pt idx="84">
                  <c:v>5.5</c:v>
                </c:pt>
                <c:pt idx="85">
                  <c:v>5.5</c:v>
                </c:pt>
                <c:pt idx="86">
                  <c:v>5.5</c:v>
                </c:pt>
                <c:pt idx="87">
                  <c:v>5.5</c:v>
                </c:pt>
                <c:pt idx="88">
                  <c:v>5.5</c:v>
                </c:pt>
                <c:pt idx="89">
                  <c:v>5.5</c:v>
                </c:pt>
                <c:pt idx="90">
                  <c:v>5</c:v>
                </c:pt>
                <c:pt idx="91">
                  <c:v>5</c:v>
                </c:pt>
                <c:pt idx="92">
                  <c:v>5</c:v>
                </c:pt>
                <c:pt idx="93">
                  <c:v>5</c:v>
                </c:pt>
                <c:pt idx="94">
                  <c:v>5</c:v>
                </c:pt>
                <c:pt idx="95">
                  <c:v>5</c:v>
                </c:pt>
                <c:pt idx="96">
                  <c:v>5</c:v>
                </c:pt>
                <c:pt idx="97">
                  <c:v>5</c:v>
                </c:pt>
                <c:pt idx="98">
                  <c:v>5</c:v>
                </c:pt>
                <c:pt idx="99">
                  <c:v>5</c:v>
                </c:pt>
                <c:pt idx="100">
                  <c:v>5</c:v>
                </c:pt>
                <c:pt idx="101">
                  <c:v>5</c:v>
                </c:pt>
                <c:pt idx="102">
                  <c:v>5</c:v>
                </c:pt>
                <c:pt idx="103">
                  <c:v>5</c:v>
                </c:pt>
                <c:pt idx="104">
                  <c:v>5</c:v>
                </c:pt>
                <c:pt idx="105">
                  <c:v>5</c:v>
                </c:pt>
                <c:pt idx="106">
                  <c:v>5</c:v>
                </c:pt>
                <c:pt idx="107">
                  <c:v>5</c:v>
                </c:pt>
                <c:pt idx="108">
                  <c:v>5.5</c:v>
                </c:pt>
                <c:pt idx="109">
                  <c:v>5.5</c:v>
                </c:pt>
                <c:pt idx="110">
                  <c:v>5.5</c:v>
                </c:pt>
                <c:pt idx="111">
                  <c:v>5.5</c:v>
                </c:pt>
                <c:pt idx="112">
                  <c:v>5.5</c:v>
                </c:pt>
                <c:pt idx="113">
                  <c:v>5.5</c:v>
                </c:pt>
                <c:pt idx="114">
                  <c:v>5.75</c:v>
                </c:pt>
                <c:pt idx="115">
                  <c:v>5.75</c:v>
                </c:pt>
                <c:pt idx="116">
                  <c:v>5.75</c:v>
                </c:pt>
                <c:pt idx="117">
                  <c:v>5.75</c:v>
                </c:pt>
                <c:pt idx="118">
                  <c:v>5.75</c:v>
                </c:pt>
                <c:pt idx="119">
                  <c:v>5.75</c:v>
                </c:pt>
                <c:pt idx="120">
                  <c:v>5.75</c:v>
                </c:pt>
                <c:pt idx="121">
                  <c:v>5.75</c:v>
                </c:pt>
                <c:pt idx="122">
                  <c:v>5.75</c:v>
                </c:pt>
                <c:pt idx="123">
                  <c:v>5.75</c:v>
                </c:pt>
                <c:pt idx="124">
                  <c:v>5.75</c:v>
                </c:pt>
                <c:pt idx="125">
                  <c:v>5.75</c:v>
                </c:pt>
                <c:pt idx="126">
                  <c:v>6</c:v>
                </c:pt>
                <c:pt idx="127">
                  <c:v>6</c:v>
                </c:pt>
                <c:pt idx="128">
                  <c:v>6</c:v>
                </c:pt>
                <c:pt idx="129">
                  <c:v>6</c:v>
                </c:pt>
                <c:pt idx="130">
                  <c:v>6.25</c:v>
                </c:pt>
                <c:pt idx="131">
                  <c:v>6.25</c:v>
                </c:pt>
                <c:pt idx="132">
                  <c:v>6.75</c:v>
                </c:pt>
                <c:pt idx="133">
                  <c:v>6.75</c:v>
                </c:pt>
                <c:pt idx="134">
                  <c:v>7</c:v>
                </c:pt>
                <c:pt idx="135">
                  <c:v>7</c:v>
                </c:pt>
                <c:pt idx="136">
                  <c:v>7</c:v>
                </c:pt>
                <c:pt idx="137">
                  <c:v>7</c:v>
                </c:pt>
                <c:pt idx="138">
                  <c:v>7</c:v>
                </c:pt>
                <c:pt idx="139">
                  <c:v>7</c:v>
                </c:pt>
                <c:pt idx="140">
                  <c:v>7</c:v>
                </c:pt>
                <c:pt idx="141">
                  <c:v>7</c:v>
                </c:pt>
                <c:pt idx="142">
                  <c:v>7</c:v>
                </c:pt>
                <c:pt idx="143">
                  <c:v>7</c:v>
                </c:pt>
                <c:pt idx="144">
                  <c:v>7</c:v>
                </c:pt>
                <c:pt idx="145">
                  <c:v>7</c:v>
                </c:pt>
                <c:pt idx="146">
                  <c:v>7</c:v>
                </c:pt>
                <c:pt idx="147">
                  <c:v>7</c:v>
                </c:pt>
                <c:pt idx="148">
                  <c:v>7</c:v>
                </c:pt>
                <c:pt idx="149">
                  <c:v>7</c:v>
                </c:pt>
                <c:pt idx="150">
                  <c:v>6.75</c:v>
                </c:pt>
                <c:pt idx="151">
                  <c:v>6.75</c:v>
                </c:pt>
                <c:pt idx="152">
                  <c:v>6.75</c:v>
                </c:pt>
                <c:pt idx="153">
                  <c:v>6.75</c:v>
                </c:pt>
                <c:pt idx="154">
                  <c:v>6.75</c:v>
                </c:pt>
                <c:pt idx="155">
                  <c:v>6.75</c:v>
                </c:pt>
                <c:pt idx="156">
                  <c:v>6.75</c:v>
                </c:pt>
                <c:pt idx="157">
                  <c:v>6.75</c:v>
                </c:pt>
                <c:pt idx="158">
                  <c:v>6.5</c:v>
                </c:pt>
                <c:pt idx="159">
                  <c:v>6.5</c:v>
                </c:pt>
                <c:pt idx="160">
                  <c:v>6.5</c:v>
                </c:pt>
                <c:pt idx="161">
                  <c:v>6.5</c:v>
                </c:pt>
                <c:pt idx="162">
                  <c:v>6.5</c:v>
                </c:pt>
                <c:pt idx="163">
                  <c:v>6.5</c:v>
                </c:pt>
                <c:pt idx="164">
                  <c:v>6.5</c:v>
                </c:pt>
                <c:pt idx="165">
                  <c:v>6.5</c:v>
                </c:pt>
                <c:pt idx="166">
                  <c:v>6.75</c:v>
                </c:pt>
                <c:pt idx="167">
                  <c:v>6.75</c:v>
                </c:pt>
                <c:pt idx="168">
                  <c:v>6.75</c:v>
                </c:pt>
                <c:pt idx="169">
                  <c:v>6.75</c:v>
                </c:pt>
                <c:pt idx="170">
                  <c:v>6.75</c:v>
                </c:pt>
                <c:pt idx="171">
                  <c:v>6.75</c:v>
                </c:pt>
                <c:pt idx="172">
                  <c:v>6.75</c:v>
                </c:pt>
                <c:pt idx="173">
                  <c:v>6.75</c:v>
                </c:pt>
                <c:pt idx="174">
                  <c:v>6.5</c:v>
                </c:pt>
                <c:pt idx="175">
                  <c:v>6.5</c:v>
                </c:pt>
                <c:pt idx="176">
                  <c:v>6.5</c:v>
                </c:pt>
                <c:pt idx="177">
                  <c:v>6.5</c:v>
                </c:pt>
                <c:pt idx="178">
                  <c:v>6.5</c:v>
                </c:pt>
                <c:pt idx="179">
                  <c:v>6.5</c:v>
                </c:pt>
                <c:pt idx="180">
                  <c:v>6.25</c:v>
                </c:pt>
                <c:pt idx="181">
                  <c:v>6.25</c:v>
                </c:pt>
                <c:pt idx="182">
                  <c:v>5.25</c:v>
                </c:pt>
                <c:pt idx="183">
                  <c:v>4.25</c:v>
                </c:pt>
                <c:pt idx="184">
                  <c:v>3.75</c:v>
                </c:pt>
                <c:pt idx="185">
                  <c:v>3.75</c:v>
                </c:pt>
                <c:pt idx="186">
                  <c:v>3.5</c:v>
                </c:pt>
                <c:pt idx="187">
                  <c:v>3.5</c:v>
                </c:pt>
                <c:pt idx="188">
                  <c:v>3.5</c:v>
                </c:pt>
                <c:pt idx="189">
                  <c:v>3.5</c:v>
                </c:pt>
                <c:pt idx="190">
                  <c:v>3.5</c:v>
                </c:pt>
                <c:pt idx="191">
                  <c:v>3.5</c:v>
                </c:pt>
                <c:pt idx="192">
                  <c:v>3.5</c:v>
                </c:pt>
                <c:pt idx="193">
                  <c:v>3.5</c:v>
                </c:pt>
                <c:pt idx="194">
                  <c:v>3.5</c:v>
                </c:pt>
                <c:pt idx="195">
                  <c:v>3.5</c:v>
                </c:pt>
                <c:pt idx="196">
                  <c:v>3.5</c:v>
                </c:pt>
                <c:pt idx="197">
                  <c:v>3.5</c:v>
                </c:pt>
                <c:pt idx="198">
                  <c:v>3.5</c:v>
                </c:pt>
                <c:pt idx="199">
                  <c:v>3.5</c:v>
                </c:pt>
                <c:pt idx="200">
                  <c:v>3.5</c:v>
                </c:pt>
                <c:pt idx="201">
                  <c:v>3.5</c:v>
                </c:pt>
                <c:pt idx="202">
                  <c:v>3.75</c:v>
                </c:pt>
                <c:pt idx="203">
                  <c:v>3.75</c:v>
                </c:pt>
                <c:pt idx="204">
                  <c:v>4</c:v>
                </c:pt>
                <c:pt idx="205">
                  <c:v>4</c:v>
                </c:pt>
                <c:pt idx="206">
                  <c:v>4.25</c:v>
                </c:pt>
                <c:pt idx="207">
                  <c:v>4.25</c:v>
                </c:pt>
                <c:pt idx="208">
                  <c:v>4.75</c:v>
                </c:pt>
                <c:pt idx="209">
                  <c:v>4.75</c:v>
                </c:pt>
                <c:pt idx="210">
                  <c:v>5.5</c:v>
                </c:pt>
                <c:pt idx="211">
                  <c:v>5.5</c:v>
                </c:pt>
                <c:pt idx="212">
                  <c:v>6.25</c:v>
                </c:pt>
                <c:pt idx="213">
                  <c:v>6.25</c:v>
                </c:pt>
                <c:pt idx="214">
                  <c:v>7</c:v>
                </c:pt>
                <c:pt idx="215">
                  <c:v>7</c:v>
                </c:pt>
                <c:pt idx="216">
                  <c:v>7.25</c:v>
                </c:pt>
                <c:pt idx="217">
                  <c:v>7.25</c:v>
                </c:pt>
                <c:pt idx="218">
                  <c:v>7.75</c:v>
                </c:pt>
                <c:pt idx="219">
                  <c:v>7.75</c:v>
                </c:pt>
                <c:pt idx="220">
                  <c:v>8.25</c:v>
                </c:pt>
                <c:pt idx="221">
                  <c:v>8.25</c:v>
                </c:pt>
                <c:pt idx="222">
                  <c:v>8.25</c:v>
                </c:pt>
                <c:pt idx="223">
                  <c:v>8.25</c:v>
                </c:pt>
                <c:pt idx="224">
                  <c:v>8.25</c:v>
                </c:pt>
                <c:pt idx="225">
                  <c:v>8.25</c:v>
                </c:pt>
                <c:pt idx="226">
                  <c:v>8.25</c:v>
                </c:pt>
                <c:pt idx="227">
                  <c:v>8.25</c:v>
                </c:pt>
                <c:pt idx="228">
                  <c:v>8.25</c:v>
                </c:pt>
                <c:pt idx="229">
                  <c:v>8.25</c:v>
                </c:pt>
                <c:pt idx="230">
                  <c:v>8.25</c:v>
                </c:pt>
                <c:pt idx="231">
                  <c:v>8.25</c:v>
                </c:pt>
                <c:pt idx="232">
                  <c:v>8.25</c:v>
                </c:pt>
                <c:pt idx="233">
                  <c:v>8.25</c:v>
                </c:pt>
                <c:pt idx="234">
                  <c:v>8.25</c:v>
                </c:pt>
                <c:pt idx="235">
                  <c:v>8.25</c:v>
                </c:pt>
                <c:pt idx="236">
                  <c:v>8</c:v>
                </c:pt>
                <c:pt idx="237">
                  <c:v>8</c:v>
                </c:pt>
                <c:pt idx="238">
                  <c:v>7.75</c:v>
                </c:pt>
                <c:pt idx="239">
                  <c:v>7.75</c:v>
                </c:pt>
                <c:pt idx="240">
                  <c:v>7.5</c:v>
                </c:pt>
                <c:pt idx="241">
                  <c:v>7.5</c:v>
                </c:pt>
                <c:pt idx="242">
                  <c:v>7.5</c:v>
                </c:pt>
                <c:pt idx="243">
                  <c:v>7.5</c:v>
                </c:pt>
                <c:pt idx="244">
                  <c:v>7.25</c:v>
                </c:pt>
                <c:pt idx="245">
                  <c:v>7.25</c:v>
                </c:pt>
                <c:pt idx="246">
                  <c:v>7</c:v>
                </c:pt>
                <c:pt idx="247">
                  <c:v>7</c:v>
                </c:pt>
                <c:pt idx="248">
                  <c:v>7</c:v>
                </c:pt>
                <c:pt idx="249">
                  <c:v>7</c:v>
                </c:pt>
                <c:pt idx="250">
                  <c:v>6.75</c:v>
                </c:pt>
                <c:pt idx="251">
                  <c:v>6.75</c:v>
                </c:pt>
                <c:pt idx="252">
                  <c:v>6.75</c:v>
                </c:pt>
                <c:pt idx="253">
                  <c:v>6.75</c:v>
                </c:pt>
                <c:pt idx="254">
                  <c:v>6.75</c:v>
                </c:pt>
                <c:pt idx="255">
                  <c:v>6.75</c:v>
                </c:pt>
                <c:pt idx="256">
                  <c:v>7</c:v>
                </c:pt>
                <c:pt idx="257">
                  <c:v>7</c:v>
                </c:pt>
                <c:pt idx="258">
                  <c:v>7</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5-AACD-4AEA-96D3-1777FB5AFD1C}"/>
            </c:ext>
          </c:extLst>
        </c:ser>
        <c:ser>
          <c:idx val="6"/>
          <c:order val="6"/>
          <c:tx>
            <c:strRef>
              <c:f>POLICY!$Y$8</c:f>
              <c:strCache>
                <c:ptCount val="1"/>
                <c:pt idx="0">
                  <c:v>Poland CB</c:v>
                </c:pt>
              </c:strCache>
            </c:strRef>
          </c:tx>
          <c:spPr>
            <a:ln w="22225" cap="rnd">
              <a:solidFill>
                <a:srgbClr val="00B0F0"/>
              </a:solidFill>
              <a:round/>
            </a:ln>
            <a:effectLst/>
          </c:spPr>
          <c:marker>
            <c:symbol val="none"/>
          </c:marker>
          <c:cat>
            <c:numRef>
              <c:f>POLICY!$B$10:$B$1010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POLICY!$Y$10:$Y$1010</c:f>
              <c:numCache>
                <c:formatCode>0.00</c:formatCode>
                <c:ptCount val="1001"/>
                <c:pt idx="0">
                  <c:v>6.5</c:v>
                </c:pt>
                <c:pt idx="1">
                  <c:v>6.5</c:v>
                </c:pt>
                <c:pt idx="2">
                  <c:v>6</c:v>
                </c:pt>
                <c:pt idx="3">
                  <c:v>5.5</c:v>
                </c:pt>
                <c:pt idx="4">
                  <c:v>5.5</c:v>
                </c:pt>
                <c:pt idx="5">
                  <c:v>5</c:v>
                </c:pt>
                <c:pt idx="6">
                  <c:v>4.75</c:v>
                </c:pt>
                <c:pt idx="7">
                  <c:v>4.5</c:v>
                </c:pt>
                <c:pt idx="8">
                  <c:v>4.5</c:v>
                </c:pt>
                <c:pt idx="9">
                  <c:v>4.5</c:v>
                </c:pt>
                <c:pt idx="10">
                  <c:v>4.5</c:v>
                </c:pt>
                <c:pt idx="11">
                  <c:v>4.5</c:v>
                </c:pt>
                <c:pt idx="12">
                  <c:v>4.25</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4.25</c:v>
                </c:pt>
                <c:pt idx="28">
                  <c:v>4.25</c:v>
                </c:pt>
                <c:pt idx="29">
                  <c:v>4.5</c:v>
                </c:pt>
                <c:pt idx="30">
                  <c:v>4.5</c:v>
                </c:pt>
                <c:pt idx="31">
                  <c:v>4.75</c:v>
                </c:pt>
                <c:pt idx="32">
                  <c:v>4.75</c:v>
                </c:pt>
                <c:pt idx="33">
                  <c:v>4.75</c:v>
                </c:pt>
                <c:pt idx="34">
                  <c:v>5</c:v>
                </c:pt>
                <c:pt idx="35">
                  <c:v>5</c:v>
                </c:pt>
                <c:pt idx="36">
                  <c:v>5.25</c:v>
                </c:pt>
                <c:pt idx="37">
                  <c:v>5.5</c:v>
                </c:pt>
                <c:pt idx="38">
                  <c:v>5.75</c:v>
                </c:pt>
                <c:pt idx="39">
                  <c:v>5.75</c:v>
                </c:pt>
                <c:pt idx="40">
                  <c:v>5.75</c:v>
                </c:pt>
                <c:pt idx="41">
                  <c:v>6</c:v>
                </c:pt>
                <c:pt idx="42">
                  <c:v>6</c:v>
                </c:pt>
                <c:pt idx="43">
                  <c:v>6</c:v>
                </c:pt>
                <c:pt idx="44">
                  <c:v>6</c:v>
                </c:pt>
                <c:pt idx="45">
                  <c:v>6</c:v>
                </c:pt>
                <c:pt idx="46">
                  <c:v>5.75</c:v>
                </c:pt>
                <c:pt idx="47">
                  <c:v>5</c:v>
                </c:pt>
                <c:pt idx="48">
                  <c:v>4.25</c:v>
                </c:pt>
                <c:pt idx="49">
                  <c:v>4</c:v>
                </c:pt>
                <c:pt idx="50">
                  <c:v>3.75</c:v>
                </c:pt>
                <c:pt idx="51">
                  <c:v>3.75</c:v>
                </c:pt>
                <c:pt idx="52">
                  <c:v>3.75</c:v>
                </c:pt>
                <c:pt idx="53">
                  <c:v>3.5</c:v>
                </c:pt>
                <c:pt idx="54">
                  <c:v>3.5</c:v>
                </c:pt>
                <c:pt idx="55">
                  <c:v>3.5</c:v>
                </c:pt>
                <c:pt idx="56">
                  <c:v>3.5</c:v>
                </c:pt>
                <c:pt idx="57">
                  <c:v>3.5</c:v>
                </c:pt>
                <c:pt idx="58">
                  <c:v>3.5</c:v>
                </c:pt>
                <c:pt idx="59">
                  <c:v>3.5</c:v>
                </c:pt>
                <c:pt idx="60">
                  <c:v>3.5</c:v>
                </c:pt>
                <c:pt idx="61">
                  <c:v>3.5</c:v>
                </c:pt>
                <c:pt idx="62">
                  <c:v>3.5</c:v>
                </c:pt>
                <c:pt idx="63">
                  <c:v>3.5</c:v>
                </c:pt>
                <c:pt idx="64">
                  <c:v>3.5</c:v>
                </c:pt>
                <c:pt idx="65">
                  <c:v>3.5</c:v>
                </c:pt>
                <c:pt idx="66">
                  <c:v>3.5</c:v>
                </c:pt>
                <c:pt idx="67">
                  <c:v>3.5</c:v>
                </c:pt>
                <c:pt idx="68">
                  <c:v>3.5</c:v>
                </c:pt>
                <c:pt idx="69">
                  <c:v>3.5</c:v>
                </c:pt>
                <c:pt idx="70">
                  <c:v>3.5</c:v>
                </c:pt>
                <c:pt idx="71">
                  <c:v>3.5</c:v>
                </c:pt>
                <c:pt idx="72">
                  <c:v>3.75</c:v>
                </c:pt>
                <c:pt idx="73">
                  <c:v>3.75</c:v>
                </c:pt>
                <c:pt idx="74">
                  <c:v>3.75</c:v>
                </c:pt>
                <c:pt idx="75">
                  <c:v>4</c:v>
                </c:pt>
                <c:pt idx="76">
                  <c:v>4.25</c:v>
                </c:pt>
                <c:pt idx="77">
                  <c:v>4.5</c:v>
                </c:pt>
                <c:pt idx="78">
                  <c:v>4.5</c:v>
                </c:pt>
                <c:pt idx="79">
                  <c:v>4.5</c:v>
                </c:pt>
                <c:pt idx="80">
                  <c:v>4.5</c:v>
                </c:pt>
                <c:pt idx="81">
                  <c:v>4.5</c:v>
                </c:pt>
                <c:pt idx="82">
                  <c:v>4.5</c:v>
                </c:pt>
                <c:pt idx="83">
                  <c:v>4.5</c:v>
                </c:pt>
                <c:pt idx="84">
                  <c:v>4.5</c:v>
                </c:pt>
                <c:pt idx="85">
                  <c:v>4.5</c:v>
                </c:pt>
                <c:pt idx="86">
                  <c:v>4.5</c:v>
                </c:pt>
                <c:pt idx="87">
                  <c:v>4.5</c:v>
                </c:pt>
                <c:pt idx="88">
                  <c:v>4.75</c:v>
                </c:pt>
                <c:pt idx="89">
                  <c:v>4.75</c:v>
                </c:pt>
                <c:pt idx="90">
                  <c:v>4.75</c:v>
                </c:pt>
                <c:pt idx="91">
                  <c:v>4.75</c:v>
                </c:pt>
                <c:pt idx="92">
                  <c:v>4.75</c:v>
                </c:pt>
                <c:pt idx="93">
                  <c:v>4.75</c:v>
                </c:pt>
                <c:pt idx="94">
                  <c:v>4.5</c:v>
                </c:pt>
                <c:pt idx="95">
                  <c:v>4.25</c:v>
                </c:pt>
                <c:pt idx="96">
                  <c:v>4</c:v>
                </c:pt>
                <c:pt idx="97">
                  <c:v>3.75</c:v>
                </c:pt>
                <c:pt idx="98">
                  <c:v>3.25</c:v>
                </c:pt>
                <c:pt idx="99">
                  <c:v>3.25</c:v>
                </c:pt>
                <c:pt idx="100">
                  <c:v>3</c:v>
                </c:pt>
                <c:pt idx="101">
                  <c:v>2.75</c:v>
                </c:pt>
                <c:pt idx="102">
                  <c:v>2.5</c:v>
                </c:pt>
                <c:pt idx="103">
                  <c:v>2.5</c:v>
                </c:pt>
                <c:pt idx="104">
                  <c:v>2.5</c:v>
                </c:pt>
                <c:pt idx="105">
                  <c:v>2.5</c:v>
                </c:pt>
                <c:pt idx="106">
                  <c:v>2.5</c:v>
                </c:pt>
                <c:pt idx="107">
                  <c:v>2.5</c:v>
                </c:pt>
                <c:pt idx="108">
                  <c:v>2.5</c:v>
                </c:pt>
                <c:pt idx="109">
                  <c:v>2.5</c:v>
                </c:pt>
                <c:pt idx="110">
                  <c:v>2.5</c:v>
                </c:pt>
                <c:pt idx="111">
                  <c:v>2.5</c:v>
                </c:pt>
                <c:pt idx="112">
                  <c:v>2.5</c:v>
                </c:pt>
                <c:pt idx="113">
                  <c:v>2.5</c:v>
                </c:pt>
                <c:pt idx="114">
                  <c:v>2.5</c:v>
                </c:pt>
                <c:pt idx="115">
                  <c:v>2.5</c:v>
                </c:pt>
                <c:pt idx="116">
                  <c:v>2.5</c:v>
                </c:pt>
                <c:pt idx="117">
                  <c:v>2</c:v>
                </c:pt>
                <c:pt idx="118">
                  <c:v>2</c:v>
                </c:pt>
                <c:pt idx="119">
                  <c:v>2</c:v>
                </c:pt>
                <c:pt idx="120">
                  <c:v>2</c:v>
                </c:pt>
                <c:pt idx="121">
                  <c:v>2</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1.5</c:v>
                </c:pt>
                <c:pt idx="168">
                  <c:v>1.5</c:v>
                </c:pt>
                <c:pt idx="169">
                  <c:v>1.5</c:v>
                </c:pt>
                <c:pt idx="170">
                  <c:v>1.5</c:v>
                </c:pt>
                <c:pt idx="171">
                  <c:v>1.5</c:v>
                </c:pt>
                <c:pt idx="172">
                  <c:v>1.5</c:v>
                </c:pt>
                <c:pt idx="173">
                  <c:v>1.5</c:v>
                </c:pt>
                <c:pt idx="174">
                  <c:v>1.5</c:v>
                </c:pt>
                <c:pt idx="175">
                  <c:v>1.5</c:v>
                </c:pt>
                <c:pt idx="176">
                  <c:v>1.5</c:v>
                </c:pt>
                <c:pt idx="177">
                  <c:v>1.5</c:v>
                </c:pt>
                <c:pt idx="178">
                  <c:v>1.5</c:v>
                </c:pt>
                <c:pt idx="179">
                  <c:v>1.5</c:v>
                </c:pt>
                <c:pt idx="180">
                  <c:v>1.5</c:v>
                </c:pt>
                <c:pt idx="181">
                  <c:v>1.5</c:v>
                </c:pt>
                <c:pt idx="182">
                  <c:v>1</c:v>
                </c:pt>
                <c:pt idx="183">
                  <c:v>0.5</c:v>
                </c:pt>
                <c:pt idx="184">
                  <c:v>0.1</c:v>
                </c:pt>
                <c:pt idx="185">
                  <c:v>0.1</c:v>
                </c:pt>
                <c:pt idx="186">
                  <c:v>0.1</c:v>
                </c:pt>
                <c:pt idx="187">
                  <c:v>0.1</c:v>
                </c:pt>
                <c:pt idx="188">
                  <c:v>0.1</c:v>
                </c:pt>
                <c:pt idx="189">
                  <c:v>0.1</c:v>
                </c:pt>
                <c:pt idx="190">
                  <c:v>0.1</c:v>
                </c:pt>
                <c:pt idx="191">
                  <c:v>0.1</c:v>
                </c:pt>
                <c:pt idx="192">
                  <c:v>0.1</c:v>
                </c:pt>
                <c:pt idx="193">
                  <c:v>0.1</c:v>
                </c:pt>
                <c:pt idx="194">
                  <c:v>0.1</c:v>
                </c:pt>
                <c:pt idx="195">
                  <c:v>0.1</c:v>
                </c:pt>
                <c:pt idx="196">
                  <c:v>0.1</c:v>
                </c:pt>
                <c:pt idx="197">
                  <c:v>0.1</c:v>
                </c:pt>
                <c:pt idx="198">
                  <c:v>0.1</c:v>
                </c:pt>
                <c:pt idx="199">
                  <c:v>0.1</c:v>
                </c:pt>
                <c:pt idx="200">
                  <c:v>0.1</c:v>
                </c:pt>
                <c:pt idx="201">
                  <c:v>0.5</c:v>
                </c:pt>
                <c:pt idx="202">
                  <c:v>1.25</c:v>
                </c:pt>
                <c:pt idx="203">
                  <c:v>1.75</c:v>
                </c:pt>
                <c:pt idx="204">
                  <c:v>2.25</c:v>
                </c:pt>
                <c:pt idx="205">
                  <c:v>2.75</c:v>
                </c:pt>
                <c:pt idx="206">
                  <c:v>3.5</c:v>
                </c:pt>
                <c:pt idx="207">
                  <c:v>4.5</c:v>
                </c:pt>
                <c:pt idx="208">
                  <c:v>5.25</c:v>
                </c:pt>
                <c:pt idx="209">
                  <c:v>6</c:v>
                </c:pt>
                <c:pt idx="210">
                  <c:v>6.5</c:v>
                </c:pt>
                <c:pt idx="211">
                  <c:v>6.5</c:v>
                </c:pt>
                <c:pt idx="212">
                  <c:v>6.75</c:v>
                </c:pt>
                <c:pt idx="213">
                  <c:v>6.75</c:v>
                </c:pt>
                <c:pt idx="214">
                  <c:v>6.75</c:v>
                </c:pt>
                <c:pt idx="215">
                  <c:v>6.75</c:v>
                </c:pt>
                <c:pt idx="216">
                  <c:v>6.75</c:v>
                </c:pt>
                <c:pt idx="217">
                  <c:v>6.75</c:v>
                </c:pt>
                <c:pt idx="218">
                  <c:v>6.75</c:v>
                </c:pt>
                <c:pt idx="219">
                  <c:v>6.75</c:v>
                </c:pt>
                <c:pt idx="220">
                  <c:v>6.75</c:v>
                </c:pt>
                <c:pt idx="221">
                  <c:v>6.75</c:v>
                </c:pt>
                <c:pt idx="222">
                  <c:v>6.75</c:v>
                </c:pt>
                <c:pt idx="223">
                  <c:v>6.75</c:v>
                </c:pt>
                <c:pt idx="224">
                  <c:v>6</c:v>
                </c:pt>
                <c:pt idx="225">
                  <c:v>5.75</c:v>
                </c:pt>
                <c:pt idx="226">
                  <c:v>5.75</c:v>
                </c:pt>
                <c:pt idx="227">
                  <c:v>5.75</c:v>
                </c:pt>
                <c:pt idx="228">
                  <c:v>5.75</c:v>
                </c:pt>
                <c:pt idx="229">
                  <c:v>5.75</c:v>
                </c:pt>
                <c:pt idx="230">
                  <c:v>5.75</c:v>
                </c:pt>
                <c:pt idx="231">
                  <c:v>5.75</c:v>
                </c:pt>
                <c:pt idx="232">
                  <c:v>5.75</c:v>
                </c:pt>
                <c:pt idx="233">
                  <c:v>5.75</c:v>
                </c:pt>
                <c:pt idx="234">
                  <c:v>5.75</c:v>
                </c:pt>
                <c:pt idx="235">
                  <c:v>5.75</c:v>
                </c:pt>
                <c:pt idx="236">
                  <c:v>5.75</c:v>
                </c:pt>
                <c:pt idx="237">
                  <c:v>5.75</c:v>
                </c:pt>
                <c:pt idx="238">
                  <c:v>5.75</c:v>
                </c:pt>
                <c:pt idx="239">
                  <c:v>5.75</c:v>
                </c:pt>
                <c:pt idx="240">
                  <c:v>5.75</c:v>
                </c:pt>
                <c:pt idx="241">
                  <c:v>5.75</c:v>
                </c:pt>
                <c:pt idx="242">
                  <c:v>5.75</c:v>
                </c:pt>
                <c:pt idx="243">
                  <c:v>5.75</c:v>
                </c:pt>
                <c:pt idx="244">
                  <c:v>5.25</c:v>
                </c:pt>
                <c:pt idx="245">
                  <c:v>5.25</c:v>
                </c:pt>
                <c:pt idx="246">
                  <c:v>5</c:v>
                </c:pt>
                <c:pt idx="247">
                  <c:v>5</c:v>
                </c:pt>
                <c:pt idx="248">
                  <c:v>4.75</c:v>
                </c:pt>
                <c:pt idx="249">
                  <c:v>4.5</c:v>
                </c:pt>
                <c:pt idx="250">
                  <c:v>4.25</c:v>
                </c:pt>
                <c:pt idx="251">
                  <c:v>4</c:v>
                </c:pt>
                <c:pt idx="252">
                  <c:v>4</c:v>
                </c:pt>
                <c:pt idx="253">
                  <c:v>4</c:v>
                </c:pt>
                <c:pt idx="254">
                  <c:v>3.75</c:v>
                </c:pt>
                <c:pt idx="255">
                  <c:v>3.75</c:v>
                </c:pt>
                <c:pt idx="256">
                  <c:v>3.75</c:v>
                </c:pt>
                <c:pt idx="257">
                  <c:v>3.75</c:v>
                </c:pt>
                <c:pt idx="258">
                  <c:v>3.75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6-AACD-4AEA-96D3-1777FB5AFD1C}"/>
            </c:ext>
          </c:extLst>
        </c:ser>
        <c:dLbls>
          <c:showLegendKey val="0"/>
          <c:showVal val="0"/>
          <c:showCatName val="0"/>
          <c:showSerName val="0"/>
          <c:showPercent val="0"/>
          <c:showBubbleSize val="0"/>
        </c:dLbls>
        <c:smooth val="0"/>
        <c:axId val="493560032"/>
        <c:axId val="797046831"/>
      </c:lineChart>
      <c:dateAx>
        <c:axId val="493560032"/>
        <c:scaling>
          <c:orientation val="minMax"/>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23"/>
        <c:majorTimeUnit val="months"/>
      </c:dateAx>
      <c:valAx>
        <c:axId val="797046831"/>
        <c:scaling>
          <c:orientation val="minMax"/>
          <c:max val="2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spPr>
        <a:noFill/>
        <a:ln>
          <a:noFill/>
        </a:ln>
        <a:effectLst/>
      </c:spPr>
    </c:plotArea>
    <c:legend>
      <c:legendPos val="r"/>
      <c:layout>
        <c:manualLayout>
          <c:xMode val="edge"/>
          <c:yMode val="edge"/>
          <c:x val="0.4973034786889442"/>
          <c:y val="0.11372584282595324"/>
          <c:w val="0.47871752136752138"/>
          <c:h val="0.23739513888888888"/>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chart>
  <c:spPr>
    <a:solidFill>
      <a:schemeClr val="bg1"/>
    </a:solidFill>
    <a:ln w="9525" cap="flat" cmpd="sng" algn="ctr">
      <a:noFill/>
      <a:round/>
    </a:ln>
    <a:effectLst/>
  </c:spPr>
  <c:txPr>
    <a:bodyPr/>
    <a:lstStyle/>
    <a:p>
      <a:pPr>
        <a:defRPr sz="900" b="1">
          <a:solidFill>
            <a:srgbClr val="000000"/>
          </a:solidFill>
          <a:latin typeface="Arial Narrow" panose="020B0606020202030204" pitchFamily="34" charset="0"/>
        </a:defRPr>
      </a:pPr>
      <a:endParaRPr lang="es-PE"/>
    </a:p>
  </c:txPr>
  <c:externalData r:id="rId4">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rgbClr val="000000"/>
                </a:solidFill>
                <a:effectLst/>
                <a:latin typeface="Arial Narrow" panose="020B0606020202030204" pitchFamily="34" charset="0"/>
                <a:ea typeface="+mn-ea"/>
                <a:cs typeface="+mn-cs"/>
              </a:defRPr>
            </a:pPr>
            <a:r>
              <a:rPr lang="es-PE" b="1" u="sng" dirty="0">
                <a:effectLst/>
              </a:rPr>
              <a:t>EM 10y </a:t>
            </a:r>
            <a:r>
              <a:rPr lang="es-PE" b="1" u="sng" dirty="0" err="1">
                <a:effectLst/>
              </a:rPr>
              <a:t>rates</a:t>
            </a:r>
            <a:r>
              <a:rPr lang="es-PE" b="1" u="sng" dirty="0">
                <a:effectLst/>
              </a:rPr>
              <a:t>: </a:t>
            </a:r>
            <a:r>
              <a:rPr lang="es-PE" b="1" u="sng" dirty="0" err="1">
                <a:effectLst/>
              </a:rPr>
              <a:t>Different</a:t>
            </a:r>
            <a:r>
              <a:rPr lang="es-PE" b="1" u="sng" dirty="0">
                <a:effectLst/>
              </a:rPr>
              <a:t> </a:t>
            </a:r>
            <a:r>
              <a:rPr lang="es-PE" b="1" u="sng" dirty="0" err="1">
                <a:effectLst/>
              </a:rPr>
              <a:t>dynamics</a:t>
            </a:r>
            <a:endParaRPr lang="es-PE" b="1" u="sng" dirty="0">
              <a:effectLst/>
            </a:endParaRPr>
          </a:p>
        </c:rich>
      </c:tx>
      <c:layout>
        <c:manualLayout>
          <c:xMode val="edge"/>
          <c:yMode val="edge"/>
          <c:x val="1.1327316871419711E-2"/>
          <c:y val="1.3229166666666667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rgbClr val="000000"/>
              </a:solidFill>
              <a:effectLst/>
              <a:latin typeface="Arial Narrow" panose="020B0606020202030204" pitchFamily="34" charset="0"/>
              <a:ea typeface="+mn-ea"/>
              <a:cs typeface="+mn-cs"/>
            </a:defRPr>
          </a:pPr>
          <a:endParaRPr lang="es-PE"/>
        </a:p>
      </c:txPr>
    </c:title>
    <c:autoTitleDeleted val="0"/>
    <c:plotArea>
      <c:layout>
        <c:manualLayout>
          <c:layoutTarget val="inner"/>
          <c:xMode val="edge"/>
          <c:yMode val="edge"/>
          <c:x val="6.9463675213675219E-2"/>
          <c:y val="0.12695555555555554"/>
          <c:w val="0.90719273504273501"/>
          <c:h val="0.76776840277777791"/>
        </c:manualLayout>
      </c:layout>
      <c:lineChart>
        <c:grouping val="standard"/>
        <c:varyColors val="0"/>
        <c:ser>
          <c:idx val="0"/>
          <c:order val="0"/>
          <c:tx>
            <c:strRef>
              <c:f>TERMP!$AT$8</c:f>
              <c:strCache>
                <c:ptCount val="1"/>
                <c:pt idx="0">
                  <c:v>BR </c:v>
                </c:pt>
              </c:strCache>
            </c:strRef>
          </c:tx>
          <c:spPr>
            <a:ln w="22225" cap="rnd">
              <a:solidFill>
                <a:srgbClr val="078549"/>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TERMP!$AT$10:$AT$1010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12.9224</c:v>
                </c:pt>
                <c:pt idx="110">
                  <c:v>12.9969</c:v>
                </c:pt>
                <c:pt idx="111">
                  <c:v>12.7562</c:v>
                </c:pt>
                <c:pt idx="112">
                  <c:v>12.264900000000001</c:v>
                </c:pt>
                <c:pt idx="113">
                  <c:v>12.2294</c:v>
                </c:pt>
                <c:pt idx="114">
                  <c:v>11.719799999999999</c:v>
                </c:pt>
                <c:pt idx="115">
                  <c:v>11.1579</c:v>
                </c:pt>
                <c:pt idx="116">
                  <c:v>11.789199999999999</c:v>
                </c:pt>
                <c:pt idx="117">
                  <c:v>11.9421</c:v>
                </c:pt>
                <c:pt idx="118">
                  <c:v>11.53</c:v>
                </c:pt>
                <c:pt idx="119">
                  <c:v>12.17</c:v>
                </c:pt>
                <c:pt idx="120">
                  <c:v>11.78</c:v>
                </c:pt>
                <c:pt idx="121">
                  <c:v>12.149900000000001</c:v>
                </c:pt>
                <c:pt idx="122">
                  <c:v>13.113</c:v>
                </c:pt>
                <c:pt idx="123">
                  <c:v>12.554399999999999</c:v>
                </c:pt>
                <c:pt idx="124">
                  <c:v>12.211399999999999</c:v>
                </c:pt>
                <c:pt idx="125">
                  <c:v>12.544600000000001</c:v>
                </c:pt>
                <c:pt idx="126">
                  <c:v>12.95</c:v>
                </c:pt>
                <c:pt idx="127">
                  <c:v>13.8271</c:v>
                </c:pt>
                <c:pt idx="128">
                  <c:v>15.6668</c:v>
                </c:pt>
                <c:pt idx="129">
                  <c:v>16.025500000000001</c:v>
                </c:pt>
                <c:pt idx="130">
                  <c:v>15.8569</c:v>
                </c:pt>
                <c:pt idx="131">
                  <c:v>16.319700000000001</c:v>
                </c:pt>
                <c:pt idx="132">
                  <c:v>16.3264</c:v>
                </c:pt>
                <c:pt idx="133">
                  <c:v>16.307200000000002</c:v>
                </c:pt>
                <c:pt idx="134">
                  <c:v>14.5008</c:v>
                </c:pt>
                <c:pt idx="135">
                  <c:v>12.6487</c:v>
                </c:pt>
                <c:pt idx="136">
                  <c:v>13.1936</c:v>
                </c:pt>
                <c:pt idx="137">
                  <c:v>12.756</c:v>
                </c:pt>
                <c:pt idx="138">
                  <c:v>12.0753</c:v>
                </c:pt>
                <c:pt idx="139">
                  <c:v>12.4155</c:v>
                </c:pt>
                <c:pt idx="140">
                  <c:v>11.78</c:v>
                </c:pt>
                <c:pt idx="141">
                  <c:v>11.559699999999999</c:v>
                </c:pt>
                <c:pt idx="142">
                  <c:v>12.370699999999999</c:v>
                </c:pt>
                <c:pt idx="143">
                  <c:v>11.66</c:v>
                </c:pt>
                <c:pt idx="144">
                  <c:v>10.991300000000001</c:v>
                </c:pt>
                <c:pt idx="145">
                  <c:v>10.430999999999999</c:v>
                </c:pt>
                <c:pt idx="146">
                  <c:v>10.3088</c:v>
                </c:pt>
                <c:pt idx="147">
                  <c:v>10.591100000000001</c:v>
                </c:pt>
                <c:pt idx="148">
                  <c:v>11.2646</c:v>
                </c:pt>
                <c:pt idx="149">
                  <c:v>10.888500000000001</c:v>
                </c:pt>
                <c:pt idx="150">
                  <c:v>10.3401</c:v>
                </c:pt>
                <c:pt idx="151">
                  <c:v>10.4672</c:v>
                </c:pt>
                <c:pt idx="152">
                  <c:v>10.129899999999999</c:v>
                </c:pt>
                <c:pt idx="153">
                  <c:v>10.3065</c:v>
                </c:pt>
                <c:pt idx="154">
                  <c:v>10.712300000000001</c:v>
                </c:pt>
                <c:pt idx="155">
                  <c:v>10.7767</c:v>
                </c:pt>
                <c:pt idx="156">
                  <c:v>10.2498</c:v>
                </c:pt>
                <c:pt idx="157">
                  <c:v>10.129</c:v>
                </c:pt>
                <c:pt idx="158">
                  <c:v>9.9016000000000002</c:v>
                </c:pt>
                <c:pt idx="159">
                  <c:v>10.083399999999999</c:v>
                </c:pt>
                <c:pt idx="160">
                  <c:v>11.4297</c:v>
                </c:pt>
                <c:pt idx="161">
                  <c:v>12.0769</c:v>
                </c:pt>
                <c:pt idx="162">
                  <c:v>11.3575</c:v>
                </c:pt>
                <c:pt idx="163">
                  <c:v>12.6806</c:v>
                </c:pt>
                <c:pt idx="164">
                  <c:v>12.2957</c:v>
                </c:pt>
                <c:pt idx="165">
                  <c:v>10.4567</c:v>
                </c:pt>
                <c:pt idx="166">
                  <c:v>10.0253</c:v>
                </c:pt>
                <c:pt idx="167">
                  <c:v>9.5709999999999997</c:v>
                </c:pt>
                <c:pt idx="168">
                  <c:v>9.3740000000000006</c:v>
                </c:pt>
                <c:pt idx="169">
                  <c:v>9.1974</c:v>
                </c:pt>
                <c:pt idx="170">
                  <c:v>9.2274999999999991</c:v>
                </c:pt>
                <c:pt idx="171">
                  <c:v>9.2584999999999997</c:v>
                </c:pt>
                <c:pt idx="172">
                  <c:v>8.7273999999999994</c:v>
                </c:pt>
                <c:pt idx="173">
                  <c:v>7.7072000000000003</c:v>
                </c:pt>
                <c:pt idx="174">
                  <c:v>7.4836</c:v>
                </c:pt>
                <c:pt idx="175">
                  <c:v>7.6731999999999996</c:v>
                </c:pt>
                <c:pt idx="176">
                  <c:v>7.2897999999999996</c:v>
                </c:pt>
                <c:pt idx="177">
                  <c:v>6.7748999999999997</c:v>
                </c:pt>
                <c:pt idx="178">
                  <c:v>7.1959999999999997</c:v>
                </c:pt>
                <c:pt idx="179">
                  <c:v>7.1535000000000002</c:v>
                </c:pt>
                <c:pt idx="180">
                  <c:v>6.9863999999999997</c:v>
                </c:pt>
                <c:pt idx="181">
                  <c:v>7.0622999999999996</c:v>
                </c:pt>
                <c:pt idx="182">
                  <c:v>8.1957000000000004</c:v>
                </c:pt>
                <c:pt idx="183">
                  <c:v>9.0541</c:v>
                </c:pt>
                <c:pt idx="184">
                  <c:v>7.7144000000000004</c:v>
                </c:pt>
                <c:pt idx="185">
                  <c:v>7.6623000000000001</c:v>
                </c:pt>
                <c:pt idx="186">
                  <c:v>6.8678999999999997</c:v>
                </c:pt>
                <c:pt idx="187">
                  <c:v>7.5987</c:v>
                </c:pt>
                <c:pt idx="188">
                  <c:v>8.0414999999999992</c:v>
                </c:pt>
                <c:pt idx="189">
                  <c:v>8.2690000000000001</c:v>
                </c:pt>
                <c:pt idx="190">
                  <c:v>8.3111999999999995</c:v>
                </c:pt>
                <c:pt idx="191">
                  <c:v>7.4013999999999998</c:v>
                </c:pt>
                <c:pt idx="192">
                  <c:v>7.7925000000000004</c:v>
                </c:pt>
                <c:pt idx="193">
                  <c:v>8.5305</c:v>
                </c:pt>
                <c:pt idx="194">
                  <c:v>9.1477000000000004</c:v>
                </c:pt>
                <c:pt idx="195">
                  <c:v>9.0206</c:v>
                </c:pt>
                <c:pt idx="196">
                  <c:v>9.1173999999999999</c:v>
                </c:pt>
                <c:pt idx="197">
                  <c:v>9.1334999999999997</c:v>
                </c:pt>
                <c:pt idx="198">
                  <c:v>9.5152000000000001</c:v>
                </c:pt>
                <c:pt idx="199">
                  <c:v>10.203200000000001</c:v>
                </c:pt>
                <c:pt idx="200">
                  <c:v>10.921099999999999</c:v>
                </c:pt>
                <c:pt idx="201">
                  <c:v>12.315200000000001</c:v>
                </c:pt>
                <c:pt idx="202">
                  <c:v>11.6592</c:v>
                </c:pt>
                <c:pt idx="203">
                  <c:v>10.713200000000001</c:v>
                </c:pt>
                <c:pt idx="204">
                  <c:v>11.472</c:v>
                </c:pt>
                <c:pt idx="205">
                  <c:v>11.63</c:v>
                </c:pt>
                <c:pt idx="206">
                  <c:v>11.709099999999999</c:v>
                </c:pt>
                <c:pt idx="207">
                  <c:v>12.1226</c:v>
                </c:pt>
                <c:pt idx="208">
                  <c:v>12.1797</c:v>
                </c:pt>
                <c:pt idx="209">
                  <c:v>12.670500000000001</c:v>
                </c:pt>
                <c:pt idx="210">
                  <c:v>12.7974</c:v>
                </c:pt>
                <c:pt idx="211">
                  <c:v>12.0525</c:v>
                </c:pt>
                <c:pt idx="212">
                  <c:v>11.825799999999999</c:v>
                </c:pt>
                <c:pt idx="213">
                  <c:v>11.83</c:v>
                </c:pt>
                <c:pt idx="214">
                  <c:v>13.489599999999999</c:v>
                </c:pt>
                <c:pt idx="215">
                  <c:v>12.610799999999999</c:v>
                </c:pt>
                <c:pt idx="216">
                  <c:v>13.2156</c:v>
                </c:pt>
                <c:pt idx="217">
                  <c:v>13.5619</c:v>
                </c:pt>
                <c:pt idx="218">
                  <c:v>12.9282</c:v>
                </c:pt>
                <c:pt idx="219">
                  <c:v>12.445499999999999</c:v>
                </c:pt>
                <c:pt idx="220">
                  <c:v>11.6578</c:v>
                </c:pt>
                <c:pt idx="221">
                  <c:v>10.7316</c:v>
                </c:pt>
                <c:pt idx="222">
                  <c:v>10.978899999999999</c:v>
                </c:pt>
                <c:pt idx="223">
                  <c:v>11.1889</c:v>
                </c:pt>
                <c:pt idx="224">
                  <c:v>11.734999999999999</c:v>
                </c:pt>
                <c:pt idx="225">
                  <c:v>11.6943</c:v>
                </c:pt>
                <c:pt idx="226">
                  <c:v>11.1075</c:v>
                </c:pt>
                <c:pt idx="227">
                  <c:v>10.366</c:v>
                </c:pt>
                <c:pt idx="228">
                  <c:v>10.587899999999999</c:v>
                </c:pt>
                <c:pt idx="229">
                  <c:v>10.827999999999999</c:v>
                </c:pt>
                <c:pt idx="230">
                  <c:v>11.024900000000001</c:v>
                </c:pt>
                <c:pt idx="231">
                  <c:v>11.685499999999999</c:v>
                </c:pt>
                <c:pt idx="232">
                  <c:v>11.8926</c:v>
                </c:pt>
                <c:pt idx="233">
                  <c:v>12.406499999999999</c:v>
                </c:pt>
                <c:pt idx="234">
                  <c:v>12.094200000000001</c:v>
                </c:pt>
                <c:pt idx="235">
                  <c:v>12.034800000000001</c:v>
                </c:pt>
                <c:pt idx="236">
                  <c:v>12.2257</c:v>
                </c:pt>
                <c:pt idx="237">
                  <c:v>12.592599999999999</c:v>
                </c:pt>
                <c:pt idx="238">
                  <c:v>13.365600000000001</c:v>
                </c:pt>
                <c:pt idx="239">
                  <c:v>14.825100000000001</c:v>
                </c:pt>
                <c:pt idx="240">
                  <c:v>14.563000000000001</c:v>
                </c:pt>
                <c:pt idx="241">
                  <c:v>15.033200000000001</c:v>
                </c:pt>
                <c:pt idx="242">
                  <c:v>14.824</c:v>
                </c:pt>
                <c:pt idx="243">
                  <c:v>14.0852</c:v>
                </c:pt>
                <c:pt idx="244">
                  <c:v>13.7636</c:v>
                </c:pt>
                <c:pt idx="245">
                  <c:v>13.5967</c:v>
                </c:pt>
                <c:pt idx="246">
                  <c:v>13.902799999999999</c:v>
                </c:pt>
                <c:pt idx="247">
                  <c:v>13.684799999999999</c:v>
                </c:pt>
                <c:pt idx="248">
                  <c:v>13.469900000000001</c:v>
                </c:pt>
                <c:pt idx="249">
                  <c:v>13.51</c:v>
                </c:pt>
                <c:pt idx="250">
                  <c:v>13.151400000000001</c:v>
                </c:pt>
                <c:pt idx="251">
                  <c:v>13.5867</c:v>
                </c:pt>
                <c:pt idx="252">
                  <c:v>13.312200000000001</c:v>
                </c:pt>
                <c:pt idx="253">
                  <c:v>13.3344</c:v>
                </c:pt>
                <c:pt idx="254">
                  <c:v>14.1366</c:v>
                </c:pt>
                <c:pt idx="255">
                  <c:v>13.5654</c:v>
                </c:pt>
                <c:pt idx="256">
                  <c:v>13.959099999999999</c:v>
                </c:pt>
                <c:pt idx="257">
                  <c:v>14.2811</c:v>
                </c:pt>
                <c:pt idx="258">
                  <c:v>14.682</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0-409D-42FD-84E7-51948EEC3D13}"/>
            </c:ext>
          </c:extLst>
        </c:ser>
        <c:ser>
          <c:idx val="1"/>
          <c:order val="1"/>
          <c:tx>
            <c:strRef>
              <c:f>TERMP!$AV$8</c:f>
              <c:strCache>
                <c:ptCount val="1"/>
                <c:pt idx="0">
                  <c:v>CN </c:v>
                </c:pt>
              </c:strCache>
            </c:strRef>
          </c:tx>
          <c:spPr>
            <a:ln w="22225" cap="rnd">
              <a:solidFill>
                <a:srgbClr val="002060"/>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TERMP!$AV$10:$AV$1010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3.4481999999999999</c:v>
                </c:pt>
                <c:pt idx="16">
                  <c:v>3.3184999999999998</c:v>
                </c:pt>
                <c:pt idx="17">
                  <c:v>3.5318999999999998</c:v>
                </c:pt>
                <c:pt idx="18">
                  <c:v>3.6808999999999998</c:v>
                </c:pt>
                <c:pt idx="19">
                  <c:v>3.6692</c:v>
                </c:pt>
                <c:pt idx="20">
                  <c:v>3.2782</c:v>
                </c:pt>
                <c:pt idx="21">
                  <c:v>3.2305999999999999</c:v>
                </c:pt>
                <c:pt idx="22">
                  <c:v>3.4110999999999998</c:v>
                </c:pt>
                <c:pt idx="23">
                  <c:v>3.3233000000000001</c:v>
                </c:pt>
                <c:pt idx="24">
                  <c:v>3.2650000000000001</c:v>
                </c:pt>
                <c:pt idx="25">
                  <c:v>3.44</c:v>
                </c:pt>
                <c:pt idx="26">
                  <c:v>3.79</c:v>
                </c:pt>
                <c:pt idx="27">
                  <c:v>4.0049999999999999</c:v>
                </c:pt>
                <c:pt idx="28">
                  <c:v>4.4111000000000002</c:v>
                </c:pt>
                <c:pt idx="29">
                  <c:v>4.7009999999999996</c:v>
                </c:pt>
                <c:pt idx="30">
                  <c:v>4.7649999999999997</c:v>
                </c:pt>
                <c:pt idx="31">
                  <c:v>4.8810000000000002</c:v>
                </c:pt>
                <c:pt idx="32">
                  <c:v>4.8499999999999996</c:v>
                </c:pt>
                <c:pt idx="33">
                  <c:v>4.8632999999999997</c:v>
                </c:pt>
                <c:pt idx="34">
                  <c:v>4.4000000000000004</c:v>
                </c:pt>
                <c:pt idx="35">
                  <c:v>4.3600000000000003</c:v>
                </c:pt>
                <c:pt idx="36">
                  <c:v>4.18</c:v>
                </c:pt>
                <c:pt idx="37">
                  <c:v>3.8666999999999998</c:v>
                </c:pt>
                <c:pt idx="38">
                  <c:v>3.75</c:v>
                </c:pt>
                <c:pt idx="39">
                  <c:v>3.7749999999999999</c:v>
                </c:pt>
                <c:pt idx="40">
                  <c:v>3.8113000000000001</c:v>
                </c:pt>
                <c:pt idx="41">
                  <c:v>4.58</c:v>
                </c:pt>
                <c:pt idx="42">
                  <c:v>4.1162999999999998</c:v>
                </c:pt>
                <c:pt idx="43">
                  <c:v>3.96</c:v>
                </c:pt>
                <c:pt idx="44">
                  <c:v>3.2475000000000001</c:v>
                </c:pt>
                <c:pt idx="45">
                  <c:v>2.5325000000000002</c:v>
                </c:pt>
                <c:pt idx="46">
                  <c:v>2</c:v>
                </c:pt>
                <c:pt idx="47">
                  <c:v>1.79</c:v>
                </c:pt>
                <c:pt idx="48">
                  <c:v>2.2770000000000001</c:v>
                </c:pt>
                <c:pt idx="49">
                  <c:v>2.569</c:v>
                </c:pt>
                <c:pt idx="50">
                  <c:v>3.01</c:v>
                </c:pt>
                <c:pt idx="51">
                  <c:v>3.35</c:v>
                </c:pt>
                <c:pt idx="52">
                  <c:v>3.1154999999999999</c:v>
                </c:pt>
                <c:pt idx="53">
                  <c:v>3.56</c:v>
                </c:pt>
                <c:pt idx="54">
                  <c:v>3.9649999999999999</c:v>
                </c:pt>
                <c:pt idx="55">
                  <c:v>4.0199999999999996</c:v>
                </c:pt>
                <c:pt idx="56">
                  <c:v>4</c:v>
                </c:pt>
                <c:pt idx="57">
                  <c:v>4.38</c:v>
                </c:pt>
                <c:pt idx="58">
                  <c:v>4</c:v>
                </c:pt>
                <c:pt idx="59">
                  <c:v>4.1100000000000003</c:v>
                </c:pt>
                <c:pt idx="60">
                  <c:v>4.25</c:v>
                </c:pt>
                <c:pt idx="61">
                  <c:v>4.1950000000000003</c:v>
                </c:pt>
                <c:pt idx="62">
                  <c:v>4.12</c:v>
                </c:pt>
                <c:pt idx="63">
                  <c:v>3.83</c:v>
                </c:pt>
                <c:pt idx="64">
                  <c:v>3.43</c:v>
                </c:pt>
                <c:pt idx="65">
                  <c:v>3.45</c:v>
                </c:pt>
                <c:pt idx="66">
                  <c:v>3.27</c:v>
                </c:pt>
                <c:pt idx="67">
                  <c:v>3.06</c:v>
                </c:pt>
                <c:pt idx="68">
                  <c:v>3.33</c:v>
                </c:pt>
                <c:pt idx="69">
                  <c:v>3.83</c:v>
                </c:pt>
                <c:pt idx="70">
                  <c:v>4.3600000000000003</c:v>
                </c:pt>
                <c:pt idx="71">
                  <c:v>4.0999999999999996</c:v>
                </c:pt>
                <c:pt idx="72">
                  <c:v>4.55</c:v>
                </c:pt>
                <c:pt idx="73">
                  <c:v>4.54</c:v>
                </c:pt>
                <c:pt idx="74">
                  <c:v>4.2699999999999996</c:v>
                </c:pt>
                <c:pt idx="75">
                  <c:v>4.3499999999999996</c:v>
                </c:pt>
                <c:pt idx="76">
                  <c:v>4.1399999999999997</c:v>
                </c:pt>
                <c:pt idx="77">
                  <c:v>4.17</c:v>
                </c:pt>
                <c:pt idx="78">
                  <c:v>4.37</c:v>
                </c:pt>
                <c:pt idx="79">
                  <c:v>4.13</c:v>
                </c:pt>
                <c:pt idx="80">
                  <c:v>3.69</c:v>
                </c:pt>
                <c:pt idx="81">
                  <c:v>3.76</c:v>
                </c:pt>
                <c:pt idx="82">
                  <c:v>3.07</c:v>
                </c:pt>
                <c:pt idx="83">
                  <c:v>2.97</c:v>
                </c:pt>
                <c:pt idx="84">
                  <c:v>3.07</c:v>
                </c:pt>
                <c:pt idx="85">
                  <c:v>3.52</c:v>
                </c:pt>
                <c:pt idx="86">
                  <c:v>3.44</c:v>
                </c:pt>
                <c:pt idx="87">
                  <c:v>3.6</c:v>
                </c:pt>
                <c:pt idx="88">
                  <c:v>2.99</c:v>
                </c:pt>
                <c:pt idx="89">
                  <c:v>2.97</c:v>
                </c:pt>
                <c:pt idx="90">
                  <c:v>2.92</c:v>
                </c:pt>
                <c:pt idx="91">
                  <c:v>3.29</c:v>
                </c:pt>
                <c:pt idx="92">
                  <c:v>3.36</c:v>
                </c:pt>
                <c:pt idx="93">
                  <c:v>3.49</c:v>
                </c:pt>
                <c:pt idx="94">
                  <c:v>3.85</c:v>
                </c:pt>
                <c:pt idx="95">
                  <c:v>3.87</c:v>
                </c:pt>
                <c:pt idx="96">
                  <c:v>3.88</c:v>
                </c:pt>
                <c:pt idx="97">
                  <c:v>3.9</c:v>
                </c:pt>
                <c:pt idx="98">
                  <c:v>3.87</c:v>
                </c:pt>
                <c:pt idx="99">
                  <c:v>3.72</c:v>
                </c:pt>
                <c:pt idx="100">
                  <c:v>3.7250000000000001</c:v>
                </c:pt>
                <c:pt idx="101">
                  <c:v>3.99</c:v>
                </c:pt>
                <c:pt idx="102">
                  <c:v>4.28</c:v>
                </c:pt>
                <c:pt idx="103">
                  <c:v>4.5</c:v>
                </c:pt>
                <c:pt idx="104">
                  <c:v>4.4000000000000004</c:v>
                </c:pt>
                <c:pt idx="105">
                  <c:v>4.45</c:v>
                </c:pt>
                <c:pt idx="106">
                  <c:v>4.88</c:v>
                </c:pt>
                <c:pt idx="107">
                  <c:v>5.29</c:v>
                </c:pt>
                <c:pt idx="108">
                  <c:v>5.0999999999999996</c:v>
                </c:pt>
                <c:pt idx="109">
                  <c:v>4.75</c:v>
                </c:pt>
                <c:pt idx="110">
                  <c:v>4.7</c:v>
                </c:pt>
                <c:pt idx="111">
                  <c:v>4.37</c:v>
                </c:pt>
                <c:pt idx="112">
                  <c:v>4.04</c:v>
                </c:pt>
                <c:pt idx="113">
                  <c:v>4.2050000000000001</c:v>
                </c:pt>
                <c:pt idx="114">
                  <c:v>4.37</c:v>
                </c:pt>
                <c:pt idx="115">
                  <c:v>4.0199999999999996</c:v>
                </c:pt>
                <c:pt idx="116">
                  <c:v>3.85</c:v>
                </c:pt>
                <c:pt idx="117">
                  <c:v>3.5</c:v>
                </c:pt>
                <c:pt idx="118">
                  <c:v>3.26</c:v>
                </c:pt>
                <c:pt idx="119">
                  <c:v>3.55</c:v>
                </c:pt>
                <c:pt idx="120">
                  <c:v>3.4750000000000001</c:v>
                </c:pt>
                <c:pt idx="121">
                  <c:v>3.33</c:v>
                </c:pt>
                <c:pt idx="122">
                  <c:v>3.8237999999999999</c:v>
                </c:pt>
                <c:pt idx="123">
                  <c:v>3.1</c:v>
                </c:pt>
                <c:pt idx="124">
                  <c:v>3.19</c:v>
                </c:pt>
                <c:pt idx="125">
                  <c:v>3.17</c:v>
                </c:pt>
                <c:pt idx="126">
                  <c:v>3.2</c:v>
                </c:pt>
                <c:pt idx="127">
                  <c:v>3.03</c:v>
                </c:pt>
                <c:pt idx="128">
                  <c:v>3.09</c:v>
                </c:pt>
                <c:pt idx="129">
                  <c:v>2.92</c:v>
                </c:pt>
                <c:pt idx="130">
                  <c:v>2.97</c:v>
                </c:pt>
                <c:pt idx="131">
                  <c:v>2.84</c:v>
                </c:pt>
                <c:pt idx="132">
                  <c:v>2.82</c:v>
                </c:pt>
                <c:pt idx="133">
                  <c:v>2.9</c:v>
                </c:pt>
                <c:pt idx="134">
                  <c:v>2.9</c:v>
                </c:pt>
                <c:pt idx="135">
                  <c:v>3.3</c:v>
                </c:pt>
                <c:pt idx="136">
                  <c:v>3.12</c:v>
                </c:pt>
                <c:pt idx="137">
                  <c:v>3</c:v>
                </c:pt>
                <c:pt idx="138">
                  <c:v>2.91</c:v>
                </c:pt>
                <c:pt idx="139">
                  <c:v>2.99</c:v>
                </c:pt>
                <c:pt idx="140">
                  <c:v>3.02</c:v>
                </c:pt>
                <c:pt idx="141">
                  <c:v>3.13</c:v>
                </c:pt>
                <c:pt idx="142">
                  <c:v>3.51</c:v>
                </c:pt>
                <c:pt idx="143">
                  <c:v>4.34</c:v>
                </c:pt>
                <c:pt idx="144">
                  <c:v>4.34</c:v>
                </c:pt>
                <c:pt idx="145">
                  <c:v>4.4000000000000004</c:v>
                </c:pt>
                <c:pt idx="146">
                  <c:v>4.3</c:v>
                </c:pt>
                <c:pt idx="147">
                  <c:v>4.4400000000000004</c:v>
                </c:pt>
                <c:pt idx="148">
                  <c:v>4.33</c:v>
                </c:pt>
                <c:pt idx="149">
                  <c:v>4.1500000000000004</c:v>
                </c:pt>
                <c:pt idx="150">
                  <c:v>3.88</c:v>
                </c:pt>
                <c:pt idx="151">
                  <c:v>3.9287999999999998</c:v>
                </c:pt>
                <c:pt idx="152">
                  <c:v>3.9062999999999999</c:v>
                </c:pt>
                <c:pt idx="153">
                  <c:v>4.07</c:v>
                </c:pt>
                <c:pt idx="154">
                  <c:v>4.0599999999999996</c:v>
                </c:pt>
                <c:pt idx="155">
                  <c:v>4.12</c:v>
                </c:pt>
                <c:pt idx="156">
                  <c:v>4.125</c:v>
                </c:pt>
                <c:pt idx="157">
                  <c:v>4.13</c:v>
                </c:pt>
                <c:pt idx="158">
                  <c:v>3.8449</c:v>
                </c:pt>
                <c:pt idx="159">
                  <c:v>3.81</c:v>
                </c:pt>
                <c:pt idx="160">
                  <c:v>3.7412999999999998</c:v>
                </c:pt>
                <c:pt idx="161">
                  <c:v>3.44</c:v>
                </c:pt>
                <c:pt idx="162">
                  <c:v>3.36</c:v>
                </c:pt>
                <c:pt idx="163">
                  <c:v>3.4525000000000001</c:v>
                </c:pt>
                <c:pt idx="164">
                  <c:v>3.51</c:v>
                </c:pt>
                <c:pt idx="165">
                  <c:v>3.38</c:v>
                </c:pt>
                <c:pt idx="166">
                  <c:v>3.3849999999999998</c:v>
                </c:pt>
                <c:pt idx="167">
                  <c:v>3.21</c:v>
                </c:pt>
                <c:pt idx="168">
                  <c:v>3.16</c:v>
                </c:pt>
                <c:pt idx="169">
                  <c:v>3.2250000000000001</c:v>
                </c:pt>
                <c:pt idx="170">
                  <c:v>3.25</c:v>
                </c:pt>
                <c:pt idx="171">
                  <c:v>3.54</c:v>
                </c:pt>
                <c:pt idx="172">
                  <c:v>3.355</c:v>
                </c:pt>
                <c:pt idx="173">
                  <c:v>3.21</c:v>
                </c:pt>
                <c:pt idx="174">
                  <c:v>3.1949999999999998</c:v>
                </c:pt>
                <c:pt idx="175">
                  <c:v>3.1949999999999998</c:v>
                </c:pt>
                <c:pt idx="176">
                  <c:v>3.25</c:v>
                </c:pt>
                <c:pt idx="177">
                  <c:v>3.3450000000000002</c:v>
                </c:pt>
                <c:pt idx="178">
                  <c:v>3.23</c:v>
                </c:pt>
                <c:pt idx="179">
                  <c:v>3.2563</c:v>
                </c:pt>
                <c:pt idx="180">
                  <c:v>3.16</c:v>
                </c:pt>
                <c:pt idx="181">
                  <c:v>2.835</c:v>
                </c:pt>
                <c:pt idx="182">
                  <c:v>2.69</c:v>
                </c:pt>
                <c:pt idx="183">
                  <c:v>2.335</c:v>
                </c:pt>
                <c:pt idx="184">
                  <c:v>2.5230999999999999</c:v>
                </c:pt>
                <c:pt idx="185">
                  <c:v>2.8050000000000002</c:v>
                </c:pt>
                <c:pt idx="186">
                  <c:v>3.0550000000000002</c:v>
                </c:pt>
                <c:pt idx="187">
                  <c:v>3.145</c:v>
                </c:pt>
                <c:pt idx="188">
                  <c:v>3.0878000000000001</c:v>
                </c:pt>
                <c:pt idx="189">
                  <c:v>3.0996000000000001</c:v>
                </c:pt>
                <c:pt idx="190">
                  <c:v>3.2582</c:v>
                </c:pt>
                <c:pt idx="191">
                  <c:v>3.125</c:v>
                </c:pt>
                <c:pt idx="192">
                  <c:v>3.25</c:v>
                </c:pt>
                <c:pt idx="193">
                  <c:v>3.383</c:v>
                </c:pt>
                <c:pt idx="194">
                  <c:v>3.24</c:v>
                </c:pt>
                <c:pt idx="195">
                  <c:v>3.2</c:v>
                </c:pt>
                <c:pt idx="196">
                  <c:v>3.17</c:v>
                </c:pt>
                <c:pt idx="197">
                  <c:v>3.1749999999999998</c:v>
                </c:pt>
                <c:pt idx="198">
                  <c:v>2.9750000000000001</c:v>
                </c:pt>
                <c:pt idx="199">
                  <c:v>2.9738000000000002</c:v>
                </c:pt>
                <c:pt idx="200">
                  <c:v>2.9849999999999999</c:v>
                </c:pt>
                <c:pt idx="201">
                  <c:v>3.0825</c:v>
                </c:pt>
                <c:pt idx="202">
                  <c:v>2.95</c:v>
                </c:pt>
                <c:pt idx="203">
                  <c:v>2.8450000000000002</c:v>
                </c:pt>
                <c:pt idx="204">
                  <c:v>2.7050000000000001</c:v>
                </c:pt>
                <c:pt idx="205">
                  <c:v>2.855</c:v>
                </c:pt>
                <c:pt idx="206">
                  <c:v>2.8687999999999998</c:v>
                </c:pt>
                <c:pt idx="207">
                  <c:v>2.9</c:v>
                </c:pt>
                <c:pt idx="208">
                  <c:v>2.7749999999999999</c:v>
                </c:pt>
                <c:pt idx="209">
                  <c:v>2.92</c:v>
                </c:pt>
                <c:pt idx="210">
                  <c:v>2.8250000000000002</c:v>
                </c:pt>
                <c:pt idx="211">
                  <c:v>2.75</c:v>
                </c:pt>
                <c:pt idx="212">
                  <c:v>2.86</c:v>
                </c:pt>
                <c:pt idx="213">
                  <c:v>2.7749999999999999</c:v>
                </c:pt>
                <c:pt idx="214">
                  <c:v>3.05</c:v>
                </c:pt>
                <c:pt idx="215">
                  <c:v>3.06</c:v>
                </c:pt>
                <c:pt idx="216">
                  <c:v>3.2113</c:v>
                </c:pt>
                <c:pt idx="217">
                  <c:v>3.23</c:v>
                </c:pt>
                <c:pt idx="218">
                  <c:v>3.1150000000000002</c:v>
                </c:pt>
                <c:pt idx="219">
                  <c:v>3.0649999999999999</c:v>
                </c:pt>
                <c:pt idx="220">
                  <c:v>2.8174999999999999</c:v>
                </c:pt>
                <c:pt idx="221">
                  <c:v>2.7450000000000001</c:v>
                </c:pt>
                <c:pt idx="222">
                  <c:v>2.76</c:v>
                </c:pt>
                <c:pt idx="223">
                  <c:v>2.605</c:v>
                </c:pt>
                <c:pt idx="224">
                  <c:v>2.72</c:v>
                </c:pt>
                <c:pt idx="225">
                  <c:v>2.7250000000000001</c:v>
                </c:pt>
                <c:pt idx="226">
                  <c:v>2.73</c:v>
                </c:pt>
                <c:pt idx="227">
                  <c:v>2.5249999999999999</c:v>
                </c:pt>
                <c:pt idx="228">
                  <c:v>2.4649999999999999</c:v>
                </c:pt>
                <c:pt idx="229">
                  <c:v>2.36</c:v>
                </c:pt>
                <c:pt idx="230">
                  <c:v>2.34</c:v>
                </c:pt>
                <c:pt idx="231">
                  <c:v>2.3650000000000002</c:v>
                </c:pt>
                <c:pt idx="232">
                  <c:v>2.2450000000000001</c:v>
                </c:pt>
                <c:pt idx="233">
                  <c:v>2.1749999999999998</c:v>
                </c:pt>
                <c:pt idx="234">
                  <c:v>2.0449999999999999</c:v>
                </c:pt>
                <c:pt idx="235">
                  <c:v>1.9924999999999999</c:v>
                </c:pt>
                <c:pt idx="236">
                  <c:v>1.99</c:v>
                </c:pt>
                <c:pt idx="237">
                  <c:v>1.9950000000000001</c:v>
                </c:pt>
                <c:pt idx="238">
                  <c:v>1.82</c:v>
                </c:pt>
                <c:pt idx="239">
                  <c:v>1.595</c:v>
                </c:pt>
                <c:pt idx="240">
                  <c:v>1.5882000000000001</c:v>
                </c:pt>
                <c:pt idx="241">
                  <c:v>1.6950000000000001</c:v>
                </c:pt>
                <c:pt idx="242">
                  <c:v>1.7024999999999999</c:v>
                </c:pt>
                <c:pt idx="243">
                  <c:v>1.52</c:v>
                </c:pt>
                <c:pt idx="244">
                  <c:v>1.57</c:v>
                </c:pt>
                <c:pt idx="245">
                  <c:v>1.56</c:v>
                </c:pt>
                <c:pt idx="246">
                  <c:v>1.67</c:v>
                </c:pt>
                <c:pt idx="247">
                  <c:v>1.7250000000000001</c:v>
                </c:pt>
                <c:pt idx="248">
                  <c:v>1.7775000000000001</c:v>
                </c:pt>
                <c:pt idx="249">
                  <c:v>1.6737</c:v>
                </c:pt>
                <c:pt idx="250">
                  <c:v>1.7188000000000001</c:v>
                </c:pt>
                <c:pt idx="251">
                  <c:v>1.75</c:v>
                </c:pt>
                <c:pt idx="252">
                  <c:v>1.7949999999999999</c:v>
                </c:pt>
                <c:pt idx="253">
                  <c:v>1.7450000000000001</c:v>
                </c:pt>
                <c:pt idx="254">
                  <c:v>1.7875000000000001</c:v>
                </c:pt>
                <c:pt idx="255">
                  <c:v>1.7150000000000001</c:v>
                </c:pt>
                <c:pt idx="256">
                  <c:v>1.67</c:v>
                </c:pt>
                <c:pt idx="257">
                  <c:v>1.65</c:v>
                </c:pt>
                <c:pt idx="258">
                  <c:v>1.6149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409D-42FD-84E7-51948EEC3D13}"/>
            </c:ext>
          </c:extLst>
        </c:ser>
        <c:ser>
          <c:idx val="2"/>
          <c:order val="2"/>
          <c:tx>
            <c:strRef>
              <c:f>TERMP!$AW$8</c:f>
              <c:strCache>
                <c:ptCount val="1"/>
                <c:pt idx="0">
                  <c:v>CO </c:v>
                </c:pt>
              </c:strCache>
            </c:strRef>
          </c:tx>
          <c:spPr>
            <a:ln w="19050" cap="rnd">
              <a:solidFill>
                <a:srgbClr val="ED7D31">
                  <a:lumMod val="50000"/>
                </a:srgbClr>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TERMP!$AW$10:$AW$1010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6.8505000000000003</c:v>
                </c:pt>
                <c:pt idx="78">
                  <c:v>6.6349999999999998</c:v>
                </c:pt>
                <c:pt idx="79">
                  <c:v>5.75</c:v>
                </c:pt>
                <c:pt idx="80">
                  <c:v>6.95</c:v>
                </c:pt>
                <c:pt idx="81">
                  <c:v>6.5</c:v>
                </c:pt>
                <c:pt idx="82">
                  <c:v>6.7</c:v>
                </c:pt>
                <c:pt idx="83">
                  <c:v>6.65</c:v>
                </c:pt>
                <c:pt idx="84">
                  <c:v>6.49</c:v>
                </c:pt>
                <c:pt idx="85">
                  <c:v>6.55</c:v>
                </c:pt>
                <c:pt idx="86">
                  <c:v>6.3998999999999997</c:v>
                </c:pt>
                <c:pt idx="87">
                  <c:v>6.04</c:v>
                </c:pt>
                <c:pt idx="88">
                  <c:v>6.03</c:v>
                </c:pt>
                <c:pt idx="89">
                  <c:v>5.58</c:v>
                </c:pt>
                <c:pt idx="90">
                  <c:v>5.3</c:v>
                </c:pt>
                <c:pt idx="91">
                  <c:v>5.32</c:v>
                </c:pt>
                <c:pt idx="92">
                  <c:v>5.5998999999999999</c:v>
                </c:pt>
                <c:pt idx="93">
                  <c:v>5.6</c:v>
                </c:pt>
                <c:pt idx="94">
                  <c:v>5.45</c:v>
                </c:pt>
                <c:pt idx="95">
                  <c:v>5.15</c:v>
                </c:pt>
                <c:pt idx="96">
                  <c:v>5.09</c:v>
                </c:pt>
                <c:pt idx="97">
                  <c:v>4.76</c:v>
                </c:pt>
                <c:pt idx="98">
                  <c:v>4.95</c:v>
                </c:pt>
                <c:pt idx="99">
                  <c:v>4.96</c:v>
                </c:pt>
                <c:pt idx="100">
                  <c:v>5.66</c:v>
                </c:pt>
                <c:pt idx="101">
                  <c:v>6.3</c:v>
                </c:pt>
                <c:pt idx="102">
                  <c:v>6.49</c:v>
                </c:pt>
                <c:pt idx="103">
                  <c:v>6.6599000000000004</c:v>
                </c:pt>
                <c:pt idx="104">
                  <c:v>6.16</c:v>
                </c:pt>
                <c:pt idx="105">
                  <c:v>6.04</c:v>
                </c:pt>
                <c:pt idx="106">
                  <c:v>6.45</c:v>
                </c:pt>
                <c:pt idx="107">
                  <c:v>6.31</c:v>
                </c:pt>
                <c:pt idx="108">
                  <c:v>6.47</c:v>
                </c:pt>
                <c:pt idx="109">
                  <c:v>6.49</c:v>
                </c:pt>
                <c:pt idx="110">
                  <c:v>5.91</c:v>
                </c:pt>
                <c:pt idx="111">
                  <c:v>5.92</c:v>
                </c:pt>
                <c:pt idx="112">
                  <c:v>5.95</c:v>
                </c:pt>
                <c:pt idx="113">
                  <c:v>6.14</c:v>
                </c:pt>
                <c:pt idx="114">
                  <c:v>6</c:v>
                </c:pt>
                <c:pt idx="115">
                  <c:v>6.09</c:v>
                </c:pt>
                <c:pt idx="116">
                  <c:v>6.25</c:v>
                </c:pt>
                <c:pt idx="117">
                  <c:v>6.04</c:v>
                </c:pt>
                <c:pt idx="118">
                  <c:v>5.9</c:v>
                </c:pt>
                <c:pt idx="119">
                  <c:v>6.37</c:v>
                </c:pt>
                <c:pt idx="120">
                  <c:v>5.81</c:v>
                </c:pt>
                <c:pt idx="121">
                  <c:v>5.83</c:v>
                </c:pt>
                <c:pt idx="122">
                  <c:v>6.23</c:v>
                </c:pt>
                <c:pt idx="123">
                  <c:v>5.915</c:v>
                </c:pt>
                <c:pt idx="124">
                  <c:v>6.13</c:v>
                </c:pt>
                <c:pt idx="125">
                  <c:v>6.43</c:v>
                </c:pt>
                <c:pt idx="126">
                  <c:v>6.41</c:v>
                </c:pt>
                <c:pt idx="127">
                  <c:v>6.99</c:v>
                </c:pt>
                <c:pt idx="128">
                  <c:v>7.23</c:v>
                </c:pt>
                <c:pt idx="129">
                  <c:v>7.1150000000000002</c:v>
                </c:pt>
                <c:pt idx="130">
                  <c:v>7.61</c:v>
                </c:pt>
                <c:pt idx="131">
                  <c:v>7.4</c:v>
                </c:pt>
                <c:pt idx="132">
                  <c:v>7.68</c:v>
                </c:pt>
                <c:pt idx="133">
                  <c:v>7.85</c:v>
                </c:pt>
                <c:pt idx="134">
                  <c:v>7.13</c:v>
                </c:pt>
                <c:pt idx="135">
                  <c:v>7.18</c:v>
                </c:pt>
                <c:pt idx="136">
                  <c:v>7.3550000000000004</c:v>
                </c:pt>
                <c:pt idx="137">
                  <c:v>7.37</c:v>
                </c:pt>
                <c:pt idx="138">
                  <c:v>6.9050000000000002</c:v>
                </c:pt>
                <c:pt idx="139">
                  <c:v>6.61</c:v>
                </c:pt>
                <c:pt idx="140">
                  <c:v>6.47</c:v>
                </c:pt>
                <c:pt idx="141">
                  <c:v>6.6449999999999996</c:v>
                </c:pt>
                <c:pt idx="142">
                  <c:v>7.1</c:v>
                </c:pt>
                <c:pt idx="143">
                  <c:v>6.58</c:v>
                </c:pt>
                <c:pt idx="144">
                  <c:v>6.34</c:v>
                </c:pt>
                <c:pt idx="145">
                  <c:v>6.38</c:v>
                </c:pt>
                <c:pt idx="146">
                  <c:v>6.11</c:v>
                </c:pt>
                <c:pt idx="147">
                  <c:v>5.8650000000000002</c:v>
                </c:pt>
                <c:pt idx="148">
                  <c:v>5.9850000000000003</c:v>
                </c:pt>
                <c:pt idx="149">
                  <c:v>6.0449999999999999</c:v>
                </c:pt>
                <c:pt idx="150">
                  <c:v>6.33</c:v>
                </c:pt>
                <c:pt idx="151">
                  <c:v>6.29</c:v>
                </c:pt>
                <c:pt idx="152">
                  <c:v>6.1550000000000002</c:v>
                </c:pt>
                <c:pt idx="153">
                  <c:v>6.16</c:v>
                </c:pt>
                <c:pt idx="154">
                  <c:v>6.16</c:v>
                </c:pt>
                <c:pt idx="155">
                  <c:v>6.0949999999999998</c:v>
                </c:pt>
                <c:pt idx="156">
                  <c:v>6</c:v>
                </c:pt>
                <c:pt idx="157">
                  <c:v>6.17</c:v>
                </c:pt>
                <c:pt idx="158">
                  <c:v>6.05</c:v>
                </c:pt>
                <c:pt idx="159">
                  <c:v>5.89</c:v>
                </c:pt>
                <c:pt idx="160">
                  <c:v>6.06</c:v>
                </c:pt>
                <c:pt idx="161">
                  <c:v>6.1550000000000002</c:v>
                </c:pt>
                <c:pt idx="162">
                  <c:v>6.1749999999999998</c:v>
                </c:pt>
                <c:pt idx="163">
                  <c:v>6.25</c:v>
                </c:pt>
                <c:pt idx="164">
                  <c:v>6.2949999999999999</c:v>
                </c:pt>
                <c:pt idx="165">
                  <c:v>6.5</c:v>
                </c:pt>
                <c:pt idx="166">
                  <c:v>6.3449999999999998</c:v>
                </c:pt>
                <c:pt idx="167">
                  <c:v>6.1050000000000004</c:v>
                </c:pt>
                <c:pt idx="168">
                  <c:v>6.1050000000000004</c:v>
                </c:pt>
                <c:pt idx="169">
                  <c:v>6.0549999999999997</c:v>
                </c:pt>
                <c:pt idx="170">
                  <c:v>5.78</c:v>
                </c:pt>
                <c:pt idx="171">
                  <c:v>5.91</c:v>
                </c:pt>
                <c:pt idx="172">
                  <c:v>5.72</c:v>
                </c:pt>
                <c:pt idx="173">
                  <c:v>5.2649999999999997</c:v>
                </c:pt>
                <c:pt idx="174">
                  <c:v>5.1550000000000002</c:v>
                </c:pt>
                <c:pt idx="175">
                  <c:v>5.27</c:v>
                </c:pt>
                <c:pt idx="176">
                  <c:v>5.2050000000000001</c:v>
                </c:pt>
                <c:pt idx="177">
                  <c:v>5.34</c:v>
                </c:pt>
                <c:pt idx="178">
                  <c:v>5.7450000000000001</c:v>
                </c:pt>
                <c:pt idx="179">
                  <c:v>5.5350000000000001</c:v>
                </c:pt>
                <c:pt idx="180">
                  <c:v>5.2249999999999996</c:v>
                </c:pt>
                <c:pt idx="181">
                  <c:v>5.13</c:v>
                </c:pt>
                <c:pt idx="182">
                  <c:v>5.42</c:v>
                </c:pt>
                <c:pt idx="183">
                  <c:v>4.8499999999999996</c:v>
                </c:pt>
                <c:pt idx="184">
                  <c:v>4.25</c:v>
                </c:pt>
                <c:pt idx="185">
                  <c:v>4.41</c:v>
                </c:pt>
                <c:pt idx="186">
                  <c:v>4.3</c:v>
                </c:pt>
                <c:pt idx="187">
                  <c:v>4.54</c:v>
                </c:pt>
                <c:pt idx="188">
                  <c:v>4.32</c:v>
                </c:pt>
                <c:pt idx="189">
                  <c:v>4.3449999999999998</c:v>
                </c:pt>
                <c:pt idx="190">
                  <c:v>4.0750000000000002</c:v>
                </c:pt>
                <c:pt idx="191">
                  <c:v>4</c:v>
                </c:pt>
                <c:pt idx="192">
                  <c:v>4.1500000000000004</c:v>
                </c:pt>
                <c:pt idx="193">
                  <c:v>4.99</c:v>
                </c:pt>
                <c:pt idx="194">
                  <c:v>5.33</c:v>
                </c:pt>
                <c:pt idx="195">
                  <c:v>5.54</c:v>
                </c:pt>
                <c:pt idx="196">
                  <c:v>5.84</c:v>
                </c:pt>
                <c:pt idx="197">
                  <c:v>5.89</c:v>
                </c:pt>
                <c:pt idx="198">
                  <c:v>5.73</c:v>
                </c:pt>
                <c:pt idx="199">
                  <c:v>5.83</c:v>
                </c:pt>
                <c:pt idx="200">
                  <c:v>6.5049999999999999</c:v>
                </c:pt>
                <c:pt idx="201">
                  <c:v>6.5</c:v>
                </c:pt>
                <c:pt idx="202">
                  <c:v>6.77</c:v>
                </c:pt>
                <c:pt idx="203">
                  <c:v>6.415</c:v>
                </c:pt>
                <c:pt idx="204">
                  <c:v>7.31</c:v>
                </c:pt>
                <c:pt idx="205">
                  <c:v>7.9249999999999998</c:v>
                </c:pt>
                <c:pt idx="206">
                  <c:v>8.52</c:v>
                </c:pt>
                <c:pt idx="207">
                  <c:v>8.5950000000000006</c:v>
                </c:pt>
                <c:pt idx="208">
                  <c:v>8.5350000000000001</c:v>
                </c:pt>
                <c:pt idx="209">
                  <c:v>9.0350000000000001</c:v>
                </c:pt>
                <c:pt idx="210">
                  <c:v>8.89</c:v>
                </c:pt>
                <c:pt idx="211">
                  <c:v>9.44</c:v>
                </c:pt>
                <c:pt idx="212">
                  <c:v>10.025</c:v>
                </c:pt>
                <c:pt idx="213">
                  <c:v>10.71</c:v>
                </c:pt>
                <c:pt idx="214">
                  <c:v>10.220000000000001</c:v>
                </c:pt>
                <c:pt idx="215">
                  <c:v>9.7799999999999994</c:v>
                </c:pt>
                <c:pt idx="216">
                  <c:v>9.52</c:v>
                </c:pt>
                <c:pt idx="217">
                  <c:v>10.015000000000001</c:v>
                </c:pt>
                <c:pt idx="218">
                  <c:v>8.61</c:v>
                </c:pt>
                <c:pt idx="219">
                  <c:v>9.0749999999999993</c:v>
                </c:pt>
                <c:pt idx="220">
                  <c:v>8.8800000000000008</c:v>
                </c:pt>
                <c:pt idx="221">
                  <c:v>7.4050000000000002</c:v>
                </c:pt>
                <c:pt idx="222">
                  <c:v>7.9050000000000002</c:v>
                </c:pt>
                <c:pt idx="223">
                  <c:v>8.1999999999999993</c:v>
                </c:pt>
                <c:pt idx="224">
                  <c:v>9.09</c:v>
                </c:pt>
                <c:pt idx="225">
                  <c:v>9.2149999999999999</c:v>
                </c:pt>
                <c:pt idx="226">
                  <c:v>8.25</c:v>
                </c:pt>
                <c:pt idx="227">
                  <c:v>7.64</c:v>
                </c:pt>
                <c:pt idx="228">
                  <c:v>7.4450000000000003</c:v>
                </c:pt>
                <c:pt idx="229">
                  <c:v>7.68</c:v>
                </c:pt>
                <c:pt idx="230">
                  <c:v>7.74</c:v>
                </c:pt>
                <c:pt idx="231">
                  <c:v>8.56</c:v>
                </c:pt>
                <c:pt idx="232">
                  <c:v>8.4499999999999993</c:v>
                </c:pt>
                <c:pt idx="233">
                  <c:v>8.33</c:v>
                </c:pt>
                <c:pt idx="234">
                  <c:v>8.3350000000000009</c:v>
                </c:pt>
                <c:pt idx="235">
                  <c:v>7.83</c:v>
                </c:pt>
                <c:pt idx="236">
                  <c:v>7.5350000000000001</c:v>
                </c:pt>
                <c:pt idx="237">
                  <c:v>8.6</c:v>
                </c:pt>
                <c:pt idx="238">
                  <c:v>8.2949999999999999</c:v>
                </c:pt>
                <c:pt idx="239">
                  <c:v>9.3149999999999995</c:v>
                </c:pt>
                <c:pt idx="240">
                  <c:v>8.9749999999999996</c:v>
                </c:pt>
                <c:pt idx="241">
                  <c:v>8.81</c:v>
                </c:pt>
                <c:pt idx="242">
                  <c:v>9.23</c:v>
                </c:pt>
                <c:pt idx="243">
                  <c:v>8.89</c:v>
                </c:pt>
                <c:pt idx="244">
                  <c:v>9.11</c:v>
                </c:pt>
                <c:pt idx="245">
                  <c:v>9.2750000000000004</c:v>
                </c:pt>
                <c:pt idx="246">
                  <c:v>9.23</c:v>
                </c:pt>
                <c:pt idx="247">
                  <c:v>9.27</c:v>
                </c:pt>
                <c:pt idx="248">
                  <c:v>9.24</c:v>
                </c:pt>
                <c:pt idx="249">
                  <c:v>9.6850000000000005</c:v>
                </c:pt>
                <c:pt idx="250">
                  <c:v>10.074999999999999</c:v>
                </c:pt>
                <c:pt idx="251">
                  <c:v>10.47</c:v>
                </c:pt>
                <c:pt idx="252">
                  <c:v>10.89</c:v>
                </c:pt>
                <c:pt idx="253">
                  <c:v>11.34</c:v>
                </c:pt>
                <c:pt idx="254">
                  <c:v>11.23</c:v>
                </c:pt>
                <c:pt idx="255">
                  <c:v>11.12</c:v>
                </c:pt>
                <c:pt idx="256">
                  <c:v>11.46</c:v>
                </c:pt>
                <c:pt idx="257">
                  <c:v>9.9649999999999999</c:v>
                </c:pt>
                <c:pt idx="258">
                  <c:v>10.317</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409D-42FD-84E7-51948EEC3D13}"/>
            </c:ext>
          </c:extLst>
        </c:ser>
        <c:ser>
          <c:idx val="3"/>
          <c:order val="3"/>
          <c:tx>
            <c:strRef>
              <c:f>TERMP!$BE$8</c:f>
              <c:strCache>
                <c:ptCount val="1"/>
                <c:pt idx="0">
                  <c:v>MX </c:v>
                </c:pt>
              </c:strCache>
            </c:strRef>
          </c:tx>
          <c:spPr>
            <a:ln w="22225" cap="rnd">
              <a:solidFill>
                <a:srgbClr val="8FAADC"/>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TERMP!$BE$10:$BE$1010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8.26</c:v>
                </c:pt>
                <c:pt idx="58">
                  <c:v>8.1690000000000005</c:v>
                </c:pt>
                <c:pt idx="59">
                  <c:v>8.2650000000000006</c:v>
                </c:pt>
                <c:pt idx="60">
                  <c:v>8.1875</c:v>
                </c:pt>
                <c:pt idx="61">
                  <c:v>7.95</c:v>
                </c:pt>
                <c:pt idx="62">
                  <c:v>7.96</c:v>
                </c:pt>
                <c:pt idx="63">
                  <c:v>7.7450000000000001</c:v>
                </c:pt>
                <c:pt idx="64">
                  <c:v>7.6337999999999999</c:v>
                </c:pt>
                <c:pt idx="65">
                  <c:v>7.31</c:v>
                </c:pt>
                <c:pt idx="66">
                  <c:v>6.9074999999999998</c:v>
                </c:pt>
                <c:pt idx="67">
                  <c:v>6.625</c:v>
                </c:pt>
                <c:pt idx="68">
                  <c:v>6.5137999999999998</c:v>
                </c:pt>
                <c:pt idx="69">
                  <c:v>6.42</c:v>
                </c:pt>
                <c:pt idx="70">
                  <c:v>7.1962999999999999</c:v>
                </c:pt>
                <c:pt idx="71">
                  <c:v>7.3250000000000002</c:v>
                </c:pt>
                <c:pt idx="72">
                  <c:v>7.625</c:v>
                </c:pt>
                <c:pt idx="73">
                  <c:v>7.79</c:v>
                </c:pt>
                <c:pt idx="74">
                  <c:v>7.9</c:v>
                </c:pt>
                <c:pt idx="75">
                  <c:v>7.4775</c:v>
                </c:pt>
                <c:pt idx="76">
                  <c:v>7.1849999999999996</c:v>
                </c:pt>
                <c:pt idx="77">
                  <c:v>7.12</c:v>
                </c:pt>
                <c:pt idx="78">
                  <c:v>6.86</c:v>
                </c:pt>
                <c:pt idx="79">
                  <c:v>6.2210000000000001</c:v>
                </c:pt>
                <c:pt idx="80">
                  <c:v>6.85</c:v>
                </c:pt>
                <c:pt idx="81">
                  <c:v>6.42</c:v>
                </c:pt>
                <c:pt idx="82">
                  <c:v>7.07</c:v>
                </c:pt>
                <c:pt idx="83">
                  <c:v>6.7750000000000004</c:v>
                </c:pt>
                <c:pt idx="84">
                  <c:v>6.298</c:v>
                </c:pt>
                <c:pt idx="85">
                  <c:v>6.66</c:v>
                </c:pt>
                <c:pt idx="86">
                  <c:v>6.63</c:v>
                </c:pt>
                <c:pt idx="87">
                  <c:v>6.44</c:v>
                </c:pt>
                <c:pt idx="88">
                  <c:v>6.4550000000000001</c:v>
                </c:pt>
                <c:pt idx="89">
                  <c:v>5.89</c:v>
                </c:pt>
                <c:pt idx="90">
                  <c:v>5.7290000000000001</c:v>
                </c:pt>
                <c:pt idx="91">
                  <c:v>5.8174999999999999</c:v>
                </c:pt>
                <c:pt idx="92">
                  <c:v>5.8540000000000001</c:v>
                </c:pt>
                <c:pt idx="93">
                  <c:v>5.9509999999999996</c:v>
                </c:pt>
                <c:pt idx="94">
                  <c:v>5.8150000000000004</c:v>
                </c:pt>
                <c:pt idx="95">
                  <c:v>5.82</c:v>
                </c:pt>
                <c:pt idx="96">
                  <c:v>5.6550000000000002</c:v>
                </c:pt>
                <c:pt idx="97">
                  <c:v>5.53</c:v>
                </c:pt>
                <c:pt idx="98">
                  <c:v>5.54</c:v>
                </c:pt>
                <c:pt idx="99">
                  <c:v>5.19</c:v>
                </c:pt>
                <c:pt idx="100">
                  <c:v>6</c:v>
                </c:pt>
                <c:pt idx="101">
                  <c:v>6.62</c:v>
                </c:pt>
                <c:pt idx="102">
                  <c:v>6.56</c:v>
                </c:pt>
                <c:pt idx="103">
                  <c:v>7.04</c:v>
                </c:pt>
                <c:pt idx="104">
                  <c:v>6.61</c:v>
                </c:pt>
                <c:pt idx="105">
                  <c:v>6.2309999999999999</c:v>
                </c:pt>
                <c:pt idx="106">
                  <c:v>6.7380000000000004</c:v>
                </c:pt>
                <c:pt idx="107">
                  <c:v>6.83</c:v>
                </c:pt>
                <c:pt idx="108">
                  <c:v>6.9550000000000001</c:v>
                </c:pt>
                <c:pt idx="109">
                  <c:v>6.6950000000000003</c:v>
                </c:pt>
                <c:pt idx="110">
                  <c:v>6.609</c:v>
                </c:pt>
                <c:pt idx="111">
                  <c:v>6.63</c:v>
                </c:pt>
                <c:pt idx="112">
                  <c:v>6.32</c:v>
                </c:pt>
                <c:pt idx="113">
                  <c:v>6.0439999999999996</c:v>
                </c:pt>
                <c:pt idx="114">
                  <c:v>6.0350000000000001</c:v>
                </c:pt>
                <c:pt idx="115">
                  <c:v>6.0170000000000003</c:v>
                </c:pt>
                <c:pt idx="116">
                  <c:v>6.4249999999999998</c:v>
                </c:pt>
                <c:pt idx="117">
                  <c:v>6.16</c:v>
                </c:pt>
                <c:pt idx="118">
                  <c:v>5.87</c:v>
                </c:pt>
                <c:pt idx="119">
                  <c:v>6.16</c:v>
                </c:pt>
                <c:pt idx="120">
                  <c:v>5.47</c:v>
                </c:pt>
                <c:pt idx="121">
                  <c:v>5.8624999999999998</c:v>
                </c:pt>
                <c:pt idx="122">
                  <c:v>6.06</c:v>
                </c:pt>
                <c:pt idx="123">
                  <c:v>5.984</c:v>
                </c:pt>
                <c:pt idx="124">
                  <c:v>6.2380000000000004</c:v>
                </c:pt>
                <c:pt idx="125">
                  <c:v>6.5010000000000003</c:v>
                </c:pt>
                <c:pt idx="126">
                  <c:v>6.2690000000000001</c:v>
                </c:pt>
                <c:pt idx="127">
                  <c:v>6.34</c:v>
                </c:pt>
                <c:pt idx="128">
                  <c:v>6.44</c:v>
                </c:pt>
                <c:pt idx="129">
                  <c:v>6.29</c:v>
                </c:pt>
                <c:pt idx="130">
                  <c:v>6.31</c:v>
                </c:pt>
                <c:pt idx="131">
                  <c:v>6.2949999999999999</c:v>
                </c:pt>
                <c:pt idx="132">
                  <c:v>5.99</c:v>
                </c:pt>
                <c:pt idx="133">
                  <c:v>6.1749999999999998</c:v>
                </c:pt>
                <c:pt idx="134">
                  <c:v>6.15</c:v>
                </c:pt>
                <c:pt idx="135">
                  <c:v>6.1</c:v>
                </c:pt>
                <c:pt idx="136">
                  <c:v>6.3</c:v>
                </c:pt>
                <c:pt idx="137">
                  <c:v>6.2649999999999997</c:v>
                </c:pt>
                <c:pt idx="138">
                  <c:v>6.2149999999999999</c:v>
                </c:pt>
                <c:pt idx="139">
                  <c:v>6.13</c:v>
                </c:pt>
                <c:pt idx="140">
                  <c:v>6.41</c:v>
                </c:pt>
                <c:pt idx="141">
                  <c:v>6.5250000000000004</c:v>
                </c:pt>
                <c:pt idx="142">
                  <c:v>7.7249999999999996</c:v>
                </c:pt>
                <c:pt idx="143">
                  <c:v>7.92</c:v>
                </c:pt>
                <c:pt idx="144">
                  <c:v>8</c:v>
                </c:pt>
                <c:pt idx="145">
                  <c:v>7.7649999999999997</c:v>
                </c:pt>
                <c:pt idx="146">
                  <c:v>7.43</c:v>
                </c:pt>
                <c:pt idx="147">
                  <c:v>7.48</c:v>
                </c:pt>
                <c:pt idx="148">
                  <c:v>7.585</c:v>
                </c:pt>
                <c:pt idx="149">
                  <c:v>7.18</c:v>
                </c:pt>
                <c:pt idx="150">
                  <c:v>7.14</c:v>
                </c:pt>
                <c:pt idx="151">
                  <c:v>7.1150000000000002</c:v>
                </c:pt>
                <c:pt idx="152">
                  <c:v>7.085</c:v>
                </c:pt>
                <c:pt idx="153">
                  <c:v>7.47</c:v>
                </c:pt>
                <c:pt idx="154">
                  <c:v>7.5</c:v>
                </c:pt>
                <c:pt idx="155">
                  <c:v>7.98</c:v>
                </c:pt>
                <c:pt idx="156">
                  <c:v>7.8550000000000004</c:v>
                </c:pt>
                <c:pt idx="157">
                  <c:v>7.92</c:v>
                </c:pt>
                <c:pt idx="158">
                  <c:v>7.67</c:v>
                </c:pt>
                <c:pt idx="159">
                  <c:v>7.7450000000000001</c:v>
                </c:pt>
                <c:pt idx="160">
                  <c:v>7.9550000000000001</c:v>
                </c:pt>
                <c:pt idx="161">
                  <c:v>8.0350000000000001</c:v>
                </c:pt>
                <c:pt idx="162">
                  <c:v>8.1300000000000008</c:v>
                </c:pt>
                <c:pt idx="163">
                  <c:v>8.2050000000000001</c:v>
                </c:pt>
                <c:pt idx="164">
                  <c:v>8.2249999999999996</c:v>
                </c:pt>
                <c:pt idx="165">
                  <c:v>8.5449999999999999</c:v>
                </c:pt>
                <c:pt idx="166">
                  <c:v>9.26</c:v>
                </c:pt>
                <c:pt idx="167">
                  <c:v>8.84</c:v>
                </c:pt>
                <c:pt idx="168">
                  <c:v>8.52</c:v>
                </c:pt>
                <c:pt idx="169">
                  <c:v>8.44</c:v>
                </c:pt>
                <c:pt idx="170">
                  <c:v>8.1150000000000002</c:v>
                </c:pt>
                <c:pt idx="171">
                  <c:v>8.1199999999999992</c:v>
                </c:pt>
                <c:pt idx="172">
                  <c:v>8.07</c:v>
                </c:pt>
                <c:pt idx="173">
                  <c:v>7.57</c:v>
                </c:pt>
                <c:pt idx="174">
                  <c:v>7.48</c:v>
                </c:pt>
                <c:pt idx="175">
                  <c:v>6.9050000000000002</c:v>
                </c:pt>
                <c:pt idx="176">
                  <c:v>6.7750000000000004</c:v>
                </c:pt>
                <c:pt idx="177">
                  <c:v>6.7549999999999999</c:v>
                </c:pt>
                <c:pt idx="178">
                  <c:v>6.93</c:v>
                </c:pt>
                <c:pt idx="179">
                  <c:v>6.7949999999999999</c:v>
                </c:pt>
                <c:pt idx="180">
                  <c:v>6.61</c:v>
                </c:pt>
                <c:pt idx="181">
                  <c:v>6.7450000000000001</c:v>
                </c:pt>
                <c:pt idx="182">
                  <c:v>7.0149999999999997</c:v>
                </c:pt>
                <c:pt idx="183">
                  <c:v>6.5750000000000002</c:v>
                </c:pt>
                <c:pt idx="184">
                  <c:v>6.01</c:v>
                </c:pt>
                <c:pt idx="185">
                  <c:v>5.73</c:v>
                </c:pt>
                <c:pt idx="186">
                  <c:v>5.58</c:v>
                </c:pt>
                <c:pt idx="187">
                  <c:v>5.8449999999999998</c:v>
                </c:pt>
                <c:pt idx="188">
                  <c:v>5.7350000000000003</c:v>
                </c:pt>
                <c:pt idx="189">
                  <c:v>5.8949999999999996</c:v>
                </c:pt>
                <c:pt idx="190">
                  <c:v>5.5750000000000002</c:v>
                </c:pt>
                <c:pt idx="191">
                  <c:v>5.35</c:v>
                </c:pt>
                <c:pt idx="192">
                  <c:v>5.52</c:v>
                </c:pt>
                <c:pt idx="193">
                  <c:v>6.3049999999999997</c:v>
                </c:pt>
                <c:pt idx="194">
                  <c:v>6.77</c:v>
                </c:pt>
                <c:pt idx="195">
                  <c:v>6.9050000000000002</c:v>
                </c:pt>
                <c:pt idx="196">
                  <c:v>6.7949999999999999</c:v>
                </c:pt>
                <c:pt idx="197">
                  <c:v>7.03</c:v>
                </c:pt>
                <c:pt idx="198">
                  <c:v>6.8650000000000002</c:v>
                </c:pt>
                <c:pt idx="199">
                  <c:v>6.91</c:v>
                </c:pt>
                <c:pt idx="200">
                  <c:v>7.31</c:v>
                </c:pt>
                <c:pt idx="201">
                  <c:v>7.63</c:v>
                </c:pt>
                <c:pt idx="202">
                  <c:v>7.6050000000000004</c:v>
                </c:pt>
                <c:pt idx="203">
                  <c:v>7.5250000000000004</c:v>
                </c:pt>
                <c:pt idx="204">
                  <c:v>7.57</c:v>
                </c:pt>
                <c:pt idx="205">
                  <c:v>7.86</c:v>
                </c:pt>
                <c:pt idx="206">
                  <c:v>8.59</c:v>
                </c:pt>
                <c:pt idx="207">
                  <c:v>8.9649999999999999</c:v>
                </c:pt>
                <c:pt idx="208">
                  <c:v>8.3550000000000004</c:v>
                </c:pt>
                <c:pt idx="209">
                  <c:v>8.8350000000000009</c:v>
                </c:pt>
                <c:pt idx="210">
                  <c:v>8.14</c:v>
                </c:pt>
                <c:pt idx="211">
                  <c:v>8.5950000000000006</c:v>
                </c:pt>
                <c:pt idx="212">
                  <c:v>9.1999999999999993</c:v>
                </c:pt>
                <c:pt idx="213">
                  <c:v>9.2550000000000008</c:v>
                </c:pt>
                <c:pt idx="214">
                  <c:v>8.5950000000000006</c:v>
                </c:pt>
                <c:pt idx="215">
                  <c:v>8.73</c:v>
                </c:pt>
                <c:pt idx="216">
                  <c:v>8.3949999999999996</c:v>
                </c:pt>
                <c:pt idx="217">
                  <c:v>8.9749999999999996</c:v>
                </c:pt>
                <c:pt idx="218">
                  <c:v>8.375</c:v>
                </c:pt>
                <c:pt idx="219">
                  <c:v>8.35</c:v>
                </c:pt>
                <c:pt idx="220">
                  <c:v>8.49</c:v>
                </c:pt>
                <c:pt idx="221">
                  <c:v>8.09</c:v>
                </c:pt>
                <c:pt idx="222">
                  <c:v>8.34</c:v>
                </c:pt>
                <c:pt idx="223">
                  <c:v>8.73</c:v>
                </c:pt>
                <c:pt idx="224">
                  <c:v>9.4749999999999996</c:v>
                </c:pt>
                <c:pt idx="225">
                  <c:v>9.59</c:v>
                </c:pt>
                <c:pt idx="226">
                  <c:v>9.1050000000000004</c:v>
                </c:pt>
                <c:pt idx="227">
                  <c:v>8.4550000000000001</c:v>
                </c:pt>
                <c:pt idx="228">
                  <c:v>8.7309999999999999</c:v>
                </c:pt>
                <c:pt idx="229">
                  <c:v>8.65</c:v>
                </c:pt>
                <c:pt idx="230">
                  <c:v>8.7460000000000004</c:v>
                </c:pt>
                <c:pt idx="231">
                  <c:v>9.5549999999999997</c:v>
                </c:pt>
                <c:pt idx="232">
                  <c:v>9.3049999999999997</c:v>
                </c:pt>
                <c:pt idx="233">
                  <c:v>9.4049999999999994</c:v>
                </c:pt>
                <c:pt idx="234">
                  <c:v>9.3149999999999995</c:v>
                </c:pt>
                <c:pt idx="235">
                  <c:v>9.1</c:v>
                </c:pt>
                <c:pt idx="236">
                  <c:v>8.6549999999999994</c:v>
                </c:pt>
                <c:pt idx="237">
                  <c:v>9.5350000000000001</c:v>
                </c:pt>
                <c:pt idx="238">
                  <c:v>9.18</c:v>
                </c:pt>
                <c:pt idx="239">
                  <c:v>9.66</c:v>
                </c:pt>
                <c:pt idx="240">
                  <c:v>9.1</c:v>
                </c:pt>
                <c:pt idx="241">
                  <c:v>8.5250000000000004</c:v>
                </c:pt>
                <c:pt idx="242">
                  <c:v>8.3800000000000008</c:v>
                </c:pt>
                <c:pt idx="243">
                  <c:v>8.1649999999999991</c:v>
                </c:pt>
                <c:pt idx="244">
                  <c:v>8.1950000000000003</c:v>
                </c:pt>
                <c:pt idx="245">
                  <c:v>8.09</c:v>
                </c:pt>
                <c:pt idx="246">
                  <c:v>8.2449999999999992</c:v>
                </c:pt>
                <c:pt idx="247">
                  <c:v>7.9050000000000002</c:v>
                </c:pt>
                <c:pt idx="248">
                  <c:v>7.7450000000000001</c:v>
                </c:pt>
                <c:pt idx="249">
                  <c:v>7.72</c:v>
                </c:pt>
                <c:pt idx="250">
                  <c:v>7.7750000000000004</c:v>
                </c:pt>
                <c:pt idx="251">
                  <c:v>8.19</c:v>
                </c:pt>
                <c:pt idx="252">
                  <c:v>8.0299999999999994</c:v>
                </c:pt>
                <c:pt idx="253">
                  <c:v>7.67</c:v>
                </c:pt>
                <c:pt idx="254">
                  <c:v>8.49</c:v>
                </c:pt>
                <c:pt idx="255">
                  <c:v>8.2850000000000001</c:v>
                </c:pt>
                <c:pt idx="256">
                  <c:v>8.2899999999999991</c:v>
                </c:pt>
                <c:pt idx="257">
                  <c:v>8.1300000000000008</c:v>
                </c:pt>
                <c:pt idx="258">
                  <c:v>8.2949999999999999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3-409D-42FD-84E7-51948EEC3D13}"/>
            </c:ext>
          </c:extLst>
        </c:ser>
        <c:ser>
          <c:idx val="4"/>
          <c:order val="4"/>
          <c:tx>
            <c:strRef>
              <c:f>TERMP!$BH$8</c:f>
              <c:strCache>
                <c:ptCount val="1"/>
                <c:pt idx="0">
                  <c:v>PL </c:v>
                </c:pt>
              </c:strCache>
            </c:strRef>
          </c:tx>
          <c:spPr>
            <a:ln w="22225" cap="rnd">
              <a:solidFill>
                <a:srgbClr val="00B0F0"/>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TERMP!$BH$10:$BH$1010</c:f>
              <c:numCache>
                <c:formatCode>0.00</c:formatCode>
                <c:ptCount val="1001"/>
                <c:pt idx="0">
                  <c:v>5.9</c:v>
                </c:pt>
                <c:pt idx="1">
                  <c:v>5.39</c:v>
                </c:pt>
                <c:pt idx="2">
                  <c:v>5.49</c:v>
                </c:pt>
                <c:pt idx="3">
                  <c:v>5.4450000000000003</c:v>
                </c:pt>
                <c:pt idx="4">
                  <c:v>5.19</c:v>
                </c:pt>
                <c:pt idx="5">
                  <c:v>4.6500000000000004</c:v>
                </c:pt>
                <c:pt idx="6">
                  <c:v>4.8</c:v>
                </c:pt>
                <c:pt idx="7">
                  <c:v>4.72</c:v>
                </c:pt>
                <c:pt idx="8">
                  <c:v>4.63</c:v>
                </c:pt>
                <c:pt idx="9">
                  <c:v>5.0999999999999996</c:v>
                </c:pt>
                <c:pt idx="10">
                  <c:v>5.13</c:v>
                </c:pt>
                <c:pt idx="11">
                  <c:v>4.9800000000000004</c:v>
                </c:pt>
                <c:pt idx="12">
                  <c:v>4.88</c:v>
                </c:pt>
                <c:pt idx="13">
                  <c:v>4.5824999999999996</c:v>
                </c:pt>
                <c:pt idx="14">
                  <c:v>4.93</c:v>
                </c:pt>
                <c:pt idx="15">
                  <c:v>5.0650000000000004</c:v>
                </c:pt>
                <c:pt idx="16">
                  <c:v>5.21</c:v>
                </c:pt>
                <c:pt idx="17">
                  <c:v>5.6375000000000002</c:v>
                </c:pt>
                <c:pt idx="18">
                  <c:v>5.4950000000000001</c:v>
                </c:pt>
                <c:pt idx="19">
                  <c:v>5.59</c:v>
                </c:pt>
                <c:pt idx="20">
                  <c:v>5.41</c:v>
                </c:pt>
                <c:pt idx="21">
                  <c:v>5.2050000000000001</c:v>
                </c:pt>
                <c:pt idx="22">
                  <c:v>5.0999999999999996</c:v>
                </c:pt>
                <c:pt idx="23">
                  <c:v>5.0750000000000002</c:v>
                </c:pt>
                <c:pt idx="24">
                  <c:v>5.1100000000000003</c:v>
                </c:pt>
                <c:pt idx="25">
                  <c:v>5.18</c:v>
                </c:pt>
                <c:pt idx="26">
                  <c:v>5.12</c:v>
                </c:pt>
                <c:pt idx="27">
                  <c:v>5.24</c:v>
                </c:pt>
                <c:pt idx="28">
                  <c:v>5.3224999999999998</c:v>
                </c:pt>
                <c:pt idx="29">
                  <c:v>5.71</c:v>
                </c:pt>
                <c:pt idx="30">
                  <c:v>5.65</c:v>
                </c:pt>
                <c:pt idx="31">
                  <c:v>5.7225000000000001</c:v>
                </c:pt>
                <c:pt idx="32">
                  <c:v>5.55</c:v>
                </c:pt>
                <c:pt idx="33">
                  <c:v>5.4550000000000001</c:v>
                </c:pt>
                <c:pt idx="34">
                  <c:v>5.7149999999999999</c:v>
                </c:pt>
                <c:pt idx="35">
                  <c:v>5.8</c:v>
                </c:pt>
                <c:pt idx="36">
                  <c:v>5.71</c:v>
                </c:pt>
                <c:pt idx="37">
                  <c:v>5.8949999999999996</c:v>
                </c:pt>
                <c:pt idx="38">
                  <c:v>5.7350000000000003</c:v>
                </c:pt>
                <c:pt idx="39">
                  <c:v>5.78</c:v>
                </c:pt>
                <c:pt idx="40">
                  <c:v>6.0750000000000002</c:v>
                </c:pt>
                <c:pt idx="41">
                  <c:v>6.3624999999999998</c:v>
                </c:pt>
                <c:pt idx="42">
                  <c:v>6.12</c:v>
                </c:pt>
                <c:pt idx="43">
                  <c:v>5.7750000000000004</c:v>
                </c:pt>
                <c:pt idx="44">
                  <c:v>5.48</c:v>
                </c:pt>
                <c:pt idx="45">
                  <c:v>5.79</c:v>
                </c:pt>
                <c:pt idx="46">
                  <c:v>4.8075000000000001</c:v>
                </c:pt>
                <c:pt idx="47">
                  <c:v>4.415</c:v>
                </c:pt>
                <c:pt idx="48">
                  <c:v>4.8849999999999998</c:v>
                </c:pt>
                <c:pt idx="49">
                  <c:v>5.1349999999999998</c:v>
                </c:pt>
                <c:pt idx="50">
                  <c:v>5.3449999999999998</c:v>
                </c:pt>
                <c:pt idx="51">
                  <c:v>5.1449999999999996</c:v>
                </c:pt>
                <c:pt idx="52">
                  <c:v>5.6349999999999998</c:v>
                </c:pt>
                <c:pt idx="53">
                  <c:v>5.63</c:v>
                </c:pt>
                <c:pt idx="54">
                  <c:v>5.415</c:v>
                </c:pt>
                <c:pt idx="55">
                  <c:v>5.5824999999999996</c:v>
                </c:pt>
                <c:pt idx="56">
                  <c:v>5.4850000000000003</c:v>
                </c:pt>
                <c:pt idx="57">
                  <c:v>5.6325000000000003</c:v>
                </c:pt>
                <c:pt idx="58">
                  <c:v>5.6150000000000002</c:v>
                </c:pt>
                <c:pt idx="59">
                  <c:v>5.78</c:v>
                </c:pt>
                <c:pt idx="60">
                  <c:v>5.6</c:v>
                </c:pt>
                <c:pt idx="61">
                  <c:v>5.7050000000000001</c:v>
                </c:pt>
                <c:pt idx="62">
                  <c:v>5.44</c:v>
                </c:pt>
                <c:pt idx="63">
                  <c:v>5.375</c:v>
                </c:pt>
                <c:pt idx="64">
                  <c:v>5.32</c:v>
                </c:pt>
                <c:pt idx="65">
                  <c:v>5.3949999999999996</c:v>
                </c:pt>
                <c:pt idx="66">
                  <c:v>5.35</c:v>
                </c:pt>
                <c:pt idx="67">
                  <c:v>4.8899999999999997</c:v>
                </c:pt>
                <c:pt idx="68">
                  <c:v>4.91</c:v>
                </c:pt>
                <c:pt idx="69">
                  <c:v>5.2038000000000002</c:v>
                </c:pt>
                <c:pt idx="70">
                  <c:v>5.4950000000000001</c:v>
                </c:pt>
                <c:pt idx="71">
                  <c:v>5.63</c:v>
                </c:pt>
                <c:pt idx="72">
                  <c:v>5.8049999999999997</c:v>
                </c:pt>
                <c:pt idx="73">
                  <c:v>5.5949999999999998</c:v>
                </c:pt>
                <c:pt idx="74">
                  <c:v>5.625</c:v>
                </c:pt>
                <c:pt idx="75">
                  <c:v>5.665</c:v>
                </c:pt>
                <c:pt idx="76">
                  <c:v>5.5350000000000001</c:v>
                </c:pt>
                <c:pt idx="77">
                  <c:v>5.3949999999999996</c:v>
                </c:pt>
                <c:pt idx="78">
                  <c:v>5.37</c:v>
                </c:pt>
                <c:pt idx="79">
                  <c:v>4.84</c:v>
                </c:pt>
                <c:pt idx="80">
                  <c:v>5.01</c:v>
                </c:pt>
                <c:pt idx="81">
                  <c:v>4.9249999999999998</c:v>
                </c:pt>
                <c:pt idx="82">
                  <c:v>5.2450000000000001</c:v>
                </c:pt>
                <c:pt idx="83">
                  <c:v>4.9450000000000003</c:v>
                </c:pt>
                <c:pt idx="84">
                  <c:v>4.9080000000000004</c:v>
                </c:pt>
                <c:pt idx="85">
                  <c:v>4.8525</c:v>
                </c:pt>
                <c:pt idx="86">
                  <c:v>4.9379999999999997</c:v>
                </c:pt>
                <c:pt idx="87">
                  <c:v>5.01</c:v>
                </c:pt>
                <c:pt idx="88">
                  <c:v>4.8615000000000004</c:v>
                </c:pt>
                <c:pt idx="89">
                  <c:v>4.718</c:v>
                </c:pt>
                <c:pt idx="90">
                  <c:v>4.5025000000000004</c:v>
                </c:pt>
                <c:pt idx="91">
                  <c:v>4.4050000000000002</c:v>
                </c:pt>
                <c:pt idx="92">
                  <c:v>4.3600000000000003</c:v>
                </c:pt>
                <c:pt idx="93">
                  <c:v>4.3680000000000003</c:v>
                </c:pt>
                <c:pt idx="94">
                  <c:v>3.8050000000000002</c:v>
                </c:pt>
                <c:pt idx="95">
                  <c:v>3.5575000000000001</c:v>
                </c:pt>
                <c:pt idx="96">
                  <c:v>3.66</c:v>
                </c:pt>
                <c:pt idx="97">
                  <c:v>3.855</c:v>
                </c:pt>
                <c:pt idx="98">
                  <c:v>3.585</c:v>
                </c:pt>
                <c:pt idx="99">
                  <c:v>3.1615000000000002</c:v>
                </c:pt>
                <c:pt idx="100">
                  <c:v>3.4350000000000001</c:v>
                </c:pt>
                <c:pt idx="101">
                  <c:v>4.1174999999999997</c:v>
                </c:pt>
                <c:pt idx="102">
                  <c:v>3.8359999999999999</c:v>
                </c:pt>
                <c:pt idx="103">
                  <c:v>4.351</c:v>
                </c:pt>
                <c:pt idx="104">
                  <c:v>4.2050000000000001</c:v>
                </c:pt>
                <c:pt idx="105">
                  <c:v>3.9</c:v>
                </c:pt>
                <c:pt idx="106">
                  <c:v>4.2450000000000001</c:v>
                </c:pt>
                <c:pt idx="107">
                  <c:v>4.1749999999999998</c:v>
                </c:pt>
                <c:pt idx="108">
                  <c:v>4.45</c:v>
                </c:pt>
                <c:pt idx="109">
                  <c:v>4.0919999999999996</c:v>
                </c:pt>
                <c:pt idx="110">
                  <c:v>3.9820000000000002</c:v>
                </c:pt>
                <c:pt idx="111">
                  <c:v>3.956</c:v>
                </c:pt>
                <c:pt idx="112">
                  <c:v>3.645</c:v>
                </c:pt>
                <c:pt idx="113">
                  <c:v>3.3650000000000002</c:v>
                </c:pt>
                <c:pt idx="114">
                  <c:v>3.18</c:v>
                </c:pt>
                <c:pt idx="115">
                  <c:v>2.927</c:v>
                </c:pt>
                <c:pt idx="116">
                  <c:v>2.8149999999999999</c:v>
                </c:pt>
                <c:pt idx="117">
                  <c:v>2.3424999999999998</c:v>
                </c:pt>
                <c:pt idx="118">
                  <c:v>2.1949999999999998</c:v>
                </c:pt>
                <c:pt idx="119">
                  <c:v>2.21</c:v>
                </c:pt>
                <c:pt idx="120">
                  <c:v>1.7949999999999999</c:v>
                </c:pt>
                <c:pt idx="121">
                  <c:v>2.0175000000000001</c:v>
                </c:pt>
                <c:pt idx="122">
                  <c:v>2.0950000000000002</c:v>
                </c:pt>
                <c:pt idx="123">
                  <c:v>2.2149999999999999</c:v>
                </c:pt>
                <c:pt idx="124">
                  <c:v>2.68</c:v>
                </c:pt>
                <c:pt idx="125">
                  <c:v>2.9249999999999998</c:v>
                </c:pt>
                <c:pt idx="126">
                  <c:v>2.7124999999999999</c:v>
                </c:pt>
                <c:pt idx="127">
                  <c:v>2.61</c:v>
                </c:pt>
                <c:pt idx="128">
                  <c:v>2.484</c:v>
                </c:pt>
                <c:pt idx="129">
                  <c:v>2.29</c:v>
                </c:pt>
                <c:pt idx="130">
                  <c:v>2.19</c:v>
                </c:pt>
                <c:pt idx="131">
                  <c:v>2.4350000000000001</c:v>
                </c:pt>
                <c:pt idx="132">
                  <c:v>2.375</c:v>
                </c:pt>
                <c:pt idx="133">
                  <c:v>2.1974999999999998</c:v>
                </c:pt>
                <c:pt idx="134">
                  <c:v>2.2549999999999999</c:v>
                </c:pt>
                <c:pt idx="135">
                  <c:v>2.3849999999999998</c:v>
                </c:pt>
                <c:pt idx="136">
                  <c:v>2.3875000000000002</c:v>
                </c:pt>
                <c:pt idx="137">
                  <c:v>2.4830000000000001</c:v>
                </c:pt>
                <c:pt idx="138">
                  <c:v>2.2212999999999998</c:v>
                </c:pt>
                <c:pt idx="139">
                  <c:v>2.12</c:v>
                </c:pt>
                <c:pt idx="140">
                  <c:v>2.2759999999999998</c:v>
                </c:pt>
                <c:pt idx="141">
                  <c:v>2.5550000000000002</c:v>
                </c:pt>
                <c:pt idx="142">
                  <c:v>2.8650000000000002</c:v>
                </c:pt>
                <c:pt idx="143">
                  <c:v>2.8650000000000002</c:v>
                </c:pt>
                <c:pt idx="144">
                  <c:v>3.1025</c:v>
                </c:pt>
                <c:pt idx="145">
                  <c:v>2.9550000000000001</c:v>
                </c:pt>
                <c:pt idx="146">
                  <c:v>2.8174999999999999</c:v>
                </c:pt>
                <c:pt idx="147">
                  <c:v>2.855</c:v>
                </c:pt>
                <c:pt idx="148">
                  <c:v>2.7679999999999998</c:v>
                </c:pt>
                <c:pt idx="149">
                  <c:v>2.81</c:v>
                </c:pt>
                <c:pt idx="150">
                  <c:v>2.87</c:v>
                </c:pt>
                <c:pt idx="151">
                  <c:v>2.7635999999999998</c:v>
                </c:pt>
                <c:pt idx="152">
                  <c:v>2.9249999999999998</c:v>
                </c:pt>
                <c:pt idx="153">
                  <c:v>2.98</c:v>
                </c:pt>
                <c:pt idx="154">
                  <c:v>2.9649999999999999</c:v>
                </c:pt>
                <c:pt idx="155">
                  <c:v>2.9449999999999998</c:v>
                </c:pt>
                <c:pt idx="156">
                  <c:v>3.14</c:v>
                </c:pt>
                <c:pt idx="157">
                  <c:v>3.0674999999999999</c:v>
                </c:pt>
                <c:pt idx="158">
                  <c:v>2.8650000000000002</c:v>
                </c:pt>
                <c:pt idx="159">
                  <c:v>2.8450000000000002</c:v>
                </c:pt>
                <c:pt idx="160">
                  <c:v>2.9390000000000001</c:v>
                </c:pt>
                <c:pt idx="161">
                  <c:v>2.93</c:v>
                </c:pt>
                <c:pt idx="162">
                  <c:v>2.9249999999999998</c:v>
                </c:pt>
                <c:pt idx="163">
                  <c:v>2.8925000000000001</c:v>
                </c:pt>
                <c:pt idx="164">
                  <c:v>3</c:v>
                </c:pt>
                <c:pt idx="165">
                  <c:v>2.8624999999999998</c:v>
                </c:pt>
                <c:pt idx="166">
                  <c:v>2.645</c:v>
                </c:pt>
                <c:pt idx="167">
                  <c:v>2.4874999999999998</c:v>
                </c:pt>
                <c:pt idx="168">
                  <c:v>2.4399000000000002</c:v>
                </c:pt>
                <c:pt idx="169">
                  <c:v>2.2782</c:v>
                </c:pt>
                <c:pt idx="170">
                  <c:v>2.2555000000000001</c:v>
                </c:pt>
                <c:pt idx="171">
                  <c:v>2.4424999999999999</c:v>
                </c:pt>
                <c:pt idx="172">
                  <c:v>2.2275</c:v>
                </c:pt>
                <c:pt idx="173">
                  <c:v>2.1150000000000002</c:v>
                </c:pt>
                <c:pt idx="174">
                  <c:v>1.9650000000000001</c:v>
                </c:pt>
                <c:pt idx="175">
                  <c:v>1.5175000000000001</c:v>
                </c:pt>
                <c:pt idx="176">
                  <c:v>1.6425000000000001</c:v>
                </c:pt>
                <c:pt idx="177">
                  <c:v>1.75</c:v>
                </c:pt>
                <c:pt idx="178">
                  <c:v>1.7024999999999999</c:v>
                </c:pt>
                <c:pt idx="179">
                  <c:v>1.8</c:v>
                </c:pt>
                <c:pt idx="180">
                  <c:v>1.855</c:v>
                </c:pt>
                <c:pt idx="181">
                  <c:v>1.4424999999999999</c:v>
                </c:pt>
                <c:pt idx="182">
                  <c:v>1.105</c:v>
                </c:pt>
                <c:pt idx="183">
                  <c:v>0.83499999999999996</c:v>
                </c:pt>
                <c:pt idx="184">
                  <c:v>0.755</c:v>
                </c:pt>
                <c:pt idx="185">
                  <c:v>0.87</c:v>
                </c:pt>
                <c:pt idx="186">
                  <c:v>0.83499999999999996</c:v>
                </c:pt>
                <c:pt idx="187">
                  <c:v>1.1299999999999999</c:v>
                </c:pt>
                <c:pt idx="188">
                  <c:v>0.92249999999999999</c:v>
                </c:pt>
                <c:pt idx="189">
                  <c:v>0.94750000000000001</c:v>
                </c:pt>
                <c:pt idx="190">
                  <c:v>1.1200000000000001</c:v>
                </c:pt>
                <c:pt idx="191">
                  <c:v>1.2324999999999999</c:v>
                </c:pt>
                <c:pt idx="192">
                  <c:v>1.2</c:v>
                </c:pt>
                <c:pt idx="193">
                  <c:v>1.7475000000000001</c:v>
                </c:pt>
                <c:pt idx="194">
                  <c:v>1.63</c:v>
                </c:pt>
                <c:pt idx="195">
                  <c:v>1.9750000000000001</c:v>
                </c:pt>
                <c:pt idx="196">
                  <c:v>1.915</c:v>
                </c:pt>
                <c:pt idx="197">
                  <c:v>1.905</c:v>
                </c:pt>
                <c:pt idx="198">
                  <c:v>1.6825000000000001</c:v>
                </c:pt>
                <c:pt idx="199">
                  <c:v>1.77</c:v>
                </c:pt>
                <c:pt idx="200">
                  <c:v>2.0699999999999998</c:v>
                </c:pt>
                <c:pt idx="201">
                  <c:v>2.78</c:v>
                </c:pt>
                <c:pt idx="202">
                  <c:v>2.9502999999999999</c:v>
                </c:pt>
                <c:pt idx="203">
                  <c:v>3.54</c:v>
                </c:pt>
                <c:pt idx="204">
                  <c:v>4.0149999999999997</c:v>
                </c:pt>
                <c:pt idx="205">
                  <c:v>3.95</c:v>
                </c:pt>
                <c:pt idx="206">
                  <c:v>5.0774999999999997</c:v>
                </c:pt>
                <c:pt idx="207">
                  <c:v>5.9349999999999996</c:v>
                </c:pt>
                <c:pt idx="208">
                  <c:v>6.2350000000000003</c:v>
                </c:pt>
                <c:pt idx="209">
                  <c:v>6.7649999999999997</c:v>
                </c:pt>
                <c:pt idx="210">
                  <c:v>5.2949999999999999</c:v>
                </c:pt>
                <c:pt idx="211">
                  <c:v>6.2649999999999997</c:v>
                </c:pt>
                <c:pt idx="212">
                  <c:v>6.8825000000000003</c:v>
                </c:pt>
                <c:pt idx="213">
                  <c:v>7.33</c:v>
                </c:pt>
                <c:pt idx="214">
                  <c:v>6.08</c:v>
                </c:pt>
                <c:pt idx="215">
                  <c:v>6.1524999999999999</c:v>
                </c:pt>
                <c:pt idx="216">
                  <c:v>5.22</c:v>
                </c:pt>
                <c:pt idx="217">
                  <c:v>5.92</c:v>
                </c:pt>
                <c:pt idx="218">
                  <c:v>5.4424999999999999</c:v>
                </c:pt>
                <c:pt idx="219">
                  <c:v>5.3925000000000001</c:v>
                </c:pt>
                <c:pt idx="220">
                  <c:v>5.54</c:v>
                </c:pt>
                <c:pt idx="221">
                  <c:v>5.04</c:v>
                </c:pt>
                <c:pt idx="222">
                  <c:v>4.7474999999999996</c:v>
                </c:pt>
                <c:pt idx="223">
                  <c:v>4.9249999999999998</c:v>
                </c:pt>
                <c:pt idx="224">
                  <c:v>4.97</c:v>
                </c:pt>
                <c:pt idx="225">
                  <c:v>5.03</c:v>
                </c:pt>
                <c:pt idx="226">
                  <c:v>4.9749999999999996</c:v>
                </c:pt>
                <c:pt idx="227">
                  <c:v>4.4725000000000001</c:v>
                </c:pt>
                <c:pt idx="228">
                  <c:v>4.8075000000000001</c:v>
                </c:pt>
                <c:pt idx="229">
                  <c:v>4.7069999999999999</c:v>
                </c:pt>
                <c:pt idx="230">
                  <c:v>4.9649999999999999</c:v>
                </c:pt>
                <c:pt idx="231">
                  <c:v>5.4024999999999999</c:v>
                </c:pt>
                <c:pt idx="232">
                  <c:v>5.2862999999999998</c:v>
                </c:pt>
                <c:pt idx="233">
                  <c:v>5.1212999999999997</c:v>
                </c:pt>
                <c:pt idx="234">
                  <c:v>4.9824999999999999</c:v>
                </c:pt>
                <c:pt idx="235">
                  <c:v>4.63</c:v>
                </c:pt>
                <c:pt idx="236">
                  <c:v>4.4625000000000004</c:v>
                </c:pt>
                <c:pt idx="237">
                  <c:v>5.0125000000000002</c:v>
                </c:pt>
                <c:pt idx="238">
                  <c:v>4.6224999999999996</c:v>
                </c:pt>
                <c:pt idx="239">
                  <c:v>5.18</c:v>
                </c:pt>
                <c:pt idx="240">
                  <c:v>5.0540000000000003</c:v>
                </c:pt>
                <c:pt idx="241">
                  <c:v>4.9024999999999999</c:v>
                </c:pt>
                <c:pt idx="242">
                  <c:v>4.91</c:v>
                </c:pt>
                <c:pt idx="243">
                  <c:v>4.3449999999999998</c:v>
                </c:pt>
                <c:pt idx="244">
                  <c:v>4.41</c:v>
                </c:pt>
                <c:pt idx="245">
                  <c:v>4.5525000000000002</c:v>
                </c:pt>
                <c:pt idx="246">
                  <c:v>4.55</c:v>
                </c:pt>
                <c:pt idx="247">
                  <c:v>4.5250000000000004</c:v>
                </c:pt>
                <c:pt idx="248">
                  <c:v>4.5724999999999998</c:v>
                </c:pt>
                <c:pt idx="249">
                  <c:v>4.37</c:v>
                </c:pt>
                <c:pt idx="250">
                  <c:v>4.2</c:v>
                </c:pt>
                <c:pt idx="251">
                  <c:v>4.2352999999999996</c:v>
                </c:pt>
                <c:pt idx="252">
                  <c:v>4.2424999999999997</c:v>
                </c:pt>
                <c:pt idx="253">
                  <c:v>4.1475</c:v>
                </c:pt>
                <c:pt idx="254">
                  <c:v>4.8150000000000004</c:v>
                </c:pt>
                <c:pt idx="255">
                  <c:v>4.665</c:v>
                </c:pt>
                <c:pt idx="256">
                  <c:v>4.6275000000000004</c:v>
                </c:pt>
                <c:pt idx="257">
                  <c:v>4.29</c:v>
                </c:pt>
                <c:pt idx="258">
                  <c:v>4.7324999999999999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4-409D-42FD-84E7-51948EEC3D13}"/>
            </c:ext>
          </c:extLst>
        </c:ser>
        <c:ser>
          <c:idx val="5"/>
          <c:order val="5"/>
          <c:tx>
            <c:strRef>
              <c:f>TERMP!$BK$8</c:f>
              <c:strCache>
                <c:ptCount val="1"/>
                <c:pt idx="0">
                  <c:v>TH </c:v>
                </c:pt>
              </c:strCache>
            </c:strRef>
          </c:tx>
          <c:spPr>
            <a:ln w="22225" cap="rnd">
              <a:solidFill>
                <a:srgbClr val="FFC000"/>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TERMP!$BK$10:$BK$1010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4.8650000000000002</c:v>
                </c:pt>
                <c:pt idx="25">
                  <c:v>4.625</c:v>
                </c:pt>
                <c:pt idx="26">
                  <c:v>4.5250000000000004</c:v>
                </c:pt>
                <c:pt idx="27">
                  <c:v>4.0350000000000001</c:v>
                </c:pt>
                <c:pt idx="28">
                  <c:v>4.0149999999999997</c:v>
                </c:pt>
                <c:pt idx="29">
                  <c:v>4.5750000000000002</c:v>
                </c:pt>
                <c:pt idx="30">
                  <c:v>4.84</c:v>
                </c:pt>
                <c:pt idx="31">
                  <c:v>5.0199999999999996</c:v>
                </c:pt>
                <c:pt idx="32">
                  <c:v>4.8550000000000004</c:v>
                </c:pt>
                <c:pt idx="33">
                  <c:v>4.93</c:v>
                </c:pt>
                <c:pt idx="34">
                  <c:v>5.335</c:v>
                </c:pt>
                <c:pt idx="35">
                  <c:v>5.33</c:v>
                </c:pt>
                <c:pt idx="36">
                  <c:v>4.59</c:v>
                </c:pt>
                <c:pt idx="37">
                  <c:v>4.7149999999999999</c:v>
                </c:pt>
                <c:pt idx="38">
                  <c:v>4.835</c:v>
                </c:pt>
                <c:pt idx="39">
                  <c:v>5.1550000000000002</c:v>
                </c:pt>
                <c:pt idx="40">
                  <c:v>5.6150000000000002</c:v>
                </c:pt>
                <c:pt idx="41">
                  <c:v>6.65</c:v>
                </c:pt>
                <c:pt idx="42">
                  <c:v>5.87</c:v>
                </c:pt>
                <c:pt idx="43">
                  <c:v>5.07</c:v>
                </c:pt>
                <c:pt idx="44">
                  <c:v>4.6500000000000004</c:v>
                </c:pt>
                <c:pt idx="45">
                  <c:v>4.4400000000000004</c:v>
                </c:pt>
                <c:pt idx="46">
                  <c:v>3.7149999999999999</c:v>
                </c:pt>
                <c:pt idx="47">
                  <c:v>2.4500000000000002</c:v>
                </c:pt>
                <c:pt idx="48">
                  <c:v>3.35</c:v>
                </c:pt>
                <c:pt idx="49">
                  <c:v>3.78</c:v>
                </c:pt>
                <c:pt idx="50">
                  <c:v>3.5049999999999999</c:v>
                </c:pt>
                <c:pt idx="51">
                  <c:v>3.42</c:v>
                </c:pt>
                <c:pt idx="52">
                  <c:v>4.2750000000000004</c:v>
                </c:pt>
                <c:pt idx="53">
                  <c:v>4.1950000000000003</c:v>
                </c:pt>
                <c:pt idx="54">
                  <c:v>4.0199999999999996</c:v>
                </c:pt>
                <c:pt idx="55">
                  <c:v>4.2549999999999999</c:v>
                </c:pt>
                <c:pt idx="56">
                  <c:v>4.3150000000000004</c:v>
                </c:pt>
                <c:pt idx="57">
                  <c:v>4.4850000000000003</c:v>
                </c:pt>
                <c:pt idx="58">
                  <c:v>4.0149999999999997</c:v>
                </c:pt>
                <c:pt idx="59">
                  <c:v>4.2850000000000001</c:v>
                </c:pt>
                <c:pt idx="60">
                  <c:v>4.0350000000000001</c:v>
                </c:pt>
                <c:pt idx="61">
                  <c:v>4.0049999999999999</c:v>
                </c:pt>
                <c:pt idx="62">
                  <c:v>3.9550000000000001</c:v>
                </c:pt>
                <c:pt idx="63">
                  <c:v>3.63</c:v>
                </c:pt>
                <c:pt idx="64">
                  <c:v>3.4249999999999998</c:v>
                </c:pt>
                <c:pt idx="65">
                  <c:v>3.4550000000000001</c:v>
                </c:pt>
                <c:pt idx="66">
                  <c:v>3.3450000000000002</c:v>
                </c:pt>
                <c:pt idx="67">
                  <c:v>3.2450000000000001</c:v>
                </c:pt>
                <c:pt idx="68">
                  <c:v>3.3450000000000002</c:v>
                </c:pt>
                <c:pt idx="69">
                  <c:v>3.45</c:v>
                </c:pt>
                <c:pt idx="70">
                  <c:v>3.5750000000000002</c:v>
                </c:pt>
                <c:pt idx="71">
                  <c:v>3.9950000000000001</c:v>
                </c:pt>
                <c:pt idx="72">
                  <c:v>4.24</c:v>
                </c:pt>
                <c:pt idx="73">
                  <c:v>4.42</c:v>
                </c:pt>
                <c:pt idx="74">
                  <c:v>4.1449999999999996</c:v>
                </c:pt>
                <c:pt idx="75">
                  <c:v>4.165</c:v>
                </c:pt>
                <c:pt idx="76">
                  <c:v>3.9550000000000001</c:v>
                </c:pt>
                <c:pt idx="77">
                  <c:v>3.9350000000000001</c:v>
                </c:pt>
                <c:pt idx="78">
                  <c:v>4.335</c:v>
                </c:pt>
                <c:pt idx="79">
                  <c:v>3.64</c:v>
                </c:pt>
                <c:pt idx="80">
                  <c:v>3.65</c:v>
                </c:pt>
                <c:pt idx="81">
                  <c:v>3.67</c:v>
                </c:pt>
                <c:pt idx="82">
                  <c:v>3.5249999999999999</c:v>
                </c:pt>
                <c:pt idx="83">
                  <c:v>3.65</c:v>
                </c:pt>
                <c:pt idx="84">
                  <c:v>3.1968999999999999</c:v>
                </c:pt>
                <c:pt idx="85">
                  <c:v>3.1930999999999998</c:v>
                </c:pt>
                <c:pt idx="86">
                  <c:v>3.2469000000000001</c:v>
                </c:pt>
                <c:pt idx="87">
                  <c:v>3.2791999999999999</c:v>
                </c:pt>
                <c:pt idx="88">
                  <c:v>3.2923</c:v>
                </c:pt>
                <c:pt idx="89">
                  <c:v>3.2923</c:v>
                </c:pt>
                <c:pt idx="90">
                  <c:v>3.2907999999999999</c:v>
                </c:pt>
                <c:pt idx="91">
                  <c:v>3.2761999999999998</c:v>
                </c:pt>
                <c:pt idx="92">
                  <c:v>3.2746</c:v>
                </c:pt>
                <c:pt idx="93">
                  <c:v>3.6</c:v>
                </c:pt>
                <c:pt idx="94">
                  <c:v>3.5</c:v>
                </c:pt>
                <c:pt idx="95">
                  <c:v>3.55</c:v>
                </c:pt>
                <c:pt idx="96">
                  <c:v>3.55</c:v>
                </c:pt>
                <c:pt idx="97">
                  <c:v>4.12</c:v>
                </c:pt>
                <c:pt idx="98">
                  <c:v>3.0015000000000001</c:v>
                </c:pt>
                <c:pt idx="99">
                  <c:v>3.0015000000000001</c:v>
                </c:pt>
                <c:pt idx="100">
                  <c:v>2.7631000000000001</c:v>
                </c:pt>
                <c:pt idx="101">
                  <c:v>2.7738999999999998</c:v>
                </c:pt>
                <c:pt idx="102">
                  <c:v>4.05</c:v>
                </c:pt>
                <c:pt idx="103">
                  <c:v>4.05</c:v>
                </c:pt>
                <c:pt idx="104">
                  <c:v>3.95</c:v>
                </c:pt>
                <c:pt idx="105">
                  <c:v>3.95</c:v>
                </c:pt>
                <c:pt idx="106">
                  <c:v>4.1500000000000004</c:v>
                </c:pt>
                <c:pt idx="107">
                  <c:v>4.1500000000000004</c:v>
                </c:pt>
                <c:pt idx="108">
                  <c:v>4.0750000000000002</c:v>
                </c:pt>
                <c:pt idx="109">
                  <c:v>3.9750000000000001</c:v>
                </c:pt>
                <c:pt idx="110">
                  <c:v>3.85</c:v>
                </c:pt>
                <c:pt idx="111">
                  <c:v>3.85</c:v>
                </c:pt>
                <c:pt idx="112">
                  <c:v>3.65</c:v>
                </c:pt>
                <c:pt idx="113">
                  <c:v>3.8</c:v>
                </c:pt>
                <c:pt idx="114">
                  <c:v>3.8</c:v>
                </c:pt>
                <c:pt idx="115">
                  <c:v>3.8</c:v>
                </c:pt>
                <c:pt idx="116">
                  <c:v>3.5</c:v>
                </c:pt>
                <c:pt idx="117">
                  <c:v>3.55</c:v>
                </c:pt>
                <c:pt idx="118">
                  <c:v>3</c:v>
                </c:pt>
                <c:pt idx="119">
                  <c:v>2.9</c:v>
                </c:pt>
                <c:pt idx="120">
                  <c:v>2.9</c:v>
                </c:pt>
                <c:pt idx="121">
                  <c:v>3</c:v>
                </c:pt>
                <c:pt idx="122">
                  <c:v>3</c:v>
                </c:pt>
                <c:pt idx="123">
                  <c:v>3</c:v>
                </c:pt>
                <c:pt idx="124">
                  <c:v>3</c:v>
                </c:pt>
                <c:pt idx="125">
                  <c:v>3.1</c:v>
                </c:pt>
                <c:pt idx="126">
                  <c:v>2.9249999999999998</c:v>
                </c:pt>
                <c:pt idx="127">
                  <c:v>2.85</c:v>
                </c:pt>
                <c:pt idx="128">
                  <c:v>2.95</c:v>
                </c:pt>
                <c:pt idx="129">
                  <c:v>2.8250000000000002</c:v>
                </c:pt>
                <c:pt idx="130">
                  <c:v>2.94</c:v>
                </c:pt>
                <c:pt idx="131">
                  <c:v>2.79</c:v>
                </c:pt>
                <c:pt idx="132">
                  <c:v>2.56</c:v>
                </c:pt>
                <c:pt idx="133">
                  <c:v>2.4500000000000002</c:v>
                </c:pt>
                <c:pt idx="134">
                  <c:v>2.17</c:v>
                </c:pt>
                <c:pt idx="135">
                  <c:v>2.31</c:v>
                </c:pt>
                <c:pt idx="136">
                  <c:v>2.37</c:v>
                </c:pt>
                <c:pt idx="137">
                  <c:v>2.31</c:v>
                </c:pt>
                <c:pt idx="138">
                  <c:v>2.2000000000000002</c:v>
                </c:pt>
                <c:pt idx="139">
                  <c:v>2.25</c:v>
                </c:pt>
                <c:pt idx="140">
                  <c:v>2.29</c:v>
                </c:pt>
                <c:pt idx="141">
                  <c:v>2.39</c:v>
                </c:pt>
                <c:pt idx="142">
                  <c:v>2.61</c:v>
                </c:pt>
                <c:pt idx="143">
                  <c:v>2.84</c:v>
                </c:pt>
                <c:pt idx="144">
                  <c:v>2.82</c:v>
                </c:pt>
                <c:pt idx="145">
                  <c:v>2.77</c:v>
                </c:pt>
                <c:pt idx="146">
                  <c:v>2.79</c:v>
                </c:pt>
                <c:pt idx="147">
                  <c:v>2.66</c:v>
                </c:pt>
                <c:pt idx="148">
                  <c:v>2.63</c:v>
                </c:pt>
                <c:pt idx="149">
                  <c:v>2.5499999999999998</c:v>
                </c:pt>
                <c:pt idx="150">
                  <c:v>2.5</c:v>
                </c:pt>
                <c:pt idx="151">
                  <c:v>2.39</c:v>
                </c:pt>
                <c:pt idx="152">
                  <c:v>2.41</c:v>
                </c:pt>
                <c:pt idx="153">
                  <c:v>2.42</c:v>
                </c:pt>
                <c:pt idx="154">
                  <c:v>2.5499999999999998</c:v>
                </c:pt>
                <c:pt idx="155">
                  <c:v>2.4500000000000002</c:v>
                </c:pt>
                <c:pt idx="156">
                  <c:v>2.48</c:v>
                </c:pt>
                <c:pt idx="157">
                  <c:v>2.61</c:v>
                </c:pt>
                <c:pt idx="158">
                  <c:v>2.61</c:v>
                </c:pt>
                <c:pt idx="159">
                  <c:v>2.69</c:v>
                </c:pt>
                <c:pt idx="160">
                  <c:v>2.75</c:v>
                </c:pt>
                <c:pt idx="161">
                  <c:v>2.76</c:v>
                </c:pt>
                <c:pt idx="162">
                  <c:v>2.76</c:v>
                </c:pt>
                <c:pt idx="163">
                  <c:v>2.75</c:v>
                </c:pt>
                <c:pt idx="164">
                  <c:v>2.86</c:v>
                </c:pt>
                <c:pt idx="165">
                  <c:v>2.92</c:v>
                </c:pt>
                <c:pt idx="166">
                  <c:v>2.81</c:v>
                </c:pt>
                <c:pt idx="167">
                  <c:v>2.65</c:v>
                </c:pt>
                <c:pt idx="168">
                  <c:v>2.66</c:v>
                </c:pt>
                <c:pt idx="169">
                  <c:v>2.61</c:v>
                </c:pt>
                <c:pt idx="170">
                  <c:v>2.46</c:v>
                </c:pt>
                <c:pt idx="171">
                  <c:v>2.5</c:v>
                </c:pt>
                <c:pt idx="172">
                  <c:v>2.2250000000000001</c:v>
                </c:pt>
                <c:pt idx="173">
                  <c:v>2.0249999999999999</c:v>
                </c:pt>
                <c:pt idx="174">
                  <c:v>2.1</c:v>
                </c:pt>
                <c:pt idx="175">
                  <c:v>1.75</c:v>
                </c:pt>
                <c:pt idx="176">
                  <c:v>1.69</c:v>
                </c:pt>
                <c:pt idx="177">
                  <c:v>1.8</c:v>
                </c:pt>
                <c:pt idx="178">
                  <c:v>1.73</c:v>
                </c:pt>
                <c:pt idx="179">
                  <c:v>1.68</c:v>
                </c:pt>
                <c:pt idx="180">
                  <c:v>1.63</c:v>
                </c:pt>
                <c:pt idx="181">
                  <c:v>1.27</c:v>
                </c:pt>
                <c:pt idx="182">
                  <c:v>1.25</c:v>
                </c:pt>
                <c:pt idx="183">
                  <c:v>1.25</c:v>
                </c:pt>
                <c:pt idx="184">
                  <c:v>1.25</c:v>
                </c:pt>
                <c:pt idx="185">
                  <c:v>1.25</c:v>
                </c:pt>
                <c:pt idx="186">
                  <c:v>1.25</c:v>
                </c:pt>
                <c:pt idx="187">
                  <c:v>1.355</c:v>
                </c:pt>
                <c:pt idx="188">
                  <c:v>1.355</c:v>
                </c:pt>
                <c:pt idx="189">
                  <c:v>1.4450000000000001</c:v>
                </c:pt>
                <c:pt idx="190">
                  <c:v>1.4850000000000001</c:v>
                </c:pt>
                <c:pt idx="191">
                  <c:v>1.52</c:v>
                </c:pt>
                <c:pt idx="192">
                  <c:v>1.52</c:v>
                </c:pt>
                <c:pt idx="193">
                  <c:v>1.7</c:v>
                </c:pt>
                <c:pt idx="194">
                  <c:v>1.9750000000000001</c:v>
                </c:pt>
                <c:pt idx="195">
                  <c:v>2.0350000000000001</c:v>
                </c:pt>
                <c:pt idx="196">
                  <c:v>2.0249999999999999</c:v>
                </c:pt>
                <c:pt idx="197">
                  <c:v>2.0249999999999999</c:v>
                </c:pt>
                <c:pt idx="198">
                  <c:v>1.7549999999999999</c:v>
                </c:pt>
                <c:pt idx="199">
                  <c:v>1.655</c:v>
                </c:pt>
                <c:pt idx="200">
                  <c:v>0.86609999999999998</c:v>
                </c:pt>
                <c:pt idx="201">
                  <c:v>2.0030000000000001</c:v>
                </c:pt>
                <c:pt idx="202">
                  <c:v>1.9590000000000001</c:v>
                </c:pt>
                <c:pt idx="203">
                  <c:v>1.9450000000000001</c:v>
                </c:pt>
                <c:pt idx="204">
                  <c:v>2.2565</c:v>
                </c:pt>
                <c:pt idx="205">
                  <c:v>2.3730000000000002</c:v>
                </c:pt>
                <c:pt idx="206">
                  <c:v>2.3730000000000002</c:v>
                </c:pt>
                <c:pt idx="207">
                  <c:v>2.3730000000000002</c:v>
                </c:pt>
                <c:pt idx="208">
                  <c:v>2.3730000000000002</c:v>
                </c:pt>
                <c:pt idx="209">
                  <c:v>2.3730000000000002</c:v>
                </c:pt>
                <c:pt idx="210">
                  <c:v>2.3730000000000002</c:v>
                </c:pt>
                <c:pt idx="211">
                  <c:v>2.3730000000000002</c:v>
                </c:pt>
                <c:pt idx="212">
                  <c:v>2.3730000000000002</c:v>
                </c:pt>
                <c:pt idx="213">
                  <c:v>2.3730000000000002</c:v>
                </c:pt>
                <c:pt idx="214">
                  <c:v>2.3730000000000002</c:v>
                </c:pt>
                <c:pt idx="215">
                  <c:v>2.3730000000000002</c:v>
                </c:pt>
                <c:pt idx="216">
                  <c:v>2.3730000000000002</c:v>
                </c:pt>
                <c:pt idx="217">
                  <c:v>2.3730000000000002</c:v>
                </c:pt>
                <c:pt idx="218">
                  <c:v>2.5926999999999998</c:v>
                </c:pt>
                <c:pt idx="219">
                  <c:v>2.6423999999999999</c:v>
                </c:pt>
                <c:pt idx="220">
                  <c:v>2.7509000000000001</c:v>
                </c:pt>
                <c:pt idx="221">
                  <c:v>2.8142</c:v>
                </c:pt>
                <c:pt idx="222">
                  <c:v>2.7614000000000001</c:v>
                </c:pt>
                <c:pt idx="223">
                  <c:v>3.0108999999999999</c:v>
                </c:pt>
                <c:pt idx="224">
                  <c:v>3.3054999999999999</c:v>
                </c:pt>
                <c:pt idx="225">
                  <c:v>3.3450000000000002</c:v>
                </c:pt>
                <c:pt idx="226">
                  <c:v>3.0914000000000001</c:v>
                </c:pt>
                <c:pt idx="227">
                  <c:v>2.7157</c:v>
                </c:pt>
                <c:pt idx="228">
                  <c:v>2.7522000000000002</c:v>
                </c:pt>
                <c:pt idx="229">
                  <c:v>2.5893999999999999</c:v>
                </c:pt>
                <c:pt idx="230">
                  <c:v>2.5345</c:v>
                </c:pt>
                <c:pt idx="231">
                  <c:v>2.9264999999999999</c:v>
                </c:pt>
                <c:pt idx="232">
                  <c:v>2.8853</c:v>
                </c:pt>
                <c:pt idx="233">
                  <c:v>2.7480000000000002</c:v>
                </c:pt>
                <c:pt idx="234">
                  <c:v>2.6120000000000001</c:v>
                </c:pt>
                <c:pt idx="235">
                  <c:v>2.4417</c:v>
                </c:pt>
                <c:pt idx="236">
                  <c:v>2.4348000000000001</c:v>
                </c:pt>
                <c:pt idx="237">
                  <c:v>2.4590999999999998</c:v>
                </c:pt>
                <c:pt idx="238">
                  <c:v>2.1812999999999998</c:v>
                </c:pt>
                <c:pt idx="239">
                  <c:v>2.3271000000000002</c:v>
                </c:pt>
                <c:pt idx="240">
                  <c:v>2.2972999999999999</c:v>
                </c:pt>
                <c:pt idx="241">
                  <c:v>2.1013999999999999</c:v>
                </c:pt>
                <c:pt idx="242">
                  <c:v>1.9951000000000001</c:v>
                </c:pt>
                <c:pt idx="243">
                  <c:v>1.8251999999999999</c:v>
                </c:pt>
                <c:pt idx="244">
                  <c:v>1.7838000000000001</c:v>
                </c:pt>
                <c:pt idx="245">
                  <c:v>1.6160000000000001</c:v>
                </c:pt>
                <c:pt idx="246">
                  <c:v>1.5982000000000001</c:v>
                </c:pt>
                <c:pt idx="247">
                  <c:v>1.3974</c:v>
                </c:pt>
                <c:pt idx="248">
                  <c:v>1.5228999999999999</c:v>
                </c:pt>
                <c:pt idx="249">
                  <c:v>1.6685000000000001</c:v>
                </c:pt>
                <c:pt idx="250">
                  <c:v>1.681</c:v>
                </c:pt>
                <c:pt idx="251">
                  <c:v>1.6886000000000001</c:v>
                </c:pt>
                <c:pt idx="252">
                  <c:v>1.9447000000000001</c:v>
                </c:pt>
                <c:pt idx="253">
                  <c:v>1.6534</c:v>
                </c:pt>
                <c:pt idx="254">
                  <c:v>2.2338</c:v>
                </c:pt>
                <c:pt idx="255">
                  <c:v>2.0476999999999999</c:v>
                </c:pt>
                <c:pt idx="256">
                  <c:v>2.2086000000000001</c:v>
                </c:pt>
                <c:pt idx="257">
                  <c:v>1.9573</c:v>
                </c:pt>
                <c:pt idx="258">
                  <c:v>2.1558000000000002</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5-409D-42FD-84E7-51948EEC3D13}"/>
            </c:ext>
          </c:extLst>
        </c:ser>
        <c:ser>
          <c:idx val="6"/>
          <c:order val="6"/>
          <c:tx>
            <c:strRef>
              <c:f>TERMP!$BJ$8</c:f>
              <c:strCache>
                <c:ptCount val="1"/>
                <c:pt idx="0">
                  <c:v>ZA </c:v>
                </c:pt>
              </c:strCache>
            </c:strRef>
          </c:tx>
          <c:spPr>
            <a:ln w="22225" cap="rnd">
              <a:solidFill>
                <a:srgbClr val="C00000"/>
              </a:solidFill>
              <a:round/>
            </a:ln>
            <a:effectLst/>
          </c:spPr>
          <c:marker>
            <c:symbol val="none"/>
          </c:marker>
          <c:cat>
            <c:numRef>
              <c:f>TERMP!$AK$10:$AK$1010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TERMP!$BJ$10:$BJ$1010</c:f>
              <c:numCache>
                <c:formatCode>0.00</c:formatCode>
                <c:ptCount val="1001"/>
                <c:pt idx="0">
                  <c:v>8.09</c:v>
                </c:pt>
                <c:pt idx="1">
                  <c:v>7.7350000000000003</c:v>
                </c:pt>
                <c:pt idx="2">
                  <c:v>8.5399999999999991</c:v>
                </c:pt>
                <c:pt idx="3">
                  <c:v>8.41</c:v>
                </c:pt>
                <c:pt idx="4">
                  <c:v>8.375</c:v>
                </c:pt>
                <c:pt idx="5">
                  <c:v>7.94</c:v>
                </c:pt>
                <c:pt idx="6">
                  <c:v>7.92</c:v>
                </c:pt>
                <c:pt idx="7">
                  <c:v>8.0399999999999991</c:v>
                </c:pt>
                <c:pt idx="8">
                  <c:v>8.16</c:v>
                </c:pt>
                <c:pt idx="9">
                  <c:v>8.08</c:v>
                </c:pt>
                <c:pt idx="10">
                  <c:v>7.82</c:v>
                </c:pt>
                <c:pt idx="11">
                  <c:v>7.5350000000000001</c:v>
                </c:pt>
                <c:pt idx="12">
                  <c:v>7.5350000000000001</c:v>
                </c:pt>
                <c:pt idx="13">
                  <c:v>7.3849999999999998</c:v>
                </c:pt>
                <c:pt idx="14">
                  <c:v>7.665</c:v>
                </c:pt>
                <c:pt idx="15">
                  <c:v>7.52</c:v>
                </c:pt>
                <c:pt idx="16">
                  <c:v>7.86</c:v>
                </c:pt>
                <c:pt idx="17">
                  <c:v>8.93</c:v>
                </c:pt>
                <c:pt idx="18">
                  <c:v>8.8249999999999993</c:v>
                </c:pt>
                <c:pt idx="19">
                  <c:v>8.9849999999999994</c:v>
                </c:pt>
                <c:pt idx="20">
                  <c:v>8.86</c:v>
                </c:pt>
                <c:pt idx="21">
                  <c:v>8.41</c:v>
                </c:pt>
                <c:pt idx="22">
                  <c:v>8.26</c:v>
                </c:pt>
                <c:pt idx="23">
                  <c:v>8.24</c:v>
                </c:pt>
                <c:pt idx="24">
                  <c:v>8.34</c:v>
                </c:pt>
                <c:pt idx="25">
                  <c:v>8.0250000000000004</c:v>
                </c:pt>
                <c:pt idx="26">
                  <c:v>8.2100000000000009</c:v>
                </c:pt>
                <c:pt idx="27">
                  <c:v>8.1300000000000008</c:v>
                </c:pt>
                <c:pt idx="28">
                  <c:v>8.3049999999999997</c:v>
                </c:pt>
                <c:pt idx="29">
                  <c:v>9.18</c:v>
                </c:pt>
                <c:pt idx="30">
                  <c:v>9.34</c:v>
                </c:pt>
                <c:pt idx="31">
                  <c:v>9.4049999999999994</c:v>
                </c:pt>
                <c:pt idx="32">
                  <c:v>9.0449999999999999</c:v>
                </c:pt>
                <c:pt idx="33">
                  <c:v>8.7449999999999992</c:v>
                </c:pt>
                <c:pt idx="34">
                  <c:v>9.1449999999999996</c:v>
                </c:pt>
                <c:pt idx="35">
                  <c:v>9.2349999999999994</c:v>
                </c:pt>
                <c:pt idx="36">
                  <c:v>9.27</c:v>
                </c:pt>
                <c:pt idx="37">
                  <c:v>9.7100000000000009</c:v>
                </c:pt>
                <c:pt idx="38">
                  <c:v>9.8699999999999992</c:v>
                </c:pt>
                <c:pt idx="39">
                  <c:v>10.18</c:v>
                </c:pt>
                <c:pt idx="40">
                  <c:v>10.63</c:v>
                </c:pt>
                <c:pt idx="41">
                  <c:v>11.44</c:v>
                </c:pt>
                <c:pt idx="42">
                  <c:v>10.08</c:v>
                </c:pt>
                <c:pt idx="43">
                  <c:v>9.4450000000000003</c:v>
                </c:pt>
                <c:pt idx="44">
                  <c:v>9.1649999999999991</c:v>
                </c:pt>
                <c:pt idx="45">
                  <c:v>8.9160000000000004</c:v>
                </c:pt>
                <c:pt idx="46">
                  <c:v>8.4224999999999994</c:v>
                </c:pt>
                <c:pt idx="47">
                  <c:v>7.74</c:v>
                </c:pt>
                <c:pt idx="48">
                  <c:v>8.11</c:v>
                </c:pt>
                <c:pt idx="49">
                  <c:v>8.73</c:v>
                </c:pt>
                <c:pt idx="50">
                  <c:v>8.52</c:v>
                </c:pt>
                <c:pt idx="51">
                  <c:v>8.32</c:v>
                </c:pt>
                <c:pt idx="52">
                  <c:v>8.67</c:v>
                </c:pt>
                <c:pt idx="53">
                  <c:v>8.81</c:v>
                </c:pt>
                <c:pt idx="54">
                  <c:v>8.82</c:v>
                </c:pt>
                <c:pt idx="55">
                  <c:v>8.4499999999999993</c:v>
                </c:pt>
                <c:pt idx="56">
                  <c:v>8.75</c:v>
                </c:pt>
                <c:pt idx="57">
                  <c:v>8.8000000000000007</c:v>
                </c:pt>
                <c:pt idx="58">
                  <c:v>8.81</c:v>
                </c:pt>
                <c:pt idx="59">
                  <c:v>8.82</c:v>
                </c:pt>
                <c:pt idx="60">
                  <c:v>8.8149999999999995</c:v>
                </c:pt>
                <c:pt idx="61">
                  <c:v>8.5500000000000007</c:v>
                </c:pt>
                <c:pt idx="62">
                  <c:v>8.33</c:v>
                </c:pt>
                <c:pt idx="63">
                  <c:v>8.18</c:v>
                </c:pt>
                <c:pt idx="64">
                  <c:v>8.2100000000000009</c:v>
                </c:pt>
                <c:pt idx="65">
                  <c:v>8.2200000000000006</c:v>
                </c:pt>
                <c:pt idx="66">
                  <c:v>7.7350000000000003</c:v>
                </c:pt>
                <c:pt idx="67">
                  <c:v>7.33</c:v>
                </c:pt>
                <c:pt idx="68">
                  <c:v>7.42</c:v>
                </c:pt>
                <c:pt idx="69">
                  <c:v>7.2450000000000001</c:v>
                </c:pt>
                <c:pt idx="70">
                  <c:v>7.76</c:v>
                </c:pt>
                <c:pt idx="71">
                  <c:v>7.76</c:v>
                </c:pt>
                <c:pt idx="72">
                  <c:v>8.5124999999999993</c:v>
                </c:pt>
                <c:pt idx="73">
                  <c:v>8.3650000000000002</c:v>
                </c:pt>
                <c:pt idx="74">
                  <c:v>8.4425000000000008</c:v>
                </c:pt>
                <c:pt idx="75">
                  <c:v>8.17</c:v>
                </c:pt>
                <c:pt idx="76">
                  <c:v>8.0399999999999991</c:v>
                </c:pt>
                <c:pt idx="77">
                  <c:v>8.0950000000000006</c:v>
                </c:pt>
                <c:pt idx="78">
                  <c:v>7.94</c:v>
                </c:pt>
                <c:pt idx="79">
                  <c:v>7.31</c:v>
                </c:pt>
                <c:pt idx="80">
                  <c:v>7.88</c:v>
                </c:pt>
                <c:pt idx="81">
                  <c:v>7.46</c:v>
                </c:pt>
                <c:pt idx="82">
                  <c:v>7.93</c:v>
                </c:pt>
                <c:pt idx="83">
                  <c:v>7.6</c:v>
                </c:pt>
                <c:pt idx="84">
                  <c:v>7.32</c:v>
                </c:pt>
                <c:pt idx="85">
                  <c:v>7.61</c:v>
                </c:pt>
                <c:pt idx="86">
                  <c:v>7.63</c:v>
                </c:pt>
                <c:pt idx="87">
                  <c:v>7.55</c:v>
                </c:pt>
                <c:pt idx="88">
                  <c:v>7.46</c:v>
                </c:pt>
                <c:pt idx="89">
                  <c:v>7.15</c:v>
                </c:pt>
                <c:pt idx="90">
                  <c:v>6.44</c:v>
                </c:pt>
                <c:pt idx="91">
                  <c:v>6.67</c:v>
                </c:pt>
                <c:pt idx="92">
                  <c:v>6.7</c:v>
                </c:pt>
                <c:pt idx="93">
                  <c:v>6.97</c:v>
                </c:pt>
                <c:pt idx="94">
                  <c:v>6.88</c:v>
                </c:pt>
                <c:pt idx="95">
                  <c:v>6.7050000000000001</c:v>
                </c:pt>
                <c:pt idx="96">
                  <c:v>6.9</c:v>
                </c:pt>
                <c:pt idx="97">
                  <c:v>6.86</c:v>
                </c:pt>
                <c:pt idx="98">
                  <c:v>7.09</c:v>
                </c:pt>
                <c:pt idx="99">
                  <c:v>6.62</c:v>
                </c:pt>
                <c:pt idx="100">
                  <c:v>7.5149999999999997</c:v>
                </c:pt>
                <c:pt idx="101">
                  <c:v>7.9649999999999999</c:v>
                </c:pt>
                <c:pt idx="102">
                  <c:v>8.2449999999999992</c:v>
                </c:pt>
                <c:pt idx="103">
                  <c:v>8.3949999999999996</c:v>
                </c:pt>
                <c:pt idx="104">
                  <c:v>8.01</c:v>
                </c:pt>
                <c:pt idx="105">
                  <c:v>7.71</c:v>
                </c:pt>
                <c:pt idx="106">
                  <c:v>8.3000000000000007</c:v>
                </c:pt>
                <c:pt idx="107">
                  <c:v>8.1879000000000008</c:v>
                </c:pt>
                <c:pt idx="108">
                  <c:v>8.8849999999999998</c:v>
                </c:pt>
                <c:pt idx="109">
                  <c:v>8.5939999999999994</c:v>
                </c:pt>
                <c:pt idx="110">
                  <c:v>8.3707999999999991</c:v>
                </c:pt>
                <c:pt idx="111">
                  <c:v>8.39</c:v>
                </c:pt>
                <c:pt idx="112">
                  <c:v>8.24</c:v>
                </c:pt>
                <c:pt idx="113">
                  <c:v>8.18</c:v>
                </c:pt>
                <c:pt idx="114">
                  <c:v>7.97</c:v>
                </c:pt>
                <c:pt idx="115">
                  <c:v>7.875</c:v>
                </c:pt>
                <c:pt idx="116">
                  <c:v>8.1750000000000007</c:v>
                </c:pt>
                <c:pt idx="117">
                  <c:v>7.8250000000000002</c:v>
                </c:pt>
                <c:pt idx="118">
                  <c:v>7.4550000000000001</c:v>
                </c:pt>
                <c:pt idx="119">
                  <c:v>7.98</c:v>
                </c:pt>
                <c:pt idx="120">
                  <c:v>7.0350000000000001</c:v>
                </c:pt>
                <c:pt idx="121">
                  <c:v>7.57</c:v>
                </c:pt>
                <c:pt idx="122">
                  <c:v>7.7370000000000001</c:v>
                </c:pt>
                <c:pt idx="123">
                  <c:v>7.9050000000000002</c:v>
                </c:pt>
                <c:pt idx="124">
                  <c:v>8.1549999999999994</c:v>
                </c:pt>
                <c:pt idx="125">
                  <c:v>8.34</c:v>
                </c:pt>
                <c:pt idx="126">
                  <c:v>8.2799999999999994</c:v>
                </c:pt>
                <c:pt idx="127">
                  <c:v>8.2750000000000004</c:v>
                </c:pt>
                <c:pt idx="128">
                  <c:v>8.4149999999999991</c:v>
                </c:pt>
                <c:pt idx="129">
                  <c:v>8.1999999999999993</c:v>
                </c:pt>
                <c:pt idx="130">
                  <c:v>8.4149999999999991</c:v>
                </c:pt>
                <c:pt idx="131">
                  <c:v>9.2050000000000001</c:v>
                </c:pt>
                <c:pt idx="132">
                  <c:v>8.8249999999999993</c:v>
                </c:pt>
                <c:pt idx="133">
                  <c:v>9.0250000000000004</c:v>
                </c:pt>
                <c:pt idx="134">
                  <c:v>8.8800000000000008</c:v>
                </c:pt>
                <c:pt idx="135">
                  <c:v>8.57</c:v>
                </c:pt>
                <c:pt idx="136">
                  <c:v>8.9849999999999994</c:v>
                </c:pt>
                <c:pt idx="137">
                  <c:v>8.61</c:v>
                </c:pt>
                <c:pt idx="138">
                  <c:v>8.1300000000000008</c:v>
                </c:pt>
                <c:pt idx="139">
                  <c:v>8.3849999999999998</c:v>
                </c:pt>
                <c:pt idx="140">
                  <c:v>8.0790000000000006</c:v>
                </c:pt>
                <c:pt idx="141">
                  <c:v>8.26</c:v>
                </c:pt>
                <c:pt idx="142">
                  <c:v>8.6140000000000008</c:v>
                </c:pt>
                <c:pt idx="143">
                  <c:v>8.33</c:v>
                </c:pt>
                <c:pt idx="144">
                  <c:v>8.26</c:v>
                </c:pt>
                <c:pt idx="145">
                  <c:v>8.09</c:v>
                </c:pt>
                <c:pt idx="146">
                  <c:v>8.1549999999999994</c:v>
                </c:pt>
                <c:pt idx="147">
                  <c:v>7.99</c:v>
                </c:pt>
                <c:pt idx="148">
                  <c:v>7.81</c:v>
                </c:pt>
                <c:pt idx="149">
                  <c:v>8.0399999999999991</c:v>
                </c:pt>
                <c:pt idx="150">
                  <c:v>7.7869999999999999</c:v>
                </c:pt>
                <c:pt idx="151">
                  <c:v>7.7949999999999999</c:v>
                </c:pt>
                <c:pt idx="152">
                  <c:v>7.85</c:v>
                </c:pt>
                <c:pt idx="153">
                  <c:v>8.3870000000000005</c:v>
                </c:pt>
                <c:pt idx="154">
                  <c:v>8.51</c:v>
                </c:pt>
                <c:pt idx="155">
                  <c:v>7.9249999999999998</c:v>
                </c:pt>
                <c:pt idx="156">
                  <c:v>7.9450000000000003</c:v>
                </c:pt>
                <c:pt idx="157">
                  <c:v>7.6150000000000002</c:v>
                </c:pt>
                <c:pt idx="158">
                  <c:v>7.63</c:v>
                </c:pt>
                <c:pt idx="159">
                  <c:v>7.73</c:v>
                </c:pt>
                <c:pt idx="160">
                  <c:v>7.9</c:v>
                </c:pt>
                <c:pt idx="161">
                  <c:v>8.2899999999999991</c:v>
                </c:pt>
                <c:pt idx="162">
                  <c:v>8.06</c:v>
                </c:pt>
                <c:pt idx="163">
                  <c:v>8.49</c:v>
                </c:pt>
                <c:pt idx="164">
                  <c:v>8.5050000000000008</c:v>
                </c:pt>
                <c:pt idx="165">
                  <c:v>8.66</c:v>
                </c:pt>
                <c:pt idx="166">
                  <c:v>8.32</c:v>
                </c:pt>
                <c:pt idx="167">
                  <c:v>8.19</c:v>
                </c:pt>
                <c:pt idx="168">
                  <c:v>8.0500000000000007</c:v>
                </c:pt>
                <c:pt idx="169">
                  <c:v>8.0150000000000006</c:v>
                </c:pt>
                <c:pt idx="170">
                  <c:v>7.9850000000000003</c:v>
                </c:pt>
                <c:pt idx="171">
                  <c:v>8.0350000000000001</c:v>
                </c:pt>
                <c:pt idx="172">
                  <c:v>7.87</c:v>
                </c:pt>
                <c:pt idx="173">
                  <c:v>7.7</c:v>
                </c:pt>
                <c:pt idx="174">
                  <c:v>7.82</c:v>
                </c:pt>
                <c:pt idx="175">
                  <c:v>7.55</c:v>
                </c:pt>
                <c:pt idx="176">
                  <c:v>7.6449999999999996</c:v>
                </c:pt>
                <c:pt idx="177">
                  <c:v>7.55</c:v>
                </c:pt>
                <c:pt idx="178">
                  <c:v>7.86</c:v>
                </c:pt>
                <c:pt idx="179">
                  <c:v>7.63</c:v>
                </c:pt>
                <c:pt idx="180">
                  <c:v>7.48</c:v>
                </c:pt>
                <c:pt idx="181">
                  <c:v>7.5750000000000002</c:v>
                </c:pt>
                <c:pt idx="182">
                  <c:v>9.2100000000000009</c:v>
                </c:pt>
                <c:pt idx="183">
                  <c:v>8.23</c:v>
                </c:pt>
                <c:pt idx="184">
                  <c:v>7.09</c:v>
                </c:pt>
                <c:pt idx="185">
                  <c:v>6.96</c:v>
                </c:pt>
                <c:pt idx="186">
                  <c:v>7.0149999999999997</c:v>
                </c:pt>
                <c:pt idx="187">
                  <c:v>7.12</c:v>
                </c:pt>
                <c:pt idx="188">
                  <c:v>7.08</c:v>
                </c:pt>
                <c:pt idx="189">
                  <c:v>7.05</c:v>
                </c:pt>
                <c:pt idx="190">
                  <c:v>6.87</c:v>
                </c:pt>
                <c:pt idx="191">
                  <c:v>6.6550000000000002</c:v>
                </c:pt>
                <c:pt idx="192">
                  <c:v>6.69</c:v>
                </c:pt>
                <c:pt idx="193">
                  <c:v>7.58</c:v>
                </c:pt>
                <c:pt idx="194">
                  <c:v>7.65</c:v>
                </c:pt>
                <c:pt idx="195">
                  <c:v>7.6150000000000002</c:v>
                </c:pt>
                <c:pt idx="196">
                  <c:v>7.36</c:v>
                </c:pt>
                <c:pt idx="197">
                  <c:v>7.43</c:v>
                </c:pt>
                <c:pt idx="198">
                  <c:v>7.16</c:v>
                </c:pt>
                <c:pt idx="199">
                  <c:v>7.1725000000000003</c:v>
                </c:pt>
                <c:pt idx="200">
                  <c:v>7.45</c:v>
                </c:pt>
                <c:pt idx="201">
                  <c:v>7.89</c:v>
                </c:pt>
                <c:pt idx="202">
                  <c:v>7.89</c:v>
                </c:pt>
                <c:pt idx="203">
                  <c:v>7.43</c:v>
                </c:pt>
                <c:pt idx="204">
                  <c:v>7.76</c:v>
                </c:pt>
                <c:pt idx="205">
                  <c:v>7.5880000000000001</c:v>
                </c:pt>
                <c:pt idx="206">
                  <c:v>8.1</c:v>
                </c:pt>
                <c:pt idx="207">
                  <c:v>8.4649999999999999</c:v>
                </c:pt>
                <c:pt idx="208">
                  <c:v>8.25</c:v>
                </c:pt>
                <c:pt idx="209">
                  <c:v>8.7850000000000001</c:v>
                </c:pt>
                <c:pt idx="210">
                  <c:v>8.7899999999999991</c:v>
                </c:pt>
                <c:pt idx="211">
                  <c:v>8.8149999999999995</c:v>
                </c:pt>
                <c:pt idx="212">
                  <c:v>9.625</c:v>
                </c:pt>
                <c:pt idx="213">
                  <c:v>9.4499999999999993</c:v>
                </c:pt>
                <c:pt idx="214">
                  <c:v>8.8800000000000008</c:v>
                </c:pt>
                <c:pt idx="215">
                  <c:v>9.1649999999999991</c:v>
                </c:pt>
                <c:pt idx="216">
                  <c:v>8.6780000000000008</c:v>
                </c:pt>
                <c:pt idx="217">
                  <c:v>9.3364999999999991</c:v>
                </c:pt>
                <c:pt idx="218">
                  <c:v>9.0545000000000009</c:v>
                </c:pt>
                <c:pt idx="219">
                  <c:v>9.3450000000000006</c:v>
                </c:pt>
                <c:pt idx="220">
                  <c:v>10.27</c:v>
                </c:pt>
                <c:pt idx="221">
                  <c:v>9.6050000000000004</c:v>
                </c:pt>
                <c:pt idx="222">
                  <c:v>9.27</c:v>
                </c:pt>
                <c:pt idx="223">
                  <c:v>9.4250000000000007</c:v>
                </c:pt>
                <c:pt idx="224">
                  <c:v>9.8800000000000008</c:v>
                </c:pt>
                <c:pt idx="225">
                  <c:v>9.8800000000000008</c:v>
                </c:pt>
                <c:pt idx="226">
                  <c:v>9.42</c:v>
                </c:pt>
                <c:pt idx="227">
                  <c:v>9.11</c:v>
                </c:pt>
                <c:pt idx="228">
                  <c:v>9.2050000000000001</c:v>
                </c:pt>
                <c:pt idx="229">
                  <c:v>9.5399999999999991</c:v>
                </c:pt>
                <c:pt idx="230">
                  <c:v>9.7799999999999994</c:v>
                </c:pt>
                <c:pt idx="231">
                  <c:v>10.11</c:v>
                </c:pt>
                <c:pt idx="232">
                  <c:v>9.89</c:v>
                </c:pt>
                <c:pt idx="233">
                  <c:v>9.2249999999999996</c:v>
                </c:pt>
                <c:pt idx="234">
                  <c:v>8.8650000000000002</c:v>
                </c:pt>
                <c:pt idx="235">
                  <c:v>8.7050000000000001</c:v>
                </c:pt>
                <c:pt idx="236">
                  <c:v>8.3699999999999992</c:v>
                </c:pt>
                <c:pt idx="237">
                  <c:v>8.8699999999999992</c:v>
                </c:pt>
                <c:pt idx="238">
                  <c:v>8.4600000000000009</c:v>
                </c:pt>
                <c:pt idx="239">
                  <c:v>8.7899999999999991</c:v>
                </c:pt>
                <c:pt idx="240">
                  <c:v>8.7899999999999991</c:v>
                </c:pt>
                <c:pt idx="241">
                  <c:v>8.83</c:v>
                </c:pt>
                <c:pt idx="242">
                  <c:v>8.91</c:v>
                </c:pt>
                <c:pt idx="243">
                  <c:v>8.84</c:v>
                </c:pt>
                <c:pt idx="244">
                  <c:v>8.5299999999999994</c:v>
                </c:pt>
                <c:pt idx="245">
                  <c:v>8.4250000000000007</c:v>
                </c:pt>
                <c:pt idx="246">
                  <c:v>8.3949999999999996</c:v>
                </c:pt>
                <c:pt idx="247">
                  <c:v>8.18</c:v>
                </c:pt>
                <c:pt idx="248">
                  <c:v>8.0299999999999994</c:v>
                </c:pt>
                <c:pt idx="249">
                  <c:v>7.84</c:v>
                </c:pt>
                <c:pt idx="250">
                  <c:v>7.51</c:v>
                </c:pt>
                <c:pt idx="251">
                  <c:v>7.47</c:v>
                </c:pt>
                <c:pt idx="252">
                  <c:v>7.34</c:v>
                </c:pt>
                <c:pt idx="253">
                  <c:v>7.24</c:v>
                </c:pt>
                <c:pt idx="254">
                  <c:v>8.4049999999999994</c:v>
                </c:pt>
                <c:pt idx="255">
                  <c:v>8.0150000000000006</c:v>
                </c:pt>
                <c:pt idx="256">
                  <c:v>7.9450000000000003</c:v>
                </c:pt>
                <c:pt idx="257">
                  <c:v>7.68</c:v>
                </c:pt>
                <c:pt idx="258">
                  <c:v>8.2949999999999999</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6-409D-42FD-84E7-51948EEC3D13}"/>
            </c:ext>
          </c:extLst>
        </c:ser>
        <c:dLbls>
          <c:showLegendKey val="0"/>
          <c:showVal val="0"/>
          <c:showCatName val="0"/>
          <c:showSerName val="0"/>
          <c:showPercent val="0"/>
          <c:showBubbleSize val="0"/>
        </c:dLbls>
        <c:smooth val="0"/>
        <c:axId val="493560032"/>
        <c:axId val="797046831"/>
      </c:lineChart>
      <c:dateAx>
        <c:axId val="493560032"/>
        <c:scaling>
          <c:orientation val="minMax"/>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23"/>
        <c:majorTimeUnit val="months"/>
      </c:dateAx>
      <c:valAx>
        <c:axId val="797046831"/>
        <c:scaling>
          <c:orientation val="minMax"/>
          <c:max val="1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spPr>
        <a:noFill/>
        <a:ln>
          <a:noFill/>
        </a:ln>
        <a:effectLst/>
      </c:spPr>
    </c:plotArea>
    <c:legend>
      <c:legendPos val="r"/>
      <c:layout>
        <c:manualLayout>
          <c:xMode val="edge"/>
          <c:yMode val="edge"/>
          <c:x val="0.30750120788556273"/>
          <c:y val="0.1150861111111111"/>
          <c:w val="0.63825170940170939"/>
          <c:h val="0.17348229166666668"/>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extLst/>
  </c:chart>
  <c:spPr>
    <a:solidFill>
      <a:schemeClr val="bg1"/>
    </a:solidFill>
    <a:ln w="9525" cap="flat" cmpd="sng" algn="ctr">
      <a:noFill/>
      <a:round/>
    </a:ln>
    <a:effectLst/>
  </c:spPr>
  <c:txPr>
    <a:bodyPr/>
    <a:lstStyle/>
    <a:p>
      <a:pPr>
        <a:defRPr sz="1000" b="0">
          <a:solidFill>
            <a:srgbClr val="000000"/>
          </a:solidFill>
          <a:latin typeface="Arial Narrow" panose="020B0606020202030204" pitchFamily="34" charset="0"/>
        </a:defRPr>
      </a:pPr>
      <a:endParaRPr lang="es-PE"/>
    </a:p>
  </c:txPr>
  <c:externalData r:id="rId4">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lang="es-PE" sz="1200" b="1" i="0" u="sng" strike="noStrike" kern="1200" spc="0" baseline="0">
                <a:solidFill>
                  <a:srgbClr val="000000"/>
                </a:solidFill>
                <a:effectLst/>
                <a:latin typeface="Arial Narrow" panose="020B0606020202030204" pitchFamily="34" charset="0"/>
                <a:ea typeface="+mn-ea"/>
                <a:cs typeface="+mn-cs"/>
              </a:defRPr>
            </a:pPr>
            <a:r>
              <a:rPr lang="es-PE" sz="1200" b="1" i="0" u="sng" strike="noStrike" kern="1200" spc="0" baseline="0" dirty="0" err="1">
                <a:solidFill>
                  <a:srgbClr val="000000"/>
                </a:solidFill>
                <a:effectLst/>
                <a:latin typeface="Arial Narrow" panose="020B0606020202030204" pitchFamily="34" charset="0"/>
                <a:ea typeface="+mn-ea"/>
                <a:cs typeface="+mn-cs"/>
              </a:rPr>
              <a:t>Historically</a:t>
            </a:r>
            <a:r>
              <a:rPr lang="es-PE" sz="1200" b="1" i="0" u="sng" strike="noStrike" kern="1200" spc="0" baseline="0" dirty="0">
                <a:solidFill>
                  <a:srgbClr val="000000"/>
                </a:solidFill>
                <a:effectLst/>
                <a:latin typeface="Arial Narrow" panose="020B0606020202030204" pitchFamily="34" charset="0"/>
                <a:ea typeface="+mn-ea"/>
                <a:cs typeface="+mn-cs"/>
              </a:rPr>
              <a:t>, EM bond </a:t>
            </a:r>
            <a:r>
              <a:rPr lang="es-PE" sz="1200" b="1" i="0" u="sng" strike="noStrike" kern="1200" spc="0" baseline="0" dirty="0" err="1">
                <a:solidFill>
                  <a:srgbClr val="000000"/>
                </a:solidFill>
                <a:effectLst/>
                <a:latin typeface="Arial Narrow" panose="020B0606020202030204" pitchFamily="34" charset="0"/>
                <a:ea typeface="+mn-ea"/>
                <a:cs typeface="+mn-cs"/>
              </a:rPr>
              <a:t>yields</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have</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widened</a:t>
            </a:r>
            <a:r>
              <a:rPr lang="es-PE" sz="1200" b="1" i="0" u="sng" strike="noStrike" kern="1200" spc="0" baseline="0" dirty="0">
                <a:solidFill>
                  <a:srgbClr val="000000"/>
                </a:solidFill>
                <a:effectLst/>
                <a:latin typeface="Arial Narrow" panose="020B0606020202030204" pitchFamily="34" charset="0"/>
                <a:ea typeface="+mn-ea"/>
                <a:cs typeface="+mn-cs"/>
              </a:rPr>
              <a:t> versus USTs </a:t>
            </a:r>
            <a:r>
              <a:rPr lang="es-PE" sz="1200" b="1" i="0" u="sng" strike="noStrike" kern="1200" spc="0" baseline="0" dirty="0" err="1">
                <a:solidFill>
                  <a:srgbClr val="000000"/>
                </a:solidFill>
                <a:effectLst/>
                <a:latin typeface="Arial Narrow" panose="020B0606020202030204" pitchFamily="34" charset="0"/>
                <a:ea typeface="+mn-ea"/>
                <a:cs typeface="+mn-cs"/>
              </a:rPr>
              <a:t>into</a:t>
            </a:r>
            <a:r>
              <a:rPr lang="es-PE" sz="1200" b="1" i="0" u="sng" strike="noStrike" kern="1200" spc="0" baseline="0" dirty="0">
                <a:solidFill>
                  <a:srgbClr val="000000"/>
                </a:solidFill>
                <a:effectLst/>
                <a:latin typeface="Arial Narrow" panose="020B0606020202030204" pitchFamily="34" charset="0"/>
                <a:ea typeface="+mn-ea"/>
                <a:cs typeface="+mn-cs"/>
              </a:rPr>
              <a:t> Fed</a:t>
            </a:r>
          </a:p>
          <a:p>
            <a:pPr algn="l">
              <a:defRPr lang="es-PE" sz="1200" b="1" u="sng">
                <a:solidFill>
                  <a:srgbClr val="000000"/>
                </a:solidFill>
                <a:effectLst/>
                <a:latin typeface="Arial Narrow" panose="020B0606020202030204" pitchFamily="34" charset="0"/>
              </a:defRPr>
            </a:pPr>
            <a:r>
              <a:rPr lang="es-PE" sz="1200" b="1" i="0" u="sng" strike="noStrike" kern="1200" spc="0" baseline="0" dirty="0" err="1">
                <a:solidFill>
                  <a:srgbClr val="000000"/>
                </a:solidFill>
                <a:effectLst/>
                <a:latin typeface="Arial Narrow" panose="020B0606020202030204" pitchFamily="34" charset="0"/>
                <a:ea typeface="+mn-ea"/>
                <a:cs typeface="+mn-cs"/>
              </a:rPr>
              <a:t>hikes</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before</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retracing</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upon</a:t>
            </a:r>
            <a:r>
              <a:rPr lang="es-PE" sz="1200" b="1" i="0" u="sng" strike="noStrike" kern="1200" spc="0" baseline="0" dirty="0">
                <a:solidFill>
                  <a:srgbClr val="000000"/>
                </a:solidFill>
                <a:effectLst/>
                <a:latin typeface="Arial Narrow" panose="020B0606020202030204" pitchFamily="34" charset="0"/>
                <a:ea typeface="+mn-ea"/>
                <a:cs typeface="+mn-cs"/>
              </a:rPr>
              <a:t> </a:t>
            </a:r>
            <a:r>
              <a:rPr lang="es-PE" sz="1200" b="1" i="0" u="sng" strike="noStrike" kern="1200" spc="0" baseline="0" dirty="0" err="1">
                <a:solidFill>
                  <a:srgbClr val="000000"/>
                </a:solidFill>
                <a:effectLst/>
                <a:latin typeface="Arial Narrow" panose="020B0606020202030204" pitchFamily="34" charset="0"/>
                <a:ea typeface="+mn-ea"/>
                <a:cs typeface="+mn-cs"/>
              </a:rPr>
              <a:t>delivery</a:t>
            </a:r>
            <a:endParaRPr lang="es-PE" sz="1200" b="1" i="0" u="sng" strike="noStrike" kern="1200" spc="0" baseline="0" dirty="0">
              <a:solidFill>
                <a:srgbClr val="000000"/>
              </a:solidFill>
              <a:effectLst/>
              <a:latin typeface="Arial Narrow" panose="020B0606020202030204" pitchFamily="34" charset="0"/>
              <a:ea typeface="+mn-ea"/>
              <a:cs typeface="+mn-cs"/>
            </a:endParaRPr>
          </a:p>
        </c:rich>
      </c:tx>
      <c:layout>
        <c:manualLayout>
          <c:xMode val="edge"/>
          <c:yMode val="edge"/>
          <c:x val="1.515077454850476E-3"/>
          <c:y val="8.7890155299136224E-3"/>
        </c:manualLayout>
      </c:layout>
      <c:overlay val="0"/>
      <c:spPr>
        <a:noFill/>
        <a:ln>
          <a:noFill/>
        </a:ln>
        <a:effectLst/>
      </c:spPr>
      <c:txPr>
        <a:bodyPr rot="0" spcFirstLastPara="1" vertOverflow="ellipsis" vert="horz" wrap="square" anchor="ctr" anchorCtr="1"/>
        <a:lstStyle/>
        <a:p>
          <a:pPr algn="l">
            <a:defRPr lang="es-PE" sz="1200" b="1" i="0" u="sng" strike="noStrike" kern="1200" spc="0" baseline="0">
              <a:solidFill>
                <a:srgbClr val="000000"/>
              </a:solidFill>
              <a:effectLst/>
              <a:latin typeface="Arial Narrow" panose="020B0606020202030204" pitchFamily="34" charset="0"/>
              <a:ea typeface="+mn-ea"/>
              <a:cs typeface="+mn-cs"/>
            </a:defRPr>
          </a:pPr>
          <a:endParaRPr lang="es-PE"/>
        </a:p>
      </c:txPr>
    </c:title>
    <c:autoTitleDeleted val="0"/>
    <c:plotArea>
      <c:layout>
        <c:manualLayout>
          <c:layoutTarget val="inner"/>
          <c:xMode val="edge"/>
          <c:yMode val="edge"/>
          <c:x val="3.9368158248511621E-2"/>
          <c:y val="0.18014960118667422"/>
          <c:w val="0.90254257089814993"/>
          <c:h val="0.67502916536896185"/>
        </c:manualLayout>
      </c:layout>
      <c:areaChart>
        <c:grouping val="standard"/>
        <c:varyColors val="0"/>
        <c:ser>
          <c:idx val="1"/>
          <c:order val="1"/>
          <c:tx>
            <c:strRef>
              <c:f>Sheet3!$Q$5</c:f>
              <c:strCache>
                <c:ptCount val="1"/>
                <c:pt idx="0">
                  <c:v>GBI-EM - yield UST10Y (rhs,pb)</c:v>
                </c:pt>
              </c:strCache>
            </c:strRef>
          </c:tx>
          <c:spPr>
            <a:solidFill>
              <a:schemeClr val="bg1">
                <a:lumMod val="85000"/>
              </a:schemeClr>
            </a:solidFill>
            <a:ln>
              <a:noFill/>
            </a:ln>
            <a:effectLst/>
          </c:spPr>
          <c:cat>
            <c:numRef>
              <c:f>Sheet3!$L$8:$L$259</c:f>
              <c:numCache>
                <c:formatCode>m/d/yyyy</c:formatCode>
                <c:ptCount val="252"/>
                <c:pt idx="0">
                  <c:v>38595</c:v>
                </c:pt>
                <c:pt idx="1">
                  <c:v>38625</c:v>
                </c:pt>
                <c:pt idx="2">
                  <c:v>38656</c:v>
                </c:pt>
                <c:pt idx="3">
                  <c:v>38686</c:v>
                </c:pt>
                <c:pt idx="4">
                  <c:v>38716</c:v>
                </c:pt>
                <c:pt idx="5">
                  <c:v>38748</c:v>
                </c:pt>
                <c:pt idx="6">
                  <c:v>38776</c:v>
                </c:pt>
                <c:pt idx="7">
                  <c:v>38807</c:v>
                </c:pt>
                <c:pt idx="8">
                  <c:v>38835</c:v>
                </c:pt>
                <c:pt idx="9">
                  <c:v>38868</c:v>
                </c:pt>
                <c:pt idx="10">
                  <c:v>38898</c:v>
                </c:pt>
                <c:pt idx="11">
                  <c:v>38929</c:v>
                </c:pt>
                <c:pt idx="12">
                  <c:v>38960</c:v>
                </c:pt>
                <c:pt idx="13">
                  <c:v>38989</c:v>
                </c:pt>
                <c:pt idx="14">
                  <c:v>39021</c:v>
                </c:pt>
                <c:pt idx="15">
                  <c:v>39051</c:v>
                </c:pt>
                <c:pt idx="16">
                  <c:v>39080</c:v>
                </c:pt>
                <c:pt idx="17">
                  <c:v>39113</c:v>
                </c:pt>
                <c:pt idx="18">
                  <c:v>39141</c:v>
                </c:pt>
                <c:pt idx="19">
                  <c:v>39171</c:v>
                </c:pt>
                <c:pt idx="20">
                  <c:v>39202</c:v>
                </c:pt>
                <c:pt idx="21">
                  <c:v>39233</c:v>
                </c:pt>
                <c:pt idx="22">
                  <c:v>39262</c:v>
                </c:pt>
                <c:pt idx="23">
                  <c:v>39294</c:v>
                </c:pt>
                <c:pt idx="24">
                  <c:v>39325</c:v>
                </c:pt>
                <c:pt idx="25">
                  <c:v>39353</c:v>
                </c:pt>
                <c:pt idx="26">
                  <c:v>39386</c:v>
                </c:pt>
                <c:pt idx="27">
                  <c:v>39416</c:v>
                </c:pt>
                <c:pt idx="28">
                  <c:v>39447</c:v>
                </c:pt>
                <c:pt idx="29">
                  <c:v>39478</c:v>
                </c:pt>
                <c:pt idx="30">
                  <c:v>39507</c:v>
                </c:pt>
                <c:pt idx="31">
                  <c:v>39538</c:v>
                </c:pt>
                <c:pt idx="32">
                  <c:v>39568</c:v>
                </c:pt>
                <c:pt idx="33">
                  <c:v>39598</c:v>
                </c:pt>
                <c:pt idx="34">
                  <c:v>39629</c:v>
                </c:pt>
                <c:pt idx="35">
                  <c:v>39660</c:v>
                </c:pt>
                <c:pt idx="36">
                  <c:v>39689</c:v>
                </c:pt>
                <c:pt idx="37">
                  <c:v>39721</c:v>
                </c:pt>
                <c:pt idx="38">
                  <c:v>39752</c:v>
                </c:pt>
                <c:pt idx="39">
                  <c:v>39780</c:v>
                </c:pt>
                <c:pt idx="40">
                  <c:v>39813</c:v>
                </c:pt>
                <c:pt idx="41">
                  <c:v>39843</c:v>
                </c:pt>
                <c:pt idx="42">
                  <c:v>39871</c:v>
                </c:pt>
                <c:pt idx="43">
                  <c:v>39903</c:v>
                </c:pt>
                <c:pt idx="44">
                  <c:v>39933</c:v>
                </c:pt>
                <c:pt idx="45">
                  <c:v>39962</c:v>
                </c:pt>
                <c:pt idx="46">
                  <c:v>39994</c:v>
                </c:pt>
                <c:pt idx="47">
                  <c:v>40025</c:v>
                </c:pt>
                <c:pt idx="48">
                  <c:v>40056</c:v>
                </c:pt>
                <c:pt idx="49">
                  <c:v>40086</c:v>
                </c:pt>
                <c:pt idx="50">
                  <c:v>40116</c:v>
                </c:pt>
                <c:pt idx="51">
                  <c:v>40147</c:v>
                </c:pt>
                <c:pt idx="52">
                  <c:v>40178</c:v>
                </c:pt>
                <c:pt idx="53">
                  <c:v>40207</c:v>
                </c:pt>
                <c:pt idx="54">
                  <c:v>40235</c:v>
                </c:pt>
                <c:pt idx="55">
                  <c:v>40268</c:v>
                </c:pt>
                <c:pt idx="56">
                  <c:v>40298</c:v>
                </c:pt>
                <c:pt idx="57">
                  <c:v>40329</c:v>
                </c:pt>
                <c:pt idx="58">
                  <c:v>40359</c:v>
                </c:pt>
                <c:pt idx="59">
                  <c:v>40389</c:v>
                </c:pt>
                <c:pt idx="60">
                  <c:v>40421</c:v>
                </c:pt>
                <c:pt idx="61">
                  <c:v>40451</c:v>
                </c:pt>
                <c:pt idx="62">
                  <c:v>40480</c:v>
                </c:pt>
                <c:pt idx="63">
                  <c:v>40512</c:v>
                </c:pt>
                <c:pt idx="64">
                  <c:v>40543</c:v>
                </c:pt>
                <c:pt idx="65">
                  <c:v>40574</c:v>
                </c:pt>
                <c:pt idx="66">
                  <c:v>40602</c:v>
                </c:pt>
                <c:pt idx="67">
                  <c:v>40633</c:v>
                </c:pt>
                <c:pt idx="68">
                  <c:v>40662</c:v>
                </c:pt>
                <c:pt idx="69">
                  <c:v>40694</c:v>
                </c:pt>
                <c:pt idx="70">
                  <c:v>40724</c:v>
                </c:pt>
                <c:pt idx="71">
                  <c:v>40753</c:v>
                </c:pt>
                <c:pt idx="72">
                  <c:v>40786</c:v>
                </c:pt>
                <c:pt idx="73">
                  <c:v>40816</c:v>
                </c:pt>
                <c:pt idx="74">
                  <c:v>40847</c:v>
                </c:pt>
                <c:pt idx="75">
                  <c:v>40877</c:v>
                </c:pt>
                <c:pt idx="76">
                  <c:v>40907</c:v>
                </c:pt>
                <c:pt idx="77">
                  <c:v>40939</c:v>
                </c:pt>
                <c:pt idx="78">
                  <c:v>40968</c:v>
                </c:pt>
                <c:pt idx="79">
                  <c:v>40998</c:v>
                </c:pt>
                <c:pt idx="80">
                  <c:v>41029</c:v>
                </c:pt>
                <c:pt idx="81">
                  <c:v>41060</c:v>
                </c:pt>
                <c:pt idx="82">
                  <c:v>41089</c:v>
                </c:pt>
                <c:pt idx="83">
                  <c:v>41121</c:v>
                </c:pt>
                <c:pt idx="84">
                  <c:v>41152</c:v>
                </c:pt>
                <c:pt idx="85">
                  <c:v>41180</c:v>
                </c:pt>
                <c:pt idx="86">
                  <c:v>41213</c:v>
                </c:pt>
                <c:pt idx="87">
                  <c:v>41243</c:v>
                </c:pt>
                <c:pt idx="88">
                  <c:v>41274</c:v>
                </c:pt>
                <c:pt idx="89">
                  <c:v>41305</c:v>
                </c:pt>
                <c:pt idx="90">
                  <c:v>41333</c:v>
                </c:pt>
                <c:pt idx="91">
                  <c:v>41362</c:v>
                </c:pt>
                <c:pt idx="92">
                  <c:v>41394</c:v>
                </c:pt>
                <c:pt idx="93">
                  <c:v>41425</c:v>
                </c:pt>
                <c:pt idx="94">
                  <c:v>41453</c:v>
                </c:pt>
                <c:pt idx="95">
                  <c:v>41486</c:v>
                </c:pt>
                <c:pt idx="96">
                  <c:v>41516</c:v>
                </c:pt>
                <c:pt idx="97">
                  <c:v>41547</c:v>
                </c:pt>
                <c:pt idx="98">
                  <c:v>41578</c:v>
                </c:pt>
                <c:pt idx="99">
                  <c:v>41607</c:v>
                </c:pt>
                <c:pt idx="100">
                  <c:v>41639</c:v>
                </c:pt>
                <c:pt idx="101">
                  <c:v>41670</c:v>
                </c:pt>
                <c:pt idx="102">
                  <c:v>41698</c:v>
                </c:pt>
                <c:pt idx="103">
                  <c:v>41729</c:v>
                </c:pt>
                <c:pt idx="104">
                  <c:v>41759</c:v>
                </c:pt>
                <c:pt idx="105">
                  <c:v>41789</c:v>
                </c:pt>
                <c:pt idx="106">
                  <c:v>41820</c:v>
                </c:pt>
                <c:pt idx="107">
                  <c:v>41851</c:v>
                </c:pt>
                <c:pt idx="108">
                  <c:v>41880</c:v>
                </c:pt>
                <c:pt idx="109">
                  <c:v>41912</c:v>
                </c:pt>
                <c:pt idx="110">
                  <c:v>41943</c:v>
                </c:pt>
                <c:pt idx="111">
                  <c:v>41971</c:v>
                </c:pt>
                <c:pt idx="112">
                  <c:v>42004</c:v>
                </c:pt>
                <c:pt idx="113">
                  <c:v>42034</c:v>
                </c:pt>
                <c:pt idx="114">
                  <c:v>42062</c:v>
                </c:pt>
                <c:pt idx="115">
                  <c:v>42094</c:v>
                </c:pt>
                <c:pt idx="116">
                  <c:v>42124</c:v>
                </c:pt>
                <c:pt idx="117">
                  <c:v>42153</c:v>
                </c:pt>
                <c:pt idx="118">
                  <c:v>42185</c:v>
                </c:pt>
                <c:pt idx="119">
                  <c:v>42216</c:v>
                </c:pt>
                <c:pt idx="120">
                  <c:v>42247</c:v>
                </c:pt>
                <c:pt idx="121">
                  <c:v>42277</c:v>
                </c:pt>
                <c:pt idx="122">
                  <c:v>42307</c:v>
                </c:pt>
                <c:pt idx="123">
                  <c:v>42338</c:v>
                </c:pt>
                <c:pt idx="124">
                  <c:v>42369</c:v>
                </c:pt>
                <c:pt idx="125">
                  <c:v>42398</c:v>
                </c:pt>
                <c:pt idx="126">
                  <c:v>42429</c:v>
                </c:pt>
                <c:pt idx="127">
                  <c:v>42460</c:v>
                </c:pt>
                <c:pt idx="128">
                  <c:v>42489</c:v>
                </c:pt>
                <c:pt idx="129">
                  <c:v>42521</c:v>
                </c:pt>
                <c:pt idx="130">
                  <c:v>42551</c:v>
                </c:pt>
                <c:pt idx="131">
                  <c:v>42580</c:v>
                </c:pt>
                <c:pt idx="132">
                  <c:v>42613</c:v>
                </c:pt>
                <c:pt idx="133">
                  <c:v>42643</c:v>
                </c:pt>
                <c:pt idx="134">
                  <c:v>42674</c:v>
                </c:pt>
                <c:pt idx="135">
                  <c:v>42704</c:v>
                </c:pt>
                <c:pt idx="136">
                  <c:v>42734</c:v>
                </c:pt>
                <c:pt idx="137">
                  <c:v>42766</c:v>
                </c:pt>
                <c:pt idx="138">
                  <c:v>42794</c:v>
                </c:pt>
                <c:pt idx="139">
                  <c:v>42825</c:v>
                </c:pt>
                <c:pt idx="140">
                  <c:v>42853</c:v>
                </c:pt>
                <c:pt idx="141">
                  <c:v>42886</c:v>
                </c:pt>
                <c:pt idx="142">
                  <c:v>42916</c:v>
                </c:pt>
                <c:pt idx="143">
                  <c:v>42947</c:v>
                </c:pt>
                <c:pt idx="144">
                  <c:v>42978</c:v>
                </c:pt>
                <c:pt idx="145">
                  <c:v>43007</c:v>
                </c:pt>
                <c:pt idx="146">
                  <c:v>43039</c:v>
                </c:pt>
                <c:pt idx="147">
                  <c:v>43069</c:v>
                </c:pt>
                <c:pt idx="148">
                  <c:v>43098</c:v>
                </c:pt>
                <c:pt idx="149">
                  <c:v>43131</c:v>
                </c:pt>
                <c:pt idx="150">
                  <c:v>43159</c:v>
                </c:pt>
                <c:pt idx="151">
                  <c:v>43189</c:v>
                </c:pt>
                <c:pt idx="152">
                  <c:v>43220</c:v>
                </c:pt>
                <c:pt idx="153">
                  <c:v>43251</c:v>
                </c:pt>
                <c:pt idx="154">
                  <c:v>43280</c:v>
                </c:pt>
                <c:pt idx="155">
                  <c:v>43312</c:v>
                </c:pt>
                <c:pt idx="156">
                  <c:v>43343</c:v>
                </c:pt>
                <c:pt idx="157">
                  <c:v>43371</c:v>
                </c:pt>
                <c:pt idx="158">
                  <c:v>43404</c:v>
                </c:pt>
                <c:pt idx="159">
                  <c:v>43434</c:v>
                </c:pt>
                <c:pt idx="160">
                  <c:v>43465</c:v>
                </c:pt>
                <c:pt idx="161">
                  <c:v>43496</c:v>
                </c:pt>
                <c:pt idx="162">
                  <c:v>43524</c:v>
                </c:pt>
                <c:pt idx="163">
                  <c:v>43553</c:v>
                </c:pt>
                <c:pt idx="164">
                  <c:v>43585</c:v>
                </c:pt>
                <c:pt idx="165">
                  <c:v>43616</c:v>
                </c:pt>
                <c:pt idx="166">
                  <c:v>43644</c:v>
                </c:pt>
                <c:pt idx="167">
                  <c:v>43677</c:v>
                </c:pt>
                <c:pt idx="168">
                  <c:v>43707</c:v>
                </c:pt>
                <c:pt idx="169">
                  <c:v>43738</c:v>
                </c:pt>
                <c:pt idx="170">
                  <c:v>43769</c:v>
                </c:pt>
                <c:pt idx="171">
                  <c:v>43798</c:v>
                </c:pt>
                <c:pt idx="172">
                  <c:v>43830</c:v>
                </c:pt>
                <c:pt idx="173">
                  <c:v>43861</c:v>
                </c:pt>
                <c:pt idx="174">
                  <c:v>43889</c:v>
                </c:pt>
                <c:pt idx="175">
                  <c:v>43921</c:v>
                </c:pt>
                <c:pt idx="176">
                  <c:v>43951</c:v>
                </c:pt>
                <c:pt idx="177">
                  <c:v>43980</c:v>
                </c:pt>
                <c:pt idx="178">
                  <c:v>44012</c:v>
                </c:pt>
                <c:pt idx="179">
                  <c:v>44043</c:v>
                </c:pt>
                <c:pt idx="180">
                  <c:v>44074</c:v>
                </c:pt>
                <c:pt idx="181">
                  <c:v>44104</c:v>
                </c:pt>
                <c:pt idx="182">
                  <c:v>44134</c:v>
                </c:pt>
                <c:pt idx="183">
                  <c:v>44165</c:v>
                </c:pt>
                <c:pt idx="184">
                  <c:v>44196</c:v>
                </c:pt>
                <c:pt idx="185">
                  <c:v>44225</c:v>
                </c:pt>
                <c:pt idx="186">
                  <c:v>44253</c:v>
                </c:pt>
                <c:pt idx="187">
                  <c:v>44286</c:v>
                </c:pt>
                <c:pt idx="188">
                  <c:v>44316</c:v>
                </c:pt>
                <c:pt idx="189">
                  <c:v>44347</c:v>
                </c:pt>
                <c:pt idx="190">
                  <c:v>44377</c:v>
                </c:pt>
                <c:pt idx="191">
                  <c:v>44407</c:v>
                </c:pt>
                <c:pt idx="192">
                  <c:v>44439</c:v>
                </c:pt>
                <c:pt idx="193">
                  <c:v>44469</c:v>
                </c:pt>
                <c:pt idx="194">
                  <c:v>44498</c:v>
                </c:pt>
                <c:pt idx="195">
                  <c:v>44530</c:v>
                </c:pt>
                <c:pt idx="196">
                  <c:v>44561</c:v>
                </c:pt>
                <c:pt idx="197">
                  <c:v>44592</c:v>
                </c:pt>
                <c:pt idx="198">
                  <c:v>44620</c:v>
                </c:pt>
                <c:pt idx="199">
                  <c:v>44651</c:v>
                </c:pt>
                <c:pt idx="200">
                  <c:v>44680</c:v>
                </c:pt>
                <c:pt idx="201">
                  <c:v>44712</c:v>
                </c:pt>
                <c:pt idx="202">
                  <c:v>44742</c:v>
                </c:pt>
                <c:pt idx="203">
                  <c:v>44771</c:v>
                </c:pt>
                <c:pt idx="204">
                  <c:v>44804</c:v>
                </c:pt>
                <c:pt idx="205">
                  <c:v>44834</c:v>
                </c:pt>
                <c:pt idx="206">
                  <c:v>44865</c:v>
                </c:pt>
                <c:pt idx="207">
                  <c:v>44895</c:v>
                </c:pt>
                <c:pt idx="208">
                  <c:v>44925</c:v>
                </c:pt>
                <c:pt idx="209">
                  <c:v>44957</c:v>
                </c:pt>
                <c:pt idx="210">
                  <c:v>44985</c:v>
                </c:pt>
                <c:pt idx="211">
                  <c:v>45016</c:v>
                </c:pt>
                <c:pt idx="212">
                  <c:v>45044</c:v>
                </c:pt>
                <c:pt idx="213">
                  <c:v>45077</c:v>
                </c:pt>
                <c:pt idx="214">
                  <c:v>45107</c:v>
                </c:pt>
                <c:pt idx="215">
                  <c:v>45138</c:v>
                </c:pt>
                <c:pt idx="216">
                  <c:v>45169</c:v>
                </c:pt>
                <c:pt idx="217">
                  <c:v>45198</c:v>
                </c:pt>
                <c:pt idx="218">
                  <c:v>45230</c:v>
                </c:pt>
                <c:pt idx="219">
                  <c:v>45260</c:v>
                </c:pt>
                <c:pt idx="220">
                  <c:v>45289</c:v>
                </c:pt>
                <c:pt idx="221">
                  <c:v>45322</c:v>
                </c:pt>
                <c:pt idx="222">
                  <c:v>45351</c:v>
                </c:pt>
                <c:pt idx="223">
                  <c:v>45380</c:v>
                </c:pt>
                <c:pt idx="224">
                  <c:v>45412</c:v>
                </c:pt>
                <c:pt idx="225">
                  <c:v>45443</c:v>
                </c:pt>
                <c:pt idx="226">
                  <c:v>45471</c:v>
                </c:pt>
                <c:pt idx="227">
                  <c:v>45504</c:v>
                </c:pt>
                <c:pt idx="228">
                  <c:v>45534</c:v>
                </c:pt>
                <c:pt idx="229">
                  <c:v>45565</c:v>
                </c:pt>
                <c:pt idx="230">
                  <c:v>45596</c:v>
                </c:pt>
                <c:pt idx="231">
                  <c:v>45625</c:v>
                </c:pt>
                <c:pt idx="232">
                  <c:v>45657</c:v>
                </c:pt>
                <c:pt idx="233">
                  <c:v>45688</c:v>
                </c:pt>
                <c:pt idx="234">
                  <c:v>45716</c:v>
                </c:pt>
                <c:pt idx="235">
                  <c:v>45747</c:v>
                </c:pt>
                <c:pt idx="236">
                  <c:v>45777</c:v>
                </c:pt>
                <c:pt idx="237">
                  <c:v>45807</c:v>
                </c:pt>
                <c:pt idx="238">
                  <c:v>45838</c:v>
                </c:pt>
                <c:pt idx="239">
                  <c:v>45869</c:v>
                </c:pt>
                <c:pt idx="240">
                  <c:v>45898</c:v>
                </c:pt>
                <c:pt idx="241">
                  <c:v>45930</c:v>
                </c:pt>
                <c:pt idx="242">
                  <c:v>45961</c:v>
                </c:pt>
                <c:pt idx="243">
                  <c:v>45989</c:v>
                </c:pt>
                <c:pt idx="244">
                  <c:v>46022</c:v>
                </c:pt>
                <c:pt idx="245">
                  <c:v>46052</c:v>
                </c:pt>
                <c:pt idx="246">
                  <c:v>46080</c:v>
                </c:pt>
                <c:pt idx="247">
                  <c:v>46112</c:v>
                </c:pt>
                <c:pt idx="248">
                  <c:v>46142</c:v>
                </c:pt>
                <c:pt idx="249">
                  <c:v>46171</c:v>
                </c:pt>
                <c:pt idx="250">
                  <c:v>46203</c:v>
                </c:pt>
                <c:pt idx="251">
                  <c:v>46234</c:v>
                </c:pt>
              </c:numCache>
            </c:numRef>
          </c:cat>
          <c:val>
            <c:numRef>
              <c:f>Sheet3!$Q$8:$Q$259</c:f>
              <c:numCache>
                <c:formatCode>0</c:formatCode>
                <c:ptCount val="252"/>
                <c:pt idx="0">
                  <c:v>251.49999999999997</c:v>
                </c:pt>
                <c:pt idx="1">
                  <c:v>204.68</c:v>
                </c:pt>
                <c:pt idx="2">
                  <c:v>247.80999999999995</c:v>
                </c:pt>
                <c:pt idx="3">
                  <c:v>239.1</c:v>
                </c:pt>
                <c:pt idx="4">
                  <c:v>228.75000000000006</c:v>
                </c:pt>
                <c:pt idx="5">
                  <c:v>202.44</c:v>
                </c:pt>
                <c:pt idx="6">
                  <c:v>179.38</c:v>
                </c:pt>
                <c:pt idx="7">
                  <c:v>172.63000000000002</c:v>
                </c:pt>
                <c:pt idx="8">
                  <c:v>167.35999999999996</c:v>
                </c:pt>
                <c:pt idx="9">
                  <c:v>202.66000000000003</c:v>
                </c:pt>
                <c:pt idx="10">
                  <c:v>243.63000000000002</c:v>
                </c:pt>
                <c:pt idx="11">
                  <c:v>227.45</c:v>
                </c:pt>
                <c:pt idx="12">
                  <c:v>242.57000000000008</c:v>
                </c:pt>
                <c:pt idx="13">
                  <c:v>252.4</c:v>
                </c:pt>
                <c:pt idx="14">
                  <c:v>228.08</c:v>
                </c:pt>
                <c:pt idx="15">
                  <c:v>224.54999999999998</c:v>
                </c:pt>
                <c:pt idx="16">
                  <c:v>202.21999999999997</c:v>
                </c:pt>
                <c:pt idx="17">
                  <c:v>198.55999999999997</c:v>
                </c:pt>
                <c:pt idx="18">
                  <c:v>226.93000000000004</c:v>
                </c:pt>
                <c:pt idx="19">
                  <c:v>239.48000000000002</c:v>
                </c:pt>
                <c:pt idx="20">
                  <c:v>233.04999999999998</c:v>
                </c:pt>
                <c:pt idx="21">
                  <c:v>203.44999999999996</c:v>
                </c:pt>
                <c:pt idx="22">
                  <c:v>207.59999999999997</c:v>
                </c:pt>
                <c:pt idx="23">
                  <c:v>247.47999999999993</c:v>
                </c:pt>
                <c:pt idx="24">
                  <c:v>283.78999999999996</c:v>
                </c:pt>
                <c:pt idx="25">
                  <c:v>257.54000000000002</c:v>
                </c:pt>
                <c:pt idx="26">
                  <c:v>262.59000000000003</c:v>
                </c:pt>
                <c:pt idx="27">
                  <c:v>350.67</c:v>
                </c:pt>
                <c:pt idx="28">
                  <c:v>353.14</c:v>
                </c:pt>
                <c:pt idx="29">
                  <c:v>383.22999999999996</c:v>
                </c:pt>
                <c:pt idx="30">
                  <c:v>410.27000000000004</c:v>
                </c:pt>
                <c:pt idx="31">
                  <c:v>448.94</c:v>
                </c:pt>
                <c:pt idx="32">
                  <c:v>430.34</c:v>
                </c:pt>
                <c:pt idx="33">
                  <c:v>378.27000000000004</c:v>
                </c:pt>
                <c:pt idx="34">
                  <c:v>454.78000000000003</c:v>
                </c:pt>
                <c:pt idx="35">
                  <c:v>385.41999999999996</c:v>
                </c:pt>
                <c:pt idx="36">
                  <c:v>392.24</c:v>
                </c:pt>
                <c:pt idx="37">
                  <c:v>407.14000000000004</c:v>
                </c:pt>
                <c:pt idx="38">
                  <c:v>503.48000000000008</c:v>
                </c:pt>
                <c:pt idx="39">
                  <c:v>539.17999999999995</c:v>
                </c:pt>
                <c:pt idx="40">
                  <c:v>523.24</c:v>
                </c:pt>
                <c:pt idx="41">
                  <c:v>475.88</c:v>
                </c:pt>
                <c:pt idx="42">
                  <c:v>522.62</c:v>
                </c:pt>
                <c:pt idx="43">
                  <c:v>513.79999999999995</c:v>
                </c:pt>
                <c:pt idx="44">
                  <c:v>429.81999999999994</c:v>
                </c:pt>
                <c:pt idx="45">
                  <c:v>400.21000000000004</c:v>
                </c:pt>
                <c:pt idx="46">
                  <c:v>410.1699999999999</c:v>
                </c:pt>
                <c:pt idx="47">
                  <c:v>377.1</c:v>
                </c:pt>
                <c:pt idx="48">
                  <c:v>386.14</c:v>
                </c:pt>
                <c:pt idx="49">
                  <c:v>382.4</c:v>
                </c:pt>
                <c:pt idx="50">
                  <c:v>380.36999999999995</c:v>
                </c:pt>
                <c:pt idx="51">
                  <c:v>395.32</c:v>
                </c:pt>
                <c:pt idx="52">
                  <c:v>346.53000000000003</c:v>
                </c:pt>
                <c:pt idx="53">
                  <c:v>361.15</c:v>
                </c:pt>
                <c:pt idx="54">
                  <c:v>353.57000000000005</c:v>
                </c:pt>
                <c:pt idx="55">
                  <c:v>312.39000000000004</c:v>
                </c:pt>
                <c:pt idx="56">
                  <c:v>315.02</c:v>
                </c:pt>
                <c:pt idx="57">
                  <c:v>359.7</c:v>
                </c:pt>
                <c:pt idx="58">
                  <c:v>391.33000000000004</c:v>
                </c:pt>
                <c:pt idx="59">
                  <c:v>370.26000000000005</c:v>
                </c:pt>
                <c:pt idx="60">
                  <c:v>396.75</c:v>
                </c:pt>
                <c:pt idx="61">
                  <c:v>374</c:v>
                </c:pt>
                <c:pt idx="62">
                  <c:v>364.01</c:v>
                </c:pt>
                <c:pt idx="63">
                  <c:v>386.31</c:v>
                </c:pt>
                <c:pt idx="64">
                  <c:v>339.76</c:v>
                </c:pt>
                <c:pt idx="65">
                  <c:v>370.01</c:v>
                </c:pt>
                <c:pt idx="66">
                  <c:v>364.52</c:v>
                </c:pt>
                <c:pt idx="67">
                  <c:v>352.61000000000007</c:v>
                </c:pt>
                <c:pt idx="68">
                  <c:v>354.15</c:v>
                </c:pt>
                <c:pt idx="69">
                  <c:v>373.89999999999992</c:v>
                </c:pt>
                <c:pt idx="70">
                  <c:v>367.14000000000004</c:v>
                </c:pt>
                <c:pt idx="71">
                  <c:v>396.31</c:v>
                </c:pt>
                <c:pt idx="72">
                  <c:v>416.17000000000007</c:v>
                </c:pt>
                <c:pt idx="73">
                  <c:v>473.94</c:v>
                </c:pt>
                <c:pt idx="74">
                  <c:v>429.04999999999995</c:v>
                </c:pt>
                <c:pt idx="75">
                  <c:v>447.58999999999992</c:v>
                </c:pt>
                <c:pt idx="76">
                  <c:v>469.81</c:v>
                </c:pt>
                <c:pt idx="77">
                  <c:v>444.49000000000007</c:v>
                </c:pt>
                <c:pt idx="78">
                  <c:v>431.72999999999996</c:v>
                </c:pt>
                <c:pt idx="79">
                  <c:v>419.78999999999996</c:v>
                </c:pt>
                <c:pt idx="80">
                  <c:v>438.96999999999997</c:v>
                </c:pt>
                <c:pt idx="81">
                  <c:v>489.49999999999994</c:v>
                </c:pt>
                <c:pt idx="82">
                  <c:v>443.86</c:v>
                </c:pt>
                <c:pt idx="83">
                  <c:v>430.80999999999995</c:v>
                </c:pt>
                <c:pt idx="84">
                  <c:v>431.37999999999994</c:v>
                </c:pt>
                <c:pt idx="85">
                  <c:v>417.03999999999996</c:v>
                </c:pt>
                <c:pt idx="86">
                  <c:v>399.86999999999995</c:v>
                </c:pt>
                <c:pt idx="87">
                  <c:v>390.19000000000005</c:v>
                </c:pt>
                <c:pt idx="88">
                  <c:v>369.34999999999997</c:v>
                </c:pt>
                <c:pt idx="89">
                  <c:v>350.55</c:v>
                </c:pt>
                <c:pt idx="90">
                  <c:v>360.65999999999997</c:v>
                </c:pt>
                <c:pt idx="91">
                  <c:v>372.42999999999995</c:v>
                </c:pt>
                <c:pt idx="92">
                  <c:v>355.53000000000003</c:v>
                </c:pt>
                <c:pt idx="93">
                  <c:v>363.24</c:v>
                </c:pt>
                <c:pt idx="94">
                  <c:v>393.59</c:v>
                </c:pt>
                <c:pt idx="95">
                  <c:v>398.89</c:v>
                </c:pt>
                <c:pt idx="96">
                  <c:v>413.34999999999997</c:v>
                </c:pt>
                <c:pt idx="97">
                  <c:v>397.33000000000004</c:v>
                </c:pt>
                <c:pt idx="98">
                  <c:v>384.25</c:v>
                </c:pt>
                <c:pt idx="99">
                  <c:v>403.72</c:v>
                </c:pt>
                <c:pt idx="100">
                  <c:v>381.69000000000005</c:v>
                </c:pt>
                <c:pt idx="101">
                  <c:v>455.27</c:v>
                </c:pt>
                <c:pt idx="102">
                  <c:v>433.13000000000005</c:v>
                </c:pt>
                <c:pt idx="103">
                  <c:v>415.95000000000005</c:v>
                </c:pt>
                <c:pt idx="104">
                  <c:v>419.01</c:v>
                </c:pt>
                <c:pt idx="105">
                  <c:v>415.37999999999994</c:v>
                </c:pt>
                <c:pt idx="106">
                  <c:v>401.04999999999995</c:v>
                </c:pt>
                <c:pt idx="107">
                  <c:v>402.10000000000008</c:v>
                </c:pt>
                <c:pt idx="108">
                  <c:v>418.8599999999999</c:v>
                </c:pt>
                <c:pt idx="109">
                  <c:v>424.97000000000008</c:v>
                </c:pt>
                <c:pt idx="110">
                  <c:v>407.59</c:v>
                </c:pt>
                <c:pt idx="111">
                  <c:v>402.67</c:v>
                </c:pt>
                <c:pt idx="112">
                  <c:v>432.74</c:v>
                </c:pt>
                <c:pt idx="113">
                  <c:v>425.38</c:v>
                </c:pt>
                <c:pt idx="114">
                  <c:v>416.02</c:v>
                </c:pt>
                <c:pt idx="115">
                  <c:v>441.69</c:v>
                </c:pt>
                <c:pt idx="116">
                  <c:v>440.44</c:v>
                </c:pt>
                <c:pt idx="117">
                  <c:v>445.33000000000004</c:v>
                </c:pt>
                <c:pt idx="118">
                  <c:v>443.99999999999994</c:v>
                </c:pt>
                <c:pt idx="119">
                  <c:v>453.75999999999993</c:v>
                </c:pt>
                <c:pt idx="120">
                  <c:v>476.65</c:v>
                </c:pt>
                <c:pt idx="121">
                  <c:v>505.16000000000008</c:v>
                </c:pt>
                <c:pt idx="122">
                  <c:v>467.38</c:v>
                </c:pt>
                <c:pt idx="123">
                  <c:v>464.65</c:v>
                </c:pt>
                <c:pt idx="124">
                  <c:v>486.47</c:v>
                </c:pt>
                <c:pt idx="125">
                  <c:v>495.94000000000005</c:v>
                </c:pt>
                <c:pt idx="126">
                  <c:v>511.82</c:v>
                </c:pt>
                <c:pt idx="127">
                  <c:v>474.47999999999996</c:v>
                </c:pt>
                <c:pt idx="128">
                  <c:v>455.32000000000005</c:v>
                </c:pt>
                <c:pt idx="129">
                  <c:v>478.51</c:v>
                </c:pt>
                <c:pt idx="130">
                  <c:v>485.76999999999992</c:v>
                </c:pt>
                <c:pt idx="131">
                  <c:v>479.4</c:v>
                </c:pt>
                <c:pt idx="132">
                  <c:v>470.97999999999996</c:v>
                </c:pt>
                <c:pt idx="133">
                  <c:v>458.81999999999994</c:v>
                </c:pt>
                <c:pt idx="134">
                  <c:v>451.03999999999996</c:v>
                </c:pt>
                <c:pt idx="135">
                  <c:v>445.58</c:v>
                </c:pt>
                <c:pt idx="136">
                  <c:v>434.54999999999995</c:v>
                </c:pt>
                <c:pt idx="137">
                  <c:v>421.53000000000003</c:v>
                </c:pt>
                <c:pt idx="138">
                  <c:v>435.79999999999995</c:v>
                </c:pt>
                <c:pt idx="139">
                  <c:v>416.40999999999997</c:v>
                </c:pt>
                <c:pt idx="140">
                  <c:v>411.66999999999996</c:v>
                </c:pt>
                <c:pt idx="141">
                  <c:v>407.95000000000005</c:v>
                </c:pt>
                <c:pt idx="142">
                  <c:v>384.65</c:v>
                </c:pt>
                <c:pt idx="143">
                  <c:v>379.79</c:v>
                </c:pt>
                <c:pt idx="144">
                  <c:v>391.88</c:v>
                </c:pt>
                <c:pt idx="145">
                  <c:v>365.65999999999997</c:v>
                </c:pt>
                <c:pt idx="146">
                  <c:v>379.17</c:v>
                </c:pt>
                <c:pt idx="147">
                  <c:v>378.42</c:v>
                </c:pt>
                <c:pt idx="148">
                  <c:v>373.34999999999991</c:v>
                </c:pt>
                <c:pt idx="149">
                  <c:v>335.01000000000005</c:v>
                </c:pt>
                <c:pt idx="150">
                  <c:v>322.37</c:v>
                </c:pt>
                <c:pt idx="151">
                  <c:v>326.38</c:v>
                </c:pt>
                <c:pt idx="152">
                  <c:v>312.96999999999997</c:v>
                </c:pt>
                <c:pt idx="153">
                  <c:v>355.39</c:v>
                </c:pt>
                <c:pt idx="154">
                  <c:v>373.28999999999996</c:v>
                </c:pt>
                <c:pt idx="155">
                  <c:v>358.21</c:v>
                </c:pt>
                <c:pt idx="156">
                  <c:v>375.85</c:v>
                </c:pt>
                <c:pt idx="157">
                  <c:v>356.12</c:v>
                </c:pt>
                <c:pt idx="158">
                  <c:v>362.14</c:v>
                </c:pt>
                <c:pt idx="159">
                  <c:v>362.95000000000005</c:v>
                </c:pt>
                <c:pt idx="160">
                  <c:v>377.12</c:v>
                </c:pt>
                <c:pt idx="161">
                  <c:v>361.67</c:v>
                </c:pt>
                <c:pt idx="162">
                  <c:v>353.37000000000006</c:v>
                </c:pt>
                <c:pt idx="163">
                  <c:v>375.83</c:v>
                </c:pt>
                <c:pt idx="164">
                  <c:v>372.25000000000006</c:v>
                </c:pt>
                <c:pt idx="165">
                  <c:v>393.78000000000003</c:v>
                </c:pt>
                <c:pt idx="166">
                  <c:v>368.2</c:v>
                </c:pt>
                <c:pt idx="167">
                  <c:v>348.01</c:v>
                </c:pt>
                <c:pt idx="168">
                  <c:v>376.15</c:v>
                </c:pt>
                <c:pt idx="169">
                  <c:v>354.71000000000004</c:v>
                </c:pt>
                <c:pt idx="170">
                  <c:v>343.56</c:v>
                </c:pt>
                <c:pt idx="171">
                  <c:v>348.51</c:v>
                </c:pt>
                <c:pt idx="172">
                  <c:v>330.19000000000005</c:v>
                </c:pt>
                <c:pt idx="173">
                  <c:v>348.79999999999995</c:v>
                </c:pt>
                <c:pt idx="174">
                  <c:v>379.77</c:v>
                </c:pt>
                <c:pt idx="175">
                  <c:v>468.79999999999995</c:v>
                </c:pt>
                <c:pt idx="176">
                  <c:v>422.57</c:v>
                </c:pt>
                <c:pt idx="177">
                  <c:v>388.64</c:v>
                </c:pt>
                <c:pt idx="178">
                  <c:v>385.27</c:v>
                </c:pt>
                <c:pt idx="179">
                  <c:v>382.43</c:v>
                </c:pt>
                <c:pt idx="180">
                  <c:v>374.27</c:v>
                </c:pt>
                <c:pt idx="181">
                  <c:v>379.28</c:v>
                </c:pt>
                <c:pt idx="182">
                  <c:v>358.78000000000003</c:v>
                </c:pt>
                <c:pt idx="183">
                  <c:v>351.68</c:v>
                </c:pt>
                <c:pt idx="184">
                  <c:v>330.41</c:v>
                </c:pt>
                <c:pt idx="185">
                  <c:v>320.52</c:v>
                </c:pt>
                <c:pt idx="186">
                  <c:v>330.04</c:v>
                </c:pt>
                <c:pt idx="187">
                  <c:v>325.27</c:v>
                </c:pt>
                <c:pt idx="188">
                  <c:v>331.09000000000003</c:v>
                </c:pt>
                <c:pt idx="189">
                  <c:v>335.26000000000005</c:v>
                </c:pt>
                <c:pt idx="190">
                  <c:v>351.53</c:v>
                </c:pt>
                <c:pt idx="191">
                  <c:v>369.49000000000007</c:v>
                </c:pt>
                <c:pt idx="192">
                  <c:v>367.75</c:v>
                </c:pt>
                <c:pt idx="193">
                  <c:v>380.98</c:v>
                </c:pt>
                <c:pt idx="194">
                  <c:v>409.69</c:v>
                </c:pt>
                <c:pt idx="195">
                  <c:v>423.29999999999995</c:v>
                </c:pt>
                <c:pt idx="196">
                  <c:v>420.59</c:v>
                </c:pt>
                <c:pt idx="197">
                  <c:v>416.61</c:v>
                </c:pt>
                <c:pt idx="198">
                  <c:v>446.15999999999997</c:v>
                </c:pt>
                <c:pt idx="199">
                  <c:v>389.44</c:v>
                </c:pt>
                <c:pt idx="200">
                  <c:v>383.21</c:v>
                </c:pt>
                <c:pt idx="201">
                  <c:v>391.35</c:v>
                </c:pt>
                <c:pt idx="202">
                  <c:v>404.69</c:v>
                </c:pt>
                <c:pt idx="203">
                  <c:v>418.98</c:v>
                </c:pt>
                <c:pt idx="204">
                  <c:v>369.42</c:v>
                </c:pt>
                <c:pt idx="205">
                  <c:v>348.49000000000007</c:v>
                </c:pt>
                <c:pt idx="206">
                  <c:v>338.29</c:v>
                </c:pt>
                <c:pt idx="207">
                  <c:v>325.59999999999997</c:v>
                </c:pt>
                <c:pt idx="208">
                  <c:v>298.21000000000004</c:v>
                </c:pt>
                <c:pt idx="209">
                  <c:v>310.62</c:v>
                </c:pt>
                <c:pt idx="210">
                  <c:v>288.53999999999996</c:v>
                </c:pt>
                <c:pt idx="211">
                  <c:v>312.12</c:v>
                </c:pt>
                <c:pt idx="212">
                  <c:v>311.2</c:v>
                </c:pt>
                <c:pt idx="213">
                  <c:v>280.38</c:v>
                </c:pt>
                <c:pt idx="214">
                  <c:v>248.56000000000003</c:v>
                </c:pt>
                <c:pt idx="215">
                  <c:v>233.35999999999996</c:v>
                </c:pt>
                <c:pt idx="216">
                  <c:v>228.35999999999999</c:v>
                </c:pt>
                <c:pt idx="217">
                  <c:v>218.92999999999995</c:v>
                </c:pt>
                <c:pt idx="218">
                  <c:v>192.37</c:v>
                </c:pt>
                <c:pt idx="219">
                  <c:v>215.16000000000003</c:v>
                </c:pt>
                <c:pt idx="220">
                  <c:v>231.42999999999995</c:v>
                </c:pt>
                <c:pt idx="221">
                  <c:v>222.79999999999998</c:v>
                </c:pt>
                <c:pt idx="222">
                  <c:v>193.54999999999993</c:v>
                </c:pt>
                <c:pt idx="223">
                  <c:v>207.03999999999994</c:v>
                </c:pt>
                <c:pt idx="224">
                  <c:v>195.12</c:v>
                </c:pt>
                <c:pt idx="225">
                  <c:v>210.84000000000006</c:v>
                </c:pt>
                <c:pt idx="226">
                  <c:v>220.18000000000004</c:v>
                </c:pt>
                <c:pt idx="227">
                  <c:v>234.47999999999993</c:v>
                </c:pt>
                <c:pt idx="228">
                  <c:v>235.72000000000003</c:v>
                </c:pt>
                <c:pt idx="229">
                  <c:v>232.77</c:v>
                </c:pt>
                <c:pt idx="230">
                  <c:v>209.74000000000004</c:v>
                </c:pt>
                <c:pt idx="231">
                  <c:v>212.92</c:v>
                </c:pt>
                <c:pt idx="232">
                  <c:v>182.53000000000003</c:v>
                </c:pt>
                <c:pt idx="233">
                  <c:v>179.07999999999998</c:v>
                </c:pt>
                <c:pt idx="234">
                  <c:v>212.38000000000002</c:v>
                </c:pt>
                <c:pt idx="235">
                  <c:v>209.64999999999998</c:v>
                </c:pt>
                <c:pt idx="236">
                  <c:v>193.29000000000002</c:v>
                </c:pt>
                <c:pt idx="237">
                  <c:v>167.07999999999998</c:v>
                </c:pt>
                <c:pt idx="238">
                  <c:v>178.44000000000005</c:v>
                </c:pt>
                <c:pt idx="239">
                  <c:v>158.53000000000003</c:v>
                </c:pt>
                <c:pt idx="240">
                  <c:v>168.52</c:v>
                </c:pt>
                <c:pt idx="241">
                  <c:v>177.65000000000003</c:v>
                </c:pt>
                <c:pt idx="242">
                  <c:v>182.96</c:v>
                </c:pt>
                <c:pt idx="243">
                  <c:v>188.49</c:v>
                </c:pt>
                <c:pt idx="244">
                  <c:v>170.37000000000003</c:v>
                </c:pt>
                <c:pt idx="245">
                  <c:v>162.23000000000002</c:v>
                </c:pt>
                <c:pt idx="246">
                  <c:v>188.88</c:v>
                </c:pt>
                <c:pt idx="247">
                  <c:v>204.95000000000002</c:v>
                </c:pt>
                <c:pt idx="248">
                  <c:v>188.86</c:v>
                </c:pt>
                <c:pt idx="249">
                  <c:v>175.83</c:v>
                </c:pt>
                <c:pt idx="250">
                  <c:v>163.26</c:v>
                </c:pt>
                <c:pt idx="251">
                  <c:v>152.58000000000004</c:v>
                </c:pt>
              </c:numCache>
            </c:numRef>
          </c:val>
          <c:extLst>
            <c:ext xmlns:c16="http://schemas.microsoft.com/office/drawing/2014/chart" uri="{C3380CC4-5D6E-409C-BE32-E72D297353CC}">
              <c16:uniqueId val="{00000000-ADE9-43E3-95C0-7B63A090B48F}"/>
            </c:ext>
          </c:extLst>
        </c:ser>
        <c:dLbls>
          <c:showLegendKey val="0"/>
          <c:showVal val="0"/>
          <c:showCatName val="0"/>
          <c:showSerName val="0"/>
          <c:showPercent val="0"/>
          <c:showBubbleSize val="0"/>
        </c:dLbls>
        <c:axId val="1820059696"/>
        <c:axId val="1685630112"/>
      </c:areaChart>
      <c:lineChart>
        <c:grouping val="standard"/>
        <c:varyColors val="0"/>
        <c:ser>
          <c:idx val="0"/>
          <c:order val="0"/>
          <c:tx>
            <c:strRef>
              <c:f>Sheet3!$M$6</c:f>
              <c:strCache>
                <c:ptCount val="1"/>
                <c:pt idx="0">
                  <c:v>Federal Funds Target Rate - Up (lhs,%)</c:v>
                </c:pt>
              </c:strCache>
            </c:strRef>
          </c:tx>
          <c:spPr>
            <a:ln w="28575" cap="rnd">
              <a:solidFill>
                <a:srgbClr val="002060"/>
              </a:solidFill>
              <a:round/>
            </a:ln>
            <a:effectLst/>
          </c:spPr>
          <c:marker>
            <c:symbol val="none"/>
          </c:marker>
          <c:cat>
            <c:numRef>
              <c:f>Sheet3!$L$8:$L$259</c:f>
              <c:numCache>
                <c:formatCode>m/d/yyyy</c:formatCode>
                <c:ptCount val="252"/>
                <c:pt idx="0">
                  <c:v>38595</c:v>
                </c:pt>
                <c:pt idx="1">
                  <c:v>38625</c:v>
                </c:pt>
                <c:pt idx="2">
                  <c:v>38656</c:v>
                </c:pt>
                <c:pt idx="3">
                  <c:v>38686</c:v>
                </c:pt>
                <c:pt idx="4">
                  <c:v>38716</c:v>
                </c:pt>
                <c:pt idx="5">
                  <c:v>38748</c:v>
                </c:pt>
                <c:pt idx="6">
                  <c:v>38776</c:v>
                </c:pt>
                <c:pt idx="7">
                  <c:v>38807</c:v>
                </c:pt>
                <c:pt idx="8">
                  <c:v>38835</c:v>
                </c:pt>
                <c:pt idx="9">
                  <c:v>38868</c:v>
                </c:pt>
                <c:pt idx="10">
                  <c:v>38898</c:v>
                </c:pt>
                <c:pt idx="11">
                  <c:v>38929</c:v>
                </c:pt>
                <c:pt idx="12">
                  <c:v>38960</c:v>
                </c:pt>
                <c:pt idx="13">
                  <c:v>38989</c:v>
                </c:pt>
                <c:pt idx="14">
                  <c:v>39021</c:v>
                </c:pt>
                <c:pt idx="15">
                  <c:v>39051</c:v>
                </c:pt>
                <c:pt idx="16">
                  <c:v>39080</c:v>
                </c:pt>
                <c:pt idx="17">
                  <c:v>39113</c:v>
                </c:pt>
                <c:pt idx="18">
                  <c:v>39141</c:v>
                </c:pt>
                <c:pt idx="19">
                  <c:v>39171</c:v>
                </c:pt>
                <c:pt idx="20">
                  <c:v>39202</c:v>
                </c:pt>
                <c:pt idx="21">
                  <c:v>39233</c:v>
                </c:pt>
                <c:pt idx="22">
                  <c:v>39262</c:v>
                </c:pt>
                <c:pt idx="23">
                  <c:v>39294</c:v>
                </c:pt>
                <c:pt idx="24">
                  <c:v>39325</c:v>
                </c:pt>
                <c:pt idx="25">
                  <c:v>39353</c:v>
                </c:pt>
                <c:pt idx="26">
                  <c:v>39386</c:v>
                </c:pt>
                <c:pt idx="27">
                  <c:v>39416</c:v>
                </c:pt>
                <c:pt idx="28">
                  <c:v>39447</c:v>
                </c:pt>
                <c:pt idx="29">
                  <c:v>39478</c:v>
                </c:pt>
                <c:pt idx="30">
                  <c:v>39507</c:v>
                </c:pt>
                <c:pt idx="31">
                  <c:v>39538</c:v>
                </c:pt>
                <c:pt idx="32">
                  <c:v>39568</c:v>
                </c:pt>
                <c:pt idx="33">
                  <c:v>39598</c:v>
                </c:pt>
                <c:pt idx="34">
                  <c:v>39629</c:v>
                </c:pt>
                <c:pt idx="35">
                  <c:v>39660</c:v>
                </c:pt>
                <c:pt idx="36">
                  <c:v>39689</c:v>
                </c:pt>
                <c:pt idx="37">
                  <c:v>39721</c:v>
                </c:pt>
                <c:pt idx="38">
                  <c:v>39752</c:v>
                </c:pt>
                <c:pt idx="39">
                  <c:v>39780</c:v>
                </c:pt>
                <c:pt idx="40">
                  <c:v>39813</c:v>
                </c:pt>
                <c:pt idx="41">
                  <c:v>39843</c:v>
                </c:pt>
                <c:pt idx="42">
                  <c:v>39871</c:v>
                </c:pt>
                <c:pt idx="43">
                  <c:v>39903</c:v>
                </c:pt>
                <c:pt idx="44">
                  <c:v>39933</c:v>
                </c:pt>
                <c:pt idx="45">
                  <c:v>39962</c:v>
                </c:pt>
                <c:pt idx="46">
                  <c:v>39994</c:v>
                </c:pt>
                <c:pt idx="47">
                  <c:v>40025</c:v>
                </c:pt>
                <c:pt idx="48">
                  <c:v>40056</c:v>
                </c:pt>
                <c:pt idx="49">
                  <c:v>40086</c:v>
                </c:pt>
                <c:pt idx="50">
                  <c:v>40116</c:v>
                </c:pt>
                <c:pt idx="51">
                  <c:v>40147</c:v>
                </c:pt>
                <c:pt idx="52">
                  <c:v>40178</c:v>
                </c:pt>
                <c:pt idx="53">
                  <c:v>40207</c:v>
                </c:pt>
                <c:pt idx="54">
                  <c:v>40235</c:v>
                </c:pt>
                <c:pt idx="55">
                  <c:v>40268</c:v>
                </c:pt>
                <c:pt idx="56">
                  <c:v>40298</c:v>
                </c:pt>
                <c:pt idx="57">
                  <c:v>40329</c:v>
                </c:pt>
                <c:pt idx="58">
                  <c:v>40359</c:v>
                </c:pt>
                <c:pt idx="59">
                  <c:v>40389</c:v>
                </c:pt>
                <c:pt idx="60">
                  <c:v>40421</c:v>
                </c:pt>
                <c:pt idx="61">
                  <c:v>40451</c:v>
                </c:pt>
                <c:pt idx="62">
                  <c:v>40480</c:v>
                </c:pt>
                <c:pt idx="63">
                  <c:v>40512</c:v>
                </c:pt>
                <c:pt idx="64">
                  <c:v>40543</c:v>
                </c:pt>
                <c:pt idx="65">
                  <c:v>40574</c:v>
                </c:pt>
                <c:pt idx="66">
                  <c:v>40602</c:v>
                </c:pt>
                <c:pt idx="67">
                  <c:v>40633</c:v>
                </c:pt>
                <c:pt idx="68">
                  <c:v>40662</c:v>
                </c:pt>
                <c:pt idx="69">
                  <c:v>40694</c:v>
                </c:pt>
                <c:pt idx="70">
                  <c:v>40724</c:v>
                </c:pt>
                <c:pt idx="71">
                  <c:v>40753</c:v>
                </c:pt>
                <c:pt idx="72">
                  <c:v>40786</c:v>
                </c:pt>
                <c:pt idx="73">
                  <c:v>40816</c:v>
                </c:pt>
                <c:pt idx="74">
                  <c:v>40847</c:v>
                </c:pt>
                <c:pt idx="75">
                  <c:v>40877</c:v>
                </c:pt>
                <c:pt idx="76">
                  <c:v>40907</c:v>
                </c:pt>
                <c:pt idx="77">
                  <c:v>40939</c:v>
                </c:pt>
                <c:pt idx="78">
                  <c:v>40968</c:v>
                </c:pt>
                <c:pt idx="79">
                  <c:v>40998</c:v>
                </c:pt>
                <c:pt idx="80">
                  <c:v>41029</c:v>
                </c:pt>
                <c:pt idx="81">
                  <c:v>41060</c:v>
                </c:pt>
                <c:pt idx="82">
                  <c:v>41089</c:v>
                </c:pt>
                <c:pt idx="83">
                  <c:v>41121</c:v>
                </c:pt>
                <c:pt idx="84">
                  <c:v>41152</c:v>
                </c:pt>
                <c:pt idx="85">
                  <c:v>41180</c:v>
                </c:pt>
                <c:pt idx="86">
                  <c:v>41213</c:v>
                </c:pt>
                <c:pt idx="87">
                  <c:v>41243</c:v>
                </c:pt>
                <c:pt idx="88">
                  <c:v>41274</c:v>
                </c:pt>
                <c:pt idx="89">
                  <c:v>41305</c:v>
                </c:pt>
                <c:pt idx="90">
                  <c:v>41333</c:v>
                </c:pt>
                <c:pt idx="91">
                  <c:v>41362</c:v>
                </c:pt>
                <c:pt idx="92">
                  <c:v>41394</c:v>
                </c:pt>
                <c:pt idx="93">
                  <c:v>41425</c:v>
                </c:pt>
                <c:pt idx="94">
                  <c:v>41453</c:v>
                </c:pt>
                <c:pt idx="95">
                  <c:v>41486</c:v>
                </c:pt>
                <c:pt idx="96">
                  <c:v>41516</c:v>
                </c:pt>
                <c:pt idx="97">
                  <c:v>41547</c:v>
                </c:pt>
                <c:pt idx="98">
                  <c:v>41578</c:v>
                </c:pt>
                <c:pt idx="99">
                  <c:v>41607</c:v>
                </c:pt>
                <c:pt idx="100">
                  <c:v>41639</c:v>
                </c:pt>
                <c:pt idx="101">
                  <c:v>41670</c:v>
                </c:pt>
                <c:pt idx="102">
                  <c:v>41698</c:v>
                </c:pt>
                <c:pt idx="103">
                  <c:v>41729</c:v>
                </c:pt>
                <c:pt idx="104">
                  <c:v>41759</c:v>
                </c:pt>
                <c:pt idx="105">
                  <c:v>41789</c:v>
                </c:pt>
                <c:pt idx="106">
                  <c:v>41820</c:v>
                </c:pt>
                <c:pt idx="107">
                  <c:v>41851</c:v>
                </c:pt>
                <c:pt idx="108">
                  <c:v>41880</c:v>
                </c:pt>
                <c:pt idx="109">
                  <c:v>41912</c:v>
                </c:pt>
                <c:pt idx="110">
                  <c:v>41943</c:v>
                </c:pt>
                <c:pt idx="111">
                  <c:v>41971</c:v>
                </c:pt>
                <c:pt idx="112">
                  <c:v>42004</c:v>
                </c:pt>
                <c:pt idx="113">
                  <c:v>42034</c:v>
                </c:pt>
                <c:pt idx="114">
                  <c:v>42062</c:v>
                </c:pt>
                <c:pt idx="115">
                  <c:v>42094</c:v>
                </c:pt>
                <c:pt idx="116">
                  <c:v>42124</c:v>
                </c:pt>
                <c:pt idx="117">
                  <c:v>42153</c:v>
                </c:pt>
                <c:pt idx="118">
                  <c:v>42185</c:v>
                </c:pt>
                <c:pt idx="119">
                  <c:v>42216</c:v>
                </c:pt>
                <c:pt idx="120">
                  <c:v>42247</c:v>
                </c:pt>
                <c:pt idx="121">
                  <c:v>42277</c:v>
                </c:pt>
                <c:pt idx="122">
                  <c:v>42307</c:v>
                </c:pt>
                <c:pt idx="123">
                  <c:v>42338</c:v>
                </c:pt>
                <c:pt idx="124">
                  <c:v>42369</c:v>
                </c:pt>
                <c:pt idx="125">
                  <c:v>42398</c:v>
                </c:pt>
                <c:pt idx="126">
                  <c:v>42429</c:v>
                </c:pt>
                <c:pt idx="127">
                  <c:v>42460</c:v>
                </c:pt>
                <c:pt idx="128">
                  <c:v>42489</c:v>
                </c:pt>
                <c:pt idx="129">
                  <c:v>42521</c:v>
                </c:pt>
                <c:pt idx="130">
                  <c:v>42551</c:v>
                </c:pt>
                <c:pt idx="131">
                  <c:v>42580</c:v>
                </c:pt>
                <c:pt idx="132">
                  <c:v>42613</c:v>
                </c:pt>
                <c:pt idx="133">
                  <c:v>42643</c:v>
                </c:pt>
                <c:pt idx="134">
                  <c:v>42674</c:v>
                </c:pt>
                <c:pt idx="135">
                  <c:v>42704</c:v>
                </c:pt>
                <c:pt idx="136">
                  <c:v>42734</c:v>
                </c:pt>
                <c:pt idx="137">
                  <c:v>42766</c:v>
                </c:pt>
                <c:pt idx="138">
                  <c:v>42794</c:v>
                </c:pt>
                <c:pt idx="139">
                  <c:v>42825</c:v>
                </c:pt>
                <c:pt idx="140">
                  <c:v>42853</c:v>
                </c:pt>
                <c:pt idx="141">
                  <c:v>42886</c:v>
                </c:pt>
                <c:pt idx="142">
                  <c:v>42916</c:v>
                </c:pt>
                <c:pt idx="143">
                  <c:v>42947</c:v>
                </c:pt>
                <c:pt idx="144">
                  <c:v>42978</c:v>
                </c:pt>
                <c:pt idx="145">
                  <c:v>43007</c:v>
                </c:pt>
                <c:pt idx="146">
                  <c:v>43039</c:v>
                </c:pt>
                <c:pt idx="147">
                  <c:v>43069</c:v>
                </c:pt>
                <c:pt idx="148">
                  <c:v>43098</c:v>
                </c:pt>
                <c:pt idx="149">
                  <c:v>43131</c:v>
                </c:pt>
                <c:pt idx="150">
                  <c:v>43159</c:v>
                </c:pt>
                <c:pt idx="151">
                  <c:v>43189</c:v>
                </c:pt>
                <c:pt idx="152">
                  <c:v>43220</c:v>
                </c:pt>
                <c:pt idx="153">
                  <c:v>43251</c:v>
                </c:pt>
                <c:pt idx="154">
                  <c:v>43280</c:v>
                </c:pt>
                <c:pt idx="155">
                  <c:v>43312</c:v>
                </c:pt>
                <c:pt idx="156">
                  <c:v>43343</c:v>
                </c:pt>
                <c:pt idx="157">
                  <c:v>43371</c:v>
                </c:pt>
                <c:pt idx="158">
                  <c:v>43404</c:v>
                </c:pt>
                <c:pt idx="159">
                  <c:v>43434</c:v>
                </c:pt>
                <c:pt idx="160">
                  <c:v>43465</c:v>
                </c:pt>
                <c:pt idx="161">
                  <c:v>43496</c:v>
                </c:pt>
                <c:pt idx="162">
                  <c:v>43524</c:v>
                </c:pt>
                <c:pt idx="163">
                  <c:v>43553</c:v>
                </c:pt>
                <c:pt idx="164">
                  <c:v>43585</c:v>
                </c:pt>
                <c:pt idx="165">
                  <c:v>43616</c:v>
                </c:pt>
                <c:pt idx="166">
                  <c:v>43644</c:v>
                </c:pt>
                <c:pt idx="167">
                  <c:v>43677</c:v>
                </c:pt>
                <c:pt idx="168">
                  <c:v>43707</c:v>
                </c:pt>
                <c:pt idx="169">
                  <c:v>43738</c:v>
                </c:pt>
                <c:pt idx="170">
                  <c:v>43769</c:v>
                </c:pt>
                <c:pt idx="171">
                  <c:v>43798</c:v>
                </c:pt>
                <c:pt idx="172">
                  <c:v>43830</c:v>
                </c:pt>
                <c:pt idx="173">
                  <c:v>43861</c:v>
                </c:pt>
                <c:pt idx="174">
                  <c:v>43889</c:v>
                </c:pt>
                <c:pt idx="175">
                  <c:v>43921</c:v>
                </c:pt>
                <c:pt idx="176">
                  <c:v>43951</c:v>
                </c:pt>
                <c:pt idx="177">
                  <c:v>43980</c:v>
                </c:pt>
                <c:pt idx="178">
                  <c:v>44012</c:v>
                </c:pt>
                <c:pt idx="179">
                  <c:v>44043</c:v>
                </c:pt>
                <c:pt idx="180">
                  <c:v>44074</c:v>
                </c:pt>
                <c:pt idx="181">
                  <c:v>44104</c:v>
                </c:pt>
                <c:pt idx="182">
                  <c:v>44134</c:v>
                </c:pt>
                <c:pt idx="183">
                  <c:v>44165</c:v>
                </c:pt>
                <c:pt idx="184">
                  <c:v>44196</c:v>
                </c:pt>
                <c:pt idx="185">
                  <c:v>44225</c:v>
                </c:pt>
                <c:pt idx="186">
                  <c:v>44253</c:v>
                </c:pt>
                <c:pt idx="187">
                  <c:v>44286</c:v>
                </c:pt>
                <c:pt idx="188">
                  <c:v>44316</c:v>
                </c:pt>
                <c:pt idx="189">
                  <c:v>44347</c:v>
                </c:pt>
                <c:pt idx="190">
                  <c:v>44377</c:v>
                </c:pt>
                <c:pt idx="191">
                  <c:v>44407</c:v>
                </c:pt>
                <c:pt idx="192">
                  <c:v>44439</c:v>
                </c:pt>
                <c:pt idx="193">
                  <c:v>44469</c:v>
                </c:pt>
                <c:pt idx="194">
                  <c:v>44498</c:v>
                </c:pt>
                <c:pt idx="195">
                  <c:v>44530</c:v>
                </c:pt>
                <c:pt idx="196">
                  <c:v>44561</c:v>
                </c:pt>
                <c:pt idx="197">
                  <c:v>44592</c:v>
                </c:pt>
                <c:pt idx="198">
                  <c:v>44620</c:v>
                </c:pt>
                <c:pt idx="199">
                  <c:v>44651</c:v>
                </c:pt>
                <c:pt idx="200">
                  <c:v>44680</c:v>
                </c:pt>
                <c:pt idx="201">
                  <c:v>44712</c:v>
                </c:pt>
                <c:pt idx="202">
                  <c:v>44742</c:v>
                </c:pt>
                <c:pt idx="203">
                  <c:v>44771</c:v>
                </c:pt>
                <c:pt idx="204">
                  <c:v>44804</c:v>
                </c:pt>
                <c:pt idx="205">
                  <c:v>44834</c:v>
                </c:pt>
                <c:pt idx="206">
                  <c:v>44865</c:v>
                </c:pt>
                <c:pt idx="207">
                  <c:v>44895</c:v>
                </c:pt>
                <c:pt idx="208">
                  <c:v>44925</c:v>
                </c:pt>
                <c:pt idx="209">
                  <c:v>44957</c:v>
                </c:pt>
                <c:pt idx="210">
                  <c:v>44985</c:v>
                </c:pt>
                <c:pt idx="211">
                  <c:v>45016</c:v>
                </c:pt>
                <c:pt idx="212">
                  <c:v>45044</c:v>
                </c:pt>
                <c:pt idx="213">
                  <c:v>45077</c:v>
                </c:pt>
                <c:pt idx="214">
                  <c:v>45107</c:v>
                </c:pt>
                <c:pt idx="215">
                  <c:v>45138</c:v>
                </c:pt>
                <c:pt idx="216">
                  <c:v>45169</c:v>
                </c:pt>
                <c:pt idx="217">
                  <c:v>45198</c:v>
                </c:pt>
                <c:pt idx="218">
                  <c:v>45230</c:v>
                </c:pt>
                <c:pt idx="219">
                  <c:v>45260</c:v>
                </c:pt>
                <c:pt idx="220">
                  <c:v>45289</c:v>
                </c:pt>
                <c:pt idx="221">
                  <c:v>45322</c:v>
                </c:pt>
                <c:pt idx="222">
                  <c:v>45351</c:v>
                </c:pt>
                <c:pt idx="223">
                  <c:v>45380</c:v>
                </c:pt>
                <c:pt idx="224">
                  <c:v>45412</c:v>
                </c:pt>
                <c:pt idx="225">
                  <c:v>45443</c:v>
                </c:pt>
                <c:pt idx="226">
                  <c:v>45471</c:v>
                </c:pt>
                <c:pt idx="227">
                  <c:v>45504</c:v>
                </c:pt>
                <c:pt idx="228">
                  <c:v>45534</c:v>
                </c:pt>
                <c:pt idx="229">
                  <c:v>45565</c:v>
                </c:pt>
                <c:pt idx="230">
                  <c:v>45596</c:v>
                </c:pt>
                <c:pt idx="231">
                  <c:v>45625</c:v>
                </c:pt>
                <c:pt idx="232">
                  <c:v>45657</c:v>
                </c:pt>
                <c:pt idx="233">
                  <c:v>45688</c:v>
                </c:pt>
                <c:pt idx="234">
                  <c:v>45716</c:v>
                </c:pt>
                <c:pt idx="235">
                  <c:v>45747</c:v>
                </c:pt>
                <c:pt idx="236">
                  <c:v>45777</c:v>
                </c:pt>
                <c:pt idx="237">
                  <c:v>45807</c:v>
                </c:pt>
                <c:pt idx="238">
                  <c:v>45838</c:v>
                </c:pt>
                <c:pt idx="239">
                  <c:v>45869</c:v>
                </c:pt>
                <c:pt idx="240">
                  <c:v>45898</c:v>
                </c:pt>
                <c:pt idx="241">
                  <c:v>45930</c:v>
                </c:pt>
                <c:pt idx="242">
                  <c:v>45961</c:v>
                </c:pt>
                <c:pt idx="243">
                  <c:v>45989</c:v>
                </c:pt>
                <c:pt idx="244">
                  <c:v>46022</c:v>
                </c:pt>
                <c:pt idx="245">
                  <c:v>46052</c:v>
                </c:pt>
                <c:pt idx="246">
                  <c:v>46080</c:v>
                </c:pt>
                <c:pt idx="247">
                  <c:v>46112</c:v>
                </c:pt>
                <c:pt idx="248">
                  <c:v>46142</c:v>
                </c:pt>
                <c:pt idx="249">
                  <c:v>46171</c:v>
                </c:pt>
                <c:pt idx="250">
                  <c:v>46203</c:v>
                </c:pt>
                <c:pt idx="251">
                  <c:v>46234</c:v>
                </c:pt>
              </c:numCache>
            </c:numRef>
          </c:cat>
          <c:val>
            <c:numRef>
              <c:f>Sheet3!$M$8:$M$259</c:f>
              <c:numCache>
                <c:formatCode>General</c:formatCode>
                <c:ptCount val="252"/>
                <c:pt idx="0">
                  <c:v>3.5</c:v>
                </c:pt>
                <c:pt idx="1">
                  <c:v>3.75</c:v>
                </c:pt>
                <c:pt idx="2">
                  <c:v>3.75</c:v>
                </c:pt>
                <c:pt idx="3">
                  <c:v>4</c:v>
                </c:pt>
                <c:pt idx="4">
                  <c:v>4.25</c:v>
                </c:pt>
                <c:pt idx="5">
                  <c:v>4.5</c:v>
                </c:pt>
                <c:pt idx="6">
                  <c:v>4.5</c:v>
                </c:pt>
                <c:pt idx="7">
                  <c:v>4.75</c:v>
                </c:pt>
                <c:pt idx="8">
                  <c:v>4.75</c:v>
                </c:pt>
                <c:pt idx="9">
                  <c:v>5</c:v>
                </c:pt>
                <c:pt idx="10">
                  <c:v>5.25</c:v>
                </c:pt>
                <c:pt idx="11">
                  <c:v>5.25</c:v>
                </c:pt>
                <c:pt idx="12">
                  <c:v>5.25</c:v>
                </c:pt>
                <c:pt idx="13">
                  <c:v>5.25</c:v>
                </c:pt>
                <c:pt idx="14">
                  <c:v>5.25</c:v>
                </c:pt>
                <c:pt idx="15">
                  <c:v>5.25</c:v>
                </c:pt>
                <c:pt idx="16">
                  <c:v>5.25</c:v>
                </c:pt>
                <c:pt idx="17">
                  <c:v>5.25</c:v>
                </c:pt>
                <c:pt idx="18">
                  <c:v>5.25</c:v>
                </c:pt>
                <c:pt idx="19">
                  <c:v>5.25</c:v>
                </c:pt>
                <c:pt idx="20">
                  <c:v>5.25</c:v>
                </c:pt>
                <c:pt idx="21">
                  <c:v>5.25</c:v>
                </c:pt>
                <c:pt idx="22">
                  <c:v>5.25</c:v>
                </c:pt>
                <c:pt idx="23">
                  <c:v>5.25</c:v>
                </c:pt>
                <c:pt idx="24">
                  <c:v>5.25</c:v>
                </c:pt>
                <c:pt idx="25">
                  <c:v>4.75</c:v>
                </c:pt>
                <c:pt idx="26">
                  <c:v>4.5</c:v>
                </c:pt>
                <c:pt idx="27">
                  <c:v>4.5</c:v>
                </c:pt>
                <c:pt idx="28">
                  <c:v>4.25</c:v>
                </c:pt>
                <c:pt idx="29">
                  <c:v>3</c:v>
                </c:pt>
                <c:pt idx="30">
                  <c:v>3</c:v>
                </c:pt>
                <c:pt idx="31">
                  <c:v>2.25</c:v>
                </c:pt>
                <c:pt idx="32">
                  <c:v>2</c:v>
                </c:pt>
                <c:pt idx="33">
                  <c:v>2</c:v>
                </c:pt>
                <c:pt idx="34">
                  <c:v>2</c:v>
                </c:pt>
                <c:pt idx="35">
                  <c:v>2</c:v>
                </c:pt>
                <c:pt idx="36">
                  <c:v>2</c:v>
                </c:pt>
                <c:pt idx="37">
                  <c:v>2</c:v>
                </c:pt>
                <c:pt idx="38">
                  <c:v>1</c:v>
                </c:pt>
                <c:pt idx="39">
                  <c:v>1</c:v>
                </c:pt>
                <c:pt idx="40">
                  <c:v>0.25</c:v>
                </c:pt>
                <c:pt idx="41">
                  <c:v>0.25</c:v>
                </c:pt>
                <c:pt idx="42">
                  <c:v>0.25</c:v>
                </c:pt>
                <c:pt idx="43">
                  <c:v>0.25</c:v>
                </c:pt>
                <c:pt idx="44">
                  <c:v>0.25</c:v>
                </c:pt>
                <c:pt idx="45">
                  <c:v>0.25</c:v>
                </c:pt>
                <c:pt idx="46">
                  <c:v>0.25</c:v>
                </c:pt>
                <c:pt idx="47">
                  <c:v>0.25</c:v>
                </c:pt>
                <c:pt idx="48">
                  <c:v>0.25</c:v>
                </c:pt>
                <c:pt idx="49">
                  <c:v>0.25</c:v>
                </c:pt>
                <c:pt idx="50">
                  <c:v>0.25</c:v>
                </c:pt>
                <c:pt idx="51">
                  <c:v>0.25</c:v>
                </c:pt>
                <c:pt idx="52">
                  <c:v>0.25</c:v>
                </c:pt>
                <c:pt idx="53">
                  <c:v>0.25</c:v>
                </c:pt>
                <c:pt idx="54">
                  <c:v>0.25</c:v>
                </c:pt>
                <c:pt idx="55">
                  <c:v>0.25</c:v>
                </c:pt>
                <c:pt idx="56">
                  <c:v>0.25</c:v>
                </c:pt>
                <c:pt idx="57">
                  <c:v>0.25</c:v>
                </c:pt>
                <c:pt idx="58">
                  <c:v>0.25</c:v>
                </c:pt>
                <c:pt idx="59">
                  <c:v>0.25</c:v>
                </c:pt>
                <c:pt idx="60">
                  <c:v>0.25</c:v>
                </c:pt>
                <c:pt idx="61">
                  <c:v>0.25</c:v>
                </c:pt>
                <c:pt idx="62">
                  <c:v>0.25</c:v>
                </c:pt>
                <c:pt idx="63">
                  <c:v>0.25</c:v>
                </c:pt>
                <c:pt idx="64">
                  <c:v>0.25</c:v>
                </c:pt>
                <c:pt idx="65">
                  <c:v>0.25</c:v>
                </c:pt>
                <c:pt idx="66">
                  <c:v>0.25</c:v>
                </c:pt>
                <c:pt idx="67">
                  <c:v>0.25</c:v>
                </c:pt>
                <c:pt idx="68">
                  <c:v>0.25</c:v>
                </c:pt>
                <c:pt idx="69">
                  <c:v>0.25</c:v>
                </c:pt>
                <c:pt idx="70">
                  <c:v>0.25</c:v>
                </c:pt>
                <c:pt idx="71">
                  <c:v>0.25</c:v>
                </c:pt>
                <c:pt idx="72">
                  <c:v>0.25</c:v>
                </c:pt>
                <c:pt idx="73">
                  <c:v>0.25</c:v>
                </c:pt>
                <c:pt idx="74">
                  <c:v>0.25</c:v>
                </c:pt>
                <c:pt idx="75">
                  <c:v>0.25</c:v>
                </c:pt>
                <c:pt idx="76">
                  <c:v>0.25</c:v>
                </c:pt>
                <c:pt idx="77">
                  <c:v>0.25</c:v>
                </c:pt>
                <c:pt idx="78">
                  <c:v>0.25</c:v>
                </c:pt>
                <c:pt idx="79">
                  <c:v>0.25</c:v>
                </c:pt>
                <c:pt idx="80">
                  <c:v>0.25</c:v>
                </c:pt>
                <c:pt idx="81">
                  <c:v>0.25</c:v>
                </c:pt>
                <c:pt idx="82">
                  <c:v>0.25</c:v>
                </c:pt>
                <c:pt idx="83">
                  <c:v>0.25</c:v>
                </c:pt>
                <c:pt idx="84">
                  <c:v>0.25</c:v>
                </c:pt>
                <c:pt idx="85">
                  <c:v>0.25</c:v>
                </c:pt>
                <c:pt idx="86">
                  <c:v>0.25</c:v>
                </c:pt>
                <c:pt idx="87">
                  <c:v>0.25</c:v>
                </c:pt>
                <c:pt idx="88">
                  <c:v>0.25</c:v>
                </c:pt>
                <c:pt idx="89">
                  <c:v>0.25</c:v>
                </c:pt>
                <c:pt idx="90">
                  <c:v>0.25</c:v>
                </c:pt>
                <c:pt idx="91">
                  <c:v>0.25</c:v>
                </c:pt>
                <c:pt idx="92">
                  <c:v>0.25</c:v>
                </c:pt>
                <c:pt idx="93">
                  <c:v>0.25</c:v>
                </c:pt>
                <c:pt idx="94">
                  <c:v>0.25</c:v>
                </c:pt>
                <c:pt idx="95">
                  <c:v>0.25</c:v>
                </c:pt>
                <c:pt idx="96">
                  <c:v>0.25</c:v>
                </c:pt>
                <c:pt idx="97">
                  <c:v>0.25</c:v>
                </c:pt>
                <c:pt idx="98">
                  <c:v>0.25</c:v>
                </c:pt>
                <c:pt idx="99">
                  <c:v>0.25</c:v>
                </c:pt>
                <c:pt idx="100">
                  <c:v>0.25</c:v>
                </c:pt>
                <c:pt idx="101">
                  <c:v>0.25</c:v>
                </c:pt>
                <c:pt idx="102">
                  <c:v>0.25</c:v>
                </c:pt>
                <c:pt idx="103">
                  <c:v>0.25</c:v>
                </c:pt>
                <c:pt idx="104">
                  <c:v>0.25</c:v>
                </c:pt>
                <c:pt idx="105">
                  <c:v>0.25</c:v>
                </c:pt>
                <c:pt idx="106">
                  <c:v>0.25</c:v>
                </c:pt>
                <c:pt idx="107">
                  <c:v>0.25</c:v>
                </c:pt>
                <c:pt idx="108">
                  <c:v>0.25</c:v>
                </c:pt>
                <c:pt idx="109">
                  <c:v>0.25</c:v>
                </c:pt>
                <c:pt idx="110">
                  <c:v>0.25</c:v>
                </c:pt>
                <c:pt idx="111">
                  <c:v>0.25</c:v>
                </c:pt>
                <c:pt idx="112">
                  <c:v>0.25</c:v>
                </c:pt>
                <c:pt idx="113">
                  <c:v>0.25</c:v>
                </c:pt>
                <c:pt idx="114">
                  <c:v>0.25</c:v>
                </c:pt>
                <c:pt idx="115">
                  <c:v>0.25</c:v>
                </c:pt>
                <c:pt idx="116">
                  <c:v>0.25</c:v>
                </c:pt>
                <c:pt idx="117">
                  <c:v>0.25</c:v>
                </c:pt>
                <c:pt idx="118">
                  <c:v>0.25</c:v>
                </c:pt>
                <c:pt idx="119">
                  <c:v>0.25</c:v>
                </c:pt>
                <c:pt idx="120">
                  <c:v>0.25</c:v>
                </c:pt>
                <c:pt idx="121">
                  <c:v>0.25</c:v>
                </c:pt>
                <c:pt idx="122">
                  <c:v>0.25</c:v>
                </c:pt>
                <c:pt idx="123">
                  <c:v>0.25</c:v>
                </c:pt>
                <c:pt idx="124">
                  <c:v>0.5</c:v>
                </c:pt>
                <c:pt idx="125">
                  <c:v>0.5</c:v>
                </c:pt>
                <c:pt idx="126">
                  <c:v>0.5</c:v>
                </c:pt>
                <c:pt idx="127">
                  <c:v>0.5</c:v>
                </c:pt>
                <c:pt idx="128">
                  <c:v>0.5</c:v>
                </c:pt>
                <c:pt idx="129">
                  <c:v>0.5</c:v>
                </c:pt>
                <c:pt idx="130">
                  <c:v>0.5</c:v>
                </c:pt>
                <c:pt idx="131">
                  <c:v>0.5</c:v>
                </c:pt>
                <c:pt idx="132">
                  <c:v>0.5</c:v>
                </c:pt>
                <c:pt idx="133">
                  <c:v>0.5</c:v>
                </c:pt>
                <c:pt idx="134">
                  <c:v>0.5</c:v>
                </c:pt>
                <c:pt idx="135">
                  <c:v>0.5</c:v>
                </c:pt>
                <c:pt idx="136">
                  <c:v>0.75</c:v>
                </c:pt>
                <c:pt idx="137">
                  <c:v>0.75</c:v>
                </c:pt>
                <c:pt idx="138">
                  <c:v>0.75</c:v>
                </c:pt>
                <c:pt idx="139">
                  <c:v>1</c:v>
                </c:pt>
                <c:pt idx="140">
                  <c:v>1</c:v>
                </c:pt>
                <c:pt idx="141">
                  <c:v>1</c:v>
                </c:pt>
                <c:pt idx="142">
                  <c:v>1.25</c:v>
                </c:pt>
                <c:pt idx="143">
                  <c:v>1.25</c:v>
                </c:pt>
                <c:pt idx="144">
                  <c:v>1.25</c:v>
                </c:pt>
                <c:pt idx="145">
                  <c:v>1.25</c:v>
                </c:pt>
                <c:pt idx="146">
                  <c:v>1.25</c:v>
                </c:pt>
                <c:pt idx="147">
                  <c:v>1.25</c:v>
                </c:pt>
                <c:pt idx="148">
                  <c:v>1.5</c:v>
                </c:pt>
                <c:pt idx="149">
                  <c:v>1.5</c:v>
                </c:pt>
                <c:pt idx="150">
                  <c:v>1.5</c:v>
                </c:pt>
                <c:pt idx="151">
                  <c:v>1.75</c:v>
                </c:pt>
                <c:pt idx="152">
                  <c:v>1.75</c:v>
                </c:pt>
                <c:pt idx="153">
                  <c:v>1.75</c:v>
                </c:pt>
                <c:pt idx="154">
                  <c:v>2</c:v>
                </c:pt>
                <c:pt idx="155">
                  <c:v>2</c:v>
                </c:pt>
                <c:pt idx="156">
                  <c:v>2</c:v>
                </c:pt>
                <c:pt idx="157">
                  <c:v>2.25</c:v>
                </c:pt>
                <c:pt idx="158">
                  <c:v>2.25</c:v>
                </c:pt>
                <c:pt idx="159">
                  <c:v>2.25</c:v>
                </c:pt>
                <c:pt idx="160">
                  <c:v>2.5</c:v>
                </c:pt>
                <c:pt idx="161">
                  <c:v>2.5</c:v>
                </c:pt>
                <c:pt idx="162">
                  <c:v>2.5</c:v>
                </c:pt>
                <c:pt idx="163">
                  <c:v>2.5</c:v>
                </c:pt>
                <c:pt idx="164">
                  <c:v>2.5</c:v>
                </c:pt>
                <c:pt idx="165">
                  <c:v>2.5</c:v>
                </c:pt>
                <c:pt idx="166">
                  <c:v>2.5</c:v>
                </c:pt>
                <c:pt idx="167">
                  <c:v>2.25</c:v>
                </c:pt>
                <c:pt idx="168">
                  <c:v>2.25</c:v>
                </c:pt>
                <c:pt idx="169">
                  <c:v>2</c:v>
                </c:pt>
                <c:pt idx="170">
                  <c:v>1.75</c:v>
                </c:pt>
                <c:pt idx="171">
                  <c:v>1.75</c:v>
                </c:pt>
                <c:pt idx="172">
                  <c:v>1.75</c:v>
                </c:pt>
                <c:pt idx="173">
                  <c:v>1.75</c:v>
                </c:pt>
                <c:pt idx="174">
                  <c:v>1.75</c:v>
                </c:pt>
                <c:pt idx="175">
                  <c:v>0.25</c:v>
                </c:pt>
                <c:pt idx="176">
                  <c:v>0.25</c:v>
                </c:pt>
                <c:pt idx="177">
                  <c:v>0.25</c:v>
                </c:pt>
                <c:pt idx="178">
                  <c:v>0.25</c:v>
                </c:pt>
                <c:pt idx="179">
                  <c:v>0.25</c:v>
                </c:pt>
                <c:pt idx="180">
                  <c:v>0.25</c:v>
                </c:pt>
                <c:pt idx="181">
                  <c:v>0.25</c:v>
                </c:pt>
                <c:pt idx="182">
                  <c:v>0.25</c:v>
                </c:pt>
                <c:pt idx="183">
                  <c:v>0.25</c:v>
                </c:pt>
                <c:pt idx="184">
                  <c:v>0.25</c:v>
                </c:pt>
                <c:pt idx="185">
                  <c:v>0.25</c:v>
                </c:pt>
                <c:pt idx="186">
                  <c:v>0.25</c:v>
                </c:pt>
                <c:pt idx="187">
                  <c:v>0.25</c:v>
                </c:pt>
                <c:pt idx="188">
                  <c:v>0.25</c:v>
                </c:pt>
                <c:pt idx="189">
                  <c:v>0.25</c:v>
                </c:pt>
                <c:pt idx="190">
                  <c:v>0.25</c:v>
                </c:pt>
                <c:pt idx="191">
                  <c:v>0.25</c:v>
                </c:pt>
                <c:pt idx="192">
                  <c:v>0.25</c:v>
                </c:pt>
                <c:pt idx="193">
                  <c:v>0.25</c:v>
                </c:pt>
                <c:pt idx="194">
                  <c:v>0.25</c:v>
                </c:pt>
                <c:pt idx="195">
                  <c:v>0.25</c:v>
                </c:pt>
                <c:pt idx="196">
                  <c:v>0.25</c:v>
                </c:pt>
                <c:pt idx="197">
                  <c:v>0.25</c:v>
                </c:pt>
                <c:pt idx="198">
                  <c:v>0.25</c:v>
                </c:pt>
                <c:pt idx="199">
                  <c:v>0.5</c:v>
                </c:pt>
                <c:pt idx="200">
                  <c:v>0.5</c:v>
                </c:pt>
                <c:pt idx="201">
                  <c:v>1</c:v>
                </c:pt>
                <c:pt idx="202">
                  <c:v>1.75</c:v>
                </c:pt>
                <c:pt idx="203">
                  <c:v>2.5</c:v>
                </c:pt>
                <c:pt idx="204">
                  <c:v>2.5</c:v>
                </c:pt>
                <c:pt idx="205">
                  <c:v>3.25</c:v>
                </c:pt>
                <c:pt idx="206">
                  <c:v>3.25</c:v>
                </c:pt>
                <c:pt idx="207">
                  <c:v>4</c:v>
                </c:pt>
                <c:pt idx="208">
                  <c:v>4.5</c:v>
                </c:pt>
                <c:pt idx="209">
                  <c:v>4.5</c:v>
                </c:pt>
                <c:pt idx="210">
                  <c:v>4.75</c:v>
                </c:pt>
                <c:pt idx="211">
                  <c:v>5</c:v>
                </c:pt>
                <c:pt idx="212">
                  <c:v>5</c:v>
                </c:pt>
                <c:pt idx="213">
                  <c:v>5.25</c:v>
                </c:pt>
                <c:pt idx="214">
                  <c:v>5.25</c:v>
                </c:pt>
                <c:pt idx="215">
                  <c:v>5.5</c:v>
                </c:pt>
                <c:pt idx="216">
                  <c:v>5.5</c:v>
                </c:pt>
                <c:pt idx="217">
                  <c:v>5.5</c:v>
                </c:pt>
                <c:pt idx="218">
                  <c:v>5.5</c:v>
                </c:pt>
                <c:pt idx="219">
                  <c:v>5.5</c:v>
                </c:pt>
                <c:pt idx="220">
                  <c:v>5.5</c:v>
                </c:pt>
                <c:pt idx="221">
                  <c:v>5.5</c:v>
                </c:pt>
                <c:pt idx="222">
                  <c:v>5.5</c:v>
                </c:pt>
                <c:pt idx="223">
                  <c:v>5.5</c:v>
                </c:pt>
                <c:pt idx="224">
                  <c:v>5.5</c:v>
                </c:pt>
                <c:pt idx="225">
                  <c:v>5.5</c:v>
                </c:pt>
                <c:pt idx="226">
                  <c:v>5.5</c:v>
                </c:pt>
                <c:pt idx="227">
                  <c:v>5.5</c:v>
                </c:pt>
                <c:pt idx="228">
                  <c:v>5.5</c:v>
                </c:pt>
                <c:pt idx="229">
                  <c:v>5</c:v>
                </c:pt>
                <c:pt idx="230">
                  <c:v>5</c:v>
                </c:pt>
                <c:pt idx="231">
                  <c:v>4.75</c:v>
                </c:pt>
                <c:pt idx="232">
                  <c:v>4.5</c:v>
                </c:pt>
                <c:pt idx="233">
                  <c:v>4.5</c:v>
                </c:pt>
                <c:pt idx="234">
                  <c:v>4.5</c:v>
                </c:pt>
                <c:pt idx="235">
                  <c:v>4.5</c:v>
                </c:pt>
                <c:pt idx="236">
                  <c:v>4.5</c:v>
                </c:pt>
                <c:pt idx="237">
                  <c:v>4.5</c:v>
                </c:pt>
                <c:pt idx="238">
                  <c:v>4.5</c:v>
                </c:pt>
                <c:pt idx="239">
                  <c:v>4.5</c:v>
                </c:pt>
                <c:pt idx="240">
                  <c:v>4.5</c:v>
                </c:pt>
                <c:pt idx="241">
                  <c:v>4.25</c:v>
                </c:pt>
                <c:pt idx="242">
                  <c:v>4</c:v>
                </c:pt>
                <c:pt idx="243">
                  <c:v>4</c:v>
                </c:pt>
                <c:pt idx="244">
                  <c:v>3.75</c:v>
                </c:pt>
                <c:pt idx="245">
                  <c:v>3.75</c:v>
                </c:pt>
                <c:pt idx="246">
                  <c:v>3.75</c:v>
                </c:pt>
                <c:pt idx="247">
                  <c:v>3.75</c:v>
                </c:pt>
                <c:pt idx="248">
                  <c:v>3.75</c:v>
                </c:pt>
                <c:pt idx="249">
                  <c:v>3.75</c:v>
                </c:pt>
                <c:pt idx="250">
                  <c:v>3.75</c:v>
                </c:pt>
                <c:pt idx="251">
                  <c:v>3.75</c:v>
                </c:pt>
              </c:numCache>
            </c:numRef>
          </c:val>
          <c:smooth val="0"/>
          <c:extLst>
            <c:ext xmlns:c16="http://schemas.microsoft.com/office/drawing/2014/chart" uri="{C3380CC4-5D6E-409C-BE32-E72D297353CC}">
              <c16:uniqueId val="{00000001-ADE9-43E3-95C0-7B63A090B48F}"/>
            </c:ext>
          </c:extLst>
        </c:ser>
        <c:dLbls>
          <c:showLegendKey val="0"/>
          <c:showVal val="0"/>
          <c:showCatName val="0"/>
          <c:showSerName val="0"/>
          <c:showPercent val="0"/>
          <c:showBubbleSize val="0"/>
        </c:dLbls>
        <c:marker val="1"/>
        <c:smooth val="0"/>
        <c:axId val="873602112"/>
        <c:axId val="873601632"/>
      </c:lineChart>
      <c:dateAx>
        <c:axId val="873602112"/>
        <c:scaling>
          <c:orientation val="minMax"/>
        </c:scaling>
        <c:delete val="0"/>
        <c:axPos val="b"/>
        <c:numFmt formatCode="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rial Narrow" panose="020B0606020202030204" pitchFamily="34" charset="0"/>
                <a:ea typeface="+mn-ea"/>
                <a:cs typeface="+mn-cs"/>
              </a:defRPr>
            </a:pPr>
            <a:endParaRPr lang="es-PE"/>
          </a:p>
        </c:txPr>
        <c:crossAx val="873601632"/>
        <c:crosses val="autoZero"/>
        <c:auto val="1"/>
        <c:lblOffset val="100"/>
        <c:baseTimeUnit val="months"/>
        <c:majorUnit val="12"/>
        <c:majorTimeUnit val="months"/>
      </c:dateAx>
      <c:valAx>
        <c:axId val="8736016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rial Narrow" panose="020B0606020202030204" pitchFamily="34" charset="0"/>
                <a:ea typeface="+mn-ea"/>
                <a:cs typeface="+mn-cs"/>
              </a:defRPr>
            </a:pPr>
            <a:endParaRPr lang="es-PE"/>
          </a:p>
        </c:txPr>
        <c:crossAx val="873602112"/>
        <c:crosses val="autoZero"/>
        <c:crossBetween val="between"/>
      </c:valAx>
      <c:valAx>
        <c:axId val="1685630112"/>
        <c:scaling>
          <c:orientation val="minMax"/>
          <c:min val="100"/>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rial Narrow" panose="020B0606020202030204" pitchFamily="34" charset="0"/>
                <a:ea typeface="+mn-ea"/>
                <a:cs typeface="+mn-cs"/>
              </a:defRPr>
            </a:pPr>
            <a:endParaRPr lang="es-PE"/>
          </a:p>
        </c:txPr>
        <c:crossAx val="1820059696"/>
        <c:crosses val="max"/>
        <c:crossBetween val="between"/>
      </c:valAx>
      <c:dateAx>
        <c:axId val="1820059696"/>
        <c:scaling>
          <c:orientation val="minMax"/>
        </c:scaling>
        <c:delete val="1"/>
        <c:axPos val="b"/>
        <c:numFmt formatCode="m/d/yyyy" sourceLinked="1"/>
        <c:majorTickMark val="out"/>
        <c:minorTickMark val="none"/>
        <c:tickLblPos val="nextTo"/>
        <c:crossAx val="1685630112"/>
        <c:crosses val="autoZero"/>
        <c:auto val="1"/>
        <c:lblOffset val="100"/>
        <c:baseTimeUnit val="months"/>
      </c:dateAx>
      <c:spPr>
        <a:noFill/>
        <a:ln>
          <a:noFill/>
        </a:ln>
        <a:effectLst/>
      </c:spPr>
    </c:plotArea>
    <c:legend>
      <c:legendPos val="r"/>
      <c:layout>
        <c:manualLayout>
          <c:xMode val="edge"/>
          <c:yMode val="edge"/>
          <c:x val="0.1749551297189372"/>
          <c:y val="0.18387001115236104"/>
          <c:w val="0.6282333077267781"/>
          <c:h val="0.1098431517752980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ysClr val="windowText" lastClr="000000"/>
          </a:solidFill>
        </a:defRPr>
      </a:pPr>
      <a:endParaRPr lang="es-PE"/>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lgn="l" rtl="0">
              <a:defRPr lang="es-PE" sz="1200" b="1" i="0" u="sng" strike="noStrike" kern="1200" spc="0" baseline="0">
                <a:solidFill>
                  <a:srgbClr val="000000"/>
                </a:solidFill>
                <a:effectLst/>
                <a:latin typeface="Arial Narrow" panose="020B0606020202030204" pitchFamily="34" charset="0"/>
                <a:ea typeface="+mn-ea"/>
                <a:cs typeface="+mn-cs"/>
              </a:defRPr>
            </a:pPr>
            <a:r>
              <a:rPr lang="es-PE" sz="1200" b="1" i="0" u="sng" strike="noStrike" kern="1200" spc="0" baseline="0">
                <a:solidFill>
                  <a:srgbClr val="000000"/>
                </a:solidFill>
                <a:effectLst/>
                <a:latin typeface="Arial Narrow" panose="020B0606020202030204" pitchFamily="34" charset="0"/>
                <a:ea typeface="+mn-ea"/>
                <a:cs typeface="+mn-cs"/>
              </a:rPr>
              <a:t>JPM real r* estimates </a:t>
            </a:r>
          </a:p>
        </c:rich>
      </c:tx>
      <c:layout>
        <c:manualLayout>
          <c:xMode val="edge"/>
          <c:yMode val="edge"/>
          <c:x val="6.5119706715378409E-2"/>
          <c:y val="4.6115830620548411E-3"/>
        </c:manualLayout>
      </c:layout>
      <c:overlay val="0"/>
      <c:spPr>
        <a:noFill/>
        <a:ln w="0">
          <a:noFill/>
        </a:ln>
      </c:spPr>
    </c:title>
    <c:autoTitleDeleted val="0"/>
    <c:plotArea>
      <c:layout>
        <c:manualLayout>
          <c:layoutTarget val="inner"/>
          <c:xMode val="edge"/>
          <c:yMode val="edge"/>
          <c:x val="9.1814222289618455E-2"/>
          <c:y val="0.13496411126769811"/>
          <c:w val="0.90204439408642212"/>
          <c:h val="0.78468250721057919"/>
        </c:manualLayout>
      </c:layout>
      <c:barChart>
        <c:barDir val="col"/>
        <c:grouping val="clustered"/>
        <c:varyColors val="0"/>
        <c:ser>
          <c:idx val="0"/>
          <c:order val="0"/>
          <c:tx>
            <c:strRef>
              <c:f>JPM_Real_rstar_EM!$B$5</c:f>
              <c:strCache>
                <c:ptCount val="1"/>
                <c:pt idx="0">
                  <c:v>End-27 market-priced real policy rate (%)</c:v>
                </c:pt>
              </c:strCache>
            </c:strRef>
          </c:tx>
          <c:spPr>
            <a:solidFill>
              <a:srgbClr val="0033A0"/>
            </a:solidFill>
            <a:ln w="0">
              <a:solidFill>
                <a:srgbClr val="0033A0"/>
              </a:solidFill>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JPM_Real_rstar_EM!$A$6:$A$21</c:f>
              <c:strCache>
                <c:ptCount val="16"/>
                <c:pt idx="0">
                  <c:v>BRL</c:v>
                </c:pt>
                <c:pt idx="1">
                  <c:v>COP</c:v>
                </c:pt>
                <c:pt idx="2">
                  <c:v>ZAR</c:v>
                </c:pt>
                <c:pt idx="3">
                  <c:v>KRW</c:v>
                </c:pt>
                <c:pt idx="4">
                  <c:v>MXN</c:v>
                </c:pt>
                <c:pt idx="5">
                  <c:v>INR</c:v>
                </c:pt>
                <c:pt idx="6">
                  <c:v>CZK</c:v>
                </c:pt>
                <c:pt idx="7">
                  <c:v>TWD</c:v>
                </c:pt>
                <c:pt idx="8">
                  <c:v>TRY</c:v>
                </c:pt>
                <c:pt idx="9">
                  <c:v>THB</c:v>
                </c:pt>
                <c:pt idx="10">
                  <c:v>MYR</c:v>
                </c:pt>
                <c:pt idx="11">
                  <c:v>CLP</c:v>
                </c:pt>
                <c:pt idx="12">
                  <c:v>ILS</c:v>
                </c:pt>
                <c:pt idx="13">
                  <c:v>PLN</c:v>
                </c:pt>
                <c:pt idx="14">
                  <c:v>HUF</c:v>
                </c:pt>
                <c:pt idx="15">
                  <c:v>CNY</c:v>
                </c:pt>
              </c:strCache>
            </c:strRef>
          </c:cat>
          <c:val>
            <c:numRef>
              <c:f>JPM_Real_rstar_EM!$B$6:$B$21</c:f>
              <c:numCache>
                <c:formatCode>0.0</c:formatCode>
                <c:ptCount val="16"/>
                <c:pt idx="0">
                  <c:v>11</c:v>
                </c:pt>
                <c:pt idx="1">
                  <c:v>6.6</c:v>
                </c:pt>
                <c:pt idx="2">
                  <c:v>4.9000000000000004</c:v>
                </c:pt>
                <c:pt idx="3">
                  <c:v>1.9</c:v>
                </c:pt>
                <c:pt idx="4">
                  <c:v>4.0999999999999996</c:v>
                </c:pt>
                <c:pt idx="5">
                  <c:v>2.4</c:v>
                </c:pt>
                <c:pt idx="6">
                  <c:v>2.1</c:v>
                </c:pt>
                <c:pt idx="7">
                  <c:v>1</c:v>
                </c:pt>
                <c:pt idx="8">
                  <c:v>4.4000000000000004</c:v>
                </c:pt>
                <c:pt idx="9">
                  <c:v>0.7</c:v>
                </c:pt>
                <c:pt idx="10">
                  <c:v>0.9</c:v>
                </c:pt>
                <c:pt idx="11">
                  <c:v>1.2</c:v>
                </c:pt>
                <c:pt idx="12">
                  <c:v>1</c:v>
                </c:pt>
                <c:pt idx="13">
                  <c:v>1.1000000000000001</c:v>
                </c:pt>
                <c:pt idx="14">
                  <c:v>1.3</c:v>
                </c:pt>
                <c:pt idx="15">
                  <c:v>0.2</c:v>
                </c:pt>
              </c:numCache>
            </c:numRef>
          </c:val>
          <c:extLst>
            <c:ext xmlns:c16="http://schemas.microsoft.com/office/drawing/2014/chart" uri="{C3380CC4-5D6E-409C-BE32-E72D297353CC}">
              <c16:uniqueId val="{00000000-9FD5-4EDE-A317-4CFB8507C012}"/>
            </c:ext>
          </c:extLst>
        </c:ser>
        <c:ser>
          <c:idx val="1"/>
          <c:order val="1"/>
          <c:tx>
            <c:strRef>
              <c:f>JPM_Real_rstar_EM!$C$5</c:f>
              <c:strCache>
                <c:ptCount val="1"/>
                <c:pt idx="0">
                  <c:v>JPM Real r* estimate (%)</c:v>
                </c:pt>
              </c:strCache>
            </c:strRef>
          </c:tx>
          <c:spPr>
            <a:solidFill>
              <a:srgbClr val="00AEC7"/>
            </a:solidFill>
            <a:ln w="0">
              <a:solidFill>
                <a:srgbClr val="00AEC7"/>
              </a:solidFill>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JPM_Real_rstar_EM!$A$6:$A$21</c:f>
              <c:strCache>
                <c:ptCount val="16"/>
                <c:pt idx="0">
                  <c:v>BRL</c:v>
                </c:pt>
                <c:pt idx="1">
                  <c:v>COP</c:v>
                </c:pt>
                <c:pt idx="2">
                  <c:v>ZAR</c:v>
                </c:pt>
                <c:pt idx="3">
                  <c:v>KRW</c:v>
                </c:pt>
                <c:pt idx="4">
                  <c:v>MXN</c:v>
                </c:pt>
                <c:pt idx="5">
                  <c:v>INR</c:v>
                </c:pt>
                <c:pt idx="6">
                  <c:v>CZK</c:v>
                </c:pt>
                <c:pt idx="7">
                  <c:v>TWD</c:v>
                </c:pt>
                <c:pt idx="8">
                  <c:v>TRY</c:v>
                </c:pt>
                <c:pt idx="9">
                  <c:v>THB</c:v>
                </c:pt>
                <c:pt idx="10">
                  <c:v>MYR</c:v>
                </c:pt>
                <c:pt idx="11">
                  <c:v>CLP</c:v>
                </c:pt>
                <c:pt idx="12">
                  <c:v>ILS</c:v>
                </c:pt>
                <c:pt idx="13">
                  <c:v>PLN</c:v>
                </c:pt>
                <c:pt idx="14">
                  <c:v>HUF</c:v>
                </c:pt>
                <c:pt idx="15">
                  <c:v>CNY</c:v>
                </c:pt>
              </c:strCache>
            </c:strRef>
          </c:cat>
          <c:val>
            <c:numRef>
              <c:f>JPM_Real_rstar_EM!$C$6:$C$21</c:f>
              <c:numCache>
                <c:formatCode>0.0</c:formatCode>
                <c:ptCount val="16"/>
                <c:pt idx="0">
                  <c:v>5.5</c:v>
                </c:pt>
                <c:pt idx="1">
                  <c:v>3.75</c:v>
                </c:pt>
                <c:pt idx="2">
                  <c:v>2.8</c:v>
                </c:pt>
                <c:pt idx="3">
                  <c:v>0.5</c:v>
                </c:pt>
                <c:pt idx="4">
                  <c:v>2.7</c:v>
                </c:pt>
                <c:pt idx="5">
                  <c:v>1.5</c:v>
                </c:pt>
                <c:pt idx="6">
                  <c:v>1.5</c:v>
                </c:pt>
                <c:pt idx="7">
                  <c:v>0.5</c:v>
                </c:pt>
                <c:pt idx="8">
                  <c:v>4</c:v>
                </c:pt>
                <c:pt idx="9">
                  <c:v>0.5</c:v>
                </c:pt>
                <c:pt idx="10">
                  <c:v>0.75</c:v>
                </c:pt>
                <c:pt idx="11">
                  <c:v>1.5</c:v>
                </c:pt>
                <c:pt idx="12">
                  <c:v>1.5</c:v>
                </c:pt>
                <c:pt idx="13">
                  <c:v>1.5</c:v>
                </c:pt>
                <c:pt idx="14">
                  <c:v>2</c:v>
                </c:pt>
                <c:pt idx="15">
                  <c:v>1.5</c:v>
                </c:pt>
              </c:numCache>
            </c:numRef>
          </c:val>
          <c:extLst>
            <c:ext xmlns:c16="http://schemas.microsoft.com/office/drawing/2014/chart" uri="{C3380CC4-5D6E-409C-BE32-E72D297353CC}">
              <c16:uniqueId val="{00000001-9FD5-4EDE-A317-4CFB8507C012}"/>
            </c:ext>
          </c:extLst>
        </c:ser>
        <c:dLbls>
          <c:showLegendKey val="0"/>
          <c:showVal val="0"/>
          <c:showCatName val="0"/>
          <c:showSerName val="0"/>
          <c:showPercent val="0"/>
          <c:showBubbleSize val="0"/>
        </c:dLbls>
        <c:gapWidth val="60"/>
        <c:overlap val="-10"/>
        <c:axId val="75429616"/>
        <c:axId val="3173850"/>
      </c:barChart>
      <c:catAx>
        <c:axId val="75429616"/>
        <c:scaling>
          <c:orientation val="minMax"/>
        </c:scaling>
        <c:delete val="0"/>
        <c:axPos val="b"/>
        <c:numFmt formatCode="General" sourceLinked="1"/>
        <c:majorTickMark val="none"/>
        <c:minorTickMark val="none"/>
        <c:tickLblPos val="nextTo"/>
        <c:spPr>
          <a:ln w="9360">
            <a:solidFill>
              <a:srgbClr val="878787"/>
            </a:solidFill>
            <a:round/>
          </a:ln>
        </c:spPr>
        <c:crossAx val="3173850"/>
        <c:crosses val="autoZero"/>
        <c:auto val="1"/>
        <c:lblAlgn val="ctr"/>
        <c:lblOffset val="100"/>
        <c:noMultiLvlLbl val="0"/>
      </c:catAx>
      <c:valAx>
        <c:axId val="3173850"/>
        <c:scaling>
          <c:orientation val="minMax"/>
        </c:scaling>
        <c:delete val="0"/>
        <c:axPos val="l"/>
        <c:majorGridlines>
          <c:spPr>
            <a:ln w="9360">
              <a:solidFill>
                <a:schemeClr val="bg1">
                  <a:lumMod val="85000"/>
                </a:schemeClr>
              </a:solidFill>
              <a:round/>
            </a:ln>
          </c:spPr>
        </c:majorGridlines>
        <c:numFmt formatCode="#,##0" sourceLinked="0"/>
        <c:majorTickMark val="none"/>
        <c:minorTickMark val="none"/>
        <c:tickLblPos val="nextTo"/>
        <c:spPr>
          <a:ln w="9360">
            <a:solidFill>
              <a:srgbClr val="878787"/>
            </a:solidFill>
            <a:round/>
          </a:ln>
        </c:spPr>
        <c:crossAx val="75429616"/>
        <c:crosses val="autoZero"/>
        <c:crossBetween val="between"/>
      </c:valAx>
      <c:spPr>
        <a:noFill/>
        <a:ln w="0">
          <a:solidFill>
            <a:srgbClr val="FFFFFF"/>
          </a:solidFill>
        </a:ln>
      </c:spPr>
    </c:plotArea>
    <c:legend>
      <c:legendPos val="r"/>
      <c:layout>
        <c:manualLayout>
          <c:xMode val="edge"/>
          <c:yMode val="edge"/>
          <c:x val="0.49535052892354792"/>
          <c:y val="0.15488677748985974"/>
          <c:w val="0.37340657467955446"/>
          <c:h val="0.21745683903214855"/>
        </c:manualLayout>
      </c:layout>
      <c:overlay val="0"/>
      <c:spPr>
        <a:noFill/>
        <a:ln w="0">
          <a:noFill/>
        </a:ln>
      </c:spPr>
    </c:legend>
    <c:plotVisOnly val="1"/>
    <c:dispBlanksAs val="gap"/>
    <c:showDLblsOverMax val="1"/>
  </c:chart>
  <c:spPr>
    <a:solidFill>
      <a:srgbClr val="FFFFFF"/>
    </a:solidFill>
    <a:ln w="9360">
      <a:noFill/>
      <a:round/>
    </a:ln>
  </c:spPr>
  <c:txPr>
    <a:bodyPr/>
    <a:lstStyle/>
    <a:p>
      <a:pPr>
        <a:defRPr>
          <a:solidFill>
            <a:srgbClr val="000000"/>
          </a:solidFill>
          <a:latin typeface="Arial Narrow" panose="020B0606020202030204" pitchFamily="34" charset="0"/>
        </a:defRPr>
      </a:pPr>
      <a:endParaRPr lang="es-PE"/>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spc="0" baseline="0">
                <a:solidFill>
                  <a:srgbClr val="242424"/>
                </a:solidFill>
                <a:latin typeface="Arial Narrow" panose="020B0606020202030204" pitchFamily="34" charset="0"/>
                <a:ea typeface="+mn-ea"/>
                <a:cs typeface="+mn-cs"/>
              </a:defRPr>
            </a:pPr>
            <a:r>
              <a:rPr lang="es-PE" sz="1200" u="sng" dirty="0">
                <a:solidFill>
                  <a:srgbClr val="000000"/>
                </a:solidFill>
              </a:rPr>
              <a:t>EM</a:t>
            </a:r>
            <a:r>
              <a:rPr lang="es-PE" sz="1200" u="sng" baseline="0" dirty="0">
                <a:solidFill>
                  <a:srgbClr val="000000"/>
                </a:solidFill>
              </a:rPr>
              <a:t> local market premia </a:t>
            </a:r>
            <a:r>
              <a:rPr lang="es-PE" sz="1200" u="sng" baseline="0" dirty="0" err="1">
                <a:solidFill>
                  <a:srgbClr val="000000"/>
                </a:solidFill>
              </a:rPr>
              <a:t>remains</a:t>
            </a:r>
            <a:r>
              <a:rPr lang="es-PE" sz="1200" u="sng" baseline="0" dirty="0">
                <a:solidFill>
                  <a:srgbClr val="000000"/>
                </a:solidFill>
              </a:rPr>
              <a:t> positive, </a:t>
            </a:r>
            <a:r>
              <a:rPr lang="es-PE" sz="1200" u="sng" baseline="0" dirty="0" err="1">
                <a:solidFill>
                  <a:srgbClr val="000000"/>
                </a:solidFill>
              </a:rPr>
              <a:t>but</a:t>
            </a:r>
            <a:r>
              <a:rPr lang="es-PE" sz="1200" u="sng" baseline="0" dirty="0">
                <a:solidFill>
                  <a:srgbClr val="000000"/>
                </a:solidFill>
              </a:rPr>
              <a:t> at </a:t>
            </a:r>
            <a:r>
              <a:rPr lang="es-PE" sz="1200" u="sng" baseline="0" dirty="0" err="1">
                <a:solidFill>
                  <a:srgbClr val="000000"/>
                </a:solidFill>
              </a:rPr>
              <a:t>low</a:t>
            </a:r>
            <a:r>
              <a:rPr lang="es-PE" sz="1200" u="sng" baseline="0" dirty="0">
                <a:solidFill>
                  <a:srgbClr val="000000"/>
                </a:solidFill>
              </a:rPr>
              <a:t> </a:t>
            </a:r>
            <a:r>
              <a:rPr lang="es-PE" sz="1200" u="sng" baseline="0" dirty="0" err="1">
                <a:solidFill>
                  <a:srgbClr val="000000"/>
                </a:solidFill>
              </a:rPr>
              <a:t>levels</a:t>
            </a:r>
            <a:endParaRPr lang="es-PE" sz="1200" u="sng" dirty="0">
              <a:solidFill>
                <a:srgbClr val="000000"/>
              </a:solidFill>
            </a:endParaRPr>
          </a:p>
        </c:rich>
      </c:tx>
      <c:layout>
        <c:manualLayout>
          <c:xMode val="edge"/>
          <c:yMode val="edge"/>
          <c:x val="8.2038461538461536E-3"/>
          <c:y val="1.763888888888888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rgbClr val="242424"/>
              </a:solidFill>
              <a:latin typeface="Arial Narrow" panose="020B0606020202030204" pitchFamily="34" charset="0"/>
              <a:ea typeface="+mn-ea"/>
              <a:cs typeface="+mn-cs"/>
            </a:defRPr>
          </a:pPr>
          <a:endParaRPr lang="es-PE"/>
        </a:p>
      </c:txPr>
    </c:title>
    <c:autoTitleDeleted val="0"/>
    <c:plotArea>
      <c:layout>
        <c:manualLayout>
          <c:layoutTarget val="inner"/>
          <c:xMode val="edge"/>
          <c:yMode val="edge"/>
          <c:x val="6.0067521367521366E-2"/>
          <c:y val="0.11936527777777779"/>
          <c:w val="0.85915961538461538"/>
          <c:h val="0.78374583333333314"/>
        </c:manualLayout>
      </c:layout>
      <c:areaChart>
        <c:grouping val="standard"/>
        <c:varyColors val="0"/>
        <c:ser>
          <c:idx val="2"/>
          <c:order val="2"/>
          <c:tx>
            <c:strRef>
              <c:f>TERMP!$BR$8</c:f>
              <c:strCache>
                <c:ptCount val="1"/>
                <c:pt idx="0">
                  <c:v>EM-DM rate diff. (Z-score)</c:v>
                </c:pt>
              </c:strCache>
            </c:strRef>
          </c:tx>
          <c:spPr>
            <a:solidFill>
              <a:sysClr val="window" lastClr="FFFFFF">
                <a:lumMod val="85000"/>
              </a:sysClr>
            </a:solidFill>
            <a:ln w="25400">
              <a:noFill/>
            </a:ln>
            <a:effectLst/>
          </c:spP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TERMP!$BR$10:$BR$1010</c:f>
              <c:numCache>
                <c:formatCode>General</c:formatCode>
                <c:ptCount val="1001"/>
                <c:pt idx="11" formatCode="0.00">
                  <c:v>#N/A</c:v>
                </c:pt>
                <c:pt idx="12" formatCode="0.00">
                  <c:v>#N/A</c:v>
                </c:pt>
                <c:pt idx="13" formatCode="0.00">
                  <c:v>#N/A</c:v>
                </c:pt>
                <c:pt idx="14" formatCode="0.00">
                  <c:v>#N/A</c:v>
                </c:pt>
                <c:pt idx="15" formatCode="0.00">
                  <c:v>#N/A</c:v>
                </c:pt>
                <c:pt idx="16" formatCode="0.00">
                  <c:v>#N/A</c:v>
                </c:pt>
                <c:pt idx="17" formatCode="0.00">
                  <c:v>#N/A</c:v>
                </c:pt>
                <c:pt idx="18" formatCode="0.00">
                  <c:v>#N/A</c:v>
                </c:pt>
                <c:pt idx="19" formatCode="0.00">
                  <c:v>#N/A</c:v>
                </c:pt>
                <c:pt idx="20" formatCode="0.00">
                  <c:v>#N/A</c:v>
                </c:pt>
                <c:pt idx="21" formatCode="0.00">
                  <c:v>#N/A</c:v>
                </c:pt>
                <c:pt idx="22" formatCode="0.00">
                  <c:v>#N/A</c:v>
                </c:pt>
                <c:pt idx="23" formatCode="0.00">
                  <c:v>#N/A</c:v>
                </c:pt>
                <c:pt idx="24" formatCode="0.00">
                  <c:v>#N/A</c:v>
                </c:pt>
                <c:pt idx="25" formatCode="0.00">
                  <c:v>#N/A</c:v>
                </c:pt>
                <c:pt idx="26" formatCode="0.00">
                  <c:v>#N/A</c:v>
                </c:pt>
                <c:pt idx="27" formatCode="0.00">
                  <c:v>#N/A</c:v>
                </c:pt>
                <c:pt idx="28" formatCode="0.00">
                  <c:v>#N/A</c:v>
                </c:pt>
                <c:pt idx="29" formatCode="0.00">
                  <c:v>#N/A</c:v>
                </c:pt>
                <c:pt idx="30" formatCode="0.00">
                  <c:v>#N/A</c:v>
                </c:pt>
                <c:pt idx="31" formatCode="0.00">
                  <c:v>#N/A</c:v>
                </c:pt>
                <c:pt idx="32" formatCode="0.00">
                  <c:v>#N/A</c:v>
                </c:pt>
                <c:pt idx="33" formatCode="0.00">
                  <c:v>#N/A</c:v>
                </c:pt>
                <c:pt idx="34" formatCode="0.00">
                  <c:v>#N/A</c:v>
                </c:pt>
                <c:pt idx="35" formatCode="0.00">
                  <c:v>#N/A</c:v>
                </c:pt>
                <c:pt idx="36" formatCode="0.00">
                  <c:v>#N/A</c:v>
                </c:pt>
                <c:pt idx="37" formatCode="0.00">
                  <c:v>#N/A</c:v>
                </c:pt>
                <c:pt idx="38" formatCode="0.00">
                  <c:v>#N/A</c:v>
                </c:pt>
                <c:pt idx="39" formatCode="0.00">
                  <c:v>#N/A</c:v>
                </c:pt>
                <c:pt idx="40" formatCode="0.00">
                  <c:v>#N/A</c:v>
                </c:pt>
                <c:pt idx="41" formatCode="0.00">
                  <c:v>#N/A</c:v>
                </c:pt>
                <c:pt idx="42" formatCode="0.00">
                  <c:v>#N/A</c:v>
                </c:pt>
                <c:pt idx="43" formatCode="0.00">
                  <c:v>#N/A</c:v>
                </c:pt>
                <c:pt idx="44" formatCode="0.00">
                  <c:v>#N/A</c:v>
                </c:pt>
                <c:pt idx="45" formatCode="0.00">
                  <c:v>#N/A</c:v>
                </c:pt>
                <c:pt idx="46" formatCode="0.00">
                  <c:v>#N/A</c:v>
                </c:pt>
                <c:pt idx="47" formatCode="0.00">
                  <c:v>#N/A</c:v>
                </c:pt>
                <c:pt idx="48" formatCode="0.00">
                  <c:v>#N/A</c:v>
                </c:pt>
                <c:pt idx="49" formatCode="0.00">
                  <c:v>#N/A</c:v>
                </c:pt>
                <c:pt idx="50" formatCode="0.00">
                  <c:v>#N/A</c:v>
                </c:pt>
                <c:pt idx="51" formatCode="0.00">
                  <c:v>#N/A</c:v>
                </c:pt>
                <c:pt idx="52" formatCode="0.00">
                  <c:v>#N/A</c:v>
                </c:pt>
                <c:pt idx="53" formatCode="0.00">
                  <c:v>#N/A</c:v>
                </c:pt>
                <c:pt idx="54" formatCode="0.00">
                  <c:v>#N/A</c:v>
                </c:pt>
                <c:pt idx="55" formatCode="0.00">
                  <c:v>#N/A</c:v>
                </c:pt>
                <c:pt idx="56" formatCode="0.00">
                  <c:v>#N/A</c:v>
                </c:pt>
                <c:pt idx="57" formatCode="0.00">
                  <c:v>#N/A</c:v>
                </c:pt>
                <c:pt idx="58" formatCode="0.00">
                  <c:v>#N/A</c:v>
                </c:pt>
                <c:pt idx="59" formatCode="0.00">
                  <c:v>#N/A</c:v>
                </c:pt>
                <c:pt idx="60" formatCode="0.00">
                  <c:v>#N/A</c:v>
                </c:pt>
                <c:pt idx="61" formatCode="0.00">
                  <c:v>#N/A</c:v>
                </c:pt>
                <c:pt idx="62" formatCode="0.00">
                  <c:v>#N/A</c:v>
                </c:pt>
                <c:pt idx="63" formatCode="0.00">
                  <c:v>#N/A</c:v>
                </c:pt>
                <c:pt idx="64" formatCode="0.00">
                  <c:v>#N/A</c:v>
                </c:pt>
                <c:pt idx="65" formatCode="0.00">
                  <c:v>#N/A</c:v>
                </c:pt>
                <c:pt idx="66" formatCode="0.00">
                  <c:v>#N/A</c:v>
                </c:pt>
                <c:pt idx="67" formatCode="0.00">
                  <c:v>#N/A</c:v>
                </c:pt>
                <c:pt idx="68" formatCode="0.00">
                  <c:v>#N/A</c:v>
                </c:pt>
                <c:pt idx="69" formatCode="0.00">
                  <c:v>#N/A</c:v>
                </c:pt>
                <c:pt idx="70" formatCode="0.00">
                  <c:v>#N/A</c:v>
                </c:pt>
                <c:pt idx="71" formatCode="0.00">
                  <c:v>#N/A</c:v>
                </c:pt>
                <c:pt idx="72" formatCode="0.00">
                  <c:v>#N/A</c:v>
                </c:pt>
                <c:pt idx="73" formatCode="0.00">
                  <c:v>#N/A</c:v>
                </c:pt>
                <c:pt idx="74" formatCode="0.00">
                  <c:v>#N/A</c:v>
                </c:pt>
                <c:pt idx="75" formatCode="0.00">
                  <c:v>#N/A</c:v>
                </c:pt>
                <c:pt idx="76" formatCode="0.00">
                  <c:v>#N/A</c:v>
                </c:pt>
                <c:pt idx="77" formatCode="0.00">
                  <c:v>#N/A</c:v>
                </c:pt>
                <c:pt idx="78" formatCode="0.00">
                  <c:v>#N/A</c:v>
                </c:pt>
                <c:pt idx="79" formatCode="0.00">
                  <c:v>#N/A</c:v>
                </c:pt>
                <c:pt idx="80" formatCode="0.00">
                  <c:v>#N/A</c:v>
                </c:pt>
                <c:pt idx="81" formatCode="0.00">
                  <c:v>#N/A</c:v>
                </c:pt>
                <c:pt idx="82" formatCode="0.00">
                  <c:v>#N/A</c:v>
                </c:pt>
                <c:pt idx="83" formatCode="0.00">
                  <c:v>#N/A</c:v>
                </c:pt>
                <c:pt idx="84" formatCode="0.00">
                  <c:v>#N/A</c:v>
                </c:pt>
                <c:pt idx="85" formatCode="0.00">
                  <c:v>#N/A</c:v>
                </c:pt>
                <c:pt idx="86" formatCode="0.00">
                  <c:v>#N/A</c:v>
                </c:pt>
                <c:pt idx="87" formatCode="0.00">
                  <c:v>#N/A</c:v>
                </c:pt>
                <c:pt idx="88" formatCode="0.00">
                  <c:v>#N/A</c:v>
                </c:pt>
                <c:pt idx="89" formatCode="0.00">
                  <c:v>#N/A</c:v>
                </c:pt>
                <c:pt idx="90" formatCode="0.00">
                  <c:v>#N/A</c:v>
                </c:pt>
                <c:pt idx="91" formatCode="0.00">
                  <c:v>#N/A</c:v>
                </c:pt>
                <c:pt idx="92" formatCode="0.00">
                  <c:v>#N/A</c:v>
                </c:pt>
                <c:pt idx="93" formatCode="0.00">
                  <c:v>#N/A</c:v>
                </c:pt>
                <c:pt idx="94" formatCode="0.00">
                  <c:v>#N/A</c:v>
                </c:pt>
                <c:pt idx="95" formatCode="0.00">
                  <c:v>#N/A</c:v>
                </c:pt>
                <c:pt idx="96" formatCode="0.00">
                  <c:v>#N/A</c:v>
                </c:pt>
                <c:pt idx="97" formatCode="0.00">
                  <c:v>#N/A</c:v>
                </c:pt>
                <c:pt idx="98" formatCode="0.00">
                  <c:v>#N/A</c:v>
                </c:pt>
                <c:pt idx="99" formatCode="0.00">
                  <c:v>#N/A</c:v>
                </c:pt>
                <c:pt idx="100" formatCode="0.00">
                  <c:v>#N/A</c:v>
                </c:pt>
                <c:pt idx="101" formatCode="0.00">
                  <c:v>-0.92073748477887651</c:v>
                </c:pt>
                <c:pt idx="102" formatCode="0.00">
                  <c:v>1.4909079443226714</c:v>
                </c:pt>
                <c:pt idx="103" formatCode="0.00">
                  <c:v>1.7112608338841795</c:v>
                </c:pt>
                <c:pt idx="104" formatCode="0.00">
                  <c:v>1.6277246159471745</c:v>
                </c:pt>
                <c:pt idx="105" formatCode="0.00">
                  <c:v>1.2204808334448316</c:v>
                </c:pt>
                <c:pt idx="106" formatCode="0.00">
                  <c:v>1.9578100978524844</c:v>
                </c:pt>
                <c:pt idx="107" formatCode="0.00">
                  <c:v>1.2427714427098364</c:v>
                </c:pt>
                <c:pt idx="108" formatCode="0.00">
                  <c:v>2.0506319460145548</c:v>
                </c:pt>
                <c:pt idx="109" formatCode="0.00">
                  <c:v>1.0726740137044679</c:v>
                </c:pt>
                <c:pt idx="110" formatCode="0.00">
                  <c:v>0.72321706572560795</c:v>
                </c:pt>
                <c:pt idx="111" formatCode="0.00">
                  <c:v>0.57909525332651934</c:v>
                </c:pt>
                <c:pt idx="112" formatCode="0.00">
                  <c:v>0.18327354127247067</c:v>
                </c:pt>
                <c:pt idx="113" formatCode="0.00">
                  <c:v>-0.12072818823480266</c:v>
                </c:pt>
                <c:pt idx="114" formatCode="0.00">
                  <c:v>-2.8522282004131157E-2</c:v>
                </c:pt>
                <c:pt idx="115" formatCode="0.00">
                  <c:v>0.25153171534235019</c:v>
                </c:pt>
                <c:pt idx="116" formatCode="0.00">
                  <c:v>-0.60353347325312556</c:v>
                </c:pt>
                <c:pt idx="117" formatCode="0.00">
                  <c:v>-1.600178295723905</c:v>
                </c:pt>
                <c:pt idx="118" formatCode="0.00">
                  <c:v>-1.9139517668041834</c:v>
                </c:pt>
                <c:pt idx="119" formatCode="0.00">
                  <c:v>-0.79162213532359493</c:v>
                </c:pt>
                <c:pt idx="120" formatCode="0.00">
                  <c:v>-0.78299547186077623</c:v>
                </c:pt>
                <c:pt idx="121" formatCode="0.00">
                  <c:v>-0.61035565693998306</c:v>
                </c:pt>
                <c:pt idx="122" formatCode="0.00">
                  <c:v>1.1733156104989131</c:v>
                </c:pt>
                <c:pt idx="123" formatCode="0.00">
                  <c:v>0.20423669462599869</c:v>
                </c:pt>
                <c:pt idx="124" formatCode="0.00">
                  <c:v>0.41317795537265317</c:v>
                </c:pt>
                <c:pt idx="125" formatCode="0.00">
                  <c:v>-1.5072546827252229</c:v>
                </c:pt>
                <c:pt idx="126" formatCode="0.00">
                  <c:v>-6.6454923076561367E-2</c:v>
                </c:pt>
                <c:pt idx="127" formatCode="0.00">
                  <c:v>-0.36678186332453644</c:v>
                </c:pt>
                <c:pt idx="128" formatCode="0.00">
                  <c:v>0.90267604782017796</c:v>
                </c:pt>
                <c:pt idx="129" formatCode="0.00">
                  <c:v>0.84429628308670768</c:v>
                </c:pt>
                <c:pt idx="130" formatCode="0.00">
                  <c:v>1.3885247932602174</c:v>
                </c:pt>
                <c:pt idx="131" formatCode="0.00">
                  <c:v>1.7846524299184745</c:v>
                </c:pt>
                <c:pt idx="132" formatCode="0.00">
                  <c:v>2.0855901405060679</c:v>
                </c:pt>
                <c:pt idx="133" formatCode="0.00">
                  <c:v>2.496137043708619</c:v>
                </c:pt>
                <c:pt idx="134" formatCode="0.00">
                  <c:v>1.304787414390792</c:v>
                </c:pt>
                <c:pt idx="135" formatCode="0.00">
                  <c:v>1.1750190258866198</c:v>
                </c:pt>
                <c:pt idx="136" formatCode="0.00">
                  <c:v>1.6012759724611201</c:v>
                </c:pt>
                <c:pt idx="137" formatCode="0.00">
                  <c:v>1.7458576883988111</c:v>
                </c:pt>
                <c:pt idx="138" formatCode="0.00">
                  <c:v>1.3954811067148727</c:v>
                </c:pt>
                <c:pt idx="139" formatCode="0.00">
                  <c:v>1.244529931966265</c:v>
                </c:pt>
                <c:pt idx="140" formatCode="0.00">
                  <c:v>1.2196184950820532</c:v>
                </c:pt>
                <c:pt idx="141" formatCode="0.00">
                  <c:v>0.52713741641387024</c:v>
                </c:pt>
                <c:pt idx="142" formatCode="0.00">
                  <c:v>1.1141443810429157</c:v>
                </c:pt>
                <c:pt idx="143" formatCode="0.00">
                  <c:v>1.6155640420324979</c:v>
                </c:pt>
                <c:pt idx="144" formatCode="0.00">
                  <c:v>1.1819739836880621</c:v>
                </c:pt>
                <c:pt idx="145" formatCode="0.00">
                  <c:v>1.2094578530041404</c:v>
                </c:pt>
                <c:pt idx="146" formatCode="0.00">
                  <c:v>-1.3115676933233213</c:v>
                </c:pt>
                <c:pt idx="147" formatCode="0.00">
                  <c:v>-1.1933372979343644</c:v>
                </c:pt>
                <c:pt idx="148" formatCode="0.00">
                  <c:v>-1.2204056384661841</c:v>
                </c:pt>
                <c:pt idx="149" formatCode="0.00">
                  <c:v>-2.2814060070517521</c:v>
                </c:pt>
                <c:pt idx="150" formatCode="0.00">
                  <c:v>-2.1394024341258269</c:v>
                </c:pt>
                <c:pt idx="151" formatCode="0.00">
                  <c:v>-1.4189703817358452</c:v>
                </c:pt>
                <c:pt idx="152" formatCode="0.00">
                  <c:v>-1.6410098445136108</c:v>
                </c:pt>
                <c:pt idx="153" formatCode="0.00">
                  <c:v>-0.7196566755177819</c:v>
                </c:pt>
                <c:pt idx="154" formatCode="0.00">
                  <c:v>-0.10407704460769275</c:v>
                </c:pt>
                <c:pt idx="155" formatCode="0.00">
                  <c:v>-0.34986781335940048</c:v>
                </c:pt>
                <c:pt idx="156" formatCode="0.00">
                  <c:v>-0.88372309333139887</c:v>
                </c:pt>
                <c:pt idx="157" formatCode="0.00">
                  <c:v>-1.3090631516857389</c:v>
                </c:pt>
                <c:pt idx="158" formatCode="0.00">
                  <c:v>-1.0675775784535886</c:v>
                </c:pt>
                <c:pt idx="159" formatCode="0.00">
                  <c:v>-2.0014817105577891</c:v>
                </c:pt>
                <c:pt idx="160" formatCode="0.00">
                  <c:v>0.1220000973897368</c:v>
                </c:pt>
                <c:pt idx="161" formatCode="0.00">
                  <c:v>0.54847602401327489</c:v>
                </c:pt>
                <c:pt idx="162" formatCode="0.00">
                  <c:v>0.51338692545999076</c:v>
                </c:pt>
                <c:pt idx="163" formatCode="0.00">
                  <c:v>0.88722789281663283</c:v>
                </c:pt>
                <c:pt idx="164" formatCode="0.00">
                  <c:v>1.2740242468129039</c:v>
                </c:pt>
                <c:pt idx="165" formatCode="0.00">
                  <c:v>1.1944463940323906</c:v>
                </c:pt>
                <c:pt idx="166" formatCode="0.00">
                  <c:v>1.4531537041342197</c:v>
                </c:pt>
                <c:pt idx="167" formatCode="0.00">
                  <c:v>1.038786062421978</c:v>
                </c:pt>
                <c:pt idx="168" formatCode="0.00">
                  <c:v>0.44999907193767685</c:v>
                </c:pt>
                <c:pt idx="169" formatCode="0.00">
                  <c:v>1.3248000487270648</c:v>
                </c:pt>
                <c:pt idx="170" formatCode="0.00">
                  <c:v>0.91140525103896264</c:v>
                </c:pt>
                <c:pt idx="171" formatCode="0.00">
                  <c:v>0.89209275422731815</c:v>
                </c:pt>
                <c:pt idx="172" formatCode="0.00">
                  <c:v>2.4293425045743859</c:v>
                </c:pt>
                <c:pt idx="173" formatCode="0.00">
                  <c:v>0.21660418154795882</c:v>
                </c:pt>
                <c:pt idx="174" formatCode="0.00">
                  <c:v>-0.92593331628149311</c:v>
                </c:pt>
                <c:pt idx="175" formatCode="0.00">
                  <c:v>-0.44142684023292822</c:v>
                </c:pt>
                <c:pt idx="176" formatCode="0.00">
                  <c:v>-1.1570281329706509</c:v>
                </c:pt>
                <c:pt idx="177" formatCode="0.00">
                  <c:v>-2.4235723985971198</c:v>
                </c:pt>
                <c:pt idx="178" formatCode="0.00">
                  <c:v>-1.0472926705382288</c:v>
                </c:pt>
                <c:pt idx="179" formatCode="0.00">
                  <c:v>-1.7037787916886717</c:v>
                </c:pt>
                <c:pt idx="180" formatCode="0.00">
                  <c:v>-0.91298108079018037</c:v>
                </c:pt>
                <c:pt idx="181" formatCode="0.00">
                  <c:v>-1.2451698920920178</c:v>
                </c:pt>
                <c:pt idx="182" formatCode="0.00">
                  <c:v>0.57063549458132046</c:v>
                </c:pt>
                <c:pt idx="183" formatCode="0.00">
                  <c:v>-0.81832757448672111</c:v>
                </c:pt>
                <c:pt idx="184" formatCode="0.00">
                  <c:v>-1.1292116771375242</c:v>
                </c:pt>
                <c:pt idx="185" formatCode="0.00">
                  <c:v>-1.0031035131417081</c:v>
                </c:pt>
                <c:pt idx="186" formatCode="0.00">
                  <c:v>-0.94755757527221152</c:v>
                </c:pt>
                <c:pt idx="187" formatCode="0.00">
                  <c:v>-1.1893689964346104</c:v>
                </c:pt>
                <c:pt idx="188" formatCode="0.00">
                  <c:v>-1.022681383060839</c:v>
                </c:pt>
                <c:pt idx="189" formatCode="0.00">
                  <c:v>-1.1541641756442704</c:v>
                </c:pt>
                <c:pt idx="190" formatCode="0.00">
                  <c:v>-2.0053188610037167</c:v>
                </c:pt>
                <c:pt idx="191" formatCode="0.00">
                  <c:v>-2.0890559022436652</c:v>
                </c:pt>
                <c:pt idx="192" formatCode="0.00">
                  <c:v>-1.2369429561007794</c:v>
                </c:pt>
                <c:pt idx="193" formatCode="0.00">
                  <c:v>-0.8038489704389401</c:v>
                </c:pt>
                <c:pt idx="194" formatCode="0.00">
                  <c:v>-0.48990294836047033</c:v>
                </c:pt>
                <c:pt idx="195" formatCode="0.00">
                  <c:v>-5.9187590022626246E-2</c:v>
                </c:pt>
                <c:pt idx="196" formatCode="0.00">
                  <c:v>-0.25036625845699201</c:v>
                </c:pt>
                <c:pt idx="197" formatCode="0.00">
                  <c:v>0.57824211164214423</c:v>
                </c:pt>
                <c:pt idx="198" formatCode="0.00">
                  <c:v>0.98871840425692192</c:v>
                </c:pt>
                <c:pt idx="199" formatCode="0.00">
                  <c:v>0.8300448520965954</c:v>
                </c:pt>
                <c:pt idx="200" formatCode="0.00">
                  <c:v>-0.34906137943441573</c:v>
                </c:pt>
                <c:pt idx="201" formatCode="0.00">
                  <c:v>1.803159364530891</c:v>
                </c:pt>
                <c:pt idx="202" formatCode="0.00">
                  <c:v>2.086634822417635</c:v>
                </c:pt>
                <c:pt idx="203" formatCode="0.00">
                  <c:v>1.4300003442986009</c:v>
                </c:pt>
                <c:pt idx="204" formatCode="0.00">
                  <c:v>1.0687794794255896</c:v>
                </c:pt>
                <c:pt idx="205" formatCode="0.00">
                  <c:v>-0.65407915298099772</c:v>
                </c:pt>
                <c:pt idx="206" formatCode="0.00">
                  <c:v>-0.72826997450621034</c:v>
                </c:pt>
                <c:pt idx="207" formatCode="0.00">
                  <c:v>-1.0857474114401779</c:v>
                </c:pt>
                <c:pt idx="208" formatCode="0.00">
                  <c:v>-1.5487341189709418</c:v>
                </c:pt>
                <c:pt idx="209" formatCode="0.00">
                  <c:v>-1.9919101941132771</c:v>
                </c:pt>
                <c:pt idx="210" formatCode="0.00">
                  <c:v>-1.1576345474979359</c:v>
                </c:pt>
                <c:pt idx="211" formatCode="0.00">
                  <c:v>-1.9774189337210892</c:v>
                </c:pt>
                <c:pt idx="212" formatCode="0.00">
                  <c:v>-2.3060182407079965</c:v>
                </c:pt>
                <c:pt idx="213" formatCode="0.00">
                  <c:v>-1.4856809830017312</c:v>
                </c:pt>
                <c:pt idx="214" formatCode="0.00">
                  <c:v>-1.5438802398607392</c:v>
                </c:pt>
                <c:pt idx="215" formatCode="0.00">
                  <c:v>-1.9068001950143549</c:v>
                </c:pt>
                <c:pt idx="216" formatCode="0.00">
                  <c:v>-1.4771590370257619</c:v>
                </c:pt>
                <c:pt idx="217" formatCode="0.00">
                  <c:v>-1.1851364929541421</c:v>
                </c:pt>
                <c:pt idx="218" formatCode="0.00">
                  <c:v>-0.6254070732333723</c:v>
                </c:pt>
                <c:pt idx="219" formatCode="0.00">
                  <c:v>1.6535025945782662E-3</c:v>
                </c:pt>
                <c:pt idx="220" formatCode="0.00">
                  <c:v>-0.57240274389868628</c:v>
                </c:pt>
                <c:pt idx="221" formatCode="0.00">
                  <c:v>-0.69030867039402488</c:v>
                </c:pt>
                <c:pt idx="222" formatCode="0.00">
                  <c:v>-2.3076447192107334</c:v>
                </c:pt>
                <c:pt idx="223" formatCode="0.00">
                  <c:v>-1.7883711790691097</c:v>
                </c:pt>
                <c:pt idx="224" formatCode="0.00">
                  <c:v>-1.2699539580980763</c:v>
                </c:pt>
                <c:pt idx="225" formatCode="0.00">
                  <c:v>-0.88773038677710747</c:v>
                </c:pt>
                <c:pt idx="226" formatCode="0.00">
                  <c:v>-0.84380034436990903</c:v>
                </c:pt>
                <c:pt idx="227" formatCode="0.00">
                  <c:v>0.27508936115731514</c:v>
                </c:pt>
                <c:pt idx="228" formatCode="0.00">
                  <c:v>-0.42488813440093715</c:v>
                </c:pt>
                <c:pt idx="229" formatCode="0.00">
                  <c:v>0.48206659204447422</c:v>
                </c:pt>
                <c:pt idx="230" formatCode="0.00">
                  <c:v>1.3305269899864955</c:v>
                </c:pt>
                <c:pt idx="231" formatCode="0.00">
                  <c:v>0.77197101124854284</c:v>
                </c:pt>
                <c:pt idx="232" formatCode="0.00">
                  <c:v>0.3195630472312791</c:v>
                </c:pt>
                <c:pt idx="233" formatCode="0.00">
                  <c:v>0.15938498619217459</c:v>
                </c:pt>
                <c:pt idx="234" formatCode="0.00">
                  <c:v>-4.3434015422539961E-2</c:v>
                </c:pt>
                <c:pt idx="235" formatCode="0.00">
                  <c:v>1.3072674385769627</c:v>
                </c:pt>
                <c:pt idx="236" formatCode="0.00">
                  <c:v>-0.6342586958059715</c:v>
                </c:pt>
                <c:pt idx="237" formatCode="0.00">
                  <c:v>1.3890206650169041</c:v>
                </c:pt>
                <c:pt idx="238" formatCode="0.00">
                  <c:v>-1.3801359971739224</c:v>
                </c:pt>
                <c:pt idx="239" formatCode="0.00">
                  <c:v>-0.84381422526179684</c:v>
                </c:pt>
                <c:pt idx="240" formatCode="0.00">
                  <c:v>-1.7498636593858343</c:v>
                </c:pt>
                <c:pt idx="241" formatCode="0.00">
                  <c:v>-1.5908941246187687</c:v>
                </c:pt>
                <c:pt idx="242" formatCode="0.00">
                  <c:v>-1.0359962551418362</c:v>
                </c:pt>
                <c:pt idx="243" formatCode="0.00">
                  <c:v>-1.8876393595026983</c:v>
                </c:pt>
                <c:pt idx="244" formatCode="0.00">
                  <c:v>-2.1830362046077267</c:v>
                </c:pt>
                <c:pt idx="245" formatCode="0.00">
                  <c:v>-1.772520832046371</c:v>
                </c:pt>
                <c:pt idx="246" formatCode="0.00">
                  <c:v>-1.6303948295258428</c:v>
                </c:pt>
                <c:pt idx="247" formatCode="0.00">
                  <c:v>-1.7126760040277174</c:v>
                </c:pt>
                <c:pt idx="248" formatCode="0.00">
                  <c:v>-1.5511248599301621</c:v>
                </c:pt>
                <c:pt idx="249" formatCode="0.00">
                  <c:v>-1.3262572874534058</c:v>
                </c:pt>
                <c:pt idx="250" formatCode="0.00">
                  <c:v>-1.4888240104935571</c:v>
                </c:pt>
                <c:pt idx="251" formatCode="0.00">
                  <c:v>-1.5542237846419429</c:v>
                </c:pt>
                <c:pt idx="252" formatCode="0.00">
                  <c:v>-0.78934651795900057</c:v>
                </c:pt>
                <c:pt idx="253" formatCode="0.00">
                  <c:v>-0.21821239428167918</c:v>
                </c:pt>
                <c:pt idx="254" formatCode="0.00">
                  <c:v>-0.31286829809024536</c:v>
                </c:pt>
                <c:pt idx="255" formatCode="0.00">
                  <c:v>-0.43552374225063706</c:v>
                </c:pt>
                <c:pt idx="256" formatCode="0.00">
                  <c:v>-0.40048086550363993</c:v>
                </c:pt>
                <c:pt idx="257" formatCode="0.00">
                  <c:v>-1.0303267055783234</c:v>
                </c:pt>
                <c:pt idx="258" formatCode="0.00">
                  <c:v>-1.6796072797476991</c:v>
                </c:pt>
                <c:pt idx="259" formatCode="0.00">
                  <c:v>#N/A</c:v>
                </c:pt>
                <c:pt idx="260" formatCode="0.00">
                  <c:v>#N/A</c:v>
                </c:pt>
                <c:pt idx="261" formatCode="0.00">
                  <c:v>#N/A</c:v>
                </c:pt>
                <c:pt idx="262" formatCode="0.00">
                  <c:v>#N/A</c:v>
                </c:pt>
                <c:pt idx="263" formatCode="0.00">
                  <c:v>#N/A</c:v>
                </c:pt>
                <c:pt idx="264" formatCode="0.00">
                  <c:v>#N/A</c:v>
                </c:pt>
                <c:pt idx="265" formatCode="0.00">
                  <c:v>#N/A</c:v>
                </c:pt>
                <c:pt idx="266" formatCode="0.00">
                  <c:v>#N/A</c:v>
                </c:pt>
                <c:pt idx="267" formatCode="0.00">
                  <c:v>#N/A</c:v>
                </c:pt>
                <c:pt idx="268" formatCode="0.00">
                  <c:v>#N/A</c:v>
                </c:pt>
                <c:pt idx="269" formatCode="0.00">
                  <c:v>#N/A</c:v>
                </c:pt>
                <c:pt idx="270" formatCode="0.00">
                  <c:v>#N/A</c:v>
                </c:pt>
                <c:pt idx="271" formatCode="0.00">
                  <c:v>#N/A</c:v>
                </c:pt>
                <c:pt idx="272" formatCode="0.00">
                  <c:v>#N/A</c:v>
                </c:pt>
                <c:pt idx="273" formatCode="0.00">
                  <c:v>#N/A</c:v>
                </c:pt>
                <c:pt idx="274" formatCode="0.00">
                  <c:v>#N/A</c:v>
                </c:pt>
                <c:pt idx="275" formatCode="0.00">
                  <c:v>#N/A</c:v>
                </c:pt>
                <c:pt idx="276" formatCode="0.00">
                  <c:v>#N/A</c:v>
                </c:pt>
                <c:pt idx="277" formatCode="0.00">
                  <c:v>#N/A</c:v>
                </c:pt>
                <c:pt idx="278" formatCode="0.00">
                  <c:v>#N/A</c:v>
                </c:pt>
                <c:pt idx="279" formatCode="0.00">
                  <c:v>#N/A</c:v>
                </c:pt>
                <c:pt idx="280" formatCode="0.00">
                  <c:v>#N/A</c:v>
                </c:pt>
                <c:pt idx="281" formatCode="0.00">
                  <c:v>#N/A</c:v>
                </c:pt>
                <c:pt idx="282" formatCode="0.00">
                  <c:v>#N/A</c:v>
                </c:pt>
                <c:pt idx="283" formatCode="0.00">
                  <c:v>#N/A</c:v>
                </c:pt>
                <c:pt idx="284" formatCode="0.00">
                  <c:v>#N/A</c:v>
                </c:pt>
                <c:pt idx="285" formatCode="0.00">
                  <c:v>#N/A</c:v>
                </c:pt>
                <c:pt idx="286" formatCode="0.00">
                  <c:v>#N/A</c:v>
                </c:pt>
                <c:pt idx="287" formatCode="0.00">
                  <c:v>#N/A</c:v>
                </c:pt>
                <c:pt idx="288" formatCode="0.00">
                  <c:v>#N/A</c:v>
                </c:pt>
                <c:pt idx="289" formatCode="0.00">
                  <c:v>#N/A</c:v>
                </c:pt>
                <c:pt idx="290" formatCode="0.00">
                  <c:v>#N/A</c:v>
                </c:pt>
                <c:pt idx="291" formatCode="0.00">
                  <c:v>#N/A</c:v>
                </c:pt>
                <c:pt idx="292" formatCode="0.00">
                  <c:v>#N/A</c:v>
                </c:pt>
                <c:pt idx="293" formatCode="0.00">
                  <c:v>#N/A</c:v>
                </c:pt>
                <c:pt idx="294" formatCode="0.00">
                  <c:v>#N/A</c:v>
                </c:pt>
                <c:pt idx="295" formatCode="0.00">
                  <c:v>#N/A</c:v>
                </c:pt>
                <c:pt idx="296" formatCode="0.00">
                  <c:v>#N/A</c:v>
                </c:pt>
                <c:pt idx="297" formatCode="0.00">
                  <c:v>#N/A</c:v>
                </c:pt>
                <c:pt idx="298" formatCode="0.00">
                  <c:v>#N/A</c:v>
                </c:pt>
                <c:pt idx="299" formatCode="0.00">
                  <c:v>#N/A</c:v>
                </c:pt>
                <c:pt idx="300" formatCode="0.00">
                  <c:v>#N/A</c:v>
                </c:pt>
                <c:pt idx="301" formatCode="0.00">
                  <c:v>#N/A</c:v>
                </c:pt>
                <c:pt idx="302" formatCode="0.00">
                  <c:v>#N/A</c:v>
                </c:pt>
                <c:pt idx="303" formatCode="0.00">
                  <c:v>#N/A</c:v>
                </c:pt>
                <c:pt idx="304" formatCode="0.00">
                  <c:v>#N/A</c:v>
                </c:pt>
                <c:pt idx="305" formatCode="0.00">
                  <c:v>#N/A</c:v>
                </c:pt>
                <c:pt idx="306" formatCode="0.00">
                  <c:v>#N/A</c:v>
                </c:pt>
                <c:pt idx="307" formatCode="0.00">
                  <c:v>#N/A</c:v>
                </c:pt>
                <c:pt idx="308" formatCode="0.00">
                  <c:v>#N/A</c:v>
                </c:pt>
                <c:pt idx="309" formatCode="0.00">
                  <c:v>#N/A</c:v>
                </c:pt>
                <c:pt idx="310" formatCode="0.00">
                  <c:v>#N/A</c:v>
                </c:pt>
                <c:pt idx="311" formatCode="0.00">
                  <c:v>#N/A</c:v>
                </c:pt>
                <c:pt idx="312" formatCode="0.00">
                  <c:v>#N/A</c:v>
                </c:pt>
                <c:pt idx="313" formatCode="0.00">
                  <c:v>#N/A</c:v>
                </c:pt>
                <c:pt idx="314" formatCode="0.00">
                  <c:v>#N/A</c:v>
                </c:pt>
                <c:pt idx="315" formatCode="0.00">
                  <c:v>#N/A</c:v>
                </c:pt>
                <c:pt idx="316" formatCode="0.00">
                  <c:v>#N/A</c:v>
                </c:pt>
                <c:pt idx="317" formatCode="0.00">
                  <c:v>#N/A</c:v>
                </c:pt>
                <c:pt idx="318" formatCode="0.00">
                  <c:v>#N/A</c:v>
                </c:pt>
                <c:pt idx="319" formatCode="0.00">
                  <c:v>#N/A</c:v>
                </c:pt>
                <c:pt idx="320" formatCode="0.00">
                  <c:v>#N/A</c:v>
                </c:pt>
                <c:pt idx="321" formatCode="0.00">
                  <c:v>#N/A</c:v>
                </c:pt>
                <c:pt idx="322" formatCode="0.00">
                  <c:v>#N/A</c:v>
                </c:pt>
                <c:pt idx="323" formatCode="0.00">
                  <c:v>#N/A</c:v>
                </c:pt>
                <c:pt idx="324" formatCode="0.00">
                  <c:v>#N/A</c:v>
                </c:pt>
                <c:pt idx="325" formatCode="0.00">
                  <c:v>#N/A</c:v>
                </c:pt>
                <c:pt idx="326" formatCode="0.00">
                  <c:v>#N/A</c:v>
                </c:pt>
                <c:pt idx="327" formatCode="0.00">
                  <c:v>#N/A</c:v>
                </c:pt>
                <c:pt idx="328" formatCode="0.00">
                  <c:v>#N/A</c:v>
                </c:pt>
                <c:pt idx="329" formatCode="0.00">
                  <c:v>#N/A</c:v>
                </c:pt>
                <c:pt idx="330" formatCode="0.00">
                  <c:v>#N/A</c:v>
                </c:pt>
                <c:pt idx="331" formatCode="0.00">
                  <c:v>#N/A</c:v>
                </c:pt>
                <c:pt idx="332" formatCode="0.00">
                  <c:v>#N/A</c:v>
                </c:pt>
                <c:pt idx="333" formatCode="0.00">
                  <c:v>#N/A</c:v>
                </c:pt>
                <c:pt idx="334" formatCode="0.00">
                  <c:v>#N/A</c:v>
                </c:pt>
                <c:pt idx="335" formatCode="0.00">
                  <c:v>#N/A</c:v>
                </c:pt>
                <c:pt idx="336" formatCode="0.00">
                  <c:v>#N/A</c:v>
                </c:pt>
                <c:pt idx="337" formatCode="0.00">
                  <c:v>#N/A</c:v>
                </c:pt>
                <c:pt idx="338" formatCode="0.00">
                  <c:v>#N/A</c:v>
                </c:pt>
                <c:pt idx="339" formatCode="0.00">
                  <c:v>#N/A</c:v>
                </c:pt>
                <c:pt idx="340" formatCode="0.00">
                  <c:v>#N/A</c:v>
                </c:pt>
                <c:pt idx="341" formatCode="0.00">
                  <c:v>#N/A</c:v>
                </c:pt>
                <c:pt idx="342" formatCode="0.00">
                  <c:v>#N/A</c:v>
                </c:pt>
                <c:pt idx="343" formatCode="0.00">
                  <c:v>#N/A</c:v>
                </c:pt>
                <c:pt idx="344" formatCode="0.00">
                  <c:v>#N/A</c:v>
                </c:pt>
                <c:pt idx="345" formatCode="0.00">
                  <c:v>#N/A</c:v>
                </c:pt>
                <c:pt idx="346" formatCode="0.00">
                  <c:v>#N/A</c:v>
                </c:pt>
                <c:pt idx="347" formatCode="0.00">
                  <c:v>#N/A</c:v>
                </c:pt>
                <c:pt idx="348" formatCode="0.00">
                  <c:v>#N/A</c:v>
                </c:pt>
                <c:pt idx="349" formatCode="0.00">
                  <c:v>#N/A</c:v>
                </c:pt>
                <c:pt idx="350" formatCode="0.00">
                  <c:v>#N/A</c:v>
                </c:pt>
                <c:pt idx="351" formatCode="0.00">
                  <c:v>#N/A</c:v>
                </c:pt>
                <c:pt idx="352" formatCode="0.00">
                  <c:v>#N/A</c:v>
                </c:pt>
                <c:pt idx="353" formatCode="0.00">
                  <c:v>#N/A</c:v>
                </c:pt>
                <c:pt idx="354" formatCode="0.00">
                  <c:v>#N/A</c:v>
                </c:pt>
                <c:pt idx="355" formatCode="0.00">
                  <c:v>#N/A</c:v>
                </c:pt>
                <c:pt idx="356" formatCode="0.00">
                  <c:v>#N/A</c:v>
                </c:pt>
                <c:pt idx="357" formatCode="0.00">
                  <c:v>#N/A</c:v>
                </c:pt>
                <c:pt idx="358" formatCode="0.00">
                  <c:v>#N/A</c:v>
                </c:pt>
                <c:pt idx="359" formatCode="0.00">
                  <c:v>#N/A</c:v>
                </c:pt>
                <c:pt idx="360" formatCode="0.00">
                  <c:v>#N/A</c:v>
                </c:pt>
                <c:pt idx="361" formatCode="0.00">
                  <c:v>#N/A</c:v>
                </c:pt>
                <c:pt idx="362" formatCode="0.00">
                  <c:v>#N/A</c:v>
                </c:pt>
                <c:pt idx="363" formatCode="0.00">
                  <c:v>#N/A</c:v>
                </c:pt>
                <c:pt idx="364" formatCode="0.00">
                  <c:v>#N/A</c:v>
                </c:pt>
                <c:pt idx="365" formatCode="0.00">
                  <c:v>#N/A</c:v>
                </c:pt>
                <c:pt idx="366" formatCode="0.00">
                  <c:v>#N/A</c:v>
                </c:pt>
                <c:pt idx="367" formatCode="0.00">
                  <c:v>#N/A</c:v>
                </c:pt>
                <c:pt idx="368" formatCode="0.00">
                  <c:v>#N/A</c:v>
                </c:pt>
                <c:pt idx="369" formatCode="0.00">
                  <c:v>#N/A</c:v>
                </c:pt>
                <c:pt idx="370" formatCode="0.00">
                  <c:v>#N/A</c:v>
                </c:pt>
                <c:pt idx="371" formatCode="0.00">
                  <c:v>#N/A</c:v>
                </c:pt>
                <c:pt idx="372" formatCode="0.00">
                  <c:v>#N/A</c:v>
                </c:pt>
                <c:pt idx="373" formatCode="0.00">
                  <c:v>#N/A</c:v>
                </c:pt>
                <c:pt idx="374" formatCode="0.00">
                  <c:v>#N/A</c:v>
                </c:pt>
                <c:pt idx="375" formatCode="0.00">
                  <c:v>#N/A</c:v>
                </c:pt>
                <c:pt idx="376" formatCode="0.00">
                  <c:v>#N/A</c:v>
                </c:pt>
                <c:pt idx="377" formatCode="0.00">
                  <c:v>#N/A</c:v>
                </c:pt>
                <c:pt idx="378" formatCode="0.00">
                  <c:v>#N/A</c:v>
                </c:pt>
                <c:pt idx="379" formatCode="0.00">
                  <c:v>#N/A</c:v>
                </c:pt>
                <c:pt idx="380" formatCode="0.00">
                  <c:v>#N/A</c:v>
                </c:pt>
                <c:pt idx="381" formatCode="0.00">
                  <c:v>#N/A</c:v>
                </c:pt>
                <c:pt idx="382" formatCode="0.00">
                  <c:v>#N/A</c:v>
                </c:pt>
                <c:pt idx="383" formatCode="0.00">
                  <c:v>#N/A</c:v>
                </c:pt>
                <c:pt idx="384" formatCode="0.00">
                  <c:v>#N/A</c:v>
                </c:pt>
                <c:pt idx="385" formatCode="0.00">
                  <c:v>#N/A</c:v>
                </c:pt>
                <c:pt idx="386" formatCode="0.00">
                  <c:v>#N/A</c:v>
                </c:pt>
                <c:pt idx="387" formatCode="0.00">
                  <c:v>#N/A</c:v>
                </c:pt>
                <c:pt idx="388" formatCode="0.00">
                  <c:v>#N/A</c:v>
                </c:pt>
                <c:pt idx="389" formatCode="0.00">
                  <c:v>#N/A</c:v>
                </c:pt>
                <c:pt idx="390" formatCode="0.00">
                  <c:v>#N/A</c:v>
                </c:pt>
                <c:pt idx="391" formatCode="0.00">
                  <c:v>#N/A</c:v>
                </c:pt>
                <c:pt idx="392" formatCode="0.00">
                  <c:v>#N/A</c:v>
                </c:pt>
                <c:pt idx="393" formatCode="0.00">
                  <c:v>#N/A</c:v>
                </c:pt>
                <c:pt idx="394" formatCode="0.00">
                  <c:v>#N/A</c:v>
                </c:pt>
                <c:pt idx="395" formatCode="0.00">
                  <c:v>#N/A</c:v>
                </c:pt>
                <c:pt idx="396" formatCode="0.00">
                  <c:v>#N/A</c:v>
                </c:pt>
                <c:pt idx="397" formatCode="0.00">
                  <c:v>#N/A</c:v>
                </c:pt>
                <c:pt idx="398" formatCode="0.00">
                  <c:v>#N/A</c:v>
                </c:pt>
                <c:pt idx="399" formatCode="0.00">
                  <c:v>#N/A</c:v>
                </c:pt>
                <c:pt idx="400" formatCode="0.00">
                  <c:v>#N/A</c:v>
                </c:pt>
                <c:pt idx="401" formatCode="0.00">
                  <c:v>#N/A</c:v>
                </c:pt>
                <c:pt idx="402" formatCode="0.00">
                  <c:v>#N/A</c:v>
                </c:pt>
                <c:pt idx="403" formatCode="0.00">
                  <c:v>#N/A</c:v>
                </c:pt>
                <c:pt idx="404" formatCode="0.00">
                  <c:v>#N/A</c:v>
                </c:pt>
                <c:pt idx="405" formatCode="0.00">
                  <c:v>#N/A</c:v>
                </c:pt>
                <c:pt idx="406" formatCode="0.00">
                  <c:v>#N/A</c:v>
                </c:pt>
                <c:pt idx="407" formatCode="0.00">
                  <c:v>#N/A</c:v>
                </c:pt>
                <c:pt idx="408" formatCode="0.00">
                  <c:v>#N/A</c:v>
                </c:pt>
                <c:pt idx="409" formatCode="0.00">
                  <c:v>#N/A</c:v>
                </c:pt>
                <c:pt idx="410" formatCode="0.00">
                  <c:v>#N/A</c:v>
                </c:pt>
                <c:pt idx="411" formatCode="0.00">
                  <c:v>#N/A</c:v>
                </c:pt>
                <c:pt idx="412" formatCode="0.00">
                  <c:v>#N/A</c:v>
                </c:pt>
                <c:pt idx="413" formatCode="0.00">
                  <c:v>#N/A</c:v>
                </c:pt>
                <c:pt idx="414" formatCode="0.00">
                  <c:v>#N/A</c:v>
                </c:pt>
                <c:pt idx="415" formatCode="0.00">
                  <c:v>#N/A</c:v>
                </c:pt>
                <c:pt idx="416" formatCode="0.00">
                  <c:v>#N/A</c:v>
                </c:pt>
                <c:pt idx="417" formatCode="0.00">
                  <c:v>#N/A</c:v>
                </c:pt>
                <c:pt idx="418" formatCode="0.00">
                  <c:v>#N/A</c:v>
                </c:pt>
                <c:pt idx="419" formatCode="0.00">
                  <c:v>#N/A</c:v>
                </c:pt>
                <c:pt idx="420" formatCode="0.00">
                  <c:v>#N/A</c:v>
                </c:pt>
                <c:pt idx="421" formatCode="0.00">
                  <c:v>#N/A</c:v>
                </c:pt>
                <c:pt idx="422" formatCode="0.00">
                  <c:v>#N/A</c:v>
                </c:pt>
                <c:pt idx="423" formatCode="0.00">
                  <c:v>#N/A</c:v>
                </c:pt>
                <c:pt idx="424" formatCode="0.00">
                  <c:v>#N/A</c:v>
                </c:pt>
                <c:pt idx="425" formatCode="0.00">
                  <c:v>#N/A</c:v>
                </c:pt>
                <c:pt idx="426" formatCode="0.00">
                  <c:v>#N/A</c:v>
                </c:pt>
                <c:pt idx="427" formatCode="0.00">
                  <c:v>#N/A</c:v>
                </c:pt>
                <c:pt idx="428" formatCode="0.00">
                  <c:v>#N/A</c:v>
                </c:pt>
                <c:pt idx="429" formatCode="0.00">
                  <c:v>#N/A</c:v>
                </c:pt>
                <c:pt idx="430" formatCode="0.00">
                  <c:v>#N/A</c:v>
                </c:pt>
                <c:pt idx="431" formatCode="0.00">
                  <c:v>#N/A</c:v>
                </c:pt>
                <c:pt idx="432" formatCode="0.00">
                  <c:v>#N/A</c:v>
                </c:pt>
                <c:pt idx="433" formatCode="0.00">
                  <c:v>#N/A</c:v>
                </c:pt>
                <c:pt idx="434" formatCode="0.00">
                  <c:v>#N/A</c:v>
                </c:pt>
                <c:pt idx="435" formatCode="0.00">
                  <c:v>#N/A</c:v>
                </c:pt>
                <c:pt idx="436" formatCode="0.00">
                  <c:v>#N/A</c:v>
                </c:pt>
                <c:pt idx="437" formatCode="0.00">
                  <c:v>#N/A</c:v>
                </c:pt>
                <c:pt idx="438" formatCode="0.00">
                  <c:v>#N/A</c:v>
                </c:pt>
                <c:pt idx="439" formatCode="0.00">
                  <c:v>#N/A</c:v>
                </c:pt>
                <c:pt idx="440" formatCode="0.00">
                  <c:v>#N/A</c:v>
                </c:pt>
                <c:pt idx="441" formatCode="0.00">
                  <c:v>#N/A</c:v>
                </c:pt>
                <c:pt idx="442" formatCode="0.00">
                  <c:v>#N/A</c:v>
                </c:pt>
                <c:pt idx="443" formatCode="0.00">
                  <c:v>#N/A</c:v>
                </c:pt>
                <c:pt idx="444" formatCode="0.00">
                  <c:v>#N/A</c:v>
                </c:pt>
                <c:pt idx="445" formatCode="0.00">
                  <c:v>#N/A</c:v>
                </c:pt>
                <c:pt idx="446" formatCode="0.00">
                  <c:v>#N/A</c:v>
                </c:pt>
                <c:pt idx="447" formatCode="0.00">
                  <c:v>#N/A</c:v>
                </c:pt>
                <c:pt idx="448" formatCode="0.00">
                  <c:v>#N/A</c:v>
                </c:pt>
                <c:pt idx="449" formatCode="0.00">
                  <c:v>#N/A</c:v>
                </c:pt>
                <c:pt idx="450" formatCode="0.00">
                  <c:v>#N/A</c:v>
                </c:pt>
                <c:pt idx="451" formatCode="0.00">
                  <c:v>#N/A</c:v>
                </c:pt>
                <c:pt idx="452" formatCode="0.00">
                  <c:v>#N/A</c:v>
                </c:pt>
                <c:pt idx="453" formatCode="0.00">
                  <c:v>#N/A</c:v>
                </c:pt>
                <c:pt idx="454" formatCode="0.00">
                  <c:v>#N/A</c:v>
                </c:pt>
                <c:pt idx="455" formatCode="0.00">
                  <c:v>#N/A</c:v>
                </c:pt>
                <c:pt idx="456" formatCode="0.00">
                  <c:v>#N/A</c:v>
                </c:pt>
                <c:pt idx="457" formatCode="0.00">
                  <c:v>#N/A</c:v>
                </c:pt>
                <c:pt idx="458" formatCode="0.00">
                  <c:v>#N/A</c:v>
                </c:pt>
                <c:pt idx="459" formatCode="0.00">
                  <c:v>#N/A</c:v>
                </c:pt>
                <c:pt idx="460" formatCode="0.00">
                  <c:v>#N/A</c:v>
                </c:pt>
                <c:pt idx="461" formatCode="0.00">
                  <c:v>#N/A</c:v>
                </c:pt>
                <c:pt idx="462" formatCode="0.00">
                  <c:v>#N/A</c:v>
                </c:pt>
                <c:pt idx="463" formatCode="0.00">
                  <c:v>#N/A</c:v>
                </c:pt>
                <c:pt idx="464" formatCode="0.00">
                  <c:v>#N/A</c:v>
                </c:pt>
                <c:pt idx="465" formatCode="0.00">
                  <c:v>#N/A</c:v>
                </c:pt>
                <c:pt idx="466" formatCode="0.00">
                  <c:v>#N/A</c:v>
                </c:pt>
                <c:pt idx="467" formatCode="0.00">
                  <c:v>#N/A</c:v>
                </c:pt>
                <c:pt idx="468" formatCode="0.00">
                  <c:v>#N/A</c:v>
                </c:pt>
                <c:pt idx="469" formatCode="0.00">
                  <c:v>#N/A</c:v>
                </c:pt>
                <c:pt idx="470" formatCode="0.00">
                  <c:v>#N/A</c:v>
                </c:pt>
                <c:pt idx="471" formatCode="0.00">
                  <c:v>#N/A</c:v>
                </c:pt>
                <c:pt idx="472" formatCode="0.00">
                  <c:v>#N/A</c:v>
                </c:pt>
                <c:pt idx="473" formatCode="0.00">
                  <c:v>#N/A</c:v>
                </c:pt>
                <c:pt idx="474" formatCode="0.00">
                  <c:v>#N/A</c:v>
                </c:pt>
                <c:pt idx="475" formatCode="0.00">
                  <c:v>#N/A</c:v>
                </c:pt>
                <c:pt idx="476" formatCode="0.00">
                  <c:v>#N/A</c:v>
                </c:pt>
                <c:pt idx="477" formatCode="0.00">
                  <c:v>#N/A</c:v>
                </c:pt>
                <c:pt idx="478" formatCode="0.00">
                  <c:v>#N/A</c:v>
                </c:pt>
                <c:pt idx="479" formatCode="0.00">
                  <c:v>#N/A</c:v>
                </c:pt>
                <c:pt idx="480" formatCode="0.00">
                  <c:v>#N/A</c:v>
                </c:pt>
                <c:pt idx="481" formatCode="0.00">
                  <c:v>#N/A</c:v>
                </c:pt>
                <c:pt idx="482" formatCode="0.00">
                  <c:v>#N/A</c:v>
                </c:pt>
                <c:pt idx="483" formatCode="0.00">
                  <c:v>#N/A</c:v>
                </c:pt>
                <c:pt idx="484" formatCode="0.00">
                  <c:v>#N/A</c:v>
                </c:pt>
                <c:pt idx="485" formatCode="0.00">
                  <c:v>#N/A</c:v>
                </c:pt>
                <c:pt idx="486" formatCode="0.00">
                  <c:v>#N/A</c:v>
                </c:pt>
                <c:pt idx="487" formatCode="0.00">
                  <c:v>#N/A</c:v>
                </c:pt>
                <c:pt idx="488" formatCode="0.00">
                  <c:v>#N/A</c:v>
                </c:pt>
                <c:pt idx="489" formatCode="0.00">
                  <c:v>#N/A</c:v>
                </c:pt>
                <c:pt idx="490" formatCode="0.00">
                  <c:v>#N/A</c:v>
                </c:pt>
                <c:pt idx="491" formatCode="0.00">
                  <c:v>#N/A</c:v>
                </c:pt>
                <c:pt idx="492" formatCode="0.00">
                  <c:v>#N/A</c:v>
                </c:pt>
                <c:pt idx="493" formatCode="0.00">
                  <c:v>#N/A</c:v>
                </c:pt>
                <c:pt idx="494" formatCode="0.00">
                  <c:v>#N/A</c:v>
                </c:pt>
                <c:pt idx="495" formatCode="0.00">
                  <c:v>#N/A</c:v>
                </c:pt>
                <c:pt idx="496" formatCode="0.00">
                  <c:v>#N/A</c:v>
                </c:pt>
                <c:pt idx="497" formatCode="0.00">
                  <c:v>#N/A</c:v>
                </c:pt>
                <c:pt idx="498" formatCode="0.00">
                  <c:v>#N/A</c:v>
                </c:pt>
                <c:pt idx="499" formatCode="0.00">
                  <c:v>#N/A</c:v>
                </c:pt>
                <c:pt idx="500" formatCode="0.00">
                  <c:v>#N/A</c:v>
                </c:pt>
                <c:pt idx="501" formatCode="0.00">
                  <c:v>#N/A</c:v>
                </c:pt>
                <c:pt idx="502" formatCode="0.00">
                  <c:v>#N/A</c:v>
                </c:pt>
                <c:pt idx="503" formatCode="0.00">
                  <c:v>#N/A</c:v>
                </c:pt>
                <c:pt idx="504" formatCode="0.00">
                  <c:v>#N/A</c:v>
                </c:pt>
                <c:pt idx="505" formatCode="0.00">
                  <c:v>#N/A</c:v>
                </c:pt>
                <c:pt idx="506" formatCode="0.00">
                  <c:v>#N/A</c:v>
                </c:pt>
                <c:pt idx="507" formatCode="0.00">
                  <c:v>#N/A</c:v>
                </c:pt>
                <c:pt idx="508" formatCode="0.00">
                  <c:v>#N/A</c:v>
                </c:pt>
                <c:pt idx="509" formatCode="0.00">
                  <c:v>#N/A</c:v>
                </c:pt>
                <c:pt idx="510" formatCode="0.00">
                  <c:v>#N/A</c:v>
                </c:pt>
                <c:pt idx="511" formatCode="0.00">
                  <c:v>#N/A</c:v>
                </c:pt>
                <c:pt idx="512" formatCode="0.00">
                  <c:v>#N/A</c:v>
                </c:pt>
                <c:pt idx="513" formatCode="0.00">
                  <c:v>#N/A</c:v>
                </c:pt>
                <c:pt idx="514" formatCode="0.00">
                  <c:v>#N/A</c:v>
                </c:pt>
                <c:pt idx="515" formatCode="0.00">
                  <c:v>#N/A</c:v>
                </c:pt>
                <c:pt idx="516" formatCode="0.00">
                  <c:v>#N/A</c:v>
                </c:pt>
                <c:pt idx="517" formatCode="0.00">
                  <c:v>#N/A</c:v>
                </c:pt>
                <c:pt idx="518" formatCode="0.00">
                  <c:v>#N/A</c:v>
                </c:pt>
                <c:pt idx="519" formatCode="0.00">
                  <c:v>#N/A</c:v>
                </c:pt>
                <c:pt idx="520" formatCode="0.00">
                  <c:v>#N/A</c:v>
                </c:pt>
                <c:pt idx="521" formatCode="0.00">
                  <c:v>#N/A</c:v>
                </c:pt>
                <c:pt idx="522" formatCode="0.00">
                  <c:v>#N/A</c:v>
                </c:pt>
                <c:pt idx="523" formatCode="0.00">
                  <c:v>#N/A</c:v>
                </c:pt>
                <c:pt idx="524" formatCode="0.00">
                  <c:v>#N/A</c:v>
                </c:pt>
                <c:pt idx="525" formatCode="0.00">
                  <c:v>#N/A</c:v>
                </c:pt>
                <c:pt idx="526" formatCode="0.00">
                  <c:v>#N/A</c:v>
                </c:pt>
                <c:pt idx="527" formatCode="0.00">
                  <c:v>#N/A</c:v>
                </c:pt>
                <c:pt idx="528" formatCode="0.00">
                  <c:v>#N/A</c:v>
                </c:pt>
                <c:pt idx="529" formatCode="0.00">
                  <c:v>#N/A</c:v>
                </c:pt>
                <c:pt idx="530" formatCode="0.00">
                  <c:v>#N/A</c:v>
                </c:pt>
                <c:pt idx="531" formatCode="0.00">
                  <c:v>#N/A</c:v>
                </c:pt>
                <c:pt idx="532" formatCode="0.00">
                  <c:v>#N/A</c:v>
                </c:pt>
                <c:pt idx="533" formatCode="0.00">
                  <c:v>#N/A</c:v>
                </c:pt>
                <c:pt idx="534" formatCode="0.00">
                  <c:v>#N/A</c:v>
                </c:pt>
                <c:pt idx="535" formatCode="0.00">
                  <c:v>#N/A</c:v>
                </c:pt>
                <c:pt idx="536" formatCode="0.00">
                  <c:v>#N/A</c:v>
                </c:pt>
                <c:pt idx="537" formatCode="0.00">
                  <c:v>#N/A</c:v>
                </c:pt>
                <c:pt idx="538" formatCode="0.00">
                  <c:v>#N/A</c:v>
                </c:pt>
                <c:pt idx="539" formatCode="0.00">
                  <c:v>#N/A</c:v>
                </c:pt>
                <c:pt idx="540" formatCode="0.00">
                  <c:v>#N/A</c:v>
                </c:pt>
                <c:pt idx="541" formatCode="0.00">
                  <c:v>#N/A</c:v>
                </c:pt>
                <c:pt idx="542" formatCode="0.00">
                  <c:v>#N/A</c:v>
                </c:pt>
                <c:pt idx="543" formatCode="0.00">
                  <c:v>#N/A</c:v>
                </c:pt>
                <c:pt idx="544" formatCode="0.00">
                  <c:v>#N/A</c:v>
                </c:pt>
                <c:pt idx="545" formatCode="0.00">
                  <c:v>#N/A</c:v>
                </c:pt>
                <c:pt idx="546" formatCode="0.00">
                  <c:v>#N/A</c:v>
                </c:pt>
                <c:pt idx="547" formatCode="0.00">
                  <c:v>#N/A</c:v>
                </c:pt>
                <c:pt idx="548" formatCode="0.00">
                  <c:v>#N/A</c:v>
                </c:pt>
                <c:pt idx="549" formatCode="0.00">
                  <c:v>#N/A</c:v>
                </c:pt>
                <c:pt idx="550" formatCode="0.00">
                  <c:v>#N/A</c:v>
                </c:pt>
                <c:pt idx="551" formatCode="0.00">
                  <c:v>#N/A</c:v>
                </c:pt>
                <c:pt idx="552" formatCode="0.00">
                  <c:v>#N/A</c:v>
                </c:pt>
                <c:pt idx="553" formatCode="0.00">
                  <c:v>#N/A</c:v>
                </c:pt>
                <c:pt idx="554" formatCode="0.00">
                  <c:v>#N/A</c:v>
                </c:pt>
                <c:pt idx="555" formatCode="0.00">
                  <c:v>#N/A</c:v>
                </c:pt>
                <c:pt idx="556" formatCode="0.00">
                  <c:v>#N/A</c:v>
                </c:pt>
                <c:pt idx="557" formatCode="0.00">
                  <c:v>#N/A</c:v>
                </c:pt>
                <c:pt idx="558" formatCode="0.00">
                  <c:v>#N/A</c:v>
                </c:pt>
                <c:pt idx="559" formatCode="0.00">
                  <c:v>#N/A</c:v>
                </c:pt>
                <c:pt idx="560" formatCode="0.00">
                  <c:v>#N/A</c:v>
                </c:pt>
                <c:pt idx="561" formatCode="0.00">
                  <c:v>#N/A</c:v>
                </c:pt>
                <c:pt idx="562" formatCode="0.00">
                  <c:v>#N/A</c:v>
                </c:pt>
                <c:pt idx="563" formatCode="0.00">
                  <c:v>#N/A</c:v>
                </c:pt>
                <c:pt idx="564" formatCode="0.00">
                  <c:v>#N/A</c:v>
                </c:pt>
                <c:pt idx="565" formatCode="0.00">
                  <c:v>#N/A</c:v>
                </c:pt>
                <c:pt idx="566" formatCode="0.00">
                  <c:v>#N/A</c:v>
                </c:pt>
                <c:pt idx="567" formatCode="0.00">
                  <c:v>#N/A</c:v>
                </c:pt>
                <c:pt idx="568" formatCode="0.00">
                  <c:v>#N/A</c:v>
                </c:pt>
                <c:pt idx="569" formatCode="0.00">
                  <c:v>#N/A</c:v>
                </c:pt>
                <c:pt idx="570" formatCode="0.00">
                  <c:v>#N/A</c:v>
                </c:pt>
                <c:pt idx="571" formatCode="0.00">
                  <c:v>#N/A</c:v>
                </c:pt>
                <c:pt idx="572" formatCode="0.00">
                  <c:v>#N/A</c:v>
                </c:pt>
                <c:pt idx="573" formatCode="0.00">
                  <c:v>#N/A</c:v>
                </c:pt>
                <c:pt idx="574" formatCode="0.00">
                  <c:v>#N/A</c:v>
                </c:pt>
                <c:pt idx="575" formatCode="0.00">
                  <c:v>#N/A</c:v>
                </c:pt>
                <c:pt idx="576" formatCode="0.00">
                  <c:v>#N/A</c:v>
                </c:pt>
                <c:pt idx="577" formatCode="0.00">
                  <c:v>#N/A</c:v>
                </c:pt>
                <c:pt idx="578" formatCode="0.00">
                  <c:v>#N/A</c:v>
                </c:pt>
                <c:pt idx="579" formatCode="0.00">
                  <c:v>#N/A</c:v>
                </c:pt>
                <c:pt idx="580" formatCode="0.00">
                  <c:v>#N/A</c:v>
                </c:pt>
                <c:pt idx="581" formatCode="0.00">
                  <c:v>#N/A</c:v>
                </c:pt>
                <c:pt idx="582" formatCode="0.00">
                  <c:v>#N/A</c:v>
                </c:pt>
                <c:pt idx="583" formatCode="0.00">
                  <c:v>#N/A</c:v>
                </c:pt>
                <c:pt idx="584" formatCode="0.00">
                  <c:v>#N/A</c:v>
                </c:pt>
                <c:pt idx="585" formatCode="0.00">
                  <c:v>#N/A</c:v>
                </c:pt>
                <c:pt idx="586" formatCode="0.00">
                  <c:v>#N/A</c:v>
                </c:pt>
                <c:pt idx="587" formatCode="0.00">
                  <c:v>#N/A</c:v>
                </c:pt>
                <c:pt idx="588" formatCode="0.00">
                  <c:v>#N/A</c:v>
                </c:pt>
                <c:pt idx="589" formatCode="0.00">
                  <c:v>#N/A</c:v>
                </c:pt>
                <c:pt idx="590" formatCode="0.00">
                  <c:v>#N/A</c:v>
                </c:pt>
                <c:pt idx="591" formatCode="0.00">
                  <c:v>#N/A</c:v>
                </c:pt>
                <c:pt idx="592" formatCode="0.00">
                  <c:v>#N/A</c:v>
                </c:pt>
                <c:pt idx="593" formatCode="0.00">
                  <c:v>#N/A</c:v>
                </c:pt>
                <c:pt idx="594" formatCode="0.00">
                  <c:v>#N/A</c:v>
                </c:pt>
                <c:pt idx="595" formatCode="0.00">
                  <c:v>#N/A</c:v>
                </c:pt>
                <c:pt idx="596" formatCode="0.00">
                  <c:v>#N/A</c:v>
                </c:pt>
                <c:pt idx="597" formatCode="0.00">
                  <c:v>#N/A</c:v>
                </c:pt>
                <c:pt idx="598" formatCode="0.00">
                  <c:v>#N/A</c:v>
                </c:pt>
                <c:pt idx="599" formatCode="0.00">
                  <c:v>#N/A</c:v>
                </c:pt>
                <c:pt idx="600" formatCode="0.00">
                  <c:v>#N/A</c:v>
                </c:pt>
                <c:pt idx="601" formatCode="0.00">
                  <c:v>#N/A</c:v>
                </c:pt>
                <c:pt idx="602" formatCode="0.00">
                  <c:v>#N/A</c:v>
                </c:pt>
                <c:pt idx="603" formatCode="0.00">
                  <c:v>#N/A</c:v>
                </c:pt>
                <c:pt idx="604" formatCode="0.00">
                  <c:v>#N/A</c:v>
                </c:pt>
                <c:pt idx="605" formatCode="0.00">
                  <c:v>#N/A</c:v>
                </c:pt>
                <c:pt idx="606" formatCode="0.00">
                  <c:v>#N/A</c:v>
                </c:pt>
                <c:pt idx="607" formatCode="0.00">
                  <c:v>#N/A</c:v>
                </c:pt>
                <c:pt idx="608" formatCode="0.00">
                  <c:v>#N/A</c:v>
                </c:pt>
                <c:pt idx="609" formatCode="0.00">
                  <c:v>#N/A</c:v>
                </c:pt>
                <c:pt idx="610" formatCode="0.00">
                  <c:v>#N/A</c:v>
                </c:pt>
                <c:pt idx="611" formatCode="0.00">
                  <c:v>#N/A</c:v>
                </c:pt>
                <c:pt idx="612" formatCode="0.00">
                  <c:v>#N/A</c:v>
                </c:pt>
                <c:pt idx="613" formatCode="0.00">
                  <c:v>#N/A</c:v>
                </c:pt>
                <c:pt idx="614" formatCode="0.00">
                  <c:v>#N/A</c:v>
                </c:pt>
                <c:pt idx="615" formatCode="0.00">
                  <c:v>#N/A</c:v>
                </c:pt>
                <c:pt idx="616" formatCode="0.00">
                  <c:v>#N/A</c:v>
                </c:pt>
                <c:pt idx="617" formatCode="0.00">
                  <c:v>#N/A</c:v>
                </c:pt>
                <c:pt idx="618" formatCode="0.00">
                  <c:v>#N/A</c:v>
                </c:pt>
                <c:pt idx="619" formatCode="0.00">
                  <c:v>#N/A</c:v>
                </c:pt>
                <c:pt idx="620" formatCode="0.00">
                  <c:v>#N/A</c:v>
                </c:pt>
                <c:pt idx="621" formatCode="0.00">
                  <c:v>#N/A</c:v>
                </c:pt>
                <c:pt idx="622" formatCode="0.00">
                  <c:v>#N/A</c:v>
                </c:pt>
                <c:pt idx="623" formatCode="0.00">
                  <c:v>#N/A</c:v>
                </c:pt>
                <c:pt idx="624" formatCode="0.00">
                  <c:v>#N/A</c:v>
                </c:pt>
                <c:pt idx="625" formatCode="0.00">
                  <c:v>#N/A</c:v>
                </c:pt>
                <c:pt idx="626" formatCode="0.00">
                  <c:v>#N/A</c:v>
                </c:pt>
                <c:pt idx="627" formatCode="0.00">
                  <c:v>#N/A</c:v>
                </c:pt>
                <c:pt idx="628" formatCode="0.00">
                  <c:v>#N/A</c:v>
                </c:pt>
                <c:pt idx="629" formatCode="0.00">
                  <c:v>#N/A</c:v>
                </c:pt>
                <c:pt idx="630" formatCode="0.00">
                  <c:v>#N/A</c:v>
                </c:pt>
                <c:pt idx="631" formatCode="0.00">
                  <c:v>#N/A</c:v>
                </c:pt>
                <c:pt idx="632" formatCode="0.00">
                  <c:v>#N/A</c:v>
                </c:pt>
                <c:pt idx="633" formatCode="0.00">
                  <c:v>#N/A</c:v>
                </c:pt>
                <c:pt idx="634" formatCode="0.00">
                  <c:v>#N/A</c:v>
                </c:pt>
                <c:pt idx="635" formatCode="0.00">
                  <c:v>#N/A</c:v>
                </c:pt>
                <c:pt idx="636" formatCode="0.00">
                  <c:v>#N/A</c:v>
                </c:pt>
                <c:pt idx="637" formatCode="0.00">
                  <c:v>#N/A</c:v>
                </c:pt>
                <c:pt idx="638" formatCode="0.00">
                  <c:v>#N/A</c:v>
                </c:pt>
                <c:pt idx="639" formatCode="0.00">
                  <c:v>#N/A</c:v>
                </c:pt>
                <c:pt idx="640" formatCode="0.00">
                  <c:v>#N/A</c:v>
                </c:pt>
                <c:pt idx="641" formatCode="0.00">
                  <c:v>#N/A</c:v>
                </c:pt>
                <c:pt idx="642" formatCode="0.00">
                  <c:v>#N/A</c:v>
                </c:pt>
                <c:pt idx="643" formatCode="0.00">
                  <c:v>#N/A</c:v>
                </c:pt>
                <c:pt idx="644" formatCode="0.00">
                  <c:v>#N/A</c:v>
                </c:pt>
                <c:pt idx="645" formatCode="0.00">
                  <c:v>#N/A</c:v>
                </c:pt>
                <c:pt idx="646" formatCode="0.00">
                  <c:v>#N/A</c:v>
                </c:pt>
                <c:pt idx="647" formatCode="0.00">
                  <c:v>#N/A</c:v>
                </c:pt>
                <c:pt idx="648" formatCode="0.00">
                  <c:v>#N/A</c:v>
                </c:pt>
                <c:pt idx="649" formatCode="0.00">
                  <c:v>#N/A</c:v>
                </c:pt>
                <c:pt idx="650" formatCode="0.00">
                  <c:v>#N/A</c:v>
                </c:pt>
                <c:pt idx="651" formatCode="0.00">
                  <c:v>#N/A</c:v>
                </c:pt>
                <c:pt idx="652" formatCode="0.00">
                  <c:v>#N/A</c:v>
                </c:pt>
                <c:pt idx="653" formatCode="0.00">
                  <c:v>#N/A</c:v>
                </c:pt>
                <c:pt idx="654" formatCode="0.00">
                  <c:v>#N/A</c:v>
                </c:pt>
                <c:pt idx="655" formatCode="0.00">
                  <c:v>#N/A</c:v>
                </c:pt>
                <c:pt idx="656" formatCode="0.00">
                  <c:v>#N/A</c:v>
                </c:pt>
                <c:pt idx="657" formatCode="0.00">
                  <c:v>#N/A</c:v>
                </c:pt>
                <c:pt idx="658" formatCode="0.00">
                  <c:v>#N/A</c:v>
                </c:pt>
                <c:pt idx="659" formatCode="0.00">
                  <c:v>#N/A</c:v>
                </c:pt>
                <c:pt idx="660" formatCode="0.00">
                  <c:v>#N/A</c:v>
                </c:pt>
                <c:pt idx="661" formatCode="0.00">
                  <c:v>#N/A</c:v>
                </c:pt>
                <c:pt idx="662" formatCode="0.00">
                  <c:v>#N/A</c:v>
                </c:pt>
                <c:pt idx="663" formatCode="0.00">
                  <c:v>#N/A</c:v>
                </c:pt>
                <c:pt idx="664" formatCode="0.00">
                  <c:v>#N/A</c:v>
                </c:pt>
                <c:pt idx="665" formatCode="0.00">
                  <c:v>#N/A</c:v>
                </c:pt>
                <c:pt idx="666" formatCode="0.00">
                  <c:v>#N/A</c:v>
                </c:pt>
                <c:pt idx="667" formatCode="0.00">
                  <c:v>#N/A</c:v>
                </c:pt>
                <c:pt idx="668" formatCode="0.00">
                  <c:v>#N/A</c:v>
                </c:pt>
                <c:pt idx="669" formatCode="0.00">
                  <c:v>#N/A</c:v>
                </c:pt>
                <c:pt idx="670" formatCode="0.00">
                  <c:v>#N/A</c:v>
                </c:pt>
                <c:pt idx="671" formatCode="0.00">
                  <c:v>#N/A</c:v>
                </c:pt>
                <c:pt idx="672" formatCode="0.00">
                  <c:v>#N/A</c:v>
                </c:pt>
                <c:pt idx="673" formatCode="0.00">
                  <c:v>#N/A</c:v>
                </c:pt>
                <c:pt idx="674" formatCode="0.00">
                  <c:v>#N/A</c:v>
                </c:pt>
                <c:pt idx="675" formatCode="0.00">
                  <c:v>#N/A</c:v>
                </c:pt>
                <c:pt idx="676" formatCode="0.00">
                  <c:v>#N/A</c:v>
                </c:pt>
                <c:pt idx="677" formatCode="0.00">
                  <c:v>#N/A</c:v>
                </c:pt>
                <c:pt idx="678" formatCode="0.00">
                  <c:v>#N/A</c:v>
                </c:pt>
                <c:pt idx="679" formatCode="0.00">
                  <c:v>#N/A</c:v>
                </c:pt>
                <c:pt idx="680" formatCode="0.00">
                  <c:v>#N/A</c:v>
                </c:pt>
                <c:pt idx="681" formatCode="0.00">
                  <c:v>#N/A</c:v>
                </c:pt>
                <c:pt idx="682" formatCode="0.00">
                  <c:v>#N/A</c:v>
                </c:pt>
                <c:pt idx="683" formatCode="0.00">
                  <c:v>#N/A</c:v>
                </c:pt>
                <c:pt idx="684" formatCode="0.00">
                  <c:v>#N/A</c:v>
                </c:pt>
                <c:pt idx="685" formatCode="0.00">
                  <c:v>#N/A</c:v>
                </c:pt>
                <c:pt idx="686" formatCode="0.00">
                  <c:v>#N/A</c:v>
                </c:pt>
                <c:pt idx="687" formatCode="0.00">
                  <c:v>#N/A</c:v>
                </c:pt>
                <c:pt idx="688" formatCode="0.00">
                  <c:v>#N/A</c:v>
                </c:pt>
                <c:pt idx="689" formatCode="0.00">
                  <c:v>#N/A</c:v>
                </c:pt>
                <c:pt idx="690" formatCode="0.00">
                  <c:v>#N/A</c:v>
                </c:pt>
                <c:pt idx="691" formatCode="0.00">
                  <c:v>#N/A</c:v>
                </c:pt>
                <c:pt idx="692" formatCode="0.00">
                  <c:v>#N/A</c:v>
                </c:pt>
                <c:pt idx="693" formatCode="0.00">
                  <c:v>#N/A</c:v>
                </c:pt>
                <c:pt idx="694" formatCode="0.00">
                  <c:v>#N/A</c:v>
                </c:pt>
                <c:pt idx="695" formatCode="0.00">
                  <c:v>#N/A</c:v>
                </c:pt>
                <c:pt idx="696" formatCode="0.00">
                  <c:v>#N/A</c:v>
                </c:pt>
                <c:pt idx="697" formatCode="0.00">
                  <c:v>#N/A</c:v>
                </c:pt>
                <c:pt idx="698" formatCode="0.00">
                  <c:v>#N/A</c:v>
                </c:pt>
                <c:pt idx="699" formatCode="0.00">
                  <c:v>#N/A</c:v>
                </c:pt>
                <c:pt idx="700" formatCode="0.00">
                  <c:v>#N/A</c:v>
                </c:pt>
                <c:pt idx="701" formatCode="0.00">
                  <c:v>#N/A</c:v>
                </c:pt>
                <c:pt idx="702" formatCode="0.00">
                  <c:v>#N/A</c:v>
                </c:pt>
                <c:pt idx="703" formatCode="0.00">
                  <c:v>#N/A</c:v>
                </c:pt>
                <c:pt idx="704" formatCode="0.00">
                  <c:v>#N/A</c:v>
                </c:pt>
                <c:pt idx="705" formatCode="0.00">
                  <c:v>#N/A</c:v>
                </c:pt>
                <c:pt idx="706" formatCode="0.00">
                  <c:v>#N/A</c:v>
                </c:pt>
                <c:pt idx="707" formatCode="0.00">
                  <c:v>#N/A</c:v>
                </c:pt>
                <c:pt idx="708" formatCode="0.00">
                  <c:v>#N/A</c:v>
                </c:pt>
                <c:pt idx="709" formatCode="0.00">
                  <c:v>#N/A</c:v>
                </c:pt>
                <c:pt idx="710" formatCode="0.00">
                  <c:v>#N/A</c:v>
                </c:pt>
                <c:pt idx="711" formatCode="0.00">
                  <c:v>#N/A</c:v>
                </c:pt>
                <c:pt idx="712" formatCode="0.00">
                  <c:v>#N/A</c:v>
                </c:pt>
                <c:pt idx="713" formatCode="0.00">
                  <c:v>#N/A</c:v>
                </c:pt>
                <c:pt idx="714" formatCode="0.00">
                  <c:v>#N/A</c:v>
                </c:pt>
                <c:pt idx="715" formatCode="0.00">
                  <c:v>#N/A</c:v>
                </c:pt>
                <c:pt idx="716" formatCode="0.00">
                  <c:v>#N/A</c:v>
                </c:pt>
                <c:pt idx="717" formatCode="0.00">
                  <c:v>#N/A</c:v>
                </c:pt>
                <c:pt idx="718" formatCode="0.00">
                  <c:v>#N/A</c:v>
                </c:pt>
                <c:pt idx="719" formatCode="0.00">
                  <c:v>#N/A</c:v>
                </c:pt>
                <c:pt idx="720" formatCode="0.00">
                  <c:v>#N/A</c:v>
                </c:pt>
                <c:pt idx="721" formatCode="0.00">
                  <c:v>#N/A</c:v>
                </c:pt>
                <c:pt idx="722" formatCode="0.00">
                  <c:v>#N/A</c:v>
                </c:pt>
                <c:pt idx="723" formatCode="0.00">
                  <c:v>#N/A</c:v>
                </c:pt>
                <c:pt idx="724" formatCode="0.00">
                  <c:v>#N/A</c:v>
                </c:pt>
                <c:pt idx="725" formatCode="0.00">
                  <c:v>#N/A</c:v>
                </c:pt>
                <c:pt idx="726" formatCode="0.00">
                  <c:v>#N/A</c:v>
                </c:pt>
                <c:pt idx="727" formatCode="0.00">
                  <c:v>#N/A</c:v>
                </c:pt>
                <c:pt idx="728" formatCode="0.00">
                  <c:v>#N/A</c:v>
                </c:pt>
                <c:pt idx="729" formatCode="0.00">
                  <c:v>#N/A</c:v>
                </c:pt>
                <c:pt idx="730" formatCode="0.00">
                  <c:v>#N/A</c:v>
                </c:pt>
                <c:pt idx="731" formatCode="0.00">
                  <c:v>#N/A</c:v>
                </c:pt>
                <c:pt idx="732" formatCode="0.00">
                  <c:v>#N/A</c:v>
                </c:pt>
                <c:pt idx="733" formatCode="0.00">
                  <c:v>#N/A</c:v>
                </c:pt>
                <c:pt idx="734" formatCode="0.00">
                  <c:v>#N/A</c:v>
                </c:pt>
                <c:pt idx="735" formatCode="0.00">
                  <c:v>#N/A</c:v>
                </c:pt>
                <c:pt idx="736" formatCode="0.00">
                  <c:v>#N/A</c:v>
                </c:pt>
                <c:pt idx="737" formatCode="0.00">
                  <c:v>#N/A</c:v>
                </c:pt>
                <c:pt idx="738" formatCode="0.00">
                  <c:v>#N/A</c:v>
                </c:pt>
                <c:pt idx="739" formatCode="0.00">
                  <c:v>#N/A</c:v>
                </c:pt>
                <c:pt idx="740" formatCode="0.00">
                  <c:v>#N/A</c:v>
                </c:pt>
                <c:pt idx="741" formatCode="0.00">
                  <c:v>#N/A</c:v>
                </c:pt>
                <c:pt idx="742" formatCode="0.00">
                  <c:v>#N/A</c:v>
                </c:pt>
                <c:pt idx="743" formatCode="0.00">
                  <c:v>#N/A</c:v>
                </c:pt>
                <c:pt idx="744" formatCode="0.00">
                  <c:v>#N/A</c:v>
                </c:pt>
                <c:pt idx="745" formatCode="0.00">
                  <c:v>#N/A</c:v>
                </c:pt>
                <c:pt idx="746" formatCode="0.00">
                  <c:v>#N/A</c:v>
                </c:pt>
                <c:pt idx="747" formatCode="0.00">
                  <c:v>#N/A</c:v>
                </c:pt>
                <c:pt idx="748" formatCode="0.00">
                  <c:v>#N/A</c:v>
                </c:pt>
                <c:pt idx="749" formatCode="0.00">
                  <c:v>#N/A</c:v>
                </c:pt>
                <c:pt idx="750" formatCode="0.00">
                  <c:v>#N/A</c:v>
                </c:pt>
                <c:pt idx="751" formatCode="0.00">
                  <c:v>#N/A</c:v>
                </c:pt>
                <c:pt idx="752" formatCode="0.00">
                  <c:v>#N/A</c:v>
                </c:pt>
                <c:pt idx="753" formatCode="0.00">
                  <c:v>#N/A</c:v>
                </c:pt>
                <c:pt idx="754" formatCode="0.00">
                  <c:v>#N/A</c:v>
                </c:pt>
                <c:pt idx="755" formatCode="0.00">
                  <c:v>#N/A</c:v>
                </c:pt>
                <c:pt idx="756" formatCode="0.00">
                  <c:v>#N/A</c:v>
                </c:pt>
                <c:pt idx="757" formatCode="0.00">
                  <c:v>#N/A</c:v>
                </c:pt>
                <c:pt idx="758" formatCode="0.00">
                  <c:v>#N/A</c:v>
                </c:pt>
                <c:pt idx="759" formatCode="0.00">
                  <c:v>#N/A</c:v>
                </c:pt>
                <c:pt idx="760" formatCode="0.00">
                  <c:v>#N/A</c:v>
                </c:pt>
                <c:pt idx="761" formatCode="0.00">
                  <c:v>#N/A</c:v>
                </c:pt>
                <c:pt idx="762" formatCode="0.00">
                  <c:v>#N/A</c:v>
                </c:pt>
                <c:pt idx="763" formatCode="0.00">
                  <c:v>#N/A</c:v>
                </c:pt>
                <c:pt idx="764" formatCode="0.00">
                  <c:v>#N/A</c:v>
                </c:pt>
                <c:pt idx="765" formatCode="0.00">
                  <c:v>#N/A</c:v>
                </c:pt>
                <c:pt idx="766" formatCode="0.00">
                  <c:v>#N/A</c:v>
                </c:pt>
                <c:pt idx="767" formatCode="0.00">
                  <c:v>#N/A</c:v>
                </c:pt>
                <c:pt idx="768" formatCode="0.00">
                  <c:v>#N/A</c:v>
                </c:pt>
                <c:pt idx="769" formatCode="0.00">
                  <c:v>#N/A</c:v>
                </c:pt>
                <c:pt idx="770" formatCode="0.00">
                  <c:v>#N/A</c:v>
                </c:pt>
                <c:pt idx="771" formatCode="0.00">
                  <c:v>#N/A</c:v>
                </c:pt>
                <c:pt idx="772" formatCode="0.00">
                  <c:v>#N/A</c:v>
                </c:pt>
                <c:pt idx="773" formatCode="0.00">
                  <c:v>#N/A</c:v>
                </c:pt>
                <c:pt idx="774" formatCode="0.00">
                  <c:v>#N/A</c:v>
                </c:pt>
                <c:pt idx="775" formatCode="0.00">
                  <c:v>#N/A</c:v>
                </c:pt>
                <c:pt idx="776" formatCode="0.00">
                  <c:v>#N/A</c:v>
                </c:pt>
                <c:pt idx="777" formatCode="0.00">
                  <c:v>#N/A</c:v>
                </c:pt>
                <c:pt idx="778" formatCode="0.00">
                  <c:v>#N/A</c:v>
                </c:pt>
                <c:pt idx="779" formatCode="0.00">
                  <c:v>#N/A</c:v>
                </c:pt>
                <c:pt idx="780" formatCode="0.00">
                  <c:v>#N/A</c:v>
                </c:pt>
                <c:pt idx="781" formatCode="0.00">
                  <c:v>#N/A</c:v>
                </c:pt>
                <c:pt idx="782" formatCode="0.00">
                  <c:v>#N/A</c:v>
                </c:pt>
                <c:pt idx="783" formatCode="0.00">
                  <c:v>#N/A</c:v>
                </c:pt>
                <c:pt idx="784" formatCode="0.00">
                  <c:v>#N/A</c:v>
                </c:pt>
                <c:pt idx="785" formatCode="0.00">
                  <c:v>#N/A</c:v>
                </c:pt>
                <c:pt idx="786" formatCode="0.00">
                  <c:v>#N/A</c:v>
                </c:pt>
                <c:pt idx="787" formatCode="0.00">
                  <c:v>#N/A</c:v>
                </c:pt>
                <c:pt idx="788" formatCode="0.00">
                  <c:v>#N/A</c:v>
                </c:pt>
                <c:pt idx="789" formatCode="0.00">
                  <c:v>#N/A</c:v>
                </c:pt>
                <c:pt idx="790" formatCode="0.00">
                  <c:v>#N/A</c:v>
                </c:pt>
                <c:pt idx="791" formatCode="0.00">
                  <c:v>#N/A</c:v>
                </c:pt>
                <c:pt idx="792" formatCode="0.00">
                  <c:v>#N/A</c:v>
                </c:pt>
                <c:pt idx="793" formatCode="0.00">
                  <c:v>#N/A</c:v>
                </c:pt>
                <c:pt idx="794" formatCode="0.00">
                  <c:v>#N/A</c:v>
                </c:pt>
                <c:pt idx="795" formatCode="0.00">
                  <c:v>#N/A</c:v>
                </c:pt>
                <c:pt idx="796" formatCode="0.00">
                  <c:v>#N/A</c:v>
                </c:pt>
                <c:pt idx="797" formatCode="0.00">
                  <c:v>#N/A</c:v>
                </c:pt>
                <c:pt idx="798" formatCode="0.00">
                  <c:v>#N/A</c:v>
                </c:pt>
                <c:pt idx="799" formatCode="0.00">
                  <c:v>#N/A</c:v>
                </c:pt>
                <c:pt idx="800" formatCode="0.00">
                  <c:v>#N/A</c:v>
                </c:pt>
                <c:pt idx="801" formatCode="0.00">
                  <c:v>#N/A</c:v>
                </c:pt>
                <c:pt idx="802" formatCode="0.00">
                  <c:v>#N/A</c:v>
                </c:pt>
                <c:pt idx="803" formatCode="0.00">
                  <c:v>#N/A</c:v>
                </c:pt>
                <c:pt idx="804" formatCode="0.00">
                  <c:v>#N/A</c:v>
                </c:pt>
                <c:pt idx="805" formatCode="0.00">
                  <c:v>#N/A</c:v>
                </c:pt>
                <c:pt idx="806" formatCode="0.00">
                  <c:v>#N/A</c:v>
                </c:pt>
                <c:pt idx="807" formatCode="0.00">
                  <c:v>#N/A</c:v>
                </c:pt>
                <c:pt idx="808" formatCode="0.00">
                  <c:v>#N/A</c:v>
                </c:pt>
                <c:pt idx="809" formatCode="0.00">
                  <c:v>#N/A</c:v>
                </c:pt>
                <c:pt idx="810" formatCode="0.00">
                  <c:v>#N/A</c:v>
                </c:pt>
                <c:pt idx="811" formatCode="0.00">
                  <c:v>#N/A</c:v>
                </c:pt>
                <c:pt idx="812" formatCode="0.00">
                  <c:v>#N/A</c:v>
                </c:pt>
                <c:pt idx="813" formatCode="0.00">
                  <c:v>#N/A</c:v>
                </c:pt>
                <c:pt idx="814" formatCode="0.00">
                  <c:v>#N/A</c:v>
                </c:pt>
                <c:pt idx="815" formatCode="0.00">
                  <c:v>#N/A</c:v>
                </c:pt>
                <c:pt idx="816" formatCode="0.00">
                  <c:v>#N/A</c:v>
                </c:pt>
                <c:pt idx="817" formatCode="0.00">
                  <c:v>#N/A</c:v>
                </c:pt>
                <c:pt idx="818" formatCode="0.00">
                  <c:v>#N/A</c:v>
                </c:pt>
                <c:pt idx="819" formatCode="0.00">
                  <c:v>#N/A</c:v>
                </c:pt>
                <c:pt idx="820" formatCode="0.00">
                  <c:v>#N/A</c:v>
                </c:pt>
                <c:pt idx="821" formatCode="0.00">
                  <c:v>#N/A</c:v>
                </c:pt>
                <c:pt idx="822" formatCode="0.00">
                  <c:v>#N/A</c:v>
                </c:pt>
                <c:pt idx="823" formatCode="0.00">
                  <c:v>#N/A</c:v>
                </c:pt>
                <c:pt idx="824" formatCode="0.00">
                  <c:v>#N/A</c:v>
                </c:pt>
                <c:pt idx="825" formatCode="0.00">
                  <c:v>#N/A</c:v>
                </c:pt>
                <c:pt idx="826" formatCode="0.00">
                  <c:v>#N/A</c:v>
                </c:pt>
                <c:pt idx="827" formatCode="0.00">
                  <c:v>#N/A</c:v>
                </c:pt>
                <c:pt idx="828" formatCode="0.00">
                  <c:v>#N/A</c:v>
                </c:pt>
                <c:pt idx="829" formatCode="0.00">
                  <c:v>#N/A</c:v>
                </c:pt>
                <c:pt idx="830" formatCode="0.00">
                  <c:v>#N/A</c:v>
                </c:pt>
                <c:pt idx="831" formatCode="0.00">
                  <c:v>#N/A</c:v>
                </c:pt>
                <c:pt idx="832" formatCode="0.00">
                  <c:v>#N/A</c:v>
                </c:pt>
                <c:pt idx="833" formatCode="0.00">
                  <c:v>#N/A</c:v>
                </c:pt>
                <c:pt idx="834" formatCode="0.00">
                  <c:v>#N/A</c:v>
                </c:pt>
                <c:pt idx="835" formatCode="0.00">
                  <c:v>#N/A</c:v>
                </c:pt>
                <c:pt idx="836" formatCode="0.00">
                  <c:v>#N/A</c:v>
                </c:pt>
                <c:pt idx="837" formatCode="0.00">
                  <c:v>#N/A</c:v>
                </c:pt>
                <c:pt idx="838" formatCode="0.00">
                  <c:v>#N/A</c:v>
                </c:pt>
                <c:pt idx="839" formatCode="0.00">
                  <c:v>#N/A</c:v>
                </c:pt>
                <c:pt idx="840" formatCode="0.00">
                  <c:v>#N/A</c:v>
                </c:pt>
                <c:pt idx="841" formatCode="0.00">
                  <c:v>#N/A</c:v>
                </c:pt>
                <c:pt idx="842" formatCode="0.00">
                  <c:v>#N/A</c:v>
                </c:pt>
                <c:pt idx="843" formatCode="0.00">
                  <c:v>#N/A</c:v>
                </c:pt>
                <c:pt idx="844" formatCode="0.00">
                  <c:v>#N/A</c:v>
                </c:pt>
                <c:pt idx="845" formatCode="0.00">
                  <c:v>#N/A</c:v>
                </c:pt>
                <c:pt idx="846" formatCode="0.00">
                  <c:v>#N/A</c:v>
                </c:pt>
                <c:pt idx="847" formatCode="0.00">
                  <c:v>#N/A</c:v>
                </c:pt>
                <c:pt idx="848" formatCode="0.00">
                  <c:v>#N/A</c:v>
                </c:pt>
                <c:pt idx="849" formatCode="0.00">
                  <c:v>#N/A</c:v>
                </c:pt>
                <c:pt idx="850" formatCode="0.00">
                  <c:v>#N/A</c:v>
                </c:pt>
                <c:pt idx="851" formatCode="0.00">
                  <c:v>#N/A</c:v>
                </c:pt>
                <c:pt idx="852" formatCode="0.00">
                  <c:v>#N/A</c:v>
                </c:pt>
                <c:pt idx="853" formatCode="0.00">
                  <c:v>#N/A</c:v>
                </c:pt>
                <c:pt idx="854" formatCode="0.00">
                  <c:v>#N/A</c:v>
                </c:pt>
                <c:pt idx="855" formatCode="0.00">
                  <c:v>#N/A</c:v>
                </c:pt>
                <c:pt idx="856" formatCode="0.00">
                  <c:v>#N/A</c:v>
                </c:pt>
                <c:pt idx="857" formatCode="0.00">
                  <c:v>#N/A</c:v>
                </c:pt>
                <c:pt idx="858" formatCode="0.00">
                  <c:v>#N/A</c:v>
                </c:pt>
                <c:pt idx="859" formatCode="0.00">
                  <c:v>#N/A</c:v>
                </c:pt>
                <c:pt idx="860" formatCode="0.00">
                  <c:v>#N/A</c:v>
                </c:pt>
                <c:pt idx="861" formatCode="0.00">
                  <c:v>#N/A</c:v>
                </c:pt>
                <c:pt idx="862" formatCode="0.00">
                  <c:v>#N/A</c:v>
                </c:pt>
                <c:pt idx="863" formatCode="0.00">
                  <c:v>#N/A</c:v>
                </c:pt>
                <c:pt idx="864" formatCode="0.00">
                  <c:v>#N/A</c:v>
                </c:pt>
                <c:pt idx="865" formatCode="0.00">
                  <c:v>#N/A</c:v>
                </c:pt>
                <c:pt idx="866" formatCode="0.00">
                  <c:v>#N/A</c:v>
                </c:pt>
                <c:pt idx="867" formatCode="0.00">
                  <c:v>#N/A</c:v>
                </c:pt>
                <c:pt idx="868" formatCode="0.00">
                  <c:v>#N/A</c:v>
                </c:pt>
                <c:pt idx="869" formatCode="0.00">
                  <c:v>#N/A</c:v>
                </c:pt>
                <c:pt idx="870" formatCode="0.00">
                  <c:v>#N/A</c:v>
                </c:pt>
                <c:pt idx="871" formatCode="0.00">
                  <c:v>#N/A</c:v>
                </c:pt>
                <c:pt idx="872" formatCode="0.00">
                  <c:v>#N/A</c:v>
                </c:pt>
                <c:pt idx="873" formatCode="0.00">
                  <c:v>#N/A</c:v>
                </c:pt>
                <c:pt idx="874" formatCode="0.00">
                  <c:v>#N/A</c:v>
                </c:pt>
                <c:pt idx="875" formatCode="0.00">
                  <c:v>#N/A</c:v>
                </c:pt>
                <c:pt idx="876" formatCode="0.00">
                  <c:v>#N/A</c:v>
                </c:pt>
                <c:pt idx="877" formatCode="0.00">
                  <c:v>#N/A</c:v>
                </c:pt>
                <c:pt idx="878" formatCode="0.00">
                  <c:v>#N/A</c:v>
                </c:pt>
                <c:pt idx="879" formatCode="0.00">
                  <c:v>#N/A</c:v>
                </c:pt>
                <c:pt idx="880" formatCode="0.00">
                  <c:v>#N/A</c:v>
                </c:pt>
                <c:pt idx="881" formatCode="0.00">
                  <c:v>#N/A</c:v>
                </c:pt>
                <c:pt idx="882" formatCode="0.00">
                  <c:v>#N/A</c:v>
                </c:pt>
                <c:pt idx="883" formatCode="0.00">
                  <c:v>#N/A</c:v>
                </c:pt>
                <c:pt idx="884" formatCode="0.00">
                  <c:v>#N/A</c:v>
                </c:pt>
                <c:pt idx="885" formatCode="0.00">
                  <c:v>#N/A</c:v>
                </c:pt>
                <c:pt idx="886" formatCode="0.00">
                  <c:v>#N/A</c:v>
                </c:pt>
                <c:pt idx="887" formatCode="0.00">
                  <c:v>#N/A</c:v>
                </c:pt>
                <c:pt idx="888" formatCode="0.00">
                  <c:v>#N/A</c:v>
                </c:pt>
                <c:pt idx="889" formatCode="0.00">
                  <c:v>#N/A</c:v>
                </c:pt>
                <c:pt idx="890" formatCode="0.00">
                  <c:v>#N/A</c:v>
                </c:pt>
                <c:pt idx="891" formatCode="0.00">
                  <c:v>#N/A</c:v>
                </c:pt>
                <c:pt idx="892" formatCode="0.00">
                  <c:v>#N/A</c:v>
                </c:pt>
                <c:pt idx="893" formatCode="0.00">
                  <c:v>#N/A</c:v>
                </c:pt>
                <c:pt idx="894" formatCode="0.00">
                  <c:v>#N/A</c:v>
                </c:pt>
                <c:pt idx="895" formatCode="0.00">
                  <c:v>#N/A</c:v>
                </c:pt>
                <c:pt idx="896" formatCode="0.00">
                  <c:v>#N/A</c:v>
                </c:pt>
                <c:pt idx="897" formatCode="0.00">
                  <c:v>#N/A</c:v>
                </c:pt>
                <c:pt idx="898" formatCode="0.00">
                  <c:v>#N/A</c:v>
                </c:pt>
                <c:pt idx="899" formatCode="0.00">
                  <c:v>#N/A</c:v>
                </c:pt>
                <c:pt idx="900" formatCode="0.00">
                  <c:v>#N/A</c:v>
                </c:pt>
                <c:pt idx="901" formatCode="0.00">
                  <c:v>#N/A</c:v>
                </c:pt>
                <c:pt idx="902" formatCode="0.00">
                  <c:v>#N/A</c:v>
                </c:pt>
                <c:pt idx="903" formatCode="0.00">
                  <c:v>#N/A</c:v>
                </c:pt>
                <c:pt idx="904" formatCode="0.00">
                  <c:v>#N/A</c:v>
                </c:pt>
                <c:pt idx="905" formatCode="0.00">
                  <c:v>#N/A</c:v>
                </c:pt>
                <c:pt idx="906" formatCode="0.00">
                  <c:v>#N/A</c:v>
                </c:pt>
                <c:pt idx="907" formatCode="0.00">
                  <c:v>#N/A</c:v>
                </c:pt>
                <c:pt idx="908" formatCode="0.00">
                  <c:v>#N/A</c:v>
                </c:pt>
                <c:pt idx="909" formatCode="0.00">
                  <c:v>#N/A</c:v>
                </c:pt>
                <c:pt idx="910" formatCode="0.00">
                  <c:v>#N/A</c:v>
                </c:pt>
                <c:pt idx="911" formatCode="0.00">
                  <c:v>#N/A</c:v>
                </c:pt>
                <c:pt idx="912" formatCode="0.00">
                  <c:v>#N/A</c:v>
                </c:pt>
                <c:pt idx="913" formatCode="0.00">
                  <c:v>#N/A</c:v>
                </c:pt>
                <c:pt idx="914" formatCode="0.00">
                  <c:v>#N/A</c:v>
                </c:pt>
                <c:pt idx="915" formatCode="0.00">
                  <c:v>#N/A</c:v>
                </c:pt>
                <c:pt idx="916" formatCode="0.00">
                  <c:v>#N/A</c:v>
                </c:pt>
                <c:pt idx="917" formatCode="0.00">
                  <c:v>#N/A</c:v>
                </c:pt>
                <c:pt idx="918" formatCode="0.00">
                  <c:v>#N/A</c:v>
                </c:pt>
                <c:pt idx="919" formatCode="0.00">
                  <c:v>#N/A</c:v>
                </c:pt>
                <c:pt idx="920" formatCode="0.00">
                  <c:v>#N/A</c:v>
                </c:pt>
                <c:pt idx="921" formatCode="0.00">
                  <c:v>#N/A</c:v>
                </c:pt>
                <c:pt idx="922" formatCode="0.00">
                  <c:v>#N/A</c:v>
                </c:pt>
                <c:pt idx="923" formatCode="0.00">
                  <c:v>#N/A</c:v>
                </c:pt>
                <c:pt idx="924" formatCode="0.00">
                  <c:v>#N/A</c:v>
                </c:pt>
                <c:pt idx="925" formatCode="0.00">
                  <c:v>#N/A</c:v>
                </c:pt>
                <c:pt idx="926" formatCode="0.00">
                  <c:v>#N/A</c:v>
                </c:pt>
                <c:pt idx="927" formatCode="0.00">
                  <c:v>#N/A</c:v>
                </c:pt>
                <c:pt idx="928" formatCode="0.00">
                  <c:v>#N/A</c:v>
                </c:pt>
                <c:pt idx="929" formatCode="0.00">
                  <c:v>#N/A</c:v>
                </c:pt>
                <c:pt idx="930" formatCode="0.00">
                  <c:v>#N/A</c:v>
                </c:pt>
                <c:pt idx="931" formatCode="0.00">
                  <c:v>#N/A</c:v>
                </c:pt>
                <c:pt idx="932" formatCode="0.00">
                  <c:v>#N/A</c:v>
                </c:pt>
                <c:pt idx="933" formatCode="0.00">
                  <c:v>#N/A</c:v>
                </c:pt>
                <c:pt idx="934" formatCode="0.00">
                  <c:v>#N/A</c:v>
                </c:pt>
                <c:pt idx="935" formatCode="0.00">
                  <c:v>#N/A</c:v>
                </c:pt>
                <c:pt idx="936" formatCode="0.00">
                  <c:v>#N/A</c:v>
                </c:pt>
                <c:pt idx="937" formatCode="0.00">
                  <c:v>#N/A</c:v>
                </c:pt>
                <c:pt idx="938" formatCode="0.00">
                  <c:v>#N/A</c:v>
                </c:pt>
                <c:pt idx="939" formatCode="0.00">
                  <c:v>#N/A</c:v>
                </c:pt>
                <c:pt idx="940" formatCode="0.00">
                  <c:v>#N/A</c:v>
                </c:pt>
                <c:pt idx="941" formatCode="0.00">
                  <c:v>#N/A</c:v>
                </c:pt>
                <c:pt idx="942" formatCode="0.00">
                  <c:v>#N/A</c:v>
                </c:pt>
                <c:pt idx="943" formatCode="0.00">
                  <c:v>#N/A</c:v>
                </c:pt>
                <c:pt idx="944" formatCode="0.00">
                  <c:v>#N/A</c:v>
                </c:pt>
                <c:pt idx="945" formatCode="0.00">
                  <c:v>#N/A</c:v>
                </c:pt>
                <c:pt idx="946" formatCode="0.00">
                  <c:v>#N/A</c:v>
                </c:pt>
                <c:pt idx="947" formatCode="0.00">
                  <c:v>#N/A</c:v>
                </c:pt>
                <c:pt idx="948" formatCode="0.00">
                  <c:v>#N/A</c:v>
                </c:pt>
                <c:pt idx="949" formatCode="0.00">
                  <c:v>#N/A</c:v>
                </c:pt>
                <c:pt idx="950" formatCode="0.00">
                  <c:v>#N/A</c:v>
                </c:pt>
                <c:pt idx="951" formatCode="0.00">
                  <c:v>#N/A</c:v>
                </c:pt>
                <c:pt idx="952" formatCode="0.00">
                  <c:v>#N/A</c:v>
                </c:pt>
                <c:pt idx="953" formatCode="0.00">
                  <c:v>#N/A</c:v>
                </c:pt>
                <c:pt idx="954" formatCode="0.00">
                  <c:v>#N/A</c:v>
                </c:pt>
                <c:pt idx="955" formatCode="0.00">
                  <c:v>#N/A</c:v>
                </c:pt>
                <c:pt idx="956" formatCode="0.00">
                  <c:v>#N/A</c:v>
                </c:pt>
                <c:pt idx="957" formatCode="0.00">
                  <c:v>#N/A</c:v>
                </c:pt>
                <c:pt idx="958" formatCode="0.00">
                  <c:v>#N/A</c:v>
                </c:pt>
                <c:pt idx="959" formatCode="0.00">
                  <c:v>#N/A</c:v>
                </c:pt>
                <c:pt idx="960" formatCode="0.00">
                  <c:v>#N/A</c:v>
                </c:pt>
                <c:pt idx="961" formatCode="0.00">
                  <c:v>#N/A</c:v>
                </c:pt>
                <c:pt idx="962" formatCode="0.00">
                  <c:v>#N/A</c:v>
                </c:pt>
                <c:pt idx="963" formatCode="0.00">
                  <c:v>#N/A</c:v>
                </c:pt>
                <c:pt idx="964" formatCode="0.00">
                  <c:v>#N/A</c:v>
                </c:pt>
                <c:pt idx="965" formatCode="0.00">
                  <c:v>#N/A</c:v>
                </c:pt>
                <c:pt idx="966" formatCode="0.00">
                  <c:v>#N/A</c:v>
                </c:pt>
                <c:pt idx="967" formatCode="0.00">
                  <c:v>#N/A</c:v>
                </c:pt>
                <c:pt idx="968" formatCode="0.00">
                  <c:v>#N/A</c:v>
                </c:pt>
                <c:pt idx="969" formatCode="0.00">
                  <c:v>#N/A</c:v>
                </c:pt>
                <c:pt idx="970" formatCode="0.00">
                  <c:v>#N/A</c:v>
                </c:pt>
                <c:pt idx="971" formatCode="0.00">
                  <c:v>#N/A</c:v>
                </c:pt>
                <c:pt idx="972" formatCode="0.00">
                  <c:v>#N/A</c:v>
                </c:pt>
                <c:pt idx="973" formatCode="0.00">
                  <c:v>#N/A</c:v>
                </c:pt>
                <c:pt idx="974" formatCode="0.00">
                  <c:v>#N/A</c:v>
                </c:pt>
                <c:pt idx="975" formatCode="0.00">
                  <c:v>#N/A</c:v>
                </c:pt>
                <c:pt idx="976" formatCode="0.00">
                  <c:v>#N/A</c:v>
                </c:pt>
                <c:pt idx="977" formatCode="0.00">
                  <c:v>#N/A</c:v>
                </c:pt>
                <c:pt idx="978" formatCode="0.00">
                  <c:v>#N/A</c:v>
                </c:pt>
                <c:pt idx="979" formatCode="0.00">
                  <c:v>#N/A</c:v>
                </c:pt>
                <c:pt idx="980" formatCode="0.00">
                  <c:v>#N/A</c:v>
                </c:pt>
                <c:pt idx="981" formatCode="0.00">
                  <c:v>#N/A</c:v>
                </c:pt>
                <c:pt idx="982" formatCode="0.00">
                  <c:v>#N/A</c:v>
                </c:pt>
                <c:pt idx="983" formatCode="0.00">
                  <c:v>#N/A</c:v>
                </c:pt>
                <c:pt idx="984" formatCode="0.00">
                  <c:v>#N/A</c:v>
                </c:pt>
                <c:pt idx="985" formatCode="0.00">
                  <c:v>#N/A</c:v>
                </c:pt>
                <c:pt idx="986" formatCode="0.00">
                  <c:v>#N/A</c:v>
                </c:pt>
                <c:pt idx="987" formatCode="0.00">
                  <c:v>#N/A</c:v>
                </c:pt>
                <c:pt idx="988" formatCode="0.00">
                  <c:v>#N/A</c:v>
                </c:pt>
                <c:pt idx="989" formatCode="0.00">
                  <c:v>#N/A</c:v>
                </c:pt>
                <c:pt idx="990" formatCode="0.00">
                  <c:v>#N/A</c:v>
                </c:pt>
                <c:pt idx="991" formatCode="0.00">
                  <c:v>#N/A</c:v>
                </c:pt>
                <c:pt idx="992" formatCode="0.00">
                  <c:v>#N/A</c:v>
                </c:pt>
                <c:pt idx="993" formatCode="0.00">
                  <c:v>#N/A</c:v>
                </c:pt>
                <c:pt idx="994" formatCode="0.00">
                  <c:v>#N/A</c:v>
                </c:pt>
                <c:pt idx="995" formatCode="0.00">
                  <c:v>#N/A</c:v>
                </c:pt>
                <c:pt idx="996" formatCode="0.00">
                  <c:v>#N/A</c:v>
                </c:pt>
                <c:pt idx="997" formatCode="0.00">
                  <c:v>#N/A</c:v>
                </c:pt>
                <c:pt idx="998" formatCode="0.00">
                  <c:v>#N/A</c:v>
                </c:pt>
                <c:pt idx="999" formatCode="0.00">
                  <c:v>#N/A</c:v>
                </c:pt>
                <c:pt idx="1000" formatCode="0.00">
                  <c:v>#N/A</c:v>
                </c:pt>
              </c:numCache>
            </c:numRef>
          </c:val>
          <c:extLst>
            <c:ext xmlns:c16="http://schemas.microsoft.com/office/drawing/2014/chart" uri="{C3380CC4-5D6E-409C-BE32-E72D297353CC}">
              <c16:uniqueId val="{00000000-D4C5-4A6C-B839-7A31D1F52647}"/>
            </c:ext>
          </c:extLst>
        </c:ser>
        <c:dLbls>
          <c:showLegendKey val="0"/>
          <c:showVal val="0"/>
          <c:showCatName val="0"/>
          <c:showSerName val="0"/>
          <c:showPercent val="0"/>
          <c:showBubbleSize val="0"/>
        </c:dLbls>
        <c:axId val="1392040336"/>
        <c:axId val="1032021760"/>
      </c:areaChart>
      <c:lineChart>
        <c:grouping val="standard"/>
        <c:varyColors val="0"/>
        <c:ser>
          <c:idx val="0"/>
          <c:order val="0"/>
          <c:tx>
            <c:strRef>
              <c:f>TERMP!$BO$8</c:f>
              <c:strCache>
                <c:ptCount val="1"/>
                <c:pt idx="0">
                  <c:v>DM 10y Swap</c:v>
                </c:pt>
              </c:strCache>
            </c:strRef>
          </c:tx>
          <c:spPr>
            <a:ln w="22225" cap="rnd">
              <a:solidFill>
                <a:srgbClr val="8FAADC"/>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TERMP!$BO$10:$BO$1010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2.2585416666666664</c:v>
                </c:pt>
                <c:pt idx="83">
                  <c:v>2.127275</c:v>
                </c:pt>
                <c:pt idx="84">
                  <c:v>2.1899583333333337</c:v>
                </c:pt>
                <c:pt idx="85">
                  <c:v>2.2638166666666666</c:v>
                </c:pt>
                <c:pt idx="86">
                  <c:v>2.33195</c:v>
                </c:pt>
                <c:pt idx="87">
                  <c:v>2.1962416666666669</c:v>
                </c:pt>
                <c:pt idx="88">
                  <c:v>1.8953416666666669</c:v>
                </c:pt>
                <c:pt idx="89">
                  <c:v>1.8995916666666666</c:v>
                </c:pt>
                <c:pt idx="90">
                  <c:v>1.8117083333333335</c:v>
                </c:pt>
                <c:pt idx="91">
                  <c:v>1.7865916666666664</c:v>
                </c:pt>
                <c:pt idx="92">
                  <c:v>1.7987333333333331</c:v>
                </c:pt>
                <c:pt idx="93">
                  <c:v>1.880441666666667</c:v>
                </c:pt>
                <c:pt idx="94">
                  <c:v>1.8039666666666667</c:v>
                </c:pt>
                <c:pt idx="95">
                  <c:v>1.8427</c:v>
                </c:pt>
                <c:pt idx="96">
                  <c:v>1.9795291666666668</c:v>
                </c:pt>
                <c:pt idx="97">
                  <c:v>2.0362208333333336</c:v>
                </c:pt>
                <c:pt idx="98">
                  <c:v>1.911958333333333</c:v>
                </c:pt>
                <c:pt idx="99">
                  <c:v>1.7916499999999997</c:v>
                </c:pt>
                <c:pt idx="100">
                  <c:v>2.0517416666666666</c:v>
                </c:pt>
                <c:pt idx="101">
                  <c:v>2.3724708333333333</c:v>
                </c:pt>
                <c:pt idx="102">
                  <c:v>2.3520249999999998</c:v>
                </c:pt>
                <c:pt idx="103">
                  <c:v>2.4960458333333331</c:v>
                </c:pt>
                <c:pt idx="104">
                  <c:v>2.4130083333333334</c:v>
                </c:pt>
                <c:pt idx="105">
                  <c:v>2.3466749999999998</c:v>
                </c:pt>
                <c:pt idx="106">
                  <c:v>2.4395000000000002</c:v>
                </c:pt>
                <c:pt idx="107">
                  <c:v>2.6388541666666669</c:v>
                </c:pt>
                <c:pt idx="108">
                  <c:v>2.3527499999999999</c:v>
                </c:pt>
                <c:pt idx="109">
                  <c:v>2.3463083333333334</c:v>
                </c:pt>
                <c:pt idx="110">
                  <c:v>2.3454250000000001</c:v>
                </c:pt>
                <c:pt idx="111">
                  <c:v>2.2982374999999999</c:v>
                </c:pt>
                <c:pt idx="112">
                  <c:v>2.1529958333333337</c:v>
                </c:pt>
                <c:pt idx="113">
                  <c:v>2.1425416666666663</c:v>
                </c:pt>
                <c:pt idx="114">
                  <c:v>2.0641750000000001</c:v>
                </c:pt>
                <c:pt idx="115">
                  <c:v>1.8970166666666668</c:v>
                </c:pt>
                <c:pt idx="116">
                  <c:v>2.0262249999999997</c:v>
                </c:pt>
                <c:pt idx="117">
                  <c:v>1.894466666666667</c:v>
                </c:pt>
                <c:pt idx="118">
                  <c:v>1.7254166666666666</c:v>
                </c:pt>
                <c:pt idx="119">
                  <c:v>1.6948583333333334</c:v>
                </c:pt>
                <c:pt idx="120">
                  <c:v>1.2582416666666665</c:v>
                </c:pt>
                <c:pt idx="121">
                  <c:v>1.4333583333333333</c:v>
                </c:pt>
                <c:pt idx="122">
                  <c:v>1.3874124999999999</c:v>
                </c:pt>
                <c:pt idx="123">
                  <c:v>1.4001875000000001</c:v>
                </c:pt>
                <c:pt idx="124">
                  <c:v>1.5867958333333334</c:v>
                </c:pt>
                <c:pt idx="125">
                  <c:v>1.9004125000000001</c:v>
                </c:pt>
                <c:pt idx="126">
                  <c:v>1.6408000000000003</c:v>
                </c:pt>
                <c:pt idx="127">
                  <c:v>1.6389916666666666</c:v>
                </c:pt>
                <c:pt idx="128">
                  <c:v>1.5829666666666666</c:v>
                </c:pt>
                <c:pt idx="129">
                  <c:v>1.5410291666666669</c:v>
                </c:pt>
                <c:pt idx="130">
                  <c:v>1.5268708333333334</c:v>
                </c:pt>
                <c:pt idx="131">
                  <c:v>1.5713333333333335</c:v>
                </c:pt>
                <c:pt idx="132">
                  <c:v>1.2940041666666666</c:v>
                </c:pt>
                <c:pt idx="133">
                  <c:v>1.0770083333333333</c:v>
                </c:pt>
                <c:pt idx="134">
                  <c:v>1.1877166666666668</c:v>
                </c:pt>
                <c:pt idx="135">
                  <c:v>1.220675</c:v>
                </c:pt>
                <c:pt idx="136">
                  <c:v>1.1277916666666665</c:v>
                </c:pt>
                <c:pt idx="137">
                  <c:v>0.92435833333333328</c:v>
                </c:pt>
                <c:pt idx="138">
                  <c:v>0.7770583333333333</c:v>
                </c:pt>
                <c:pt idx="139">
                  <c:v>0.80180833333333335</c:v>
                </c:pt>
                <c:pt idx="140">
                  <c:v>0.79410833333333342</c:v>
                </c:pt>
                <c:pt idx="141">
                  <c:v>1.0541750000000001</c:v>
                </c:pt>
                <c:pt idx="142">
                  <c:v>1.325175</c:v>
                </c:pt>
                <c:pt idx="143">
                  <c:v>1.3703416666666666</c:v>
                </c:pt>
                <c:pt idx="144">
                  <c:v>1.4555499999999999</c:v>
                </c:pt>
                <c:pt idx="145">
                  <c:v>1.3277833333333333</c:v>
                </c:pt>
                <c:pt idx="146">
                  <c:v>1.3711500000000001</c:v>
                </c:pt>
                <c:pt idx="147">
                  <c:v>1.3041583333333333</c:v>
                </c:pt>
                <c:pt idx="148">
                  <c:v>1.2614583333333333</c:v>
                </c:pt>
                <c:pt idx="149">
                  <c:v>1.4420333333333335</c:v>
                </c:pt>
                <c:pt idx="150">
                  <c:v>1.4697750000000001</c:v>
                </c:pt>
                <c:pt idx="151">
                  <c:v>1.3581916666666667</c:v>
                </c:pt>
                <c:pt idx="152">
                  <c:v>1.5338499999999999</c:v>
                </c:pt>
                <c:pt idx="153">
                  <c:v>1.5239500000000001</c:v>
                </c:pt>
                <c:pt idx="154">
                  <c:v>1.4337166666666665</c:v>
                </c:pt>
                <c:pt idx="155">
                  <c:v>1.4975416666666668</c:v>
                </c:pt>
                <c:pt idx="156">
                  <c:v>1.6623166666666664</c:v>
                </c:pt>
                <c:pt idx="157">
                  <c:v>1.7117000000000002</c:v>
                </c:pt>
                <c:pt idx="158">
                  <c:v>1.5837500000000002</c:v>
                </c:pt>
                <c:pt idx="159">
                  <c:v>1.6943583333333334</c:v>
                </c:pt>
                <c:pt idx="160">
                  <c:v>1.6698000000000002</c:v>
                </c:pt>
                <c:pt idx="161">
                  <c:v>1.5980999999999999</c:v>
                </c:pt>
                <c:pt idx="162">
                  <c:v>1.6474916666666666</c:v>
                </c:pt>
                <c:pt idx="163">
                  <c:v>1.6043833333333335</c:v>
                </c:pt>
                <c:pt idx="164">
                  <c:v>1.7443600000000001</c:v>
                </c:pt>
                <c:pt idx="165">
                  <c:v>1.6945833333333333</c:v>
                </c:pt>
                <c:pt idx="166">
                  <c:v>1.6638083333333331</c:v>
                </c:pt>
                <c:pt idx="167">
                  <c:v>1.485825</c:v>
                </c:pt>
                <c:pt idx="168">
                  <c:v>1.4683333333333335</c:v>
                </c:pt>
                <c:pt idx="169">
                  <c:v>1.3732583333333332</c:v>
                </c:pt>
                <c:pt idx="170">
                  <c:v>1.1898749999999998</c:v>
                </c:pt>
                <c:pt idx="171">
                  <c:v>1.2474083333333335</c:v>
                </c:pt>
                <c:pt idx="172">
                  <c:v>1.0392250000000001</c:v>
                </c:pt>
                <c:pt idx="173">
                  <c:v>0.94807500000000011</c:v>
                </c:pt>
                <c:pt idx="174">
                  <c:v>0.89763333333333328</c:v>
                </c:pt>
                <c:pt idx="175">
                  <c:v>0.57236650000000011</c:v>
                </c:pt>
                <c:pt idx="176">
                  <c:v>0.66550833333333337</c:v>
                </c:pt>
                <c:pt idx="177">
                  <c:v>0.82914333333333345</c:v>
                </c:pt>
                <c:pt idx="178">
                  <c:v>0.8320333333333334</c:v>
                </c:pt>
                <c:pt idx="179">
                  <c:v>0.9542250000000001</c:v>
                </c:pt>
                <c:pt idx="180">
                  <c:v>0.68677499999999991</c:v>
                </c:pt>
                <c:pt idx="181">
                  <c:v>0.52339166666666659</c:v>
                </c:pt>
                <c:pt idx="182">
                  <c:v>0.41726666666666667</c:v>
                </c:pt>
                <c:pt idx="183">
                  <c:v>0.36461666666666664</c:v>
                </c:pt>
                <c:pt idx="184">
                  <c:v>0.33845833333333331</c:v>
                </c:pt>
                <c:pt idx="185">
                  <c:v>0.31544166666666668</c:v>
                </c:pt>
                <c:pt idx="186">
                  <c:v>0.25942833333333332</c:v>
                </c:pt>
                <c:pt idx="187">
                  <c:v>0.40600999999999998</c:v>
                </c:pt>
                <c:pt idx="188">
                  <c:v>0.31910833333333333</c:v>
                </c:pt>
                <c:pt idx="189">
                  <c:v>0.39292166666666667</c:v>
                </c:pt>
                <c:pt idx="190">
                  <c:v>0.40840000000000004</c:v>
                </c:pt>
                <c:pt idx="191">
                  <c:v>0.45450499999999999</c:v>
                </c:pt>
                <c:pt idx="192">
                  <c:v>0.54174166666666668</c:v>
                </c:pt>
                <c:pt idx="193">
                  <c:v>0.9061283333333332</c:v>
                </c:pt>
                <c:pt idx="194">
                  <c:v>0.95756666666666668</c:v>
                </c:pt>
                <c:pt idx="195">
                  <c:v>0.99089166666666673</c:v>
                </c:pt>
                <c:pt idx="196">
                  <c:v>0.95382333333333325</c:v>
                </c:pt>
                <c:pt idx="197">
                  <c:v>0.91757666666666671</c:v>
                </c:pt>
                <c:pt idx="198">
                  <c:v>0.69626333333333335</c:v>
                </c:pt>
                <c:pt idx="199">
                  <c:v>0.72629833333333327</c:v>
                </c:pt>
                <c:pt idx="200">
                  <c:v>0.8925683333333333</c:v>
                </c:pt>
                <c:pt idx="201">
                  <c:v>1.1088083333333334</c:v>
                </c:pt>
                <c:pt idx="202">
                  <c:v>0.98439333333333356</c:v>
                </c:pt>
                <c:pt idx="203">
                  <c:v>1.0388938333333335</c:v>
                </c:pt>
                <c:pt idx="204">
                  <c:v>1.2325916666666668</c:v>
                </c:pt>
                <c:pt idx="205">
                  <c:v>1.4734350000000001</c:v>
                </c:pt>
                <c:pt idx="206">
                  <c:v>1.8729250000000002</c:v>
                </c:pt>
                <c:pt idx="207">
                  <c:v>2.189975</c:v>
                </c:pt>
                <c:pt idx="208">
                  <c:v>2.1514783333333334</c:v>
                </c:pt>
                <c:pt idx="209">
                  <c:v>2.5684016666666669</c:v>
                </c:pt>
                <c:pt idx="210">
                  <c:v>2.1009899999999999</c:v>
                </c:pt>
                <c:pt idx="211">
                  <c:v>2.5711066666666667</c:v>
                </c:pt>
                <c:pt idx="212">
                  <c:v>3.2154366666666667</c:v>
                </c:pt>
                <c:pt idx="213">
                  <c:v>3.1278600000000001</c:v>
                </c:pt>
                <c:pt idx="214">
                  <c:v>2.866825</c:v>
                </c:pt>
                <c:pt idx="215">
                  <c:v>3.2138950000000004</c:v>
                </c:pt>
                <c:pt idx="216">
                  <c:v>2.8927</c:v>
                </c:pt>
                <c:pt idx="217">
                  <c:v>3.193516666666667</c:v>
                </c:pt>
                <c:pt idx="218">
                  <c:v>2.8441166666666668</c:v>
                </c:pt>
                <c:pt idx="219">
                  <c:v>2.8619666666666661</c:v>
                </c:pt>
                <c:pt idx="220">
                  <c:v>3.2095666666666669</c:v>
                </c:pt>
                <c:pt idx="221">
                  <c:v>3.2278083333333334</c:v>
                </c:pt>
                <c:pt idx="222">
                  <c:v>3.3147583333333337</c:v>
                </c:pt>
                <c:pt idx="223">
                  <c:v>3.4584866666666669</c:v>
                </c:pt>
                <c:pt idx="224">
                  <c:v>3.6545166666666673</c:v>
                </c:pt>
                <c:pt idx="225">
                  <c:v>3.7841316666666671</c:v>
                </c:pt>
                <c:pt idx="226">
                  <c:v>3.5027150000000002</c:v>
                </c:pt>
                <c:pt idx="227">
                  <c:v>2.9181166666666667</c:v>
                </c:pt>
                <c:pt idx="228">
                  <c:v>3.2024100000000004</c:v>
                </c:pt>
                <c:pt idx="229">
                  <c:v>3.2207233333333334</c:v>
                </c:pt>
                <c:pt idx="230">
                  <c:v>3.1273175000000002</c:v>
                </c:pt>
                <c:pt idx="231">
                  <c:v>3.4846299999999997</c:v>
                </c:pt>
                <c:pt idx="232">
                  <c:v>3.4159641666666669</c:v>
                </c:pt>
                <c:pt idx="233">
                  <c:v>3.3251783333333331</c:v>
                </c:pt>
                <c:pt idx="234">
                  <c:v>3.1786916666666669</c:v>
                </c:pt>
                <c:pt idx="235">
                  <c:v>3.0028583333333336</c:v>
                </c:pt>
                <c:pt idx="236">
                  <c:v>2.8758583333333334</c:v>
                </c:pt>
                <c:pt idx="237">
                  <c:v>3.1301349999999997</c:v>
                </c:pt>
                <c:pt idx="238">
                  <c:v>3.032353333333333</c:v>
                </c:pt>
                <c:pt idx="239">
                  <c:v>3.23725</c:v>
                </c:pt>
                <c:pt idx="240">
                  <c:v>3.1796500000000001</c:v>
                </c:pt>
                <c:pt idx="241">
                  <c:v>3.0854916666666665</c:v>
                </c:pt>
                <c:pt idx="242">
                  <c:v>3.2107416666666659</c:v>
                </c:pt>
                <c:pt idx="243">
                  <c:v>3.0879799999999999</c:v>
                </c:pt>
                <c:pt idx="244">
                  <c:v>3.1808899999999998</c:v>
                </c:pt>
                <c:pt idx="245">
                  <c:v>3.1505366666666661</c:v>
                </c:pt>
                <c:pt idx="246">
                  <c:v>3.2943099999999998</c:v>
                </c:pt>
                <c:pt idx="247">
                  <c:v>3.2451750000000001</c:v>
                </c:pt>
                <c:pt idx="248">
                  <c:v>3.2549866666666669</c:v>
                </c:pt>
                <c:pt idx="249">
                  <c:v>3.1788833333333333</c:v>
                </c:pt>
                <c:pt idx="250">
                  <c:v>3.2634050000000001</c:v>
                </c:pt>
                <c:pt idx="251">
                  <c:v>3.4293833333333335</c:v>
                </c:pt>
                <c:pt idx="252">
                  <c:v>3.5035333333333334</c:v>
                </c:pt>
                <c:pt idx="253">
                  <c:v>3.2865433333333329</c:v>
                </c:pt>
                <c:pt idx="254">
                  <c:v>3.7572833333333335</c:v>
                </c:pt>
                <c:pt idx="255">
                  <c:v>3.6717416666666662</c:v>
                </c:pt>
                <c:pt idx="256">
                  <c:v>3.6873733333333334</c:v>
                </c:pt>
                <c:pt idx="257">
                  <c:v>3.633551666666667</c:v>
                </c:pt>
                <c:pt idx="258">
                  <c:v>3.9282333333333335</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1-D4C5-4A6C-B839-7A31D1F52647}"/>
            </c:ext>
          </c:extLst>
        </c:ser>
        <c:ser>
          <c:idx val="1"/>
          <c:order val="1"/>
          <c:tx>
            <c:strRef>
              <c:f>TERMP!$BP$8</c:f>
              <c:strCache>
                <c:ptCount val="1"/>
                <c:pt idx="0">
                  <c:v>EM 10y Swap</c:v>
                </c:pt>
              </c:strCache>
            </c:strRef>
          </c:tx>
          <c:spPr>
            <a:ln w="22225" cap="rnd">
              <a:solidFill>
                <a:srgbClr val="002060"/>
              </a:solidFill>
              <a:round/>
            </a:ln>
            <a:effectLst/>
          </c:spPr>
          <c:marker>
            <c:symbol val="none"/>
          </c:marker>
          <c:cat>
            <c:numRef>
              <c:f>TERMP!$B$10:$B$1010</c:f>
              <c:numCache>
                <c:formatCode>m/d/yyyy</c:formatCode>
                <c:ptCount val="1001"/>
                <c:pt idx="0">
                  <c:v>38383</c:v>
                </c:pt>
                <c:pt idx="1">
                  <c:v>38411</c:v>
                </c:pt>
                <c:pt idx="2">
                  <c:v>38442</c:v>
                </c:pt>
                <c:pt idx="3">
                  <c:v>38472</c:v>
                </c:pt>
                <c:pt idx="4">
                  <c:v>38503</c:v>
                </c:pt>
                <c:pt idx="5">
                  <c:v>38533</c:v>
                </c:pt>
                <c:pt idx="6">
                  <c:v>38564</c:v>
                </c:pt>
                <c:pt idx="7">
                  <c:v>38595</c:v>
                </c:pt>
                <c:pt idx="8">
                  <c:v>38625</c:v>
                </c:pt>
                <c:pt idx="9">
                  <c:v>38656</c:v>
                </c:pt>
                <c:pt idx="10">
                  <c:v>38686</c:v>
                </c:pt>
                <c:pt idx="11">
                  <c:v>38717</c:v>
                </c:pt>
                <c:pt idx="12">
                  <c:v>38748</c:v>
                </c:pt>
                <c:pt idx="13">
                  <c:v>38776</c:v>
                </c:pt>
                <c:pt idx="14">
                  <c:v>38807</c:v>
                </c:pt>
                <c:pt idx="15">
                  <c:v>38837</c:v>
                </c:pt>
                <c:pt idx="16">
                  <c:v>38868</c:v>
                </c:pt>
                <c:pt idx="17">
                  <c:v>38898</c:v>
                </c:pt>
                <c:pt idx="18">
                  <c:v>38929</c:v>
                </c:pt>
                <c:pt idx="19">
                  <c:v>38960</c:v>
                </c:pt>
                <c:pt idx="20">
                  <c:v>38990</c:v>
                </c:pt>
                <c:pt idx="21">
                  <c:v>39021</c:v>
                </c:pt>
                <c:pt idx="22">
                  <c:v>39051</c:v>
                </c:pt>
                <c:pt idx="23">
                  <c:v>39082</c:v>
                </c:pt>
                <c:pt idx="24">
                  <c:v>39113</c:v>
                </c:pt>
                <c:pt idx="25">
                  <c:v>39141</c:v>
                </c:pt>
                <c:pt idx="26">
                  <c:v>39172</c:v>
                </c:pt>
                <c:pt idx="27">
                  <c:v>39202</c:v>
                </c:pt>
                <c:pt idx="28">
                  <c:v>39233</c:v>
                </c:pt>
                <c:pt idx="29">
                  <c:v>39263</c:v>
                </c:pt>
                <c:pt idx="30">
                  <c:v>39294</c:v>
                </c:pt>
                <c:pt idx="31">
                  <c:v>39325</c:v>
                </c:pt>
                <c:pt idx="32">
                  <c:v>39355</c:v>
                </c:pt>
                <c:pt idx="33">
                  <c:v>39386</c:v>
                </c:pt>
                <c:pt idx="34">
                  <c:v>39416</c:v>
                </c:pt>
                <c:pt idx="35">
                  <c:v>39447</c:v>
                </c:pt>
                <c:pt idx="36">
                  <c:v>39478</c:v>
                </c:pt>
                <c:pt idx="37">
                  <c:v>39507</c:v>
                </c:pt>
                <c:pt idx="38">
                  <c:v>39538</c:v>
                </c:pt>
                <c:pt idx="39">
                  <c:v>39568</c:v>
                </c:pt>
                <c:pt idx="40">
                  <c:v>39599</c:v>
                </c:pt>
                <c:pt idx="41">
                  <c:v>39629</c:v>
                </c:pt>
                <c:pt idx="42">
                  <c:v>39660</c:v>
                </c:pt>
                <c:pt idx="43">
                  <c:v>39691</c:v>
                </c:pt>
                <c:pt idx="44">
                  <c:v>39721</c:v>
                </c:pt>
                <c:pt idx="45">
                  <c:v>39752</c:v>
                </c:pt>
                <c:pt idx="46">
                  <c:v>39782</c:v>
                </c:pt>
                <c:pt idx="47">
                  <c:v>39813</c:v>
                </c:pt>
                <c:pt idx="48">
                  <c:v>39844</c:v>
                </c:pt>
                <c:pt idx="49">
                  <c:v>39872</c:v>
                </c:pt>
                <c:pt idx="50">
                  <c:v>39903</c:v>
                </c:pt>
                <c:pt idx="51">
                  <c:v>39933</c:v>
                </c:pt>
                <c:pt idx="52">
                  <c:v>39964</c:v>
                </c:pt>
                <c:pt idx="53">
                  <c:v>39994</c:v>
                </c:pt>
                <c:pt idx="54">
                  <c:v>40025</c:v>
                </c:pt>
                <c:pt idx="55">
                  <c:v>40056</c:v>
                </c:pt>
                <c:pt idx="56">
                  <c:v>40086</c:v>
                </c:pt>
                <c:pt idx="57">
                  <c:v>40117</c:v>
                </c:pt>
                <c:pt idx="58">
                  <c:v>40147</c:v>
                </c:pt>
                <c:pt idx="59">
                  <c:v>40178</c:v>
                </c:pt>
                <c:pt idx="60">
                  <c:v>40209</c:v>
                </c:pt>
                <c:pt idx="61">
                  <c:v>40237</c:v>
                </c:pt>
                <c:pt idx="62">
                  <c:v>40268</c:v>
                </c:pt>
                <c:pt idx="63">
                  <c:v>40298</c:v>
                </c:pt>
                <c:pt idx="64">
                  <c:v>40329</c:v>
                </c:pt>
                <c:pt idx="65">
                  <c:v>40359</c:v>
                </c:pt>
                <c:pt idx="66">
                  <c:v>40390</c:v>
                </c:pt>
                <c:pt idx="67">
                  <c:v>40421</c:v>
                </c:pt>
                <c:pt idx="68">
                  <c:v>40451</c:v>
                </c:pt>
                <c:pt idx="69">
                  <c:v>40482</c:v>
                </c:pt>
                <c:pt idx="70">
                  <c:v>40512</c:v>
                </c:pt>
                <c:pt idx="71">
                  <c:v>40543</c:v>
                </c:pt>
                <c:pt idx="72">
                  <c:v>40574</c:v>
                </c:pt>
                <c:pt idx="73">
                  <c:v>40602</c:v>
                </c:pt>
                <c:pt idx="74">
                  <c:v>40633</c:v>
                </c:pt>
                <c:pt idx="75">
                  <c:v>40663</c:v>
                </c:pt>
                <c:pt idx="76">
                  <c:v>40694</c:v>
                </c:pt>
                <c:pt idx="77">
                  <c:v>40724</c:v>
                </c:pt>
                <c:pt idx="78">
                  <c:v>40755</c:v>
                </c:pt>
                <c:pt idx="79">
                  <c:v>40786</c:v>
                </c:pt>
                <c:pt idx="80">
                  <c:v>40816</c:v>
                </c:pt>
                <c:pt idx="81">
                  <c:v>40847</c:v>
                </c:pt>
                <c:pt idx="82">
                  <c:v>40877</c:v>
                </c:pt>
                <c:pt idx="83">
                  <c:v>40908</c:v>
                </c:pt>
                <c:pt idx="84">
                  <c:v>40939</c:v>
                </c:pt>
                <c:pt idx="85">
                  <c:v>40968</c:v>
                </c:pt>
                <c:pt idx="86">
                  <c:v>40999</c:v>
                </c:pt>
                <c:pt idx="87">
                  <c:v>41029</c:v>
                </c:pt>
                <c:pt idx="88">
                  <c:v>41060</c:v>
                </c:pt>
                <c:pt idx="89">
                  <c:v>41090</c:v>
                </c:pt>
                <c:pt idx="90">
                  <c:v>41121</c:v>
                </c:pt>
                <c:pt idx="91">
                  <c:v>41152</c:v>
                </c:pt>
                <c:pt idx="92">
                  <c:v>41182</c:v>
                </c:pt>
                <c:pt idx="93">
                  <c:v>41213</c:v>
                </c:pt>
                <c:pt idx="94">
                  <c:v>41243</c:v>
                </c:pt>
                <c:pt idx="95">
                  <c:v>41274</c:v>
                </c:pt>
                <c:pt idx="96">
                  <c:v>41305</c:v>
                </c:pt>
                <c:pt idx="97">
                  <c:v>41333</c:v>
                </c:pt>
                <c:pt idx="98">
                  <c:v>41364</c:v>
                </c:pt>
                <c:pt idx="99">
                  <c:v>41394</c:v>
                </c:pt>
                <c:pt idx="100">
                  <c:v>41425</c:v>
                </c:pt>
                <c:pt idx="101">
                  <c:v>41455</c:v>
                </c:pt>
                <c:pt idx="102">
                  <c:v>41486</c:v>
                </c:pt>
                <c:pt idx="103">
                  <c:v>41517</c:v>
                </c:pt>
                <c:pt idx="104">
                  <c:v>41547</c:v>
                </c:pt>
                <c:pt idx="105">
                  <c:v>41578</c:v>
                </c:pt>
                <c:pt idx="106">
                  <c:v>41608</c:v>
                </c:pt>
                <c:pt idx="107">
                  <c:v>41639</c:v>
                </c:pt>
                <c:pt idx="108">
                  <c:v>41670</c:v>
                </c:pt>
                <c:pt idx="109">
                  <c:v>41698</c:v>
                </c:pt>
                <c:pt idx="110">
                  <c:v>41729</c:v>
                </c:pt>
                <c:pt idx="111">
                  <c:v>41759</c:v>
                </c:pt>
                <c:pt idx="112">
                  <c:v>41790</c:v>
                </c:pt>
                <c:pt idx="113">
                  <c:v>41820</c:v>
                </c:pt>
                <c:pt idx="114">
                  <c:v>41851</c:v>
                </c:pt>
                <c:pt idx="115">
                  <c:v>41882</c:v>
                </c:pt>
                <c:pt idx="116">
                  <c:v>41912</c:v>
                </c:pt>
                <c:pt idx="117">
                  <c:v>41943</c:v>
                </c:pt>
                <c:pt idx="118">
                  <c:v>41973</c:v>
                </c:pt>
                <c:pt idx="119">
                  <c:v>42004</c:v>
                </c:pt>
                <c:pt idx="120">
                  <c:v>42035</c:v>
                </c:pt>
                <c:pt idx="121">
                  <c:v>42063</c:v>
                </c:pt>
                <c:pt idx="122">
                  <c:v>42094</c:v>
                </c:pt>
                <c:pt idx="123">
                  <c:v>42124</c:v>
                </c:pt>
                <c:pt idx="124">
                  <c:v>42155</c:v>
                </c:pt>
                <c:pt idx="125">
                  <c:v>42185</c:v>
                </c:pt>
                <c:pt idx="126">
                  <c:v>42216</c:v>
                </c:pt>
                <c:pt idx="127">
                  <c:v>42247</c:v>
                </c:pt>
                <c:pt idx="128">
                  <c:v>42277</c:v>
                </c:pt>
                <c:pt idx="129">
                  <c:v>42308</c:v>
                </c:pt>
                <c:pt idx="130">
                  <c:v>42338</c:v>
                </c:pt>
                <c:pt idx="131">
                  <c:v>42369</c:v>
                </c:pt>
                <c:pt idx="132">
                  <c:v>42400</c:v>
                </c:pt>
                <c:pt idx="133">
                  <c:v>42429</c:v>
                </c:pt>
                <c:pt idx="134">
                  <c:v>42460</c:v>
                </c:pt>
                <c:pt idx="135">
                  <c:v>42490</c:v>
                </c:pt>
                <c:pt idx="136">
                  <c:v>42521</c:v>
                </c:pt>
                <c:pt idx="137">
                  <c:v>42551</c:v>
                </c:pt>
                <c:pt idx="138">
                  <c:v>42582</c:v>
                </c:pt>
                <c:pt idx="139">
                  <c:v>42613</c:v>
                </c:pt>
                <c:pt idx="140">
                  <c:v>42643</c:v>
                </c:pt>
                <c:pt idx="141">
                  <c:v>42674</c:v>
                </c:pt>
                <c:pt idx="142">
                  <c:v>42704</c:v>
                </c:pt>
                <c:pt idx="143">
                  <c:v>42735</c:v>
                </c:pt>
                <c:pt idx="144">
                  <c:v>42766</c:v>
                </c:pt>
                <c:pt idx="145">
                  <c:v>42794</c:v>
                </c:pt>
                <c:pt idx="146">
                  <c:v>42825</c:v>
                </c:pt>
                <c:pt idx="147">
                  <c:v>42855</c:v>
                </c:pt>
                <c:pt idx="148">
                  <c:v>42886</c:v>
                </c:pt>
                <c:pt idx="149">
                  <c:v>42916</c:v>
                </c:pt>
                <c:pt idx="150">
                  <c:v>42947</c:v>
                </c:pt>
                <c:pt idx="151">
                  <c:v>42978</c:v>
                </c:pt>
                <c:pt idx="152">
                  <c:v>43008</c:v>
                </c:pt>
                <c:pt idx="153">
                  <c:v>43039</c:v>
                </c:pt>
                <c:pt idx="154">
                  <c:v>43069</c:v>
                </c:pt>
                <c:pt idx="155">
                  <c:v>43100</c:v>
                </c:pt>
                <c:pt idx="156">
                  <c:v>43131</c:v>
                </c:pt>
                <c:pt idx="157">
                  <c:v>43159</c:v>
                </c:pt>
                <c:pt idx="158">
                  <c:v>43190</c:v>
                </c:pt>
                <c:pt idx="159">
                  <c:v>43220</c:v>
                </c:pt>
                <c:pt idx="160">
                  <c:v>43251</c:v>
                </c:pt>
                <c:pt idx="161">
                  <c:v>43281</c:v>
                </c:pt>
                <c:pt idx="162">
                  <c:v>43312</c:v>
                </c:pt>
                <c:pt idx="163">
                  <c:v>43343</c:v>
                </c:pt>
                <c:pt idx="164">
                  <c:v>43373</c:v>
                </c:pt>
                <c:pt idx="165">
                  <c:v>43404</c:v>
                </c:pt>
                <c:pt idx="166">
                  <c:v>43434</c:v>
                </c:pt>
                <c:pt idx="167">
                  <c:v>43465</c:v>
                </c:pt>
                <c:pt idx="168">
                  <c:v>43496</c:v>
                </c:pt>
                <c:pt idx="169">
                  <c:v>43524</c:v>
                </c:pt>
                <c:pt idx="170">
                  <c:v>43555</c:v>
                </c:pt>
                <c:pt idx="171">
                  <c:v>43585</c:v>
                </c:pt>
                <c:pt idx="172">
                  <c:v>43616</c:v>
                </c:pt>
                <c:pt idx="173">
                  <c:v>43646</c:v>
                </c:pt>
                <c:pt idx="174">
                  <c:v>43677</c:v>
                </c:pt>
                <c:pt idx="175">
                  <c:v>43708</c:v>
                </c:pt>
                <c:pt idx="176">
                  <c:v>43738</c:v>
                </c:pt>
                <c:pt idx="177">
                  <c:v>43769</c:v>
                </c:pt>
                <c:pt idx="178">
                  <c:v>43799</c:v>
                </c:pt>
                <c:pt idx="179">
                  <c:v>43830</c:v>
                </c:pt>
                <c:pt idx="180">
                  <c:v>43861</c:v>
                </c:pt>
                <c:pt idx="181">
                  <c:v>43890</c:v>
                </c:pt>
                <c:pt idx="182">
                  <c:v>43921</c:v>
                </c:pt>
                <c:pt idx="183">
                  <c:v>43951</c:v>
                </c:pt>
                <c:pt idx="184">
                  <c:v>43982</c:v>
                </c:pt>
                <c:pt idx="185">
                  <c:v>44012</c:v>
                </c:pt>
                <c:pt idx="186">
                  <c:v>44043</c:v>
                </c:pt>
                <c:pt idx="187">
                  <c:v>44074</c:v>
                </c:pt>
                <c:pt idx="188">
                  <c:v>44104</c:v>
                </c:pt>
                <c:pt idx="189">
                  <c:v>44135</c:v>
                </c:pt>
                <c:pt idx="190">
                  <c:v>44165</c:v>
                </c:pt>
                <c:pt idx="191">
                  <c:v>44196</c:v>
                </c:pt>
                <c:pt idx="192">
                  <c:v>44227</c:v>
                </c:pt>
                <c:pt idx="193">
                  <c:v>44255</c:v>
                </c:pt>
                <c:pt idx="194">
                  <c:v>44286</c:v>
                </c:pt>
                <c:pt idx="195">
                  <c:v>44316</c:v>
                </c:pt>
                <c:pt idx="196">
                  <c:v>44347</c:v>
                </c:pt>
                <c:pt idx="197">
                  <c:v>44377</c:v>
                </c:pt>
                <c:pt idx="198">
                  <c:v>44408</c:v>
                </c:pt>
                <c:pt idx="199">
                  <c:v>44439</c:v>
                </c:pt>
                <c:pt idx="200">
                  <c:v>44469</c:v>
                </c:pt>
                <c:pt idx="201">
                  <c:v>44500</c:v>
                </c:pt>
                <c:pt idx="202">
                  <c:v>44530</c:v>
                </c:pt>
                <c:pt idx="203">
                  <c:v>44561</c:v>
                </c:pt>
                <c:pt idx="204">
                  <c:v>44592</c:v>
                </c:pt>
                <c:pt idx="205">
                  <c:v>44620</c:v>
                </c:pt>
                <c:pt idx="206">
                  <c:v>44651</c:v>
                </c:pt>
                <c:pt idx="207">
                  <c:v>44681</c:v>
                </c:pt>
                <c:pt idx="208">
                  <c:v>44712</c:v>
                </c:pt>
                <c:pt idx="209">
                  <c:v>44742</c:v>
                </c:pt>
                <c:pt idx="210">
                  <c:v>44773</c:v>
                </c:pt>
                <c:pt idx="211">
                  <c:v>44804</c:v>
                </c:pt>
                <c:pt idx="212">
                  <c:v>44834</c:v>
                </c:pt>
                <c:pt idx="213">
                  <c:v>44865</c:v>
                </c:pt>
                <c:pt idx="214">
                  <c:v>44895</c:v>
                </c:pt>
                <c:pt idx="215">
                  <c:v>44926</c:v>
                </c:pt>
                <c:pt idx="216">
                  <c:v>44957</c:v>
                </c:pt>
                <c:pt idx="217">
                  <c:v>44985</c:v>
                </c:pt>
                <c:pt idx="218">
                  <c:v>45016</c:v>
                </c:pt>
                <c:pt idx="219">
                  <c:v>45046</c:v>
                </c:pt>
                <c:pt idx="220">
                  <c:v>45077</c:v>
                </c:pt>
                <c:pt idx="221">
                  <c:v>45107</c:v>
                </c:pt>
                <c:pt idx="222">
                  <c:v>45138</c:v>
                </c:pt>
                <c:pt idx="223">
                  <c:v>45169</c:v>
                </c:pt>
                <c:pt idx="224">
                  <c:v>45199</c:v>
                </c:pt>
                <c:pt idx="225">
                  <c:v>45230</c:v>
                </c:pt>
                <c:pt idx="226">
                  <c:v>45260</c:v>
                </c:pt>
                <c:pt idx="227">
                  <c:v>45291</c:v>
                </c:pt>
                <c:pt idx="228">
                  <c:v>45322</c:v>
                </c:pt>
                <c:pt idx="229">
                  <c:v>45351</c:v>
                </c:pt>
                <c:pt idx="230">
                  <c:v>45382</c:v>
                </c:pt>
                <c:pt idx="231">
                  <c:v>45412</c:v>
                </c:pt>
                <c:pt idx="232">
                  <c:v>45443</c:v>
                </c:pt>
                <c:pt idx="233">
                  <c:v>45473</c:v>
                </c:pt>
                <c:pt idx="234">
                  <c:v>45504</c:v>
                </c:pt>
                <c:pt idx="235">
                  <c:v>45535</c:v>
                </c:pt>
                <c:pt idx="236">
                  <c:v>45565</c:v>
                </c:pt>
                <c:pt idx="237">
                  <c:v>45596</c:v>
                </c:pt>
                <c:pt idx="238">
                  <c:v>45626</c:v>
                </c:pt>
                <c:pt idx="239">
                  <c:v>45657</c:v>
                </c:pt>
                <c:pt idx="240">
                  <c:v>45688</c:v>
                </c:pt>
                <c:pt idx="241">
                  <c:v>45716</c:v>
                </c:pt>
                <c:pt idx="242">
                  <c:v>45747</c:v>
                </c:pt>
                <c:pt idx="243">
                  <c:v>45777</c:v>
                </c:pt>
                <c:pt idx="244">
                  <c:v>45808</c:v>
                </c:pt>
                <c:pt idx="245">
                  <c:v>45838</c:v>
                </c:pt>
                <c:pt idx="246">
                  <c:v>45869</c:v>
                </c:pt>
                <c:pt idx="247">
                  <c:v>45900</c:v>
                </c:pt>
                <c:pt idx="248">
                  <c:v>45930</c:v>
                </c:pt>
                <c:pt idx="249">
                  <c:v>45961</c:v>
                </c:pt>
                <c:pt idx="250">
                  <c:v>45991</c:v>
                </c:pt>
                <c:pt idx="251">
                  <c:v>46022</c:v>
                </c:pt>
                <c:pt idx="252">
                  <c:v>46053</c:v>
                </c:pt>
                <c:pt idx="253">
                  <c:v>46081</c:v>
                </c:pt>
                <c:pt idx="254">
                  <c:v>46112</c:v>
                </c:pt>
                <c:pt idx="255">
                  <c:v>46142</c:v>
                </c:pt>
                <c:pt idx="256">
                  <c:v>46173</c:v>
                </c:pt>
                <c:pt idx="257">
                  <c:v>46203</c:v>
                </c:pt>
                <c:pt idx="258">
                  <c:v>46234</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cat>
          <c:val>
            <c:numRef>
              <c:f>TERMP!$BP$10:$BP$1010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5.0470500000000005</c:v>
                </c:pt>
                <c:pt idx="91">
                  <c:v>5.1431166666666668</c:v>
                </c:pt>
                <c:pt idx="92">
                  <c:v>5.1581000000000001</c:v>
                </c:pt>
                <c:pt idx="93">
                  <c:v>5.2798333333333334</c:v>
                </c:pt>
                <c:pt idx="94">
                  <c:v>5.1749999999999998</c:v>
                </c:pt>
                <c:pt idx="95">
                  <c:v>5.1170833333333334</c:v>
                </c:pt>
                <c:pt idx="96">
                  <c:v>5.1408333333333331</c:v>
                </c:pt>
                <c:pt idx="97">
                  <c:v>5.2441666666666666</c:v>
                </c:pt>
                <c:pt idx="98">
                  <c:v>5.0144166666666665</c:v>
                </c:pt>
                <c:pt idx="99">
                  <c:v>4.7821666666666669</c:v>
                </c:pt>
                <c:pt idx="100">
                  <c:v>5.0730166666666667</c:v>
                </c:pt>
                <c:pt idx="101">
                  <c:v>5.4610666666666674</c:v>
                </c:pt>
                <c:pt idx="102">
                  <c:v>5.8118333333333334</c:v>
                </c:pt>
                <c:pt idx="103">
                  <c:v>6.0393333333333343</c:v>
                </c:pt>
                <c:pt idx="104">
                  <c:v>5.9958333333333336</c:v>
                </c:pt>
                <c:pt idx="105">
                  <c:v>5.8734999999999999</c:v>
                </c:pt>
                <c:pt idx="106">
                  <c:v>6.2438333333333338</c:v>
                </c:pt>
                <c:pt idx="107">
                  <c:v>6.3221499999999997</c:v>
                </c:pt>
                <c:pt idx="108">
                  <c:v>6.4691666666666672</c:v>
                </c:pt>
                <c:pt idx="109">
                  <c:v>6.2010000000000005</c:v>
                </c:pt>
                <c:pt idx="110">
                  <c:v>6.1269666666666653</c:v>
                </c:pt>
                <c:pt idx="111">
                  <c:v>6.0743333333333345</c:v>
                </c:pt>
                <c:pt idx="112">
                  <c:v>5.8575000000000008</c:v>
                </c:pt>
                <c:pt idx="113">
                  <c:v>5.8323333333333336</c:v>
                </c:pt>
                <c:pt idx="114">
                  <c:v>5.7925000000000004</c:v>
                </c:pt>
                <c:pt idx="115">
                  <c:v>5.6856666666666671</c:v>
                </c:pt>
                <c:pt idx="116">
                  <c:v>5.706666666666667</c:v>
                </c:pt>
                <c:pt idx="117">
                  <c:v>5.4504166666666665</c:v>
                </c:pt>
                <c:pt idx="118">
                  <c:v>5.1550000000000002</c:v>
                </c:pt>
                <c:pt idx="119">
                  <c:v>5.291666666666667</c:v>
                </c:pt>
                <c:pt idx="120">
                  <c:v>4.8500000000000005</c:v>
                </c:pt>
                <c:pt idx="121">
                  <c:v>5.03</c:v>
                </c:pt>
                <c:pt idx="122">
                  <c:v>5.1692999999999998</c:v>
                </c:pt>
                <c:pt idx="123">
                  <c:v>5.0714999999999995</c:v>
                </c:pt>
                <c:pt idx="124">
                  <c:v>5.2771666666666661</c:v>
                </c:pt>
                <c:pt idx="125">
                  <c:v>5.3685</c:v>
                </c:pt>
                <c:pt idx="126">
                  <c:v>5.2560833333333337</c:v>
                </c:pt>
                <c:pt idx="127">
                  <c:v>5.2091666666666674</c:v>
                </c:pt>
                <c:pt idx="128">
                  <c:v>5.2714999999999996</c:v>
                </c:pt>
                <c:pt idx="129">
                  <c:v>5.2374999999999998</c:v>
                </c:pt>
                <c:pt idx="130">
                  <c:v>5.2875000000000005</c:v>
                </c:pt>
                <c:pt idx="131">
                  <c:v>5.4108333333333336</c:v>
                </c:pt>
                <c:pt idx="132">
                  <c:v>5.2450000000000001</c:v>
                </c:pt>
                <c:pt idx="133">
                  <c:v>5.2745833333333332</c:v>
                </c:pt>
                <c:pt idx="134">
                  <c:v>5.2091666666666674</c:v>
                </c:pt>
                <c:pt idx="135">
                  <c:v>5.2608333333333333</c:v>
                </c:pt>
                <c:pt idx="136">
                  <c:v>5.34375</c:v>
                </c:pt>
                <c:pt idx="137">
                  <c:v>5.261333333333333</c:v>
                </c:pt>
                <c:pt idx="138">
                  <c:v>5.09605</c:v>
                </c:pt>
                <c:pt idx="139">
                  <c:v>5.1291666666666673</c:v>
                </c:pt>
                <c:pt idx="140">
                  <c:v>5.1624999999999996</c:v>
                </c:pt>
                <c:pt idx="141">
                  <c:v>5.293333333333333</c:v>
                </c:pt>
                <c:pt idx="142">
                  <c:v>5.7039999999999997</c:v>
                </c:pt>
                <c:pt idx="143">
                  <c:v>5.8658333333333337</c:v>
                </c:pt>
                <c:pt idx="144">
                  <c:v>5.9037499999999996</c:v>
                </c:pt>
                <c:pt idx="145">
                  <c:v>5.8133333333333335</c:v>
                </c:pt>
                <c:pt idx="146">
                  <c:v>5.5154166666666669</c:v>
                </c:pt>
                <c:pt idx="147">
                  <c:v>5.5041666666666664</c:v>
                </c:pt>
                <c:pt idx="148">
                  <c:v>5.4538333333333329</c:v>
                </c:pt>
                <c:pt idx="149">
                  <c:v>5.3883333333333328</c:v>
                </c:pt>
                <c:pt idx="150">
                  <c:v>5.2961666666666671</c:v>
                </c:pt>
                <c:pt idx="151">
                  <c:v>5.2654000000000005</c:v>
                </c:pt>
                <c:pt idx="152">
                  <c:v>5.2960500000000001</c:v>
                </c:pt>
                <c:pt idx="153">
                  <c:v>5.4878333333333336</c:v>
                </c:pt>
                <c:pt idx="154">
                  <c:v>5.5308333333333337</c:v>
                </c:pt>
                <c:pt idx="155">
                  <c:v>5.503333333333333</c:v>
                </c:pt>
                <c:pt idx="156">
                  <c:v>5.524166666666666</c:v>
                </c:pt>
                <c:pt idx="157">
                  <c:v>5.4904166666666674</c:v>
                </c:pt>
                <c:pt idx="158">
                  <c:v>5.3699833333333329</c:v>
                </c:pt>
                <c:pt idx="159">
                  <c:v>5.2700000000000005</c:v>
                </c:pt>
                <c:pt idx="160">
                  <c:v>5.5517166666666666</c:v>
                </c:pt>
                <c:pt idx="161">
                  <c:v>5.5341666666666667</c:v>
                </c:pt>
                <c:pt idx="162">
                  <c:v>5.5891666666666664</c:v>
                </c:pt>
                <c:pt idx="163">
                  <c:v>5.6066666666666665</c:v>
                </c:pt>
                <c:pt idx="164">
                  <c:v>5.833333333333333</c:v>
                </c:pt>
                <c:pt idx="165">
                  <c:v>5.7945833333333328</c:v>
                </c:pt>
                <c:pt idx="166">
                  <c:v>5.8158333333333339</c:v>
                </c:pt>
                <c:pt idx="167">
                  <c:v>5.5879166666666658</c:v>
                </c:pt>
                <c:pt idx="168">
                  <c:v>5.488316666666667</c:v>
                </c:pt>
                <c:pt idx="169">
                  <c:v>5.578033333333333</c:v>
                </c:pt>
                <c:pt idx="170">
                  <c:v>5.3525833333333326</c:v>
                </c:pt>
                <c:pt idx="171">
                  <c:v>5.3979166666666663</c:v>
                </c:pt>
                <c:pt idx="172">
                  <c:v>5.441250000000001</c:v>
                </c:pt>
                <c:pt idx="173">
                  <c:v>5.0949999999999998</c:v>
                </c:pt>
                <c:pt idx="174">
                  <c:v>4.9350000000000005</c:v>
                </c:pt>
                <c:pt idx="175">
                  <c:v>4.6695833333333328</c:v>
                </c:pt>
                <c:pt idx="176">
                  <c:v>4.6837499999999999</c:v>
                </c:pt>
                <c:pt idx="177">
                  <c:v>4.583333333333333</c:v>
                </c:pt>
                <c:pt idx="178">
                  <c:v>4.75875</c:v>
                </c:pt>
                <c:pt idx="179">
                  <c:v>4.7102166666666667</c:v>
                </c:pt>
                <c:pt idx="180">
                  <c:v>4.5641666666666669</c:v>
                </c:pt>
                <c:pt idx="181">
                  <c:v>4.2945833333333328</c:v>
                </c:pt>
                <c:pt idx="182">
                  <c:v>4.5283333333333333</c:v>
                </c:pt>
                <c:pt idx="183">
                  <c:v>4.1875</c:v>
                </c:pt>
                <c:pt idx="184">
                  <c:v>4.0963500000000002</c:v>
                </c:pt>
                <c:pt idx="185">
                  <c:v>4.0691666666666668</c:v>
                </c:pt>
                <c:pt idx="186">
                  <c:v>3.9975000000000001</c:v>
                </c:pt>
                <c:pt idx="187">
                  <c:v>4.0908333333333333</c:v>
                </c:pt>
                <c:pt idx="188">
                  <c:v>4.0050499999999998</c:v>
                </c:pt>
                <c:pt idx="189">
                  <c:v>4.0478500000000004</c:v>
                </c:pt>
                <c:pt idx="190">
                  <c:v>3.8763666666666672</c:v>
                </c:pt>
                <c:pt idx="191">
                  <c:v>3.7887500000000003</c:v>
                </c:pt>
                <c:pt idx="192">
                  <c:v>3.9883333333333333</c:v>
                </c:pt>
                <c:pt idx="193">
                  <c:v>4.4109166666666662</c:v>
                </c:pt>
                <c:pt idx="194">
                  <c:v>4.5025000000000004</c:v>
                </c:pt>
                <c:pt idx="195">
                  <c:v>4.58</c:v>
                </c:pt>
                <c:pt idx="196">
                  <c:v>4.5024999999999995</c:v>
                </c:pt>
                <c:pt idx="197">
                  <c:v>4.5525000000000002</c:v>
                </c:pt>
                <c:pt idx="198">
                  <c:v>4.364583333333333</c:v>
                </c:pt>
                <c:pt idx="199">
                  <c:v>4.3718833333333338</c:v>
                </c:pt>
                <c:pt idx="200">
                  <c:v>4.4051833333333326</c:v>
                </c:pt>
                <c:pt idx="201">
                  <c:v>4.8559166666666664</c:v>
                </c:pt>
                <c:pt idx="202">
                  <c:v>4.8507166666666661</c:v>
                </c:pt>
                <c:pt idx="203">
                  <c:v>4.8391666666666664</c:v>
                </c:pt>
                <c:pt idx="204">
                  <c:v>5.0094166666666657</c:v>
                </c:pt>
                <c:pt idx="205">
                  <c:v>5.0626666666666669</c:v>
                </c:pt>
                <c:pt idx="206">
                  <c:v>5.459883333333333</c:v>
                </c:pt>
                <c:pt idx="207">
                  <c:v>5.7313333333333345</c:v>
                </c:pt>
                <c:pt idx="208">
                  <c:v>5.6230000000000011</c:v>
                </c:pt>
                <c:pt idx="209">
                  <c:v>5.9046666666666674</c:v>
                </c:pt>
                <c:pt idx="210">
                  <c:v>5.5288333333333339</c:v>
                </c:pt>
                <c:pt idx="211">
                  <c:v>5.7579999999999991</c:v>
                </c:pt>
                <c:pt idx="212">
                  <c:v>6.1150833333333336</c:v>
                </c:pt>
                <c:pt idx="213">
                  <c:v>6.1555</c:v>
                </c:pt>
                <c:pt idx="214">
                  <c:v>5.7880000000000011</c:v>
                </c:pt>
                <c:pt idx="215">
                  <c:v>5.8717499999999996</c:v>
                </c:pt>
                <c:pt idx="216">
                  <c:v>5.6045499999999997</c:v>
                </c:pt>
                <c:pt idx="217">
                  <c:v>5.9307499999999997</c:v>
                </c:pt>
                <c:pt idx="218">
                  <c:v>5.7216166666666668</c:v>
                </c:pt>
                <c:pt idx="219">
                  <c:v>5.8856666666666664</c:v>
                </c:pt>
                <c:pt idx="220">
                  <c:v>6.0468833333333336</c:v>
                </c:pt>
                <c:pt idx="221">
                  <c:v>6.007366666666667</c:v>
                </c:pt>
                <c:pt idx="222">
                  <c:v>5.6885000000000003</c:v>
                </c:pt>
                <c:pt idx="223">
                  <c:v>5.8684500000000002</c:v>
                </c:pt>
                <c:pt idx="224">
                  <c:v>6.1167666666666669</c:v>
                </c:pt>
                <c:pt idx="225">
                  <c:v>6.2957166666666673</c:v>
                </c:pt>
                <c:pt idx="226">
                  <c:v>5.9919666666666673</c:v>
                </c:pt>
                <c:pt idx="227">
                  <c:v>5.6334333333333335</c:v>
                </c:pt>
                <c:pt idx="228">
                  <c:v>5.7661499999999997</c:v>
                </c:pt>
                <c:pt idx="229">
                  <c:v>5.9660666666666664</c:v>
                </c:pt>
                <c:pt idx="230">
                  <c:v>6.0525833333333336</c:v>
                </c:pt>
                <c:pt idx="231">
                  <c:v>6.2523999999999988</c:v>
                </c:pt>
                <c:pt idx="232">
                  <c:v>6.0868000000000002</c:v>
                </c:pt>
                <c:pt idx="233">
                  <c:v>5.9559333333333342</c:v>
                </c:pt>
                <c:pt idx="234">
                  <c:v>5.7985000000000007</c:v>
                </c:pt>
                <c:pt idx="235">
                  <c:v>5.8448666666666655</c:v>
                </c:pt>
                <c:pt idx="236">
                  <c:v>5.4687166666666664</c:v>
                </c:pt>
                <c:pt idx="237">
                  <c:v>6.0119333333333342</c:v>
                </c:pt>
                <c:pt idx="238">
                  <c:v>5.5723000000000011</c:v>
                </c:pt>
                <c:pt idx="239">
                  <c:v>5.8286833333333332</c:v>
                </c:pt>
                <c:pt idx="240">
                  <c:v>5.6215833333333336</c:v>
                </c:pt>
                <c:pt idx="241">
                  <c:v>5.4923166666666674</c:v>
                </c:pt>
                <c:pt idx="242">
                  <c:v>5.6829333333333336</c:v>
                </c:pt>
                <c:pt idx="243">
                  <c:v>5.3525333333333327</c:v>
                </c:pt>
                <c:pt idx="244">
                  <c:v>5.2314666666666669</c:v>
                </c:pt>
                <c:pt idx="245">
                  <c:v>5.1739166666666669</c:v>
                </c:pt>
                <c:pt idx="246">
                  <c:v>5.243033333333333</c:v>
                </c:pt>
                <c:pt idx="247">
                  <c:v>5.0595666666666661</c:v>
                </c:pt>
                <c:pt idx="248">
                  <c:v>5.0038166666666664</c:v>
                </c:pt>
                <c:pt idx="249">
                  <c:v>4.9520333333333335</c:v>
                </c:pt>
                <c:pt idx="250">
                  <c:v>4.8933</c:v>
                </c:pt>
                <c:pt idx="251">
                  <c:v>4.951483333333333</c:v>
                </c:pt>
                <c:pt idx="252">
                  <c:v>5.220366666666667</c:v>
                </c:pt>
                <c:pt idx="253">
                  <c:v>5.1309833333333339</c:v>
                </c:pt>
                <c:pt idx="254">
                  <c:v>5.5402166666666668</c:v>
                </c:pt>
                <c:pt idx="255">
                  <c:v>5.407116666666667</c:v>
                </c:pt>
                <c:pt idx="256">
                  <c:v>5.4085166666666673</c:v>
                </c:pt>
                <c:pt idx="257">
                  <c:v>5.2628833333333329</c:v>
                </c:pt>
                <c:pt idx="258">
                  <c:v>5.4663666666666666</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2-D4C5-4A6C-B839-7A31D1F52647}"/>
            </c:ext>
          </c:extLst>
        </c:ser>
        <c:ser>
          <c:idx val="3"/>
          <c:order val="3"/>
          <c:tx>
            <c:strRef>
              <c:f>TERMP!$BQ$8</c:f>
              <c:strCache>
                <c:ptCount val="1"/>
                <c:pt idx="0">
                  <c:v>EM - DM rate diff.</c:v>
                </c:pt>
              </c:strCache>
            </c:strRef>
          </c:tx>
          <c:spPr>
            <a:ln w="22225" cap="rnd">
              <a:solidFill>
                <a:srgbClr val="078549"/>
              </a:solidFill>
              <a:round/>
            </a:ln>
            <a:effectLst/>
          </c:spPr>
          <c:marker>
            <c:symbol val="none"/>
          </c:marker>
          <c:val>
            <c:numRef>
              <c:f>TERMP!$BQ$10:$BQ$1010</c:f>
              <c:numCache>
                <c:formatCode>0.00</c:formatCode>
                <c:ptCount val="10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3.2353416666666668</c:v>
                </c:pt>
                <c:pt idx="91">
                  <c:v>3.3565250000000004</c:v>
                </c:pt>
                <c:pt idx="92">
                  <c:v>3.3593666666666673</c:v>
                </c:pt>
                <c:pt idx="93">
                  <c:v>3.3993916666666664</c:v>
                </c:pt>
                <c:pt idx="94">
                  <c:v>3.3710333333333331</c:v>
                </c:pt>
                <c:pt idx="95">
                  <c:v>3.2743833333333336</c:v>
                </c:pt>
                <c:pt idx="96">
                  <c:v>3.1613041666666666</c:v>
                </c:pt>
                <c:pt idx="97">
                  <c:v>3.2079458333333331</c:v>
                </c:pt>
                <c:pt idx="98">
                  <c:v>3.1024583333333338</c:v>
                </c:pt>
                <c:pt idx="99">
                  <c:v>2.9905166666666672</c:v>
                </c:pt>
                <c:pt idx="100">
                  <c:v>3.0212750000000002</c:v>
                </c:pt>
                <c:pt idx="101">
                  <c:v>3.0885958333333341</c:v>
                </c:pt>
                <c:pt idx="102">
                  <c:v>3.4598083333333336</c:v>
                </c:pt>
                <c:pt idx="103">
                  <c:v>3.5432875000000013</c:v>
                </c:pt>
                <c:pt idx="104">
                  <c:v>3.5828250000000001</c:v>
                </c:pt>
                <c:pt idx="105">
                  <c:v>3.5268250000000001</c:v>
                </c:pt>
                <c:pt idx="106">
                  <c:v>3.8043333333333336</c:v>
                </c:pt>
                <c:pt idx="107">
                  <c:v>3.6832958333333328</c:v>
                </c:pt>
                <c:pt idx="108">
                  <c:v>4.1164166666666677</c:v>
                </c:pt>
                <c:pt idx="109">
                  <c:v>3.8546916666666671</c:v>
                </c:pt>
                <c:pt idx="110">
                  <c:v>3.7815416666666652</c:v>
                </c:pt>
                <c:pt idx="111">
                  <c:v>3.7760958333333345</c:v>
                </c:pt>
                <c:pt idx="112">
                  <c:v>3.7045041666666672</c:v>
                </c:pt>
                <c:pt idx="113">
                  <c:v>3.6897916666666672</c:v>
                </c:pt>
                <c:pt idx="114">
                  <c:v>3.7283250000000003</c:v>
                </c:pt>
                <c:pt idx="115">
                  <c:v>3.7886500000000005</c:v>
                </c:pt>
                <c:pt idx="116">
                  <c:v>3.6804416666666673</c:v>
                </c:pt>
                <c:pt idx="117">
                  <c:v>3.5559499999999993</c:v>
                </c:pt>
                <c:pt idx="118">
                  <c:v>3.4295833333333334</c:v>
                </c:pt>
                <c:pt idx="119">
                  <c:v>3.5968083333333336</c:v>
                </c:pt>
                <c:pt idx="120">
                  <c:v>3.5917583333333338</c:v>
                </c:pt>
                <c:pt idx="121">
                  <c:v>3.5966416666666667</c:v>
                </c:pt>
                <c:pt idx="122">
                  <c:v>3.7818874999999998</c:v>
                </c:pt>
                <c:pt idx="123">
                  <c:v>3.6713124999999991</c:v>
                </c:pt>
                <c:pt idx="124">
                  <c:v>3.6903708333333327</c:v>
                </c:pt>
                <c:pt idx="125">
                  <c:v>3.4680875000000002</c:v>
                </c:pt>
                <c:pt idx="126">
                  <c:v>3.6152833333333332</c:v>
                </c:pt>
                <c:pt idx="127">
                  <c:v>3.5701750000000008</c:v>
                </c:pt>
                <c:pt idx="128">
                  <c:v>3.688533333333333</c:v>
                </c:pt>
                <c:pt idx="129">
                  <c:v>3.6964708333333327</c:v>
                </c:pt>
                <c:pt idx="130">
                  <c:v>3.7606291666666669</c:v>
                </c:pt>
                <c:pt idx="131">
                  <c:v>3.8395000000000001</c:v>
                </c:pt>
                <c:pt idx="132">
                  <c:v>3.9509958333333337</c:v>
                </c:pt>
                <c:pt idx="133">
                  <c:v>4.1975749999999996</c:v>
                </c:pt>
                <c:pt idx="134">
                  <c:v>4.0214500000000006</c:v>
                </c:pt>
                <c:pt idx="135">
                  <c:v>4.0401583333333333</c:v>
                </c:pt>
                <c:pt idx="136">
                  <c:v>4.215958333333333</c:v>
                </c:pt>
                <c:pt idx="137">
                  <c:v>4.3369749999999998</c:v>
                </c:pt>
                <c:pt idx="138">
                  <c:v>4.3189916666666663</c:v>
                </c:pt>
                <c:pt idx="139">
                  <c:v>4.3273583333333336</c:v>
                </c:pt>
                <c:pt idx="140">
                  <c:v>4.3683916666666658</c:v>
                </c:pt>
                <c:pt idx="141">
                  <c:v>4.2391583333333331</c:v>
                </c:pt>
                <c:pt idx="142">
                  <c:v>4.378825</c:v>
                </c:pt>
                <c:pt idx="143">
                  <c:v>4.4954916666666671</c:v>
                </c:pt>
                <c:pt idx="144">
                  <c:v>4.4481999999999999</c:v>
                </c:pt>
                <c:pt idx="145">
                  <c:v>4.4855499999999999</c:v>
                </c:pt>
                <c:pt idx="146">
                  <c:v>4.1442666666666668</c:v>
                </c:pt>
                <c:pt idx="147">
                  <c:v>4.2000083333333329</c:v>
                </c:pt>
                <c:pt idx="148">
                  <c:v>4.1923749999999993</c:v>
                </c:pt>
                <c:pt idx="149">
                  <c:v>3.946299999999999</c:v>
                </c:pt>
                <c:pt idx="150">
                  <c:v>3.8263916666666669</c:v>
                </c:pt>
                <c:pt idx="151">
                  <c:v>3.9072083333333341</c:v>
                </c:pt>
                <c:pt idx="152">
                  <c:v>3.7622</c:v>
                </c:pt>
                <c:pt idx="153">
                  <c:v>3.9638833333333334</c:v>
                </c:pt>
                <c:pt idx="154">
                  <c:v>4.0971166666666674</c:v>
                </c:pt>
                <c:pt idx="155">
                  <c:v>4.0057916666666662</c:v>
                </c:pt>
                <c:pt idx="156">
                  <c:v>3.8618499999999996</c:v>
                </c:pt>
                <c:pt idx="157">
                  <c:v>3.7787166666666669</c:v>
                </c:pt>
                <c:pt idx="158">
                  <c:v>3.7862333333333327</c:v>
                </c:pt>
                <c:pt idx="159">
                  <c:v>3.5756416666666668</c:v>
                </c:pt>
                <c:pt idx="160">
                  <c:v>3.8819166666666662</c:v>
                </c:pt>
                <c:pt idx="161">
                  <c:v>3.936066666666667</c:v>
                </c:pt>
                <c:pt idx="162">
                  <c:v>3.941675</c:v>
                </c:pt>
                <c:pt idx="163">
                  <c:v>4.0022833333333327</c:v>
                </c:pt>
                <c:pt idx="164">
                  <c:v>4.0889733333333327</c:v>
                </c:pt>
                <c:pt idx="165">
                  <c:v>4.0999999999999996</c:v>
                </c:pt>
                <c:pt idx="166">
                  <c:v>4.152025000000001</c:v>
                </c:pt>
                <c:pt idx="167">
                  <c:v>4.1020916666666656</c:v>
                </c:pt>
                <c:pt idx="168">
                  <c:v>4.0199833333333332</c:v>
                </c:pt>
                <c:pt idx="169">
                  <c:v>4.2047749999999997</c:v>
                </c:pt>
                <c:pt idx="170">
                  <c:v>4.1627083333333328</c:v>
                </c:pt>
                <c:pt idx="171">
                  <c:v>4.1505083333333328</c:v>
                </c:pt>
                <c:pt idx="172">
                  <c:v>4.402025000000001</c:v>
                </c:pt>
                <c:pt idx="173">
                  <c:v>4.1469249999999995</c:v>
                </c:pt>
                <c:pt idx="174">
                  <c:v>4.0373666666666672</c:v>
                </c:pt>
                <c:pt idx="175">
                  <c:v>4.0972168333333325</c:v>
                </c:pt>
                <c:pt idx="176">
                  <c:v>4.0182416666666665</c:v>
                </c:pt>
                <c:pt idx="177">
                  <c:v>3.7541899999999995</c:v>
                </c:pt>
                <c:pt idx="178">
                  <c:v>3.9267166666666666</c:v>
                </c:pt>
                <c:pt idx="179">
                  <c:v>3.7559916666666666</c:v>
                </c:pt>
                <c:pt idx="180">
                  <c:v>3.877391666666667</c:v>
                </c:pt>
                <c:pt idx="181">
                  <c:v>3.7711916666666663</c:v>
                </c:pt>
                <c:pt idx="182">
                  <c:v>4.1110666666666669</c:v>
                </c:pt>
                <c:pt idx="183">
                  <c:v>3.8228833333333334</c:v>
                </c:pt>
                <c:pt idx="184">
                  <c:v>3.7578916666666666</c:v>
                </c:pt>
                <c:pt idx="185">
                  <c:v>3.7537250000000002</c:v>
                </c:pt>
                <c:pt idx="186">
                  <c:v>3.7380716666666669</c:v>
                </c:pt>
                <c:pt idx="187">
                  <c:v>3.6848233333333331</c:v>
                </c:pt>
                <c:pt idx="188">
                  <c:v>3.6859416666666664</c:v>
                </c:pt>
                <c:pt idx="189">
                  <c:v>3.6549283333333338</c:v>
                </c:pt>
                <c:pt idx="190">
                  <c:v>3.4679666666666673</c:v>
                </c:pt>
                <c:pt idx="191">
                  <c:v>3.3342450000000001</c:v>
                </c:pt>
                <c:pt idx="192">
                  <c:v>3.4465916666666665</c:v>
                </c:pt>
                <c:pt idx="193">
                  <c:v>3.504788333333333</c:v>
                </c:pt>
                <c:pt idx="194">
                  <c:v>3.5449333333333337</c:v>
                </c:pt>
                <c:pt idx="195">
                  <c:v>3.5891083333333333</c:v>
                </c:pt>
                <c:pt idx="196">
                  <c:v>3.5486766666666663</c:v>
                </c:pt>
                <c:pt idx="197">
                  <c:v>3.6349233333333335</c:v>
                </c:pt>
                <c:pt idx="198">
                  <c:v>3.6683199999999996</c:v>
                </c:pt>
                <c:pt idx="199">
                  <c:v>3.6455850000000005</c:v>
                </c:pt>
                <c:pt idx="200">
                  <c:v>3.5126149999999994</c:v>
                </c:pt>
                <c:pt idx="201">
                  <c:v>3.7471083333333333</c:v>
                </c:pt>
                <c:pt idx="202">
                  <c:v>3.8663233333333324</c:v>
                </c:pt>
                <c:pt idx="203">
                  <c:v>3.8002728333333327</c:v>
                </c:pt>
                <c:pt idx="204">
                  <c:v>3.7768249999999988</c:v>
                </c:pt>
                <c:pt idx="205">
                  <c:v>3.5892316666666666</c:v>
                </c:pt>
                <c:pt idx="206">
                  <c:v>3.5869583333333326</c:v>
                </c:pt>
                <c:pt idx="207">
                  <c:v>3.5413583333333345</c:v>
                </c:pt>
                <c:pt idx="208">
                  <c:v>3.4715216666666677</c:v>
                </c:pt>
                <c:pt idx="209">
                  <c:v>3.3362650000000005</c:v>
                </c:pt>
                <c:pt idx="210">
                  <c:v>3.427843333333334</c:v>
                </c:pt>
                <c:pt idx="211">
                  <c:v>3.1868933333333325</c:v>
                </c:pt>
                <c:pt idx="212">
                  <c:v>2.8996466666666669</c:v>
                </c:pt>
                <c:pt idx="213">
                  <c:v>3.0276399999999999</c:v>
                </c:pt>
                <c:pt idx="214">
                  <c:v>2.9211750000000012</c:v>
                </c:pt>
                <c:pt idx="215">
                  <c:v>2.6578549999999992</c:v>
                </c:pt>
                <c:pt idx="216">
                  <c:v>2.7118499999999996</c:v>
                </c:pt>
                <c:pt idx="217">
                  <c:v>2.7372333333333327</c:v>
                </c:pt>
                <c:pt idx="218">
                  <c:v>2.8774999999999999</c:v>
                </c:pt>
                <c:pt idx="219">
                  <c:v>3.0237000000000003</c:v>
                </c:pt>
                <c:pt idx="220">
                  <c:v>2.8373166666666667</c:v>
                </c:pt>
                <c:pt idx="221">
                  <c:v>2.7795583333333336</c:v>
                </c:pt>
                <c:pt idx="222">
                  <c:v>2.3737416666666666</c:v>
                </c:pt>
                <c:pt idx="223">
                  <c:v>2.4099633333333332</c:v>
                </c:pt>
                <c:pt idx="224">
                  <c:v>2.4622499999999996</c:v>
                </c:pt>
                <c:pt idx="225">
                  <c:v>2.5115850000000002</c:v>
                </c:pt>
                <c:pt idx="226">
                  <c:v>2.4892516666666671</c:v>
                </c:pt>
                <c:pt idx="227">
                  <c:v>2.7153166666666668</c:v>
                </c:pt>
                <c:pt idx="228">
                  <c:v>2.5637399999999992</c:v>
                </c:pt>
                <c:pt idx="229">
                  <c:v>2.745343333333333</c:v>
                </c:pt>
                <c:pt idx="230">
                  <c:v>2.9252658333333335</c:v>
                </c:pt>
                <c:pt idx="231">
                  <c:v>2.7677699999999992</c:v>
                </c:pt>
                <c:pt idx="232">
                  <c:v>2.6708358333333333</c:v>
                </c:pt>
                <c:pt idx="233">
                  <c:v>2.6307550000000011</c:v>
                </c:pt>
                <c:pt idx="234">
                  <c:v>2.6198083333333337</c:v>
                </c:pt>
                <c:pt idx="235">
                  <c:v>2.8420083333333319</c:v>
                </c:pt>
                <c:pt idx="236">
                  <c:v>2.592858333333333</c:v>
                </c:pt>
                <c:pt idx="237">
                  <c:v>2.8817983333333346</c:v>
                </c:pt>
                <c:pt idx="238">
                  <c:v>2.5399466666666681</c:v>
                </c:pt>
                <c:pt idx="239">
                  <c:v>2.5914333333333333</c:v>
                </c:pt>
                <c:pt idx="240">
                  <c:v>2.4419333333333335</c:v>
                </c:pt>
                <c:pt idx="241">
                  <c:v>2.4068250000000009</c:v>
                </c:pt>
                <c:pt idx="242">
                  <c:v>2.4721916666666677</c:v>
                </c:pt>
                <c:pt idx="243">
                  <c:v>2.2645533333333328</c:v>
                </c:pt>
                <c:pt idx="244">
                  <c:v>2.0505766666666672</c:v>
                </c:pt>
                <c:pt idx="245">
                  <c:v>2.0233800000000008</c:v>
                </c:pt>
                <c:pt idx="246">
                  <c:v>1.9487233333333331</c:v>
                </c:pt>
                <c:pt idx="247">
                  <c:v>1.814391666666666</c:v>
                </c:pt>
                <c:pt idx="248">
                  <c:v>1.7488299999999994</c:v>
                </c:pt>
                <c:pt idx="249">
                  <c:v>1.7731500000000002</c:v>
                </c:pt>
                <c:pt idx="250">
                  <c:v>1.6298949999999999</c:v>
                </c:pt>
                <c:pt idx="251">
                  <c:v>1.5220999999999996</c:v>
                </c:pt>
                <c:pt idx="252">
                  <c:v>1.7168333333333337</c:v>
                </c:pt>
                <c:pt idx="253">
                  <c:v>1.844440000000001</c:v>
                </c:pt>
                <c:pt idx="254">
                  <c:v>1.7829333333333333</c:v>
                </c:pt>
                <c:pt idx="255">
                  <c:v>1.7353750000000008</c:v>
                </c:pt>
                <c:pt idx="256">
                  <c:v>1.7211433333333339</c:v>
                </c:pt>
                <c:pt idx="257">
                  <c:v>1.629331666666666</c:v>
                </c:pt>
                <c:pt idx="258">
                  <c:v>1.5381333333333331</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numCache>
            </c:numRef>
          </c:val>
          <c:smooth val="0"/>
          <c:extLst>
            <c:ext xmlns:c16="http://schemas.microsoft.com/office/drawing/2014/chart" uri="{C3380CC4-5D6E-409C-BE32-E72D297353CC}">
              <c16:uniqueId val="{00000003-D4C5-4A6C-B839-7A31D1F52647}"/>
            </c:ext>
          </c:extLst>
        </c:ser>
        <c:dLbls>
          <c:showLegendKey val="0"/>
          <c:showVal val="0"/>
          <c:showCatName val="0"/>
          <c:showSerName val="0"/>
          <c:showPercent val="0"/>
          <c:showBubbleSize val="0"/>
        </c:dLbls>
        <c:marker val="1"/>
        <c:smooth val="0"/>
        <c:axId val="493560032"/>
        <c:axId val="797046831"/>
      </c:lineChart>
      <c:dateAx>
        <c:axId val="493560032"/>
        <c:scaling>
          <c:orientation val="minMax"/>
          <c:min val="40939"/>
        </c:scaling>
        <c:delete val="0"/>
        <c:axPos val="b"/>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797046831"/>
        <c:crosses val="autoZero"/>
        <c:auto val="1"/>
        <c:lblOffset val="100"/>
        <c:baseTimeUnit val="days"/>
        <c:majorUnit val="12"/>
        <c:majorTimeUnit val="months"/>
      </c:dateAx>
      <c:valAx>
        <c:axId val="797046831"/>
        <c:scaling>
          <c:orientation val="minMax"/>
          <c:max val="9"/>
          <c:min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493560032"/>
        <c:crosses val="autoZero"/>
        <c:crossBetween val="between"/>
      </c:valAx>
      <c:valAx>
        <c:axId val="1032021760"/>
        <c:scaling>
          <c:orientation val="minMax"/>
          <c:min val="-2.5"/>
        </c:scaling>
        <c:delete val="0"/>
        <c:axPos val="r"/>
        <c:numFmt formatCode="#,##0.0\x"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Arial Narrow" panose="020B0606020202030204" pitchFamily="34" charset="0"/>
                <a:ea typeface="+mn-ea"/>
                <a:cs typeface="+mn-cs"/>
              </a:defRPr>
            </a:pPr>
            <a:endParaRPr lang="es-PE"/>
          </a:p>
        </c:txPr>
        <c:crossAx val="1392040336"/>
        <c:crosses val="max"/>
        <c:crossBetween val="between"/>
      </c:valAx>
      <c:dateAx>
        <c:axId val="1392040336"/>
        <c:scaling>
          <c:orientation val="minMax"/>
        </c:scaling>
        <c:delete val="1"/>
        <c:axPos val="b"/>
        <c:numFmt formatCode="m/d/yyyy" sourceLinked="1"/>
        <c:majorTickMark val="out"/>
        <c:minorTickMark val="none"/>
        <c:tickLblPos val="nextTo"/>
        <c:crossAx val="1032021760"/>
        <c:crosses val="autoZero"/>
        <c:auto val="1"/>
        <c:lblOffset val="100"/>
        <c:baseTimeUnit val="months"/>
      </c:dateAx>
      <c:spPr>
        <a:noFill/>
        <a:ln>
          <a:noFill/>
        </a:ln>
        <a:effectLst/>
      </c:spPr>
    </c:plotArea>
    <c:legend>
      <c:legendPos val="r"/>
      <c:layout>
        <c:manualLayout>
          <c:xMode val="edge"/>
          <c:yMode val="edge"/>
          <c:x val="0.19814743589743586"/>
          <c:y val="0.13068368055555554"/>
          <c:w val="0.72069615384615382"/>
          <c:h val="0.12263541666666666"/>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42424"/>
              </a:solidFill>
              <a:latin typeface="Arial Narrow" panose="020B0606020202030204" pitchFamily="34" charset="0"/>
              <a:ea typeface="+mn-ea"/>
              <a:cs typeface="+mn-cs"/>
            </a:defRPr>
          </a:pPr>
          <a:endParaRPr lang="es-PE"/>
        </a:p>
      </c:txPr>
    </c:legend>
    <c:plotVisOnly val="1"/>
    <c:dispBlanksAs val="gap"/>
    <c:showDLblsOverMax val="0"/>
    <c:extLst/>
  </c:chart>
  <c:spPr>
    <a:noFill/>
    <a:ln w="9525" cap="flat" cmpd="sng" algn="ctr">
      <a:noFill/>
      <a:round/>
    </a:ln>
    <a:effectLst/>
  </c:spPr>
  <c:txPr>
    <a:bodyPr/>
    <a:lstStyle/>
    <a:p>
      <a:pPr>
        <a:defRPr sz="1000" b="1">
          <a:latin typeface="Arial Narrow" panose="020B0606020202030204" pitchFamily="34" charset="0"/>
        </a:defRPr>
      </a:pPr>
      <a:endParaRPr lang="es-PE"/>
    </a:p>
  </c:txPr>
  <c:externalData r:id="rId4">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strike="noStrike" kern="1200" spc="0" baseline="0">
                <a:solidFill>
                  <a:schemeClr val="tx1">
                    <a:lumMod val="65000"/>
                    <a:lumOff val="35000"/>
                  </a:schemeClr>
                </a:solidFill>
                <a:latin typeface="Arial Narrow" panose="020B0606020202030204" pitchFamily="34" charset="0"/>
                <a:ea typeface="+mn-ea"/>
                <a:cs typeface="+mn-cs"/>
              </a:defRPr>
            </a:pPr>
            <a:r>
              <a:rPr lang="en-US" sz="1200" b="1" u="sng" dirty="0">
                <a:solidFill>
                  <a:srgbClr val="000000"/>
                </a:solidFill>
              </a:rPr>
              <a:t>GBI EM Yield premium</a:t>
            </a:r>
            <a:r>
              <a:rPr lang="en-US" sz="1200" b="1" u="sng" baseline="0" dirty="0">
                <a:solidFill>
                  <a:srgbClr val="000000"/>
                </a:solidFill>
              </a:rPr>
              <a:t> and the Local performance</a:t>
            </a:r>
            <a:endParaRPr lang="en-US" sz="1200" b="1" u="sng" dirty="0">
              <a:solidFill>
                <a:srgbClr val="000000"/>
              </a:solidFill>
            </a:endParaRPr>
          </a:p>
        </c:rich>
      </c:tx>
      <c:layout>
        <c:manualLayout>
          <c:xMode val="edge"/>
          <c:yMode val="edge"/>
          <c:x val="2.1555555555555529E-2"/>
          <c:y val="2.314814814814815E-2"/>
        </c:manualLayout>
      </c:layout>
      <c:overlay val="0"/>
      <c:spPr>
        <a:noFill/>
        <a:ln>
          <a:noFill/>
          <a:prstDash val="solid"/>
        </a:ln>
      </c:spPr>
    </c:title>
    <c:autoTitleDeleted val="0"/>
    <c:plotArea>
      <c:layout>
        <c:manualLayout>
          <c:layoutTarget val="inner"/>
          <c:xMode val="edge"/>
          <c:yMode val="edge"/>
          <c:x val="8.5127554003850678E-2"/>
          <c:y val="0.14436642119695009"/>
          <c:w val="0.84471907045434913"/>
          <c:h val="0.75599163448361983"/>
        </c:manualLayout>
      </c:layout>
      <c:lineChart>
        <c:grouping val="standard"/>
        <c:varyColors val="0"/>
        <c:ser>
          <c:idx val="0"/>
          <c:order val="0"/>
          <c:tx>
            <c:strRef>
              <c:f>'EM Composite VRP'!$W$3</c:f>
              <c:strCache>
                <c:ptCount val="1"/>
                <c:pt idx="0">
                  <c:v>GBI Premium o/US 5Y</c:v>
                </c:pt>
              </c:strCache>
            </c:strRef>
          </c:tx>
          <c:spPr>
            <a:ln w="22225" cap="rnd">
              <a:solidFill>
                <a:srgbClr val="8FAADC"/>
              </a:solidFill>
              <a:prstDash val="solid"/>
              <a:round/>
            </a:ln>
          </c:spPr>
          <c:marker>
            <c:symbol val="none"/>
          </c:marker>
          <c:cat>
            <c:numRef>
              <c:f>'EM Composite VRP'!$B$5:$B$716</c:f>
              <c:numCache>
                <c:formatCode>m/d/yyyy</c:formatCode>
                <c:ptCount val="712"/>
                <c:pt idx="0">
                  <c:v>41271</c:v>
                </c:pt>
                <c:pt idx="1">
                  <c:v>41278</c:v>
                </c:pt>
                <c:pt idx="2">
                  <c:v>41285</c:v>
                </c:pt>
                <c:pt idx="3">
                  <c:v>41292</c:v>
                </c:pt>
                <c:pt idx="4">
                  <c:v>41299</c:v>
                </c:pt>
                <c:pt idx="5">
                  <c:v>41306</c:v>
                </c:pt>
                <c:pt idx="6">
                  <c:v>41313</c:v>
                </c:pt>
                <c:pt idx="7">
                  <c:v>41320</c:v>
                </c:pt>
                <c:pt idx="8">
                  <c:v>41327</c:v>
                </c:pt>
                <c:pt idx="9">
                  <c:v>41334</c:v>
                </c:pt>
                <c:pt idx="10">
                  <c:v>41341</c:v>
                </c:pt>
                <c:pt idx="11">
                  <c:v>41348</c:v>
                </c:pt>
                <c:pt idx="12">
                  <c:v>41355</c:v>
                </c:pt>
                <c:pt idx="13">
                  <c:v>41362</c:v>
                </c:pt>
                <c:pt idx="14">
                  <c:v>41369</c:v>
                </c:pt>
                <c:pt idx="15">
                  <c:v>41376</c:v>
                </c:pt>
                <c:pt idx="16">
                  <c:v>41383</c:v>
                </c:pt>
                <c:pt idx="17">
                  <c:v>41390</c:v>
                </c:pt>
                <c:pt idx="18">
                  <c:v>41397</c:v>
                </c:pt>
                <c:pt idx="19">
                  <c:v>41404</c:v>
                </c:pt>
                <c:pt idx="20">
                  <c:v>41411</c:v>
                </c:pt>
                <c:pt idx="21">
                  <c:v>41418</c:v>
                </c:pt>
                <c:pt idx="22">
                  <c:v>41425</c:v>
                </c:pt>
                <c:pt idx="23">
                  <c:v>41432</c:v>
                </c:pt>
                <c:pt idx="24">
                  <c:v>41439</c:v>
                </c:pt>
                <c:pt idx="25">
                  <c:v>41446</c:v>
                </c:pt>
                <c:pt idx="26">
                  <c:v>41453</c:v>
                </c:pt>
                <c:pt idx="27">
                  <c:v>41460</c:v>
                </c:pt>
                <c:pt idx="28">
                  <c:v>41467</c:v>
                </c:pt>
                <c:pt idx="29">
                  <c:v>41474</c:v>
                </c:pt>
                <c:pt idx="30">
                  <c:v>41481</c:v>
                </c:pt>
                <c:pt idx="31">
                  <c:v>41488</c:v>
                </c:pt>
                <c:pt idx="32">
                  <c:v>41495</c:v>
                </c:pt>
                <c:pt idx="33">
                  <c:v>41502</c:v>
                </c:pt>
                <c:pt idx="34">
                  <c:v>41509</c:v>
                </c:pt>
                <c:pt idx="35">
                  <c:v>41516</c:v>
                </c:pt>
                <c:pt idx="36">
                  <c:v>41523</c:v>
                </c:pt>
                <c:pt idx="37">
                  <c:v>41530</c:v>
                </c:pt>
                <c:pt idx="38">
                  <c:v>41537</c:v>
                </c:pt>
                <c:pt idx="39">
                  <c:v>41544</c:v>
                </c:pt>
                <c:pt idx="40">
                  <c:v>41551</c:v>
                </c:pt>
                <c:pt idx="41">
                  <c:v>41558</c:v>
                </c:pt>
                <c:pt idx="42">
                  <c:v>41565</c:v>
                </c:pt>
                <c:pt idx="43">
                  <c:v>41572</c:v>
                </c:pt>
                <c:pt idx="44">
                  <c:v>41579</c:v>
                </c:pt>
                <c:pt idx="45">
                  <c:v>41586</c:v>
                </c:pt>
                <c:pt idx="46">
                  <c:v>41593</c:v>
                </c:pt>
                <c:pt idx="47">
                  <c:v>41600</c:v>
                </c:pt>
                <c:pt idx="48">
                  <c:v>41607</c:v>
                </c:pt>
                <c:pt idx="49">
                  <c:v>41614</c:v>
                </c:pt>
                <c:pt idx="50">
                  <c:v>41621</c:v>
                </c:pt>
                <c:pt idx="51">
                  <c:v>41628</c:v>
                </c:pt>
                <c:pt idx="52">
                  <c:v>41635</c:v>
                </c:pt>
                <c:pt idx="53">
                  <c:v>41642</c:v>
                </c:pt>
                <c:pt idx="54">
                  <c:v>41649</c:v>
                </c:pt>
                <c:pt idx="55">
                  <c:v>41656</c:v>
                </c:pt>
                <c:pt idx="56">
                  <c:v>41663</c:v>
                </c:pt>
                <c:pt idx="57">
                  <c:v>41670</c:v>
                </c:pt>
                <c:pt idx="58">
                  <c:v>41677</c:v>
                </c:pt>
                <c:pt idx="59">
                  <c:v>41684</c:v>
                </c:pt>
                <c:pt idx="60">
                  <c:v>41691</c:v>
                </c:pt>
                <c:pt idx="61">
                  <c:v>41698</c:v>
                </c:pt>
                <c:pt idx="62">
                  <c:v>41705</c:v>
                </c:pt>
                <c:pt idx="63">
                  <c:v>41712</c:v>
                </c:pt>
                <c:pt idx="64">
                  <c:v>41719</c:v>
                </c:pt>
                <c:pt idx="65">
                  <c:v>41726</c:v>
                </c:pt>
                <c:pt idx="66">
                  <c:v>41733</c:v>
                </c:pt>
                <c:pt idx="67">
                  <c:v>41740</c:v>
                </c:pt>
                <c:pt idx="68">
                  <c:v>41747</c:v>
                </c:pt>
                <c:pt idx="69">
                  <c:v>41754</c:v>
                </c:pt>
                <c:pt idx="70">
                  <c:v>41761</c:v>
                </c:pt>
                <c:pt idx="71">
                  <c:v>41768</c:v>
                </c:pt>
                <c:pt idx="72">
                  <c:v>41775</c:v>
                </c:pt>
                <c:pt idx="73">
                  <c:v>41782</c:v>
                </c:pt>
                <c:pt idx="74">
                  <c:v>41789</c:v>
                </c:pt>
                <c:pt idx="75">
                  <c:v>41796</c:v>
                </c:pt>
                <c:pt idx="76">
                  <c:v>41803</c:v>
                </c:pt>
                <c:pt idx="77">
                  <c:v>41810</c:v>
                </c:pt>
                <c:pt idx="78">
                  <c:v>41817</c:v>
                </c:pt>
                <c:pt idx="79">
                  <c:v>41824</c:v>
                </c:pt>
                <c:pt idx="80">
                  <c:v>41831</c:v>
                </c:pt>
                <c:pt idx="81">
                  <c:v>41838</c:v>
                </c:pt>
                <c:pt idx="82">
                  <c:v>41845</c:v>
                </c:pt>
                <c:pt idx="83">
                  <c:v>41852</c:v>
                </c:pt>
                <c:pt idx="84">
                  <c:v>41859</c:v>
                </c:pt>
                <c:pt idx="85">
                  <c:v>41866</c:v>
                </c:pt>
                <c:pt idx="86">
                  <c:v>41873</c:v>
                </c:pt>
                <c:pt idx="87">
                  <c:v>41880</c:v>
                </c:pt>
                <c:pt idx="88">
                  <c:v>41887</c:v>
                </c:pt>
                <c:pt idx="89">
                  <c:v>41894</c:v>
                </c:pt>
                <c:pt idx="90">
                  <c:v>41901</c:v>
                </c:pt>
                <c:pt idx="91">
                  <c:v>41908</c:v>
                </c:pt>
                <c:pt idx="92">
                  <c:v>41915</c:v>
                </c:pt>
                <c:pt idx="93">
                  <c:v>41922</c:v>
                </c:pt>
                <c:pt idx="94">
                  <c:v>41929</c:v>
                </c:pt>
                <c:pt idx="95">
                  <c:v>41936</c:v>
                </c:pt>
                <c:pt idx="96">
                  <c:v>41943</c:v>
                </c:pt>
                <c:pt idx="97">
                  <c:v>41950</c:v>
                </c:pt>
                <c:pt idx="98">
                  <c:v>41957</c:v>
                </c:pt>
                <c:pt idx="99">
                  <c:v>41964</c:v>
                </c:pt>
                <c:pt idx="100">
                  <c:v>41971</c:v>
                </c:pt>
                <c:pt idx="101">
                  <c:v>41978</c:v>
                </c:pt>
                <c:pt idx="102">
                  <c:v>41985</c:v>
                </c:pt>
                <c:pt idx="103">
                  <c:v>41992</c:v>
                </c:pt>
                <c:pt idx="104">
                  <c:v>41999</c:v>
                </c:pt>
                <c:pt idx="105">
                  <c:v>42006</c:v>
                </c:pt>
                <c:pt idx="106">
                  <c:v>42013</c:v>
                </c:pt>
                <c:pt idx="107">
                  <c:v>42020</c:v>
                </c:pt>
                <c:pt idx="108">
                  <c:v>42027</c:v>
                </c:pt>
                <c:pt idx="109">
                  <c:v>42034</c:v>
                </c:pt>
                <c:pt idx="110">
                  <c:v>42041</c:v>
                </c:pt>
                <c:pt idx="111">
                  <c:v>42048</c:v>
                </c:pt>
                <c:pt idx="112">
                  <c:v>42055</c:v>
                </c:pt>
                <c:pt idx="113">
                  <c:v>42062</c:v>
                </c:pt>
                <c:pt idx="114">
                  <c:v>42069</c:v>
                </c:pt>
                <c:pt idx="115">
                  <c:v>42076</c:v>
                </c:pt>
                <c:pt idx="116">
                  <c:v>42083</c:v>
                </c:pt>
                <c:pt idx="117">
                  <c:v>42090</c:v>
                </c:pt>
                <c:pt idx="118">
                  <c:v>42097</c:v>
                </c:pt>
                <c:pt idx="119">
                  <c:v>42104</c:v>
                </c:pt>
                <c:pt idx="120">
                  <c:v>42111</c:v>
                </c:pt>
                <c:pt idx="121">
                  <c:v>42118</c:v>
                </c:pt>
                <c:pt idx="122">
                  <c:v>42125</c:v>
                </c:pt>
                <c:pt idx="123">
                  <c:v>42132</c:v>
                </c:pt>
                <c:pt idx="124">
                  <c:v>42139</c:v>
                </c:pt>
                <c:pt idx="125">
                  <c:v>42146</c:v>
                </c:pt>
                <c:pt idx="126">
                  <c:v>42153</c:v>
                </c:pt>
                <c:pt idx="127">
                  <c:v>42160</c:v>
                </c:pt>
                <c:pt idx="128">
                  <c:v>42167</c:v>
                </c:pt>
                <c:pt idx="129">
                  <c:v>42174</c:v>
                </c:pt>
                <c:pt idx="130">
                  <c:v>42181</c:v>
                </c:pt>
                <c:pt idx="131">
                  <c:v>42188</c:v>
                </c:pt>
                <c:pt idx="132">
                  <c:v>42195</c:v>
                </c:pt>
                <c:pt idx="133">
                  <c:v>42202</c:v>
                </c:pt>
                <c:pt idx="134">
                  <c:v>42209</c:v>
                </c:pt>
                <c:pt idx="135">
                  <c:v>42216</c:v>
                </c:pt>
                <c:pt idx="136">
                  <c:v>42223</c:v>
                </c:pt>
                <c:pt idx="137">
                  <c:v>42230</c:v>
                </c:pt>
                <c:pt idx="138">
                  <c:v>42237</c:v>
                </c:pt>
                <c:pt idx="139">
                  <c:v>42244</c:v>
                </c:pt>
                <c:pt idx="140">
                  <c:v>42251</c:v>
                </c:pt>
                <c:pt idx="141">
                  <c:v>42258</c:v>
                </c:pt>
                <c:pt idx="142">
                  <c:v>42265</c:v>
                </c:pt>
                <c:pt idx="143">
                  <c:v>42272</c:v>
                </c:pt>
                <c:pt idx="144">
                  <c:v>42279</c:v>
                </c:pt>
                <c:pt idx="145">
                  <c:v>42286</c:v>
                </c:pt>
                <c:pt idx="146">
                  <c:v>42293</c:v>
                </c:pt>
                <c:pt idx="147">
                  <c:v>42300</c:v>
                </c:pt>
                <c:pt idx="148">
                  <c:v>42307</c:v>
                </c:pt>
                <c:pt idx="149">
                  <c:v>42314</c:v>
                </c:pt>
                <c:pt idx="150">
                  <c:v>42321</c:v>
                </c:pt>
                <c:pt idx="151">
                  <c:v>42328</c:v>
                </c:pt>
                <c:pt idx="152">
                  <c:v>42335</c:v>
                </c:pt>
                <c:pt idx="153">
                  <c:v>42342</c:v>
                </c:pt>
                <c:pt idx="154">
                  <c:v>42349</c:v>
                </c:pt>
                <c:pt idx="155">
                  <c:v>42356</c:v>
                </c:pt>
                <c:pt idx="156">
                  <c:v>42363</c:v>
                </c:pt>
                <c:pt idx="157">
                  <c:v>42370</c:v>
                </c:pt>
                <c:pt idx="158">
                  <c:v>42377</c:v>
                </c:pt>
                <c:pt idx="159">
                  <c:v>42384</c:v>
                </c:pt>
                <c:pt idx="160">
                  <c:v>42391</c:v>
                </c:pt>
                <c:pt idx="161">
                  <c:v>42398</c:v>
                </c:pt>
                <c:pt idx="162">
                  <c:v>42405</c:v>
                </c:pt>
                <c:pt idx="163">
                  <c:v>42412</c:v>
                </c:pt>
                <c:pt idx="164">
                  <c:v>42419</c:v>
                </c:pt>
                <c:pt idx="165">
                  <c:v>42426</c:v>
                </c:pt>
                <c:pt idx="166">
                  <c:v>42433</c:v>
                </c:pt>
                <c:pt idx="167">
                  <c:v>42440</c:v>
                </c:pt>
                <c:pt idx="168">
                  <c:v>42447</c:v>
                </c:pt>
                <c:pt idx="169">
                  <c:v>42454</c:v>
                </c:pt>
                <c:pt idx="170">
                  <c:v>42461</c:v>
                </c:pt>
                <c:pt idx="171">
                  <c:v>42468</c:v>
                </c:pt>
                <c:pt idx="172">
                  <c:v>42475</c:v>
                </c:pt>
                <c:pt idx="173">
                  <c:v>42482</c:v>
                </c:pt>
                <c:pt idx="174">
                  <c:v>42489</c:v>
                </c:pt>
                <c:pt idx="175">
                  <c:v>42496</c:v>
                </c:pt>
                <c:pt idx="176">
                  <c:v>42503</c:v>
                </c:pt>
                <c:pt idx="177">
                  <c:v>42510</c:v>
                </c:pt>
                <c:pt idx="178">
                  <c:v>42517</c:v>
                </c:pt>
                <c:pt idx="179">
                  <c:v>42524</c:v>
                </c:pt>
                <c:pt idx="180">
                  <c:v>42531</c:v>
                </c:pt>
                <c:pt idx="181">
                  <c:v>42538</c:v>
                </c:pt>
                <c:pt idx="182">
                  <c:v>42545</c:v>
                </c:pt>
                <c:pt idx="183">
                  <c:v>42552</c:v>
                </c:pt>
                <c:pt idx="184">
                  <c:v>42559</c:v>
                </c:pt>
                <c:pt idx="185">
                  <c:v>42566</c:v>
                </c:pt>
                <c:pt idx="186">
                  <c:v>42573</c:v>
                </c:pt>
                <c:pt idx="187">
                  <c:v>42580</c:v>
                </c:pt>
                <c:pt idx="188">
                  <c:v>42587</c:v>
                </c:pt>
                <c:pt idx="189">
                  <c:v>42594</c:v>
                </c:pt>
                <c:pt idx="190">
                  <c:v>42601</c:v>
                </c:pt>
                <c:pt idx="191">
                  <c:v>42608</c:v>
                </c:pt>
                <c:pt idx="192">
                  <c:v>42615</c:v>
                </c:pt>
                <c:pt idx="193">
                  <c:v>42622</c:v>
                </c:pt>
                <c:pt idx="194">
                  <c:v>42629</c:v>
                </c:pt>
                <c:pt idx="195">
                  <c:v>42636</c:v>
                </c:pt>
                <c:pt idx="196">
                  <c:v>42643</c:v>
                </c:pt>
                <c:pt idx="197">
                  <c:v>42650</c:v>
                </c:pt>
                <c:pt idx="198">
                  <c:v>42657</c:v>
                </c:pt>
                <c:pt idx="199">
                  <c:v>42664</c:v>
                </c:pt>
                <c:pt idx="200">
                  <c:v>42671</c:v>
                </c:pt>
                <c:pt idx="201">
                  <c:v>42678</c:v>
                </c:pt>
                <c:pt idx="202">
                  <c:v>42685</c:v>
                </c:pt>
                <c:pt idx="203">
                  <c:v>42692</c:v>
                </c:pt>
                <c:pt idx="204">
                  <c:v>42699</c:v>
                </c:pt>
                <c:pt idx="205">
                  <c:v>42706</c:v>
                </c:pt>
                <c:pt idx="206">
                  <c:v>42713</c:v>
                </c:pt>
                <c:pt idx="207">
                  <c:v>42720</c:v>
                </c:pt>
                <c:pt idx="208">
                  <c:v>42727</c:v>
                </c:pt>
                <c:pt idx="209">
                  <c:v>42734</c:v>
                </c:pt>
                <c:pt idx="210">
                  <c:v>42741</c:v>
                </c:pt>
                <c:pt idx="211">
                  <c:v>42748</c:v>
                </c:pt>
                <c:pt idx="212">
                  <c:v>42755</c:v>
                </c:pt>
                <c:pt idx="213">
                  <c:v>42762</c:v>
                </c:pt>
                <c:pt idx="214">
                  <c:v>42769</c:v>
                </c:pt>
                <c:pt idx="215">
                  <c:v>42776</c:v>
                </c:pt>
                <c:pt idx="216">
                  <c:v>42783</c:v>
                </c:pt>
                <c:pt idx="217">
                  <c:v>42790</c:v>
                </c:pt>
                <c:pt idx="218">
                  <c:v>42797</c:v>
                </c:pt>
                <c:pt idx="219">
                  <c:v>42804</c:v>
                </c:pt>
                <c:pt idx="220">
                  <c:v>42811</c:v>
                </c:pt>
                <c:pt idx="221">
                  <c:v>42818</c:v>
                </c:pt>
                <c:pt idx="222">
                  <c:v>42825</c:v>
                </c:pt>
                <c:pt idx="223">
                  <c:v>42832</c:v>
                </c:pt>
                <c:pt idx="224">
                  <c:v>42839</c:v>
                </c:pt>
                <c:pt idx="225">
                  <c:v>42846</c:v>
                </c:pt>
                <c:pt idx="226">
                  <c:v>42853</c:v>
                </c:pt>
                <c:pt idx="227">
                  <c:v>42860</c:v>
                </c:pt>
                <c:pt idx="228">
                  <c:v>42867</c:v>
                </c:pt>
                <c:pt idx="229">
                  <c:v>42874</c:v>
                </c:pt>
                <c:pt idx="230">
                  <c:v>42881</c:v>
                </c:pt>
                <c:pt idx="231">
                  <c:v>42888</c:v>
                </c:pt>
                <c:pt idx="232">
                  <c:v>42895</c:v>
                </c:pt>
                <c:pt idx="233">
                  <c:v>42902</c:v>
                </c:pt>
                <c:pt idx="234">
                  <c:v>42909</c:v>
                </c:pt>
                <c:pt idx="235">
                  <c:v>42916</c:v>
                </c:pt>
                <c:pt idx="236">
                  <c:v>42923</c:v>
                </c:pt>
                <c:pt idx="237">
                  <c:v>42930</c:v>
                </c:pt>
                <c:pt idx="238">
                  <c:v>42937</c:v>
                </c:pt>
                <c:pt idx="239">
                  <c:v>42944</c:v>
                </c:pt>
                <c:pt idx="240">
                  <c:v>42951</c:v>
                </c:pt>
                <c:pt idx="241">
                  <c:v>42958</c:v>
                </c:pt>
                <c:pt idx="242">
                  <c:v>42965</c:v>
                </c:pt>
                <c:pt idx="243">
                  <c:v>42972</c:v>
                </c:pt>
                <c:pt idx="244">
                  <c:v>42979</c:v>
                </c:pt>
                <c:pt idx="245">
                  <c:v>42986</c:v>
                </c:pt>
                <c:pt idx="246">
                  <c:v>42993</c:v>
                </c:pt>
                <c:pt idx="247">
                  <c:v>43000</c:v>
                </c:pt>
                <c:pt idx="248">
                  <c:v>43007</c:v>
                </c:pt>
                <c:pt idx="249">
                  <c:v>43014</c:v>
                </c:pt>
                <c:pt idx="250">
                  <c:v>43021</c:v>
                </c:pt>
                <c:pt idx="251">
                  <c:v>43028</c:v>
                </c:pt>
                <c:pt idx="252">
                  <c:v>43035</c:v>
                </c:pt>
                <c:pt idx="253">
                  <c:v>43042</c:v>
                </c:pt>
                <c:pt idx="254">
                  <c:v>43049</c:v>
                </c:pt>
                <c:pt idx="255">
                  <c:v>43056</c:v>
                </c:pt>
                <c:pt idx="256">
                  <c:v>43063</c:v>
                </c:pt>
                <c:pt idx="257">
                  <c:v>43070</c:v>
                </c:pt>
                <c:pt idx="258">
                  <c:v>43077</c:v>
                </c:pt>
                <c:pt idx="259">
                  <c:v>43084</c:v>
                </c:pt>
                <c:pt idx="260">
                  <c:v>43091</c:v>
                </c:pt>
                <c:pt idx="261">
                  <c:v>43098</c:v>
                </c:pt>
                <c:pt idx="262">
                  <c:v>43105</c:v>
                </c:pt>
                <c:pt idx="263">
                  <c:v>43112</c:v>
                </c:pt>
                <c:pt idx="264">
                  <c:v>43119</c:v>
                </c:pt>
                <c:pt idx="265">
                  <c:v>43126</c:v>
                </c:pt>
                <c:pt idx="266">
                  <c:v>43133</c:v>
                </c:pt>
                <c:pt idx="267">
                  <c:v>43140</c:v>
                </c:pt>
                <c:pt idx="268">
                  <c:v>43147</c:v>
                </c:pt>
                <c:pt idx="269">
                  <c:v>43154</c:v>
                </c:pt>
                <c:pt idx="270">
                  <c:v>43161</c:v>
                </c:pt>
                <c:pt idx="271">
                  <c:v>43168</c:v>
                </c:pt>
                <c:pt idx="272">
                  <c:v>43175</c:v>
                </c:pt>
                <c:pt idx="273">
                  <c:v>43182</c:v>
                </c:pt>
                <c:pt idx="274">
                  <c:v>43189</c:v>
                </c:pt>
                <c:pt idx="275">
                  <c:v>43196</c:v>
                </c:pt>
                <c:pt idx="276">
                  <c:v>43203</c:v>
                </c:pt>
                <c:pt idx="277">
                  <c:v>43210</c:v>
                </c:pt>
                <c:pt idx="278">
                  <c:v>43217</c:v>
                </c:pt>
                <c:pt idx="279">
                  <c:v>43224</c:v>
                </c:pt>
                <c:pt idx="280">
                  <c:v>43231</c:v>
                </c:pt>
                <c:pt idx="281">
                  <c:v>43238</c:v>
                </c:pt>
                <c:pt idx="282">
                  <c:v>43245</c:v>
                </c:pt>
                <c:pt idx="283">
                  <c:v>43252</c:v>
                </c:pt>
                <c:pt idx="284">
                  <c:v>43259</c:v>
                </c:pt>
                <c:pt idx="285">
                  <c:v>43266</c:v>
                </c:pt>
                <c:pt idx="286">
                  <c:v>43273</c:v>
                </c:pt>
                <c:pt idx="287">
                  <c:v>43280</c:v>
                </c:pt>
                <c:pt idx="288">
                  <c:v>43287</c:v>
                </c:pt>
                <c:pt idx="289">
                  <c:v>43294</c:v>
                </c:pt>
                <c:pt idx="290">
                  <c:v>43301</c:v>
                </c:pt>
                <c:pt idx="291">
                  <c:v>43308</c:v>
                </c:pt>
                <c:pt idx="292">
                  <c:v>43315</c:v>
                </c:pt>
                <c:pt idx="293">
                  <c:v>43322</c:v>
                </c:pt>
                <c:pt idx="294">
                  <c:v>43329</c:v>
                </c:pt>
                <c:pt idx="295">
                  <c:v>43336</c:v>
                </c:pt>
                <c:pt idx="296">
                  <c:v>43343</c:v>
                </c:pt>
                <c:pt idx="297">
                  <c:v>43350</c:v>
                </c:pt>
                <c:pt idx="298">
                  <c:v>43357</c:v>
                </c:pt>
                <c:pt idx="299">
                  <c:v>43364</c:v>
                </c:pt>
                <c:pt idx="300">
                  <c:v>43371</c:v>
                </c:pt>
                <c:pt idx="301">
                  <c:v>43378</c:v>
                </c:pt>
                <c:pt idx="302">
                  <c:v>43385</c:v>
                </c:pt>
                <c:pt idx="303">
                  <c:v>43392</c:v>
                </c:pt>
                <c:pt idx="304">
                  <c:v>43399</c:v>
                </c:pt>
                <c:pt idx="305">
                  <c:v>43406</c:v>
                </c:pt>
                <c:pt idx="306">
                  <c:v>43413</c:v>
                </c:pt>
                <c:pt idx="307">
                  <c:v>43420</c:v>
                </c:pt>
                <c:pt idx="308">
                  <c:v>43427</c:v>
                </c:pt>
                <c:pt idx="309">
                  <c:v>43434</c:v>
                </c:pt>
                <c:pt idx="310">
                  <c:v>43441</c:v>
                </c:pt>
                <c:pt idx="311">
                  <c:v>43448</c:v>
                </c:pt>
                <c:pt idx="312">
                  <c:v>43455</c:v>
                </c:pt>
                <c:pt idx="313">
                  <c:v>43462</c:v>
                </c:pt>
                <c:pt idx="314">
                  <c:v>43469</c:v>
                </c:pt>
                <c:pt idx="315">
                  <c:v>43476</c:v>
                </c:pt>
                <c:pt idx="316">
                  <c:v>43483</c:v>
                </c:pt>
                <c:pt idx="317">
                  <c:v>43490</c:v>
                </c:pt>
                <c:pt idx="318">
                  <c:v>43497</c:v>
                </c:pt>
                <c:pt idx="319">
                  <c:v>43504</c:v>
                </c:pt>
                <c:pt idx="320">
                  <c:v>43511</c:v>
                </c:pt>
                <c:pt idx="321">
                  <c:v>43518</c:v>
                </c:pt>
                <c:pt idx="322">
                  <c:v>43525</c:v>
                </c:pt>
                <c:pt idx="323">
                  <c:v>43532</c:v>
                </c:pt>
                <c:pt idx="324">
                  <c:v>43539</c:v>
                </c:pt>
                <c:pt idx="325">
                  <c:v>43546</c:v>
                </c:pt>
                <c:pt idx="326">
                  <c:v>43553</c:v>
                </c:pt>
                <c:pt idx="327">
                  <c:v>43560</c:v>
                </c:pt>
                <c:pt idx="328">
                  <c:v>43567</c:v>
                </c:pt>
                <c:pt idx="329">
                  <c:v>43574</c:v>
                </c:pt>
                <c:pt idx="330">
                  <c:v>43581</c:v>
                </c:pt>
                <c:pt idx="331">
                  <c:v>43588</c:v>
                </c:pt>
                <c:pt idx="332">
                  <c:v>43595</c:v>
                </c:pt>
                <c:pt idx="333">
                  <c:v>43602</c:v>
                </c:pt>
                <c:pt idx="334">
                  <c:v>43609</c:v>
                </c:pt>
                <c:pt idx="335">
                  <c:v>43616</c:v>
                </c:pt>
                <c:pt idx="336">
                  <c:v>43623</c:v>
                </c:pt>
                <c:pt idx="337">
                  <c:v>43630</c:v>
                </c:pt>
                <c:pt idx="338">
                  <c:v>43637</c:v>
                </c:pt>
                <c:pt idx="339">
                  <c:v>43644</c:v>
                </c:pt>
                <c:pt idx="340">
                  <c:v>43651</c:v>
                </c:pt>
                <c:pt idx="341">
                  <c:v>43658</c:v>
                </c:pt>
                <c:pt idx="342">
                  <c:v>43665</c:v>
                </c:pt>
                <c:pt idx="343">
                  <c:v>43672</c:v>
                </c:pt>
                <c:pt idx="344">
                  <c:v>43679</c:v>
                </c:pt>
                <c:pt idx="345">
                  <c:v>43686</c:v>
                </c:pt>
                <c:pt idx="346">
                  <c:v>43693</c:v>
                </c:pt>
                <c:pt idx="347">
                  <c:v>43700</c:v>
                </c:pt>
                <c:pt idx="348">
                  <c:v>43707</c:v>
                </c:pt>
                <c:pt idx="349">
                  <c:v>43714</c:v>
                </c:pt>
                <c:pt idx="350">
                  <c:v>43721</c:v>
                </c:pt>
                <c:pt idx="351">
                  <c:v>43728</c:v>
                </c:pt>
                <c:pt idx="352">
                  <c:v>43735</c:v>
                </c:pt>
                <c:pt idx="353">
                  <c:v>43742</c:v>
                </c:pt>
                <c:pt idx="354">
                  <c:v>43749</c:v>
                </c:pt>
                <c:pt idx="355">
                  <c:v>43756</c:v>
                </c:pt>
                <c:pt idx="356">
                  <c:v>43763</c:v>
                </c:pt>
                <c:pt idx="357">
                  <c:v>43770</c:v>
                </c:pt>
                <c:pt idx="358">
                  <c:v>43777</c:v>
                </c:pt>
                <c:pt idx="359">
                  <c:v>43784</c:v>
                </c:pt>
                <c:pt idx="360">
                  <c:v>43791</c:v>
                </c:pt>
                <c:pt idx="361">
                  <c:v>43798</c:v>
                </c:pt>
                <c:pt idx="362">
                  <c:v>43805</c:v>
                </c:pt>
                <c:pt idx="363">
                  <c:v>43812</c:v>
                </c:pt>
                <c:pt idx="364">
                  <c:v>43819</c:v>
                </c:pt>
                <c:pt idx="365">
                  <c:v>43826</c:v>
                </c:pt>
                <c:pt idx="366">
                  <c:v>43833</c:v>
                </c:pt>
                <c:pt idx="367">
                  <c:v>43840</c:v>
                </c:pt>
                <c:pt idx="368">
                  <c:v>43847</c:v>
                </c:pt>
                <c:pt idx="369">
                  <c:v>43854</c:v>
                </c:pt>
                <c:pt idx="370">
                  <c:v>43861</c:v>
                </c:pt>
                <c:pt idx="371">
                  <c:v>43868</c:v>
                </c:pt>
                <c:pt idx="372">
                  <c:v>43875</c:v>
                </c:pt>
                <c:pt idx="373">
                  <c:v>43882</c:v>
                </c:pt>
                <c:pt idx="374">
                  <c:v>43889</c:v>
                </c:pt>
                <c:pt idx="375">
                  <c:v>43896</c:v>
                </c:pt>
                <c:pt idx="376">
                  <c:v>43903</c:v>
                </c:pt>
                <c:pt idx="377">
                  <c:v>43910</c:v>
                </c:pt>
                <c:pt idx="378">
                  <c:v>43917</c:v>
                </c:pt>
                <c:pt idx="379">
                  <c:v>43924</c:v>
                </c:pt>
                <c:pt idx="380">
                  <c:v>43931</c:v>
                </c:pt>
                <c:pt idx="381">
                  <c:v>43938</c:v>
                </c:pt>
                <c:pt idx="382">
                  <c:v>43945</c:v>
                </c:pt>
                <c:pt idx="383">
                  <c:v>43952</c:v>
                </c:pt>
                <c:pt idx="384">
                  <c:v>43959</c:v>
                </c:pt>
                <c:pt idx="385">
                  <c:v>43966</c:v>
                </c:pt>
                <c:pt idx="386">
                  <c:v>43973</c:v>
                </c:pt>
                <c:pt idx="387">
                  <c:v>43980</c:v>
                </c:pt>
                <c:pt idx="388">
                  <c:v>43987</c:v>
                </c:pt>
                <c:pt idx="389">
                  <c:v>43994</c:v>
                </c:pt>
                <c:pt idx="390">
                  <c:v>44001</c:v>
                </c:pt>
                <c:pt idx="391">
                  <c:v>44008</c:v>
                </c:pt>
                <c:pt idx="392">
                  <c:v>44015</c:v>
                </c:pt>
                <c:pt idx="393">
                  <c:v>44022</c:v>
                </c:pt>
                <c:pt idx="394">
                  <c:v>44029</c:v>
                </c:pt>
                <c:pt idx="395">
                  <c:v>44036</c:v>
                </c:pt>
                <c:pt idx="396">
                  <c:v>44043</c:v>
                </c:pt>
                <c:pt idx="397">
                  <c:v>44050</c:v>
                </c:pt>
                <c:pt idx="398">
                  <c:v>44057</c:v>
                </c:pt>
                <c:pt idx="399">
                  <c:v>44064</c:v>
                </c:pt>
                <c:pt idx="400">
                  <c:v>44071</c:v>
                </c:pt>
                <c:pt idx="401">
                  <c:v>44078</c:v>
                </c:pt>
                <c:pt idx="402">
                  <c:v>44085</c:v>
                </c:pt>
                <c:pt idx="403">
                  <c:v>44092</c:v>
                </c:pt>
                <c:pt idx="404">
                  <c:v>44099</c:v>
                </c:pt>
                <c:pt idx="405">
                  <c:v>44106</c:v>
                </c:pt>
                <c:pt idx="406">
                  <c:v>44113</c:v>
                </c:pt>
                <c:pt idx="407">
                  <c:v>44120</c:v>
                </c:pt>
                <c:pt idx="408">
                  <c:v>44127</c:v>
                </c:pt>
                <c:pt idx="409">
                  <c:v>44134</c:v>
                </c:pt>
                <c:pt idx="410">
                  <c:v>44141</c:v>
                </c:pt>
                <c:pt idx="411">
                  <c:v>44148</c:v>
                </c:pt>
                <c:pt idx="412">
                  <c:v>44155</c:v>
                </c:pt>
                <c:pt idx="413">
                  <c:v>44162</c:v>
                </c:pt>
                <c:pt idx="414">
                  <c:v>44169</c:v>
                </c:pt>
                <c:pt idx="415">
                  <c:v>44176</c:v>
                </c:pt>
                <c:pt idx="416">
                  <c:v>44183</c:v>
                </c:pt>
                <c:pt idx="417">
                  <c:v>44190</c:v>
                </c:pt>
                <c:pt idx="418">
                  <c:v>44197</c:v>
                </c:pt>
                <c:pt idx="419">
                  <c:v>44204</c:v>
                </c:pt>
                <c:pt idx="420">
                  <c:v>44211</c:v>
                </c:pt>
                <c:pt idx="421">
                  <c:v>44218</c:v>
                </c:pt>
                <c:pt idx="422">
                  <c:v>44225</c:v>
                </c:pt>
                <c:pt idx="423">
                  <c:v>44232</c:v>
                </c:pt>
                <c:pt idx="424">
                  <c:v>44239</c:v>
                </c:pt>
                <c:pt idx="425">
                  <c:v>44246</c:v>
                </c:pt>
                <c:pt idx="426">
                  <c:v>44253</c:v>
                </c:pt>
                <c:pt idx="427">
                  <c:v>44260</c:v>
                </c:pt>
                <c:pt idx="428">
                  <c:v>44267</c:v>
                </c:pt>
                <c:pt idx="429">
                  <c:v>44274</c:v>
                </c:pt>
                <c:pt idx="430">
                  <c:v>44281</c:v>
                </c:pt>
                <c:pt idx="431">
                  <c:v>44288</c:v>
                </c:pt>
                <c:pt idx="432">
                  <c:v>44295</c:v>
                </c:pt>
                <c:pt idx="433">
                  <c:v>44302</c:v>
                </c:pt>
                <c:pt idx="434">
                  <c:v>44309</c:v>
                </c:pt>
                <c:pt idx="435">
                  <c:v>44316</c:v>
                </c:pt>
                <c:pt idx="436">
                  <c:v>44323</c:v>
                </c:pt>
                <c:pt idx="437">
                  <c:v>44330</c:v>
                </c:pt>
                <c:pt idx="438">
                  <c:v>44337</c:v>
                </c:pt>
                <c:pt idx="439">
                  <c:v>44344</c:v>
                </c:pt>
                <c:pt idx="440">
                  <c:v>44351</c:v>
                </c:pt>
                <c:pt idx="441">
                  <c:v>44358</c:v>
                </c:pt>
                <c:pt idx="442">
                  <c:v>44365</c:v>
                </c:pt>
                <c:pt idx="443">
                  <c:v>44372</c:v>
                </c:pt>
                <c:pt idx="444">
                  <c:v>44379</c:v>
                </c:pt>
                <c:pt idx="445">
                  <c:v>44386</c:v>
                </c:pt>
                <c:pt idx="446">
                  <c:v>44393</c:v>
                </c:pt>
                <c:pt idx="447">
                  <c:v>44400</c:v>
                </c:pt>
                <c:pt idx="448">
                  <c:v>44407</c:v>
                </c:pt>
                <c:pt idx="449">
                  <c:v>44414</c:v>
                </c:pt>
                <c:pt idx="450">
                  <c:v>44421</c:v>
                </c:pt>
                <c:pt idx="451">
                  <c:v>44428</c:v>
                </c:pt>
                <c:pt idx="452">
                  <c:v>44435</c:v>
                </c:pt>
                <c:pt idx="453">
                  <c:v>44442</c:v>
                </c:pt>
                <c:pt idx="454">
                  <c:v>44449</c:v>
                </c:pt>
                <c:pt idx="455">
                  <c:v>44456</c:v>
                </c:pt>
                <c:pt idx="456">
                  <c:v>44463</c:v>
                </c:pt>
                <c:pt idx="457">
                  <c:v>44470</c:v>
                </c:pt>
                <c:pt idx="458">
                  <c:v>44477</c:v>
                </c:pt>
                <c:pt idx="459">
                  <c:v>44484</c:v>
                </c:pt>
                <c:pt idx="460">
                  <c:v>44491</c:v>
                </c:pt>
                <c:pt idx="461">
                  <c:v>44498</c:v>
                </c:pt>
                <c:pt idx="462">
                  <c:v>44505</c:v>
                </c:pt>
                <c:pt idx="463">
                  <c:v>44512</c:v>
                </c:pt>
                <c:pt idx="464">
                  <c:v>44519</c:v>
                </c:pt>
                <c:pt idx="465">
                  <c:v>44526</c:v>
                </c:pt>
                <c:pt idx="466">
                  <c:v>44533</c:v>
                </c:pt>
                <c:pt idx="467">
                  <c:v>44540</c:v>
                </c:pt>
                <c:pt idx="468">
                  <c:v>44547</c:v>
                </c:pt>
                <c:pt idx="469">
                  <c:v>44554</c:v>
                </c:pt>
                <c:pt idx="470">
                  <c:v>44561</c:v>
                </c:pt>
                <c:pt idx="471">
                  <c:v>44568</c:v>
                </c:pt>
                <c:pt idx="472">
                  <c:v>44575</c:v>
                </c:pt>
                <c:pt idx="473">
                  <c:v>44582</c:v>
                </c:pt>
                <c:pt idx="474">
                  <c:v>44589</c:v>
                </c:pt>
                <c:pt idx="475">
                  <c:v>44596</c:v>
                </c:pt>
                <c:pt idx="476">
                  <c:v>44603</c:v>
                </c:pt>
                <c:pt idx="477">
                  <c:v>44610</c:v>
                </c:pt>
                <c:pt idx="478">
                  <c:v>44617</c:v>
                </c:pt>
                <c:pt idx="479">
                  <c:v>44624</c:v>
                </c:pt>
                <c:pt idx="480">
                  <c:v>44631</c:v>
                </c:pt>
                <c:pt idx="481">
                  <c:v>44638</c:v>
                </c:pt>
                <c:pt idx="482">
                  <c:v>44645</c:v>
                </c:pt>
                <c:pt idx="483">
                  <c:v>44652</c:v>
                </c:pt>
                <c:pt idx="484">
                  <c:v>44659</c:v>
                </c:pt>
                <c:pt idx="485">
                  <c:v>44666</c:v>
                </c:pt>
                <c:pt idx="486">
                  <c:v>44673</c:v>
                </c:pt>
                <c:pt idx="487">
                  <c:v>44680</c:v>
                </c:pt>
                <c:pt idx="488">
                  <c:v>44687</c:v>
                </c:pt>
                <c:pt idx="489">
                  <c:v>44694</c:v>
                </c:pt>
                <c:pt idx="490">
                  <c:v>44701</c:v>
                </c:pt>
                <c:pt idx="491">
                  <c:v>44708</c:v>
                </c:pt>
                <c:pt idx="492">
                  <c:v>44715</c:v>
                </c:pt>
                <c:pt idx="493">
                  <c:v>44722</c:v>
                </c:pt>
                <c:pt idx="494">
                  <c:v>44729</c:v>
                </c:pt>
                <c:pt idx="495">
                  <c:v>44736</c:v>
                </c:pt>
                <c:pt idx="496">
                  <c:v>44743</c:v>
                </c:pt>
                <c:pt idx="497">
                  <c:v>44750</c:v>
                </c:pt>
                <c:pt idx="498">
                  <c:v>44757</c:v>
                </c:pt>
                <c:pt idx="499">
                  <c:v>44764</c:v>
                </c:pt>
                <c:pt idx="500">
                  <c:v>44771</c:v>
                </c:pt>
                <c:pt idx="501">
                  <c:v>44778</c:v>
                </c:pt>
                <c:pt idx="502">
                  <c:v>44785</c:v>
                </c:pt>
                <c:pt idx="503">
                  <c:v>44792</c:v>
                </c:pt>
                <c:pt idx="504">
                  <c:v>44799</c:v>
                </c:pt>
                <c:pt idx="505">
                  <c:v>44806</c:v>
                </c:pt>
                <c:pt idx="506">
                  <c:v>44813</c:v>
                </c:pt>
                <c:pt idx="507">
                  <c:v>44820</c:v>
                </c:pt>
                <c:pt idx="508">
                  <c:v>44827</c:v>
                </c:pt>
                <c:pt idx="509">
                  <c:v>44834</c:v>
                </c:pt>
                <c:pt idx="510">
                  <c:v>44841</c:v>
                </c:pt>
                <c:pt idx="511">
                  <c:v>44848</c:v>
                </c:pt>
                <c:pt idx="512">
                  <c:v>44855</c:v>
                </c:pt>
                <c:pt idx="513">
                  <c:v>44862</c:v>
                </c:pt>
                <c:pt idx="514">
                  <c:v>44869</c:v>
                </c:pt>
                <c:pt idx="515">
                  <c:v>44876</c:v>
                </c:pt>
                <c:pt idx="516">
                  <c:v>44883</c:v>
                </c:pt>
                <c:pt idx="517">
                  <c:v>44890</c:v>
                </c:pt>
                <c:pt idx="518">
                  <c:v>44897</c:v>
                </c:pt>
                <c:pt idx="519">
                  <c:v>44904</c:v>
                </c:pt>
                <c:pt idx="520">
                  <c:v>44911</c:v>
                </c:pt>
                <c:pt idx="521">
                  <c:v>44918</c:v>
                </c:pt>
                <c:pt idx="522">
                  <c:v>44925</c:v>
                </c:pt>
                <c:pt idx="523">
                  <c:v>44932</c:v>
                </c:pt>
                <c:pt idx="524">
                  <c:v>44939</c:v>
                </c:pt>
                <c:pt idx="525">
                  <c:v>44946</c:v>
                </c:pt>
                <c:pt idx="526">
                  <c:v>44953</c:v>
                </c:pt>
                <c:pt idx="527">
                  <c:v>44960</c:v>
                </c:pt>
                <c:pt idx="528">
                  <c:v>44967</c:v>
                </c:pt>
                <c:pt idx="529">
                  <c:v>44974</c:v>
                </c:pt>
                <c:pt idx="530">
                  <c:v>44981</c:v>
                </c:pt>
                <c:pt idx="531">
                  <c:v>44988</c:v>
                </c:pt>
                <c:pt idx="532">
                  <c:v>44995</c:v>
                </c:pt>
                <c:pt idx="533">
                  <c:v>45002</c:v>
                </c:pt>
                <c:pt idx="534">
                  <c:v>45009</c:v>
                </c:pt>
                <c:pt idx="535">
                  <c:v>45016</c:v>
                </c:pt>
                <c:pt idx="536">
                  <c:v>45023</c:v>
                </c:pt>
                <c:pt idx="537">
                  <c:v>45030</c:v>
                </c:pt>
                <c:pt idx="538">
                  <c:v>45037</c:v>
                </c:pt>
                <c:pt idx="539">
                  <c:v>45044</c:v>
                </c:pt>
                <c:pt idx="540">
                  <c:v>45051</c:v>
                </c:pt>
                <c:pt idx="541">
                  <c:v>45058</c:v>
                </c:pt>
                <c:pt idx="542">
                  <c:v>45065</c:v>
                </c:pt>
                <c:pt idx="543">
                  <c:v>45072</c:v>
                </c:pt>
                <c:pt idx="544">
                  <c:v>45079</c:v>
                </c:pt>
                <c:pt idx="545">
                  <c:v>45086</c:v>
                </c:pt>
                <c:pt idx="546">
                  <c:v>45093</c:v>
                </c:pt>
                <c:pt idx="547">
                  <c:v>45100</c:v>
                </c:pt>
                <c:pt idx="548">
                  <c:v>45107</c:v>
                </c:pt>
                <c:pt idx="549">
                  <c:v>45114</c:v>
                </c:pt>
                <c:pt idx="550">
                  <c:v>45121</c:v>
                </c:pt>
                <c:pt idx="551">
                  <c:v>45128</c:v>
                </c:pt>
                <c:pt idx="552">
                  <c:v>45135</c:v>
                </c:pt>
                <c:pt idx="553">
                  <c:v>45142</c:v>
                </c:pt>
                <c:pt idx="554">
                  <c:v>45149</c:v>
                </c:pt>
                <c:pt idx="555">
                  <c:v>45156</c:v>
                </c:pt>
                <c:pt idx="556">
                  <c:v>45163</c:v>
                </c:pt>
                <c:pt idx="557">
                  <c:v>45170</c:v>
                </c:pt>
                <c:pt idx="558">
                  <c:v>45177</c:v>
                </c:pt>
                <c:pt idx="559">
                  <c:v>45184</c:v>
                </c:pt>
                <c:pt idx="560">
                  <c:v>45191</c:v>
                </c:pt>
                <c:pt idx="561">
                  <c:v>45198</c:v>
                </c:pt>
                <c:pt idx="562">
                  <c:v>45205</c:v>
                </c:pt>
                <c:pt idx="563">
                  <c:v>45212</c:v>
                </c:pt>
                <c:pt idx="564">
                  <c:v>45219</c:v>
                </c:pt>
                <c:pt idx="565">
                  <c:v>45226</c:v>
                </c:pt>
                <c:pt idx="566">
                  <c:v>45233</c:v>
                </c:pt>
                <c:pt idx="567">
                  <c:v>45240</c:v>
                </c:pt>
                <c:pt idx="568">
                  <c:v>45247</c:v>
                </c:pt>
                <c:pt idx="569">
                  <c:v>45254</c:v>
                </c:pt>
                <c:pt idx="570">
                  <c:v>45261</c:v>
                </c:pt>
                <c:pt idx="571">
                  <c:v>45268</c:v>
                </c:pt>
                <c:pt idx="572">
                  <c:v>45275</c:v>
                </c:pt>
                <c:pt idx="573">
                  <c:v>45282</c:v>
                </c:pt>
                <c:pt idx="574">
                  <c:v>45289</c:v>
                </c:pt>
                <c:pt idx="575">
                  <c:v>45296</c:v>
                </c:pt>
                <c:pt idx="576">
                  <c:v>45303</c:v>
                </c:pt>
                <c:pt idx="577">
                  <c:v>45310</c:v>
                </c:pt>
                <c:pt idx="578">
                  <c:v>45317</c:v>
                </c:pt>
                <c:pt idx="579">
                  <c:v>45324</c:v>
                </c:pt>
                <c:pt idx="580">
                  <c:v>45331</c:v>
                </c:pt>
                <c:pt idx="581">
                  <c:v>45338</c:v>
                </c:pt>
                <c:pt idx="582">
                  <c:v>45345</c:v>
                </c:pt>
                <c:pt idx="583">
                  <c:v>45352</c:v>
                </c:pt>
                <c:pt idx="584">
                  <c:v>45359</c:v>
                </c:pt>
                <c:pt idx="585">
                  <c:v>45366</c:v>
                </c:pt>
                <c:pt idx="586">
                  <c:v>45373</c:v>
                </c:pt>
                <c:pt idx="587">
                  <c:v>45380</c:v>
                </c:pt>
                <c:pt idx="588">
                  <c:v>45387</c:v>
                </c:pt>
                <c:pt idx="589">
                  <c:v>45394</c:v>
                </c:pt>
                <c:pt idx="590">
                  <c:v>45401</c:v>
                </c:pt>
                <c:pt idx="591">
                  <c:v>45408</c:v>
                </c:pt>
                <c:pt idx="592">
                  <c:v>45415</c:v>
                </c:pt>
                <c:pt idx="593">
                  <c:v>45422</c:v>
                </c:pt>
                <c:pt idx="594">
                  <c:v>45429</c:v>
                </c:pt>
                <c:pt idx="595">
                  <c:v>45436</c:v>
                </c:pt>
                <c:pt idx="596">
                  <c:v>45443</c:v>
                </c:pt>
                <c:pt idx="597">
                  <c:v>45450</c:v>
                </c:pt>
                <c:pt idx="598">
                  <c:v>45457</c:v>
                </c:pt>
                <c:pt idx="599">
                  <c:v>45464</c:v>
                </c:pt>
                <c:pt idx="600">
                  <c:v>45471</c:v>
                </c:pt>
                <c:pt idx="601">
                  <c:v>45478</c:v>
                </c:pt>
                <c:pt idx="602">
                  <c:v>45485</c:v>
                </c:pt>
                <c:pt idx="603">
                  <c:v>45492</c:v>
                </c:pt>
                <c:pt idx="604">
                  <c:v>45499</c:v>
                </c:pt>
                <c:pt idx="605">
                  <c:v>45506</c:v>
                </c:pt>
                <c:pt idx="606">
                  <c:v>45513</c:v>
                </c:pt>
                <c:pt idx="607">
                  <c:v>45520</c:v>
                </c:pt>
                <c:pt idx="608">
                  <c:v>45527</c:v>
                </c:pt>
                <c:pt idx="609">
                  <c:v>45534</c:v>
                </c:pt>
                <c:pt idx="610">
                  <c:v>45541</c:v>
                </c:pt>
                <c:pt idx="611">
                  <c:v>45548</c:v>
                </c:pt>
                <c:pt idx="612">
                  <c:v>45555</c:v>
                </c:pt>
                <c:pt idx="613">
                  <c:v>45562</c:v>
                </c:pt>
                <c:pt idx="614">
                  <c:v>45569</c:v>
                </c:pt>
                <c:pt idx="615">
                  <c:v>45576</c:v>
                </c:pt>
                <c:pt idx="616">
                  <c:v>45583</c:v>
                </c:pt>
                <c:pt idx="617">
                  <c:v>45590</c:v>
                </c:pt>
                <c:pt idx="618">
                  <c:v>45597</c:v>
                </c:pt>
                <c:pt idx="619">
                  <c:v>45604</c:v>
                </c:pt>
                <c:pt idx="620">
                  <c:v>45611</c:v>
                </c:pt>
                <c:pt idx="621">
                  <c:v>45618</c:v>
                </c:pt>
                <c:pt idx="622">
                  <c:v>45625</c:v>
                </c:pt>
                <c:pt idx="623">
                  <c:v>45632</c:v>
                </c:pt>
                <c:pt idx="624">
                  <c:v>45639</c:v>
                </c:pt>
                <c:pt idx="625">
                  <c:v>45646</c:v>
                </c:pt>
                <c:pt idx="626">
                  <c:v>45653</c:v>
                </c:pt>
                <c:pt idx="627">
                  <c:v>45660</c:v>
                </c:pt>
                <c:pt idx="628">
                  <c:v>45667</c:v>
                </c:pt>
                <c:pt idx="629">
                  <c:v>45674</c:v>
                </c:pt>
                <c:pt idx="630">
                  <c:v>45681</c:v>
                </c:pt>
                <c:pt idx="631">
                  <c:v>45688</c:v>
                </c:pt>
                <c:pt idx="632">
                  <c:v>45695</c:v>
                </c:pt>
                <c:pt idx="633">
                  <c:v>45702</c:v>
                </c:pt>
                <c:pt idx="634">
                  <c:v>45709</c:v>
                </c:pt>
                <c:pt idx="635">
                  <c:v>45716</c:v>
                </c:pt>
                <c:pt idx="636">
                  <c:v>45723</c:v>
                </c:pt>
                <c:pt idx="637">
                  <c:v>45730</c:v>
                </c:pt>
                <c:pt idx="638">
                  <c:v>45737</c:v>
                </c:pt>
                <c:pt idx="639">
                  <c:v>45744</c:v>
                </c:pt>
                <c:pt idx="640">
                  <c:v>45751</c:v>
                </c:pt>
                <c:pt idx="641">
                  <c:v>45758</c:v>
                </c:pt>
                <c:pt idx="642">
                  <c:v>45765</c:v>
                </c:pt>
                <c:pt idx="643">
                  <c:v>45772</c:v>
                </c:pt>
                <c:pt idx="644">
                  <c:v>45779</c:v>
                </c:pt>
                <c:pt idx="645">
                  <c:v>45786</c:v>
                </c:pt>
                <c:pt idx="646">
                  <c:v>45793</c:v>
                </c:pt>
                <c:pt idx="647">
                  <c:v>45800</c:v>
                </c:pt>
                <c:pt idx="648">
                  <c:v>45807</c:v>
                </c:pt>
                <c:pt idx="649">
                  <c:v>45814</c:v>
                </c:pt>
                <c:pt idx="650">
                  <c:v>45821</c:v>
                </c:pt>
                <c:pt idx="651">
                  <c:v>45828</c:v>
                </c:pt>
                <c:pt idx="652">
                  <c:v>45835</c:v>
                </c:pt>
                <c:pt idx="653">
                  <c:v>45842</c:v>
                </c:pt>
                <c:pt idx="654">
                  <c:v>45849</c:v>
                </c:pt>
                <c:pt idx="655">
                  <c:v>45856</c:v>
                </c:pt>
                <c:pt idx="656">
                  <c:v>45863</c:v>
                </c:pt>
                <c:pt idx="657">
                  <c:v>45870</c:v>
                </c:pt>
                <c:pt idx="658">
                  <c:v>45877</c:v>
                </c:pt>
                <c:pt idx="659">
                  <c:v>45884</c:v>
                </c:pt>
                <c:pt idx="660">
                  <c:v>45891</c:v>
                </c:pt>
                <c:pt idx="661">
                  <c:v>45898</c:v>
                </c:pt>
                <c:pt idx="662">
                  <c:v>45905</c:v>
                </c:pt>
                <c:pt idx="663">
                  <c:v>45912</c:v>
                </c:pt>
                <c:pt idx="664">
                  <c:v>45919</c:v>
                </c:pt>
                <c:pt idx="665">
                  <c:v>45926</c:v>
                </c:pt>
                <c:pt idx="666">
                  <c:v>45933</c:v>
                </c:pt>
                <c:pt idx="667">
                  <c:v>45940</c:v>
                </c:pt>
                <c:pt idx="668">
                  <c:v>45947</c:v>
                </c:pt>
                <c:pt idx="669">
                  <c:v>45954</c:v>
                </c:pt>
                <c:pt idx="670">
                  <c:v>45961</c:v>
                </c:pt>
                <c:pt idx="671">
                  <c:v>45968</c:v>
                </c:pt>
                <c:pt idx="672">
                  <c:v>45975</c:v>
                </c:pt>
                <c:pt idx="673">
                  <c:v>45982</c:v>
                </c:pt>
                <c:pt idx="674">
                  <c:v>45989</c:v>
                </c:pt>
                <c:pt idx="675">
                  <c:v>45996</c:v>
                </c:pt>
                <c:pt idx="676">
                  <c:v>46003</c:v>
                </c:pt>
                <c:pt idx="677">
                  <c:v>46010</c:v>
                </c:pt>
                <c:pt idx="678">
                  <c:v>46017</c:v>
                </c:pt>
                <c:pt idx="679">
                  <c:v>46024</c:v>
                </c:pt>
                <c:pt idx="680">
                  <c:v>46031</c:v>
                </c:pt>
                <c:pt idx="681">
                  <c:v>46038</c:v>
                </c:pt>
                <c:pt idx="682">
                  <c:v>46045</c:v>
                </c:pt>
                <c:pt idx="683">
                  <c:v>46052</c:v>
                </c:pt>
                <c:pt idx="684">
                  <c:v>46059</c:v>
                </c:pt>
                <c:pt idx="685">
                  <c:v>46066</c:v>
                </c:pt>
                <c:pt idx="686">
                  <c:v>46073</c:v>
                </c:pt>
                <c:pt idx="687">
                  <c:v>46080</c:v>
                </c:pt>
                <c:pt idx="688">
                  <c:v>46087</c:v>
                </c:pt>
                <c:pt idx="689">
                  <c:v>46094</c:v>
                </c:pt>
                <c:pt idx="690">
                  <c:v>46101</c:v>
                </c:pt>
                <c:pt idx="691">
                  <c:v>46108</c:v>
                </c:pt>
                <c:pt idx="692">
                  <c:v>46115</c:v>
                </c:pt>
                <c:pt idx="693">
                  <c:v>46122</c:v>
                </c:pt>
                <c:pt idx="694">
                  <c:v>46129</c:v>
                </c:pt>
                <c:pt idx="695">
                  <c:v>46136</c:v>
                </c:pt>
                <c:pt idx="696">
                  <c:v>46143</c:v>
                </c:pt>
                <c:pt idx="697">
                  <c:v>46150</c:v>
                </c:pt>
                <c:pt idx="698">
                  <c:v>46157</c:v>
                </c:pt>
                <c:pt idx="699">
                  <c:v>46164</c:v>
                </c:pt>
                <c:pt idx="700">
                  <c:v>46171</c:v>
                </c:pt>
                <c:pt idx="701">
                  <c:v>46178</c:v>
                </c:pt>
                <c:pt idx="702">
                  <c:v>46185</c:v>
                </c:pt>
                <c:pt idx="703">
                  <c:v>46192</c:v>
                </c:pt>
                <c:pt idx="704">
                  <c:v>46199</c:v>
                </c:pt>
                <c:pt idx="705">
                  <c:v>46206</c:v>
                </c:pt>
                <c:pt idx="706">
                  <c:v>46213</c:v>
                </c:pt>
                <c:pt idx="707">
                  <c:v>46220</c:v>
                </c:pt>
                <c:pt idx="708">
                  <c:v>46227</c:v>
                </c:pt>
                <c:pt idx="709">
                  <c:v>46234</c:v>
                </c:pt>
                <c:pt idx="710">
                  <c:v>46241</c:v>
                </c:pt>
                <c:pt idx="711">
                  <c:v>46248</c:v>
                </c:pt>
              </c:numCache>
            </c:numRef>
          </c:cat>
          <c:val>
            <c:numRef>
              <c:f>'EM Composite VRP'!$W$5:$W$716</c:f>
              <c:numCache>
                <c:formatCode>General</c:formatCode>
                <c:ptCount val="712"/>
                <c:pt idx="0">
                  <c:v>4.7440000000000007</c:v>
                </c:pt>
                <c:pt idx="1">
                  <c:v>4.7308000000000003</c:v>
                </c:pt>
                <c:pt idx="2">
                  <c:v>4.7202999999999999</c:v>
                </c:pt>
                <c:pt idx="3">
                  <c:v>4.7233999999999998</c:v>
                </c:pt>
                <c:pt idx="4">
                  <c:v>4.6176999999999992</c:v>
                </c:pt>
                <c:pt idx="5">
                  <c:v>4.5986000000000002</c:v>
                </c:pt>
                <c:pt idx="6">
                  <c:v>4.6579999999999995</c:v>
                </c:pt>
                <c:pt idx="7">
                  <c:v>4.6242999999999999</c:v>
                </c:pt>
                <c:pt idx="8">
                  <c:v>4.6423000000000005</c:v>
                </c:pt>
                <c:pt idx="9">
                  <c:v>4.7888999999999999</c:v>
                </c:pt>
                <c:pt idx="10">
                  <c:v>4.6505999999999998</c:v>
                </c:pt>
                <c:pt idx="11">
                  <c:v>4.7210999999999999</c:v>
                </c:pt>
                <c:pt idx="12">
                  <c:v>4.8026999999999997</c:v>
                </c:pt>
                <c:pt idx="13">
                  <c:v>4.8084999999999996</c:v>
                </c:pt>
                <c:pt idx="14">
                  <c:v>4.7570999999999994</c:v>
                </c:pt>
                <c:pt idx="15">
                  <c:v>4.6888999999999994</c:v>
                </c:pt>
                <c:pt idx="16">
                  <c:v>4.5869</c:v>
                </c:pt>
                <c:pt idx="17">
                  <c:v>4.5891999999999999</c:v>
                </c:pt>
                <c:pt idx="18">
                  <c:v>4.4931999999999999</c:v>
                </c:pt>
                <c:pt idx="19">
                  <c:v>4.3834999999999997</c:v>
                </c:pt>
                <c:pt idx="20">
                  <c:v>4.43</c:v>
                </c:pt>
                <c:pt idx="21">
                  <c:v>4.5590000000000002</c:v>
                </c:pt>
                <c:pt idx="22">
                  <c:v>4.7429000000000006</c:v>
                </c:pt>
                <c:pt idx="23">
                  <c:v>4.9147999999999996</c:v>
                </c:pt>
                <c:pt idx="24">
                  <c:v>4.9839000000000002</c:v>
                </c:pt>
                <c:pt idx="25">
                  <c:v>5.1543999999999999</c:v>
                </c:pt>
                <c:pt idx="26">
                  <c:v>5.0270999999999999</c:v>
                </c:pt>
                <c:pt idx="27">
                  <c:v>4.8472999999999997</c:v>
                </c:pt>
                <c:pt idx="28">
                  <c:v>5.0591999999999997</c:v>
                </c:pt>
                <c:pt idx="29">
                  <c:v>5.0669000000000004</c:v>
                </c:pt>
                <c:pt idx="30">
                  <c:v>5.1341000000000001</c:v>
                </c:pt>
                <c:pt idx="31">
                  <c:v>5.1208999999999998</c:v>
                </c:pt>
                <c:pt idx="32">
                  <c:v>5.0849000000000002</c:v>
                </c:pt>
                <c:pt idx="33">
                  <c:v>5.1065000000000005</c:v>
                </c:pt>
                <c:pt idx="34">
                  <c:v>5.2314000000000007</c:v>
                </c:pt>
                <c:pt idx="35">
                  <c:v>5.2766999999999999</c:v>
                </c:pt>
                <c:pt idx="36">
                  <c:v>5.1745000000000001</c:v>
                </c:pt>
                <c:pt idx="37">
                  <c:v>5.0276999999999994</c:v>
                </c:pt>
                <c:pt idx="38">
                  <c:v>4.9496000000000002</c:v>
                </c:pt>
                <c:pt idx="39">
                  <c:v>5.1641000000000004</c:v>
                </c:pt>
                <c:pt idx="40">
                  <c:v>5.1143000000000001</c:v>
                </c:pt>
                <c:pt idx="41">
                  <c:v>5.0449999999999999</c:v>
                </c:pt>
                <c:pt idx="42">
                  <c:v>5.0074999999999994</c:v>
                </c:pt>
                <c:pt idx="43">
                  <c:v>4.9518000000000004</c:v>
                </c:pt>
                <c:pt idx="44">
                  <c:v>5.0961999999999996</c:v>
                </c:pt>
                <c:pt idx="45">
                  <c:v>5.2111999999999998</c:v>
                </c:pt>
                <c:pt idx="46">
                  <c:v>5.3240999999999996</c:v>
                </c:pt>
                <c:pt idx="47">
                  <c:v>5.4207000000000001</c:v>
                </c:pt>
                <c:pt idx="48">
                  <c:v>5.4116</c:v>
                </c:pt>
                <c:pt idx="49">
                  <c:v>5.3276000000000003</c:v>
                </c:pt>
                <c:pt idx="50">
                  <c:v>5.2088999999999999</c:v>
                </c:pt>
                <c:pt idx="51">
                  <c:v>5.0922000000000001</c:v>
                </c:pt>
                <c:pt idx="52">
                  <c:v>5.0782000000000007</c:v>
                </c:pt>
                <c:pt idx="53">
                  <c:v>5.1604000000000001</c:v>
                </c:pt>
                <c:pt idx="54">
                  <c:v>5.2072000000000003</c:v>
                </c:pt>
                <c:pt idx="55">
                  <c:v>5.1907000000000005</c:v>
                </c:pt>
                <c:pt idx="56">
                  <c:v>5.4676</c:v>
                </c:pt>
                <c:pt idx="57">
                  <c:v>5.7065000000000001</c:v>
                </c:pt>
                <c:pt idx="58">
                  <c:v>5.5640000000000001</c:v>
                </c:pt>
                <c:pt idx="59">
                  <c:v>5.4943000000000008</c:v>
                </c:pt>
                <c:pt idx="60">
                  <c:v>5.4762000000000004</c:v>
                </c:pt>
                <c:pt idx="61">
                  <c:v>5.4773000000000005</c:v>
                </c:pt>
                <c:pt idx="62">
                  <c:v>5.3595999999999995</c:v>
                </c:pt>
                <c:pt idx="63">
                  <c:v>5.5416000000000007</c:v>
                </c:pt>
                <c:pt idx="64">
                  <c:v>5.3684999999999992</c:v>
                </c:pt>
                <c:pt idx="65">
                  <c:v>5.15</c:v>
                </c:pt>
                <c:pt idx="66">
                  <c:v>5.1556999999999995</c:v>
                </c:pt>
                <c:pt idx="67">
                  <c:v>5.2069000000000001</c:v>
                </c:pt>
                <c:pt idx="68">
                  <c:v>5.0732999999999997</c:v>
                </c:pt>
                <c:pt idx="69">
                  <c:v>5.1322999999999999</c:v>
                </c:pt>
                <c:pt idx="70">
                  <c:v>5.1310000000000002</c:v>
                </c:pt>
                <c:pt idx="71">
                  <c:v>5.0645000000000007</c:v>
                </c:pt>
                <c:pt idx="72">
                  <c:v>5.1022999999999996</c:v>
                </c:pt>
                <c:pt idx="73">
                  <c:v>5.0730000000000004</c:v>
                </c:pt>
                <c:pt idx="74">
                  <c:v>5.0906000000000002</c:v>
                </c:pt>
                <c:pt idx="75">
                  <c:v>4.8384999999999998</c:v>
                </c:pt>
                <c:pt idx="76">
                  <c:v>4.8361999999999998</c:v>
                </c:pt>
                <c:pt idx="77">
                  <c:v>4.8969000000000005</c:v>
                </c:pt>
                <c:pt idx="78">
                  <c:v>4.8977000000000004</c:v>
                </c:pt>
                <c:pt idx="79">
                  <c:v>4.8117999999999999</c:v>
                </c:pt>
                <c:pt idx="80">
                  <c:v>4.9020999999999999</c:v>
                </c:pt>
                <c:pt idx="81">
                  <c:v>4.8150999999999993</c:v>
                </c:pt>
                <c:pt idx="82">
                  <c:v>4.8113999999999999</c:v>
                </c:pt>
                <c:pt idx="83">
                  <c:v>4.9627999999999997</c:v>
                </c:pt>
                <c:pt idx="84">
                  <c:v>5.0486000000000004</c:v>
                </c:pt>
                <c:pt idx="85">
                  <c:v>5.0468999999999999</c:v>
                </c:pt>
                <c:pt idx="86">
                  <c:v>4.9118000000000004</c:v>
                </c:pt>
                <c:pt idx="87">
                  <c:v>4.9066999999999998</c:v>
                </c:pt>
                <c:pt idx="88">
                  <c:v>4.7873999999999999</c:v>
                </c:pt>
                <c:pt idx="89">
                  <c:v>4.8514999999999997</c:v>
                </c:pt>
                <c:pt idx="90">
                  <c:v>4.8201000000000001</c:v>
                </c:pt>
                <c:pt idx="91">
                  <c:v>4.8987999999999996</c:v>
                </c:pt>
                <c:pt idx="92">
                  <c:v>4.9817999999999998</c:v>
                </c:pt>
                <c:pt idx="93">
                  <c:v>5.0639000000000003</c:v>
                </c:pt>
                <c:pt idx="94">
                  <c:v>5.0856000000000003</c:v>
                </c:pt>
                <c:pt idx="95">
                  <c:v>4.9624000000000006</c:v>
                </c:pt>
                <c:pt idx="96">
                  <c:v>4.8017000000000003</c:v>
                </c:pt>
                <c:pt idx="97">
                  <c:v>4.8616000000000001</c:v>
                </c:pt>
                <c:pt idx="98">
                  <c:v>4.8152000000000008</c:v>
                </c:pt>
                <c:pt idx="99">
                  <c:v>4.6941999999999995</c:v>
                </c:pt>
                <c:pt idx="100">
                  <c:v>4.7101999999999995</c:v>
                </c:pt>
                <c:pt idx="101">
                  <c:v>4.6951000000000001</c:v>
                </c:pt>
                <c:pt idx="102">
                  <c:v>5.093</c:v>
                </c:pt>
                <c:pt idx="103">
                  <c:v>4.9706000000000001</c:v>
                </c:pt>
                <c:pt idx="104">
                  <c:v>4.8212999999999999</c:v>
                </c:pt>
                <c:pt idx="105">
                  <c:v>4.9009</c:v>
                </c:pt>
                <c:pt idx="106">
                  <c:v>4.8682999999999996</c:v>
                </c:pt>
                <c:pt idx="107">
                  <c:v>4.8493000000000004</c:v>
                </c:pt>
                <c:pt idx="108">
                  <c:v>4.6551999999999998</c:v>
                </c:pt>
                <c:pt idx="109">
                  <c:v>4.7397</c:v>
                </c:pt>
                <c:pt idx="110">
                  <c:v>4.5641000000000007</c:v>
                </c:pt>
                <c:pt idx="111">
                  <c:v>4.6101999999999999</c:v>
                </c:pt>
                <c:pt idx="112">
                  <c:v>4.5883000000000003</c:v>
                </c:pt>
                <c:pt idx="113">
                  <c:v>4.6543999999999999</c:v>
                </c:pt>
                <c:pt idx="114">
                  <c:v>4.6795999999999998</c:v>
                </c:pt>
                <c:pt idx="115">
                  <c:v>4.8712</c:v>
                </c:pt>
                <c:pt idx="116">
                  <c:v>4.877699999999999</c:v>
                </c:pt>
                <c:pt idx="117">
                  <c:v>4.8815</c:v>
                </c:pt>
                <c:pt idx="118">
                  <c:v>5.0236000000000001</c:v>
                </c:pt>
                <c:pt idx="119">
                  <c:v>4.8353999999999999</c:v>
                </c:pt>
                <c:pt idx="120">
                  <c:v>5.0100999999999996</c:v>
                </c:pt>
                <c:pt idx="121">
                  <c:v>5.0868000000000002</c:v>
                </c:pt>
                <c:pt idx="122">
                  <c:v>4.9375999999999998</c:v>
                </c:pt>
                <c:pt idx="123">
                  <c:v>5.0365000000000002</c:v>
                </c:pt>
                <c:pt idx="124">
                  <c:v>5.0145999999999997</c:v>
                </c:pt>
                <c:pt idx="125">
                  <c:v>4.9234</c:v>
                </c:pt>
                <c:pt idx="126">
                  <c:v>5.0893999999999995</c:v>
                </c:pt>
                <c:pt idx="127">
                  <c:v>5.0405000000000006</c:v>
                </c:pt>
                <c:pt idx="128">
                  <c:v>5.0608000000000004</c:v>
                </c:pt>
                <c:pt idx="129">
                  <c:v>5.226</c:v>
                </c:pt>
                <c:pt idx="130">
                  <c:v>5.0007000000000001</c:v>
                </c:pt>
                <c:pt idx="131">
                  <c:v>5.1315999999999997</c:v>
                </c:pt>
                <c:pt idx="132">
                  <c:v>5.0824999999999996</c:v>
                </c:pt>
                <c:pt idx="133">
                  <c:v>4.9923000000000002</c:v>
                </c:pt>
                <c:pt idx="134">
                  <c:v>5.1087000000000007</c:v>
                </c:pt>
                <c:pt idx="135">
                  <c:v>5.1890000000000001</c:v>
                </c:pt>
                <c:pt idx="136">
                  <c:v>5.2431000000000001</c:v>
                </c:pt>
                <c:pt idx="137">
                  <c:v>5.218</c:v>
                </c:pt>
                <c:pt idx="138">
                  <c:v>5.5282999999999998</c:v>
                </c:pt>
                <c:pt idx="139">
                  <c:v>5.4862000000000002</c:v>
                </c:pt>
                <c:pt idx="140">
                  <c:v>5.6364000000000001</c:v>
                </c:pt>
                <c:pt idx="141">
                  <c:v>5.6584000000000003</c:v>
                </c:pt>
                <c:pt idx="142">
                  <c:v>5.6315999999999997</c:v>
                </c:pt>
                <c:pt idx="143">
                  <c:v>5.7084000000000001</c:v>
                </c:pt>
                <c:pt idx="144">
                  <c:v>5.6776</c:v>
                </c:pt>
                <c:pt idx="145">
                  <c:v>5.4005999999999998</c:v>
                </c:pt>
                <c:pt idx="146">
                  <c:v>5.4082999999999997</c:v>
                </c:pt>
                <c:pt idx="147">
                  <c:v>5.3572999999999995</c:v>
                </c:pt>
                <c:pt idx="148">
                  <c:v>5.2973999999999997</c:v>
                </c:pt>
                <c:pt idx="149">
                  <c:v>5.1232000000000006</c:v>
                </c:pt>
                <c:pt idx="150">
                  <c:v>5.2239000000000004</c:v>
                </c:pt>
                <c:pt idx="151">
                  <c:v>5.1183999999999994</c:v>
                </c:pt>
                <c:pt idx="152">
                  <c:v>5.2385999999999999</c:v>
                </c:pt>
                <c:pt idx="153">
                  <c:v>5.1770000000000005</c:v>
                </c:pt>
                <c:pt idx="154">
                  <c:v>5.6569000000000003</c:v>
                </c:pt>
                <c:pt idx="155">
                  <c:v>5.3770000000000007</c:v>
                </c:pt>
                <c:pt idx="156">
                  <c:v>5.3639000000000001</c:v>
                </c:pt>
                <c:pt idx="157">
                  <c:v>5.3742999999999999</c:v>
                </c:pt>
                <c:pt idx="158">
                  <c:v>5.5560999999999998</c:v>
                </c:pt>
                <c:pt idx="159">
                  <c:v>5.6722999999999999</c:v>
                </c:pt>
                <c:pt idx="160">
                  <c:v>5.5980999999999996</c:v>
                </c:pt>
                <c:pt idx="161">
                  <c:v>5.5522999999999998</c:v>
                </c:pt>
                <c:pt idx="162">
                  <c:v>5.5934000000000008</c:v>
                </c:pt>
                <c:pt idx="163">
                  <c:v>5.6398000000000001</c:v>
                </c:pt>
                <c:pt idx="164">
                  <c:v>5.6044</c:v>
                </c:pt>
                <c:pt idx="165">
                  <c:v>5.6191000000000004</c:v>
                </c:pt>
                <c:pt idx="166">
                  <c:v>5.3305999999999996</c:v>
                </c:pt>
                <c:pt idx="167">
                  <c:v>5.1008999999999993</c:v>
                </c:pt>
                <c:pt idx="168">
                  <c:v>5.1821000000000002</c:v>
                </c:pt>
                <c:pt idx="169">
                  <c:v>5.1985999999999999</c:v>
                </c:pt>
                <c:pt idx="170">
                  <c:v>5.2702000000000009</c:v>
                </c:pt>
                <c:pt idx="171">
                  <c:v>5.3552</c:v>
                </c:pt>
                <c:pt idx="172">
                  <c:v>5.1383000000000001</c:v>
                </c:pt>
                <c:pt idx="173">
                  <c:v>5.0036999999999994</c:v>
                </c:pt>
                <c:pt idx="174">
                  <c:v>5.0924999999999994</c:v>
                </c:pt>
                <c:pt idx="175">
                  <c:v>5.2414999999999994</c:v>
                </c:pt>
                <c:pt idx="176">
                  <c:v>5.2573000000000008</c:v>
                </c:pt>
                <c:pt idx="177">
                  <c:v>5.2323000000000004</c:v>
                </c:pt>
                <c:pt idx="178">
                  <c:v>5.2091999999999992</c:v>
                </c:pt>
                <c:pt idx="179">
                  <c:v>5.3016000000000005</c:v>
                </c:pt>
                <c:pt idx="180">
                  <c:v>5.3108000000000004</c:v>
                </c:pt>
                <c:pt idx="181">
                  <c:v>5.3926999999999996</c:v>
                </c:pt>
                <c:pt idx="182">
                  <c:v>5.4071999999999996</c:v>
                </c:pt>
                <c:pt idx="183">
                  <c:v>5.2817999999999996</c:v>
                </c:pt>
                <c:pt idx="184">
                  <c:v>5.3124000000000002</c:v>
                </c:pt>
                <c:pt idx="185">
                  <c:v>5.1309000000000005</c:v>
                </c:pt>
                <c:pt idx="186">
                  <c:v>5.1902000000000008</c:v>
                </c:pt>
                <c:pt idx="187">
                  <c:v>5.2233999999999998</c:v>
                </c:pt>
                <c:pt idx="188">
                  <c:v>5.0951999999999993</c:v>
                </c:pt>
                <c:pt idx="189">
                  <c:v>5.0527999999999995</c:v>
                </c:pt>
                <c:pt idx="190">
                  <c:v>4.9909999999999997</c:v>
                </c:pt>
                <c:pt idx="191">
                  <c:v>5.0039999999999996</c:v>
                </c:pt>
                <c:pt idx="192">
                  <c:v>5.0625</c:v>
                </c:pt>
                <c:pt idx="193">
                  <c:v>4.9881000000000002</c:v>
                </c:pt>
                <c:pt idx="194">
                  <c:v>5.0578000000000003</c:v>
                </c:pt>
                <c:pt idx="195">
                  <c:v>5.0118</c:v>
                </c:pt>
                <c:pt idx="196">
                  <c:v>5.0334000000000003</c:v>
                </c:pt>
                <c:pt idx="197">
                  <c:v>4.9644999999999992</c:v>
                </c:pt>
                <c:pt idx="198">
                  <c:v>4.9671000000000003</c:v>
                </c:pt>
                <c:pt idx="199">
                  <c:v>5.0084999999999997</c:v>
                </c:pt>
                <c:pt idx="200">
                  <c:v>5.0295000000000005</c:v>
                </c:pt>
                <c:pt idx="201">
                  <c:v>5.1478999999999999</c:v>
                </c:pt>
                <c:pt idx="202">
                  <c:v>5.2100999999999997</c:v>
                </c:pt>
                <c:pt idx="203">
                  <c:v>5.0918000000000001</c:v>
                </c:pt>
                <c:pt idx="204">
                  <c:v>5.1021999999999998</c:v>
                </c:pt>
                <c:pt idx="205">
                  <c:v>5.0801999999999996</c:v>
                </c:pt>
                <c:pt idx="206">
                  <c:v>4.8581000000000003</c:v>
                </c:pt>
                <c:pt idx="207">
                  <c:v>4.7510999999999992</c:v>
                </c:pt>
                <c:pt idx="208">
                  <c:v>4.7377000000000002</c:v>
                </c:pt>
                <c:pt idx="209">
                  <c:v>4.8623999999999992</c:v>
                </c:pt>
                <c:pt idx="210">
                  <c:v>4.8257000000000003</c:v>
                </c:pt>
                <c:pt idx="211">
                  <c:v>4.7984</c:v>
                </c:pt>
                <c:pt idx="212">
                  <c:v>4.7637999999999998</c:v>
                </c:pt>
                <c:pt idx="213">
                  <c:v>4.7579000000000002</c:v>
                </c:pt>
                <c:pt idx="214">
                  <c:v>4.7345999999999995</c:v>
                </c:pt>
                <c:pt idx="215">
                  <c:v>4.7220000000000004</c:v>
                </c:pt>
                <c:pt idx="216">
                  <c:v>4.7515999999999998</c:v>
                </c:pt>
                <c:pt idx="217">
                  <c:v>4.7961999999999998</c:v>
                </c:pt>
                <c:pt idx="218">
                  <c:v>4.7445000000000004</c:v>
                </c:pt>
                <c:pt idx="219">
                  <c:v>4.6681999999999997</c:v>
                </c:pt>
                <c:pt idx="220">
                  <c:v>4.6399999999999997</c:v>
                </c:pt>
                <c:pt idx="221">
                  <c:v>4.6292</c:v>
                </c:pt>
                <c:pt idx="222">
                  <c:v>4.6303000000000001</c:v>
                </c:pt>
                <c:pt idx="223">
                  <c:v>4.6405000000000003</c:v>
                </c:pt>
                <c:pt idx="224">
                  <c:v>4.7803000000000004</c:v>
                </c:pt>
                <c:pt idx="225">
                  <c:v>4.7167000000000003</c:v>
                </c:pt>
                <c:pt idx="226">
                  <c:v>4.5826999999999991</c:v>
                </c:pt>
                <c:pt idx="227">
                  <c:v>4.5155000000000003</c:v>
                </c:pt>
                <c:pt idx="228">
                  <c:v>4.5427</c:v>
                </c:pt>
                <c:pt idx="229">
                  <c:v>4.6590000000000007</c:v>
                </c:pt>
                <c:pt idx="230">
                  <c:v>4.5855999999999995</c:v>
                </c:pt>
                <c:pt idx="231">
                  <c:v>4.5204000000000004</c:v>
                </c:pt>
                <c:pt idx="232">
                  <c:v>4.4566999999999997</c:v>
                </c:pt>
                <c:pt idx="233">
                  <c:v>4.4678000000000004</c:v>
                </c:pt>
                <c:pt idx="234">
                  <c:v>4.4318999999999997</c:v>
                </c:pt>
                <c:pt idx="235">
                  <c:v>4.2618</c:v>
                </c:pt>
                <c:pt idx="236">
                  <c:v>4.3341000000000003</c:v>
                </c:pt>
                <c:pt idx="237">
                  <c:v>4.2988999999999997</c:v>
                </c:pt>
                <c:pt idx="238">
                  <c:v>4.3334999999999999</c:v>
                </c:pt>
                <c:pt idx="239">
                  <c:v>4.3196000000000003</c:v>
                </c:pt>
                <c:pt idx="240">
                  <c:v>4.2670999999999992</c:v>
                </c:pt>
                <c:pt idx="241">
                  <c:v>4.3577000000000004</c:v>
                </c:pt>
                <c:pt idx="242">
                  <c:v>4.3104000000000005</c:v>
                </c:pt>
                <c:pt idx="243">
                  <c:v>4.2935999999999996</c:v>
                </c:pt>
                <c:pt idx="244">
                  <c:v>4.2930999999999999</c:v>
                </c:pt>
                <c:pt idx="245">
                  <c:v>4.2972999999999999</c:v>
                </c:pt>
                <c:pt idx="246">
                  <c:v>4.1427999999999994</c:v>
                </c:pt>
                <c:pt idx="247">
                  <c:v>4.0688000000000004</c:v>
                </c:pt>
                <c:pt idx="248">
                  <c:v>4.0541999999999998</c:v>
                </c:pt>
                <c:pt idx="249">
                  <c:v>4.1006</c:v>
                </c:pt>
                <c:pt idx="250">
                  <c:v>4.1496000000000004</c:v>
                </c:pt>
                <c:pt idx="251">
                  <c:v>4.0812999999999997</c:v>
                </c:pt>
                <c:pt idx="252">
                  <c:v>4.192400000000001</c:v>
                </c:pt>
                <c:pt idx="253">
                  <c:v>4.2218</c:v>
                </c:pt>
                <c:pt idx="254">
                  <c:v>4.1839000000000004</c:v>
                </c:pt>
                <c:pt idx="255">
                  <c:v>4.1985999999999999</c:v>
                </c:pt>
                <c:pt idx="256">
                  <c:v>4.1712999999999996</c:v>
                </c:pt>
                <c:pt idx="257">
                  <c:v>4.0624000000000002</c:v>
                </c:pt>
                <c:pt idx="258">
                  <c:v>4.0142999999999995</c:v>
                </c:pt>
                <c:pt idx="259">
                  <c:v>4.0231999999999992</c:v>
                </c:pt>
                <c:pt idx="260">
                  <c:v>3.9030999999999998</c:v>
                </c:pt>
                <c:pt idx="261">
                  <c:v>3.9324999999999997</c:v>
                </c:pt>
                <c:pt idx="262">
                  <c:v>3.7735999999999996</c:v>
                </c:pt>
                <c:pt idx="263">
                  <c:v>3.7216000000000005</c:v>
                </c:pt>
                <c:pt idx="264">
                  <c:v>3.6435</c:v>
                </c:pt>
                <c:pt idx="265">
                  <c:v>3.5915999999999997</c:v>
                </c:pt>
                <c:pt idx="266">
                  <c:v>3.4849999999999999</c:v>
                </c:pt>
                <c:pt idx="267">
                  <c:v>3.5801000000000003</c:v>
                </c:pt>
                <c:pt idx="268">
                  <c:v>3.4417</c:v>
                </c:pt>
                <c:pt idx="269">
                  <c:v>3.4308999999999998</c:v>
                </c:pt>
                <c:pt idx="270">
                  <c:v>3.4636</c:v>
                </c:pt>
                <c:pt idx="271">
                  <c:v>3.4581</c:v>
                </c:pt>
                <c:pt idx="272">
                  <c:v>3.4630999999999998</c:v>
                </c:pt>
                <c:pt idx="273">
                  <c:v>3.4750999999999999</c:v>
                </c:pt>
                <c:pt idx="274">
                  <c:v>3.4407000000000001</c:v>
                </c:pt>
                <c:pt idx="275">
                  <c:v>3.4335000000000004</c:v>
                </c:pt>
                <c:pt idx="276">
                  <c:v>3.3743999999999996</c:v>
                </c:pt>
                <c:pt idx="277">
                  <c:v>3.2537000000000003</c:v>
                </c:pt>
                <c:pt idx="278">
                  <c:v>3.3201999999999998</c:v>
                </c:pt>
                <c:pt idx="279">
                  <c:v>3.4083000000000001</c:v>
                </c:pt>
                <c:pt idx="280">
                  <c:v>3.4400999999999997</c:v>
                </c:pt>
                <c:pt idx="281">
                  <c:v>3.6107</c:v>
                </c:pt>
                <c:pt idx="282">
                  <c:v>3.7034000000000002</c:v>
                </c:pt>
                <c:pt idx="283">
                  <c:v>3.6709999999999998</c:v>
                </c:pt>
                <c:pt idx="284">
                  <c:v>3.7524999999999999</c:v>
                </c:pt>
                <c:pt idx="285">
                  <c:v>3.8558999999999997</c:v>
                </c:pt>
                <c:pt idx="286">
                  <c:v>3.8735999999999997</c:v>
                </c:pt>
                <c:pt idx="287">
                  <c:v>3.8552</c:v>
                </c:pt>
                <c:pt idx="288">
                  <c:v>3.8363999999999998</c:v>
                </c:pt>
                <c:pt idx="289">
                  <c:v>3.8574999999999999</c:v>
                </c:pt>
                <c:pt idx="290">
                  <c:v>3.8325000000000005</c:v>
                </c:pt>
                <c:pt idx="291">
                  <c:v>3.7559</c:v>
                </c:pt>
                <c:pt idx="292">
                  <c:v>3.7537000000000003</c:v>
                </c:pt>
                <c:pt idx="293">
                  <c:v>3.9582000000000002</c:v>
                </c:pt>
                <c:pt idx="294">
                  <c:v>4.1107000000000005</c:v>
                </c:pt>
                <c:pt idx="295">
                  <c:v>4.1249000000000002</c:v>
                </c:pt>
                <c:pt idx="296">
                  <c:v>3.8807</c:v>
                </c:pt>
                <c:pt idx="297">
                  <c:v>3.9032000000000004</c:v>
                </c:pt>
                <c:pt idx="298">
                  <c:v>3.7895999999999996</c:v>
                </c:pt>
                <c:pt idx="299">
                  <c:v>3.6815999999999995</c:v>
                </c:pt>
                <c:pt idx="300">
                  <c:v>3.6694999999999998</c:v>
                </c:pt>
                <c:pt idx="301">
                  <c:v>3.6920999999999999</c:v>
                </c:pt>
                <c:pt idx="302">
                  <c:v>3.7588999999999997</c:v>
                </c:pt>
                <c:pt idx="303">
                  <c:v>3.6613000000000002</c:v>
                </c:pt>
                <c:pt idx="304">
                  <c:v>3.7967000000000004</c:v>
                </c:pt>
                <c:pt idx="305">
                  <c:v>3.6602999999999999</c:v>
                </c:pt>
                <c:pt idx="306">
                  <c:v>3.6473</c:v>
                </c:pt>
                <c:pt idx="307">
                  <c:v>3.7482000000000002</c:v>
                </c:pt>
                <c:pt idx="308">
                  <c:v>3.7085999999999997</c:v>
                </c:pt>
                <c:pt idx="309">
                  <c:v>3.8048999999999999</c:v>
                </c:pt>
                <c:pt idx="310">
                  <c:v>3.9424999999999999</c:v>
                </c:pt>
                <c:pt idx="311">
                  <c:v>3.9430000000000005</c:v>
                </c:pt>
                <c:pt idx="312">
                  <c:v>3.9089000000000005</c:v>
                </c:pt>
                <c:pt idx="313">
                  <c:v>3.9446999999999997</c:v>
                </c:pt>
                <c:pt idx="314">
                  <c:v>3.8955000000000002</c:v>
                </c:pt>
                <c:pt idx="315">
                  <c:v>3.8892000000000002</c:v>
                </c:pt>
                <c:pt idx="316">
                  <c:v>3.8129</c:v>
                </c:pt>
                <c:pt idx="317">
                  <c:v>3.7648999999999995</c:v>
                </c:pt>
                <c:pt idx="318">
                  <c:v>3.738</c:v>
                </c:pt>
                <c:pt idx="319">
                  <c:v>3.7956999999999996</c:v>
                </c:pt>
                <c:pt idx="320">
                  <c:v>3.7988</c:v>
                </c:pt>
                <c:pt idx="321">
                  <c:v>3.8133999999999997</c:v>
                </c:pt>
                <c:pt idx="322">
                  <c:v>3.7121999999999997</c:v>
                </c:pt>
                <c:pt idx="323">
                  <c:v>3.8147000000000002</c:v>
                </c:pt>
                <c:pt idx="324">
                  <c:v>3.8277000000000005</c:v>
                </c:pt>
                <c:pt idx="325">
                  <c:v>3.9452000000000003</c:v>
                </c:pt>
                <c:pt idx="326">
                  <c:v>3.9302999999999995</c:v>
                </c:pt>
                <c:pt idx="327">
                  <c:v>3.8228</c:v>
                </c:pt>
                <c:pt idx="328">
                  <c:v>3.7795000000000001</c:v>
                </c:pt>
                <c:pt idx="329">
                  <c:v>3.7816999999999998</c:v>
                </c:pt>
                <c:pt idx="330">
                  <c:v>3.9386000000000001</c:v>
                </c:pt>
                <c:pt idx="331">
                  <c:v>3.9057999999999997</c:v>
                </c:pt>
                <c:pt idx="332">
                  <c:v>3.9684999999999997</c:v>
                </c:pt>
                <c:pt idx="333">
                  <c:v>4.0597999999999992</c:v>
                </c:pt>
                <c:pt idx="334">
                  <c:v>4.0471000000000004</c:v>
                </c:pt>
                <c:pt idx="335">
                  <c:v>4.1514000000000006</c:v>
                </c:pt>
                <c:pt idx="336">
                  <c:v>4.1108000000000002</c:v>
                </c:pt>
                <c:pt idx="337">
                  <c:v>3.9832999999999998</c:v>
                </c:pt>
                <c:pt idx="338">
                  <c:v>3.8998000000000004</c:v>
                </c:pt>
                <c:pt idx="339">
                  <c:v>3.9207000000000001</c:v>
                </c:pt>
                <c:pt idx="340">
                  <c:v>3.7573999999999996</c:v>
                </c:pt>
                <c:pt idx="341">
                  <c:v>3.7450999999999999</c:v>
                </c:pt>
                <c:pt idx="342">
                  <c:v>3.6997</c:v>
                </c:pt>
                <c:pt idx="343">
                  <c:v>3.6607000000000003</c:v>
                </c:pt>
                <c:pt idx="344">
                  <c:v>3.83</c:v>
                </c:pt>
                <c:pt idx="345">
                  <c:v>3.7637</c:v>
                </c:pt>
                <c:pt idx="346">
                  <c:v>3.8856999999999999</c:v>
                </c:pt>
                <c:pt idx="347">
                  <c:v>3.9546999999999999</c:v>
                </c:pt>
                <c:pt idx="348">
                  <c:v>3.8711000000000002</c:v>
                </c:pt>
                <c:pt idx="349">
                  <c:v>3.8114999999999997</c:v>
                </c:pt>
                <c:pt idx="350">
                  <c:v>3.5331000000000001</c:v>
                </c:pt>
                <c:pt idx="351">
                  <c:v>3.6367000000000003</c:v>
                </c:pt>
                <c:pt idx="352">
                  <c:v>3.6441999999999997</c:v>
                </c:pt>
                <c:pt idx="353">
                  <c:v>3.8083000000000005</c:v>
                </c:pt>
                <c:pt idx="354">
                  <c:v>3.6119000000000003</c:v>
                </c:pt>
                <c:pt idx="355">
                  <c:v>3.5991999999999997</c:v>
                </c:pt>
                <c:pt idx="356">
                  <c:v>3.5015000000000001</c:v>
                </c:pt>
                <c:pt idx="357">
                  <c:v>3.5762</c:v>
                </c:pt>
                <c:pt idx="358">
                  <c:v>3.4339</c:v>
                </c:pt>
                <c:pt idx="359">
                  <c:v>3.5525000000000002</c:v>
                </c:pt>
                <c:pt idx="360">
                  <c:v>3.6015000000000001</c:v>
                </c:pt>
                <c:pt idx="361">
                  <c:v>3.6350000000000007</c:v>
                </c:pt>
                <c:pt idx="362">
                  <c:v>3.5743999999999998</c:v>
                </c:pt>
                <c:pt idx="363">
                  <c:v>3.5614999999999997</c:v>
                </c:pt>
                <c:pt idx="364">
                  <c:v>3.4991999999999996</c:v>
                </c:pt>
                <c:pt idx="365">
                  <c:v>3.5010000000000003</c:v>
                </c:pt>
                <c:pt idx="366">
                  <c:v>3.6065000000000005</c:v>
                </c:pt>
                <c:pt idx="367">
                  <c:v>3.5275999999999996</c:v>
                </c:pt>
                <c:pt idx="368">
                  <c:v>3.5412000000000003</c:v>
                </c:pt>
                <c:pt idx="369">
                  <c:v>3.5858999999999996</c:v>
                </c:pt>
                <c:pt idx="370">
                  <c:v>3.6814</c:v>
                </c:pt>
                <c:pt idx="371">
                  <c:v>3.5621999999999998</c:v>
                </c:pt>
                <c:pt idx="372">
                  <c:v>3.5274000000000001</c:v>
                </c:pt>
                <c:pt idx="373">
                  <c:v>3.5861000000000001</c:v>
                </c:pt>
                <c:pt idx="374">
                  <c:v>4.0106999999999999</c:v>
                </c:pt>
                <c:pt idx="375">
                  <c:v>4.1476999999999995</c:v>
                </c:pt>
                <c:pt idx="376">
                  <c:v>4.7651000000000003</c:v>
                </c:pt>
                <c:pt idx="377">
                  <c:v>5.4428999999999998</c:v>
                </c:pt>
                <c:pt idx="378">
                  <c:v>5.109</c:v>
                </c:pt>
                <c:pt idx="379">
                  <c:v>5.1408999999999994</c:v>
                </c:pt>
                <c:pt idx="380">
                  <c:v>4.9243000000000006</c:v>
                </c:pt>
                <c:pt idx="381">
                  <c:v>4.6904999999999992</c:v>
                </c:pt>
                <c:pt idx="382">
                  <c:v>4.6536</c:v>
                </c:pt>
                <c:pt idx="383">
                  <c:v>4.5147999999999993</c:v>
                </c:pt>
                <c:pt idx="384">
                  <c:v>4.3780999999999999</c:v>
                </c:pt>
                <c:pt idx="385">
                  <c:v>4.3607999999999993</c:v>
                </c:pt>
                <c:pt idx="386">
                  <c:v>4.2349999999999994</c:v>
                </c:pt>
                <c:pt idx="387">
                  <c:v>4.2353999999999994</c:v>
                </c:pt>
                <c:pt idx="388">
                  <c:v>4.1581999999999999</c:v>
                </c:pt>
                <c:pt idx="389">
                  <c:v>4.2799000000000005</c:v>
                </c:pt>
                <c:pt idx="390">
                  <c:v>4.2275</c:v>
                </c:pt>
                <c:pt idx="391">
                  <c:v>4.2419000000000002</c:v>
                </c:pt>
                <c:pt idx="392">
                  <c:v>4.2270000000000003</c:v>
                </c:pt>
                <c:pt idx="393">
                  <c:v>4.1865999999999994</c:v>
                </c:pt>
                <c:pt idx="394">
                  <c:v>4.2066999999999997</c:v>
                </c:pt>
                <c:pt idx="395">
                  <c:v>4.1395999999999997</c:v>
                </c:pt>
                <c:pt idx="396">
                  <c:v>4.1481000000000003</c:v>
                </c:pt>
                <c:pt idx="397">
                  <c:v>4.1311999999999998</c:v>
                </c:pt>
                <c:pt idx="398">
                  <c:v>4.1238000000000001</c:v>
                </c:pt>
                <c:pt idx="399">
                  <c:v>4.1824999999999992</c:v>
                </c:pt>
                <c:pt idx="400">
                  <c:v>4.2224999999999993</c:v>
                </c:pt>
                <c:pt idx="401">
                  <c:v>4.1288</c:v>
                </c:pt>
                <c:pt idx="402">
                  <c:v>4.1987000000000005</c:v>
                </c:pt>
                <c:pt idx="403">
                  <c:v>4.1574999999999998</c:v>
                </c:pt>
                <c:pt idx="404">
                  <c:v>4.2068000000000003</c:v>
                </c:pt>
                <c:pt idx="405">
                  <c:v>4.1926000000000005</c:v>
                </c:pt>
                <c:pt idx="406">
                  <c:v>4.1188000000000002</c:v>
                </c:pt>
                <c:pt idx="407">
                  <c:v>4.1292999999999997</c:v>
                </c:pt>
                <c:pt idx="408">
                  <c:v>4.0670999999999999</c:v>
                </c:pt>
                <c:pt idx="409">
                  <c:v>4.0770999999999997</c:v>
                </c:pt>
                <c:pt idx="410">
                  <c:v>3.9782000000000002</c:v>
                </c:pt>
                <c:pt idx="411">
                  <c:v>3.9585999999999997</c:v>
                </c:pt>
                <c:pt idx="412">
                  <c:v>3.9725000000000001</c:v>
                </c:pt>
                <c:pt idx="413">
                  <c:v>3.9817999999999998</c:v>
                </c:pt>
                <c:pt idx="414">
                  <c:v>3.9149000000000003</c:v>
                </c:pt>
                <c:pt idx="415">
                  <c:v>3.9401999999999999</c:v>
                </c:pt>
                <c:pt idx="416">
                  <c:v>3.8381999999999996</c:v>
                </c:pt>
                <c:pt idx="417">
                  <c:v>3.8573</c:v>
                </c:pt>
                <c:pt idx="418">
                  <c:v>3.8564999999999996</c:v>
                </c:pt>
                <c:pt idx="419">
                  <c:v>3.7930000000000001</c:v>
                </c:pt>
                <c:pt idx="420">
                  <c:v>3.8577000000000004</c:v>
                </c:pt>
                <c:pt idx="421">
                  <c:v>3.8978999999999999</c:v>
                </c:pt>
                <c:pt idx="422">
                  <c:v>3.8513999999999999</c:v>
                </c:pt>
                <c:pt idx="423">
                  <c:v>3.8128999999999995</c:v>
                </c:pt>
                <c:pt idx="424">
                  <c:v>3.8244999999999996</c:v>
                </c:pt>
                <c:pt idx="425">
                  <c:v>3.9284999999999997</c:v>
                </c:pt>
                <c:pt idx="426">
                  <c:v>3.9740000000000002</c:v>
                </c:pt>
                <c:pt idx="427">
                  <c:v>4.0141</c:v>
                </c:pt>
                <c:pt idx="428">
                  <c:v>4.0333000000000006</c:v>
                </c:pt>
                <c:pt idx="429">
                  <c:v>4.0606</c:v>
                </c:pt>
                <c:pt idx="430">
                  <c:v>4.1470000000000002</c:v>
                </c:pt>
                <c:pt idx="431">
                  <c:v>4.0067999999999993</c:v>
                </c:pt>
                <c:pt idx="432">
                  <c:v>4.0493999999999994</c:v>
                </c:pt>
                <c:pt idx="433">
                  <c:v>4.0233999999999996</c:v>
                </c:pt>
                <c:pt idx="434">
                  <c:v>4.0575999999999999</c:v>
                </c:pt>
                <c:pt idx="435">
                  <c:v>4.0907</c:v>
                </c:pt>
                <c:pt idx="436">
                  <c:v>4.1204000000000001</c:v>
                </c:pt>
                <c:pt idx="437">
                  <c:v>4.1414</c:v>
                </c:pt>
                <c:pt idx="438">
                  <c:v>4.1405000000000003</c:v>
                </c:pt>
                <c:pt idx="439">
                  <c:v>4.1322999999999999</c:v>
                </c:pt>
                <c:pt idx="440">
                  <c:v>4.1418999999999997</c:v>
                </c:pt>
                <c:pt idx="441">
                  <c:v>4.1807000000000007</c:v>
                </c:pt>
                <c:pt idx="442">
                  <c:v>4.1312999999999995</c:v>
                </c:pt>
                <c:pt idx="443">
                  <c:v>4.1191000000000004</c:v>
                </c:pt>
                <c:pt idx="444">
                  <c:v>4.1395</c:v>
                </c:pt>
                <c:pt idx="445">
                  <c:v>4.1913999999999998</c:v>
                </c:pt>
                <c:pt idx="446">
                  <c:v>4.1865000000000006</c:v>
                </c:pt>
                <c:pt idx="447">
                  <c:v>4.2246999999999995</c:v>
                </c:pt>
                <c:pt idx="448">
                  <c:v>4.2267999999999999</c:v>
                </c:pt>
                <c:pt idx="449">
                  <c:v>4.2005999999999997</c:v>
                </c:pt>
                <c:pt idx="450">
                  <c:v>4.2317</c:v>
                </c:pt>
                <c:pt idx="451">
                  <c:v>4.2407000000000004</c:v>
                </c:pt>
                <c:pt idx="452">
                  <c:v>4.2004000000000001</c:v>
                </c:pt>
                <c:pt idx="453">
                  <c:v>4.2549999999999999</c:v>
                </c:pt>
                <c:pt idx="454">
                  <c:v>4.2774999999999999</c:v>
                </c:pt>
                <c:pt idx="455">
                  <c:v>4.2871999999999995</c:v>
                </c:pt>
                <c:pt idx="456">
                  <c:v>4.2596999999999996</c:v>
                </c:pt>
                <c:pt idx="457">
                  <c:v>4.3720999999999997</c:v>
                </c:pt>
                <c:pt idx="458">
                  <c:v>4.3599000000000006</c:v>
                </c:pt>
                <c:pt idx="459">
                  <c:v>4.33</c:v>
                </c:pt>
                <c:pt idx="460">
                  <c:v>4.4124999999999996</c:v>
                </c:pt>
                <c:pt idx="461">
                  <c:v>4.4658999999999995</c:v>
                </c:pt>
                <c:pt idx="462">
                  <c:v>4.5690999999999997</c:v>
                </c:pt>
                <c:pt idx="463">
                  <c:v>4.3974000000000002</c:v>
                </c:pt>
                <c:pt idx="464">
                  <c:v>4.4764999999999997</c:v>
                </c:pt>
                <c:pt idx="465">
                  <c:v>4.5975999999999999</c:v>
                </c:pt>
                <c:pt idx="466">
                  <c:v>4.5358000000000001</c:v>
                </c:pt>
                <c:pt idx="467">
                  <c:v>4.3781999999999996</c:v>
                </c:pt>
                <c:pt idx="468">
                  <c:v>4.4970999999999997</c:v>
                </c:pt>
                <c:pt idx="469">
                  <c:v>4.4560000000000004</c:v>
                </c:pt>
                <c:pt idx="470">
                  <c:v>4.4530000000000003</c:v>
                </c:pt>
                <c:pt idx="471">
                  <c:v>4.3620000000000001</c:v>
                </c:pt>
                <c:pt idx="472">
                  <c:v>4.3240999999999996</c:v>
                </c:pt>
                <c:pt idx="473">
                  <c:v>4.3126999999999995</c:v>
                </c:pt>
                <c:pt idx="474">
                  <c:v>4.3254999999999999</c:v>
                </c:pt>
                <c:pt idx="475">
                  <c:v>4.1194999999999995</c:v>
                </c:pt>
                <c:pt idx="476">
                  <c:v>4.1192999999999991</c:v>
                </c:pt>
                <c:pt idx="477">
                  <c:v>4.1181999999999999</c:v>
                </c:pt>
                <c:pt idx="478">
                  <c:v>4.3254000000000001</c:v>
                </c:pt>
                <c:pt idx="479">
                  <c:v>5.0236999999999998</c:v>
                </c:pt>
                <c:pt idx="480">
                  <c:v>4.2366000000000001</c:v>
                </c:pt>
                <c:pt idx="481">
                  <c:v>4.0028000000000006</c:v>
                </c:pt>
                <c:pt idx="482">
                  <c:v>3.7925999999999997</c:v>
                </c:pt>
                <c:pt idx="483">
                  <c:v>3.6962000000000002</c:v>
                </c:pt>
                <c:pt idx="484">
                  <c:v>3.6632999999999996</c:v>
                </c:pt>
                <c:pt idx="485">
                  <c:v>3.7033</c:v>
                </c:pt>
                <c:pt idx="486">
                  <c:v>3.7194000000000003</c:v>
                </c:pt>
                <c:pt idx="487">
                  <c:v>3.8108</c:v>
                </c:pt>
                <c:pt idx="488">
                  <c:v>3.8496999999999995</c:v>
                </c:pt>
                <c:pt idx="489">
                  <c:v>4.1759000000000004</c:v>
                </c:pt>
                <c:pt idx="490">
                  <c:v>4.0484999999999998</c:v>
                </c:pt>
                <c:pt idx="491">
                  <c:v>4.0152000000000001</c:v>
                </c:pt>
                <c:pt idx="492">
                  <c:v>3.8196000000000003</c:v>
                </c:pt>
                <c:pt idx="493">
                  <c:v>3.6924999999999994</c:v>
                </c:pt>
                <c:pt idx="494">
                  <c:v>3.8042999999999996</c:v>
                </c:pt>
                <c:pt idx="495">
                  <c:v>3.8115000000000001</c:v>
                </c:pt>
                <c:pt idx="496">
                  <c:v>4.1045999999999996</c:v>
                </c:pt>
                <c:pt idx="497">
                  <c:v>3.9182999999999995</c:v>
                </c:pt>
                <c:pt idx="498">
                  <c:v>4.1516999999999999</c:v>
                </c:pt>
                <c:pt idx="499">
                  <c:v>4.2173999999999996</c:v>
                </c:pt>
                <c:pt idx="500">
                  <c:v>4.1624999999999996</c:v>
                </c:pt>
                <c:pt idx="501">
                  <c:v>3.7808000000000002</c:v>
                </c:pt>
                <c:pt idx="502">
                  <c:v>3.6577000000000002</c:v>
                </c:pt>
                <c:pt idx="503">
                  <c:v>3.6936999999999998</c:v>
                </c:pt>
                <c:pt idx="504">
                  <c:v>3.6200999999999999</c:v>
                </c:pt>
                <c:pt idx="505">
                  <c:v>3.5821999999999998</c:v>
                </c:pt>
                <c:pt idx="506">
                  <c:v>3.4606000000000003</c:v>
                </c:pt>
                <c:pt idx="507">
                  <c:v>3.3531</c:v>
                </c:pt>
                <c:pt idx="508">
                  <c:v>3.1580999999999997</c:v>
                </c:pt>
                <c:pt idx="509">
                  <c:v>3.2235000000000005</c:v>
                </c:pt>
                <c:pt idx="510">
                  <c:v>3.1480000000000006</c:v>
                </c:pt>
                <c:pt idx="511">
                  <c:v>3.2022000000000004</c:v>
                </c:pt>
                <c:pt idx="512">
                  <c:v>3.2854000000000001</c:v>
                </c:pt>
                <c:pt idx="513">
                  <c:v>3.2607999999999997</c:v>
                </c:pt>
                <c:pt idx="514">
                  <c:v>3.0773000000000001</c:v>
                </c:pt>
                <c:pt idx="515">
                  <c:v>3.1283000000000003</c:v>
                </c:pt>
                <c:pt idx="516">
                  <c:v>3.0554000000000006</c:v>
                </c:pt>
                <c:pt idx="517">
                  <c:v>3.1030000000000002</c:v>
                </c:pt>
                <c:pt idx="518">
                  <c:v>3.1326999999999998</c:v>
                </c:pt>
                <c:pt idx="519">
                  <c:v>3.0554999999999994</c:v>
                </c:pt>
                <c:pt idx="520">
                  <c:v>3.1784999999999997</c:v>
                </c:pt>
                <c:pt idx="521">
                  <c:v>2.9324999999999997</c:v>
                </c:pt>
                <c:pt idx="522">
                  <c:v>2.8530000000000006</c:v>
                </c:pt>
                <c:pt idx="523">
                  <c:v>3.0012000000000003</c:v>
                </c:pt>
                <c:pt idx="524">
                  <c:v>2.9452000000000003</c:v>
                </c:pt>
                <c:pt idx="525">
                  <c:v>3.0430999999999999</c:v>
                </c:pt>
                <c:pt idx="526">
                  <c:v>2.9847000000000001</c:v>
                </c:pt>
                <c:pt idx="527">
                  <c:v>2.8807999999999998</c:v>
                </c:pt>
                <c:pt idx="528">
                  <c:v>2.7260999999999997</c:v>
                </c:pt>
                <c:pt idx="529">
                  <c:v>2.7502000000000004</c:v>
                </c:pt>
                <c:pt idx="530">
                  <c:v>2.6027999999999993</c:v>
                </c:pt>
                <c:pt idx="531">
                  <c:v>2.5836999999999994</c:v>
                </c:pt>
                <c:pt idx="532">
                  <c:v>2.7528999999999999</c:v>
                </c:pt>
                <c:pt idx="533">
                  <c:v>3.1439999999999997</c:v>
                </c:pt>
                <c:pt idx="534">
                  <c:v>3.177</c:v>
                </c:pt>
                <c:pt idx="535">
                  <c:v>3.0154999999999998</c:v>
                </c:pt>
                <c:pt idx="536">
                  <c:v>3.0844999999999998</c:v>
                </c:pt>
                <c:pt idx="537">
                  <c:v>3.0300000000000002</c:v>
                </c:pt>
                <c:pt idx="538">
                  <c:v>2.9815999999999998</c:v>
                </c:pt>
                <c:pt idx="539">
                  <c:v>3.0511999999999997</c:v>
                </c:pt>
                <c:pt idx="540">
                  <c:v>3.0632999999999999</c:v>
                </c:pt>
                <c:pt idx="541">
                  <c:v>3.0434999999999999</c:v>
                </c:pt>
                <c:pt idx="542">
                  <c:v>2.7752000000000003</c:v>
                </c:pt>
                <c:pt idx="543">
                  <c:v>2.6109000000000004</c:v>
                </c:pt>
                <c:pt idx="544">
                  <c:v>2.5891000000000002</c:v>
                </c:pt>
                <c:pt idx="545">
                  <c:v>2.4363000000000001</c:v>
                </c:pt>
                <c:pt idx="546">
                  <c:v>2.3624000000000001</c:v>
                </c:pt>
                <c:pt idx="547">
                  <c:v>2.3137000000000003</c:v>
                </c:pt>
                <c:pt idx="548">
                  <c:v>2.1667000000000005</c:v>
                </c:pt>
                <c:pt idx="549">
                  <c:v>2.0153999999999996</c:v>
                </c:pt>
                <c:pt idx="550">
                  <c:v>2.2296000000000005</c:v>
                </c:pt>
                <c:pt idx="551">
                  <c:v>2.1862000000000004</c:v>
                </c:pt>
                <c:pt idx="552">
                  <c:v>2.125</c:v>
                </c:pt>
                <c:pt idx="553">
                  <c:v>2.2200999999999995</c:v>
                </c:pt>
                <c:pt idx="554">
                  <c:v>2.0352000000000006</c:v>
                </c:pt>
                <c:pt idx="555">
                  <c:v>2.0974000000000004</c:v>
                </c:pt>
                <c:pt idx="556">
                  <c:v>2.0128000000000004</c:v>
                </c:pt>
                <c:pt idx="557">
                  <c:v>2.1153000000000004</c:v>
                </c:pt>
                <c:pt idx="558">
                  <c:v>2.0835000000000008</c:v>
                </c:pt>
                <c:pt idx="559">
                  <c:v>2.0655000000000001</c:v>
                </c:pt>
                <c:pt idx="560">
                  <c:v>2.0895999999999999</c:v>
                </c:pt>
                <c:pt idx="561">
                  <c:v>2.1513999999999998</c:v>
                </c:pt>
                <c:pt idx="562">
                  <c:v>2.1267000000000005</c:v>
                </c:pt>
                <c:pt idx="563">
                  <c:v>2.1359000000000004</c:v>
                </c:pt>
                <c:pt idx="564">
                  <c:v>2.0520999999999994</c:v>
                </c:pt>
                <c:pt idx="565">
                  <c:v>2.1045999999999996</c:v>
                </c:pt>
                <c:pt idx="566">
                  <c:v>2.1648000000000005</c:v>
                </c:pt>
                <c:pt idx="567">
                  <c:v>1.9792999999999994</c:v>
                </c:pt>
                <c:pt idx="568">
                  <c:v>2.0707999999999993</c:v>
                </c:pt>
                <c:pt idx="569">
                  <c:v>2.0815999999999999</c:v>
                </c:pt>
                <c:pt idx="570">
                  <c:v>2.3232999999999997</c:v>
                </c:pt>
                <c:pt idx="571">
                  <c:v>2.1604999999999999</c:v>
                </c:pt>
                <c:pt idx="572">
                  <c:v>2.3492000000000002</c:v>
                </c:pt>
                <c:pt idx="573">
                  <c:v>2.3452999999999995</c:v>
                </c:pt>
                <c:pt idx="574">
                  <c:v>2.3462999999999994</c:v>
                </c:pt>
                <c:pt idx="575">
                  <c:v>2.2731000000000003</c:v>
                </c:pt>
                <c:pt idx="576">
                  <c:v>2.3404999999999996</c:v>
                </c:pt>
                <c:pt idx="577">
                  <c:v>2.1943999999999999</c:v>
                </c:pt>
                <c:pt idx="578">
                  <c:v>2.2035</c:v>
                </c:pt>
                <c:pt idx="579">
                  <c:v>2.1733000000000002</c:v>
                </c:pt>
                <c:pt idx="580">
                  <c:v>2.0450999999999997</c:v>
                </c:pt>
                <c:pt idx="581">
                  <c:v>1.9347000000000003</c:v>
                </c:pt>
                <c:pt idx="582">
                  <c:v>1.9250000000000007</c:v>
                </c:pt>
                <c:pt idx="583">
                  <c:v>2.0198999999999998</c:v>
                </c:pt>
                <c:pt idx="584">
                  <c:v>2.1275000000000004</c:v>
                </c:pt>
                <c:pt idx="585">
                  <c:v>1.9409000000000001</c:v>
                </c:pt>
                <c:pt idx="586">
                  <c:v>2.0926999999999998</c:v>
                </c:pt>
                <c:pt idx="587">
                  <c:v>2.0581999999999994</c:v>
                </c:pt>
                <c:pt idx="588">
                  <c:v>1.9241999999999999</c:v>
                </c:pt>
                <c:pt idx="589">
                  <c:v>1.8769</c:v>
                </c:pt>
                <c:pt idx="590">
                  <c:v>1.8492000000000006</c:v>
                </c:pt>
                <c:pt idx="591">
                  <c:v>1.8700999999999999</c:v>
                </c:pt>
                <c:pt idx="592">
                  <c:v>2.0307000000000004</c:v>
                </c:pt>
                <c:pt idx="593">
                  <c:v>2.0217000000000001</c:v>
                </c:pt>
                <c:pt idx="594">
                  <c:v>2.0377000000000001</c:v>
                </c:pt>
                <c:pt idx="595">
                  <c:v>2.0255000000000001</c:v>
                </c:pt>
                <c:pt idx="596">
                  <c:v>2.0999000000000008</c:v>
                </c:pt>
                <c:pt idx="597">
                  <c:v>2.1612</c:v>
                </c:pt>
                <c:pt idx="598">
                  <c:v>2.3733000000000004</c:v>
                </c:pt>
                <c:pt idx="599">
                  <c:v>2.2826999999999993</c:v>
                </c:pt>
                <c:pt idx="600">
                  <c:v>2.2214</c:v>
                </c:pt>
                <c:pt idx="601">
                  <c:v>2.3396999999999997</c:v>
                </c:pt>
                <c:pt idx="602">
                  <c:v>2.3492999999999995</c:v>
                </c:pt>
                <c:pt idx="603">
                  <c:v>2.3373999999999997</c:v>
                </c:pt>
                <c:pt idx="604">
                  <c:v>2.3945999999999996</c:v>
                </c:pt>
                <c:pt idx="605">
                  <c:v>2.6674999999999995</c:v>
                </c:pt>
                <c:pt idx="606">
                  <c:v>2.4869000000000003</c:v>
                </c:pt>
                <c:pt idx="607">
                  <c:v>2.5105999999999997</c:v>
                </c:pt>
                <c:pt idx="608">
                  <c:v>2.5929000000000002</c:v>
                </c:pt>
                <c:pt idx="609">
                  <c:v>2.5579000000000001</c:v>
                </c:pt>
                <c:pt idx="610">
                  <c:v>2.7058999999999997</c:v>
                </c:pt>
                <c:pt idx="611">
                  <c:v>2.7075999999999998</c:v>
                </c:pt>
                <c:pt idx="612">
                  <c:v>2.6096000000000004</c:v>
                </c:pt>
                <c:pt idx="613">
                  <c:v>2.6034999999999999</c:v>
                </c:pt>
                <c:pt idx="614">
                  <c:v>2.4186000000000005</c:v>
                </c:pt>
                <c:pt idx="615">
                  <c:v>2.3503000000000003</c:v>
                </c:pt>
                <c:pt idx="616">
                  <c:v>2.4191000000000003</c:v>
                </c:pt>
                <c:pt idx="617">
                  <c:v>2.3050999999999995</c:v>
                </c:pt>
                <c:pt idx="618">
                  <c:v>2.1792999999999996</c:v>
                </c:pt>
                <c:pt idx="619">
                  <c:v>2.1190000000000007</c:v>
                </c:pt>
                <c:pt idx="620">
                  <c:v>2.0396000000000001</c:v>
                </c:pt>
                <c:pt idx="621">
                  <c:v>2.0111999999999997</c:v>
                </c:pt>
                <c:pt idx="622">
                  <c:v>2.2495000000000003</c:v>
                </c:pt>
                <c:pt idx="623">
                  <c:v>2.2933000000000003</c:v>
                </c:pt>
                <c:pt idx="624">
                  <c:v>2.0960000000000001</c:v>
                </c:pt>
                <c:pt idx="625">
                  <c:v>2.0369000000000002</c:v>
                </c:pt>
                <c:pt idx="626">
                  <c:v>1.9755000000000003</c:v>
                </c:pt>
                <c:pt idx="627">
                  <c:v>1.9504000000000001</c:v>
                </c:pt>
                <c:pt idx="628">
                  <c:v>1.8419000000000008</c:v>
                </c:pt>
                <c:pt idx="629">
                  <c:v>1.9927000000000001</c:v>
                </c:pt>
                <c:pt idx="630">
                  <c:v>1.9079999999999995</c:v>
                </c:pt>
                <c:pt idx="631">
                  <c:v>2.0023</c:v>
                </c:pt>
                <c:pt idx="632">
                  <c:v>1.9392000000000005</c:v>
                </c:pt>
                <c:pt idx="633">
                  <c:v>1.9775</c:v>
                </c:pt>
                <c:pt idx="634">
                  <c:v>2.0372000000000003</c:v>
                </c:pt>
                <c:pt idx="635">
                  <c:v>2.3129</c:v>
                </c:pt>
                <c:pt idx="636">
                  <c:v>2.2675999999999998</c:v>
                </c:pt>
                <c:pt idx="637">
                  <c:v>2.2584</c:v>
                </c:pt>
                <c:pt idx="638">
                  <c:v>2.3829000000000002</c:v>
                </c:pt>
                <c:pt idx="639">
                  <c:v>2.4061000000000003</c:v>
                </c:pt>
                <c:pt idx="640">
                  <c:v>2.4699</c:v>
                </c:pt>
                <c:pt idx="641">
                  <c:v>2.0891000000000002</c:v>
                </c:pt>
                <c:pt idx="642">
                  <c:v>2.2529999999999997</c:v>
                </c:pt>
                <c:pt idx="643">
                  <c:v>2.2732000000000001</c:v>
                </c:pt>
                <c:pt idx="644">
                  <c:v>2.1879999999999997</c:v>
                </c:pt>
                <c:pt idx="645">
                  <c:v>2.1135000000000002</c:v>
                </c:pt>
                <c:pt idx="646">
                  <c:v>2.0238999999999994</c:v>
                </c:pt>
                <c:pt idx="647">
                  <c:v>2.0243000000000002</c:v>
                </c:pt>
                <c:pt idx="648">
                  <c:v>2.1095000000000002</c:v>
                </c:pt>
                <c:pt idx="649">
                  <c:v>1.9470000000000001</c:v>
                </c:pt>
                <c:pt idx="650">
                  <c:v>2.0850999999999997</c:v>
                </c:pt>
                <c:pt idx="651">
                  <c:v>2.1039000000000003</c:v>
                </c:pt>
                <c:pt idx="652">
                  <c:v>2.1833999999999998</c:v>
                </c:pt>
                <c:pt idx="653">
                  <c:v>2.0364999999999998</c:v>
                </c:pt>
                <c:pt idx="654">
                  <c:v>2.0177</c:v>
                </c:pt>
                <c:pt idx="655">
                  <c:v>2.0512000000000001</c:v>
                </c:pt>
                <c:pt idx="656">
                  <c:v>2.0354000000000001</c:v>
                </c:pt>
                <c:pt idx="657">
                  <c:v>2.1895000000000002</c:v>
                </c:pt>
                <c:pt idx="658">
                  <c:v>2.0736999999999997</c:v>
                </c:pt>
                <c:pt idx="659">
                  <c:v>2.0583999999999998</c:v>
                </c:pt>
                <c:pt idx="660">
                  <c:v>2.1416999999999997</c:v>
                </c:pt>
                <c:pt idx="661">
                  <c:v>2.2177999999999995</c:v>
                </c:pt>
                <c:pt idx="662">
                  <c:v>2.3097999999999996</c:v>
                </c:pt>
                <c:pt idx="663">
                  <c:v>2.2415000000000003</c:v>
                </c:pt>
                <c:pt idx="664">
                  <c:v>2.1752000000000002</c:v>
                </c:pt>
                <c:pt idx="665">
                  <c:v>2.1358999999999999</c:v>
                </c:pt>
                <c:pt idx="666">
                  <c:v>2.2049000000000003</c:v>
                </c:pt>
                <c:pt idx="667">
                  <c:v>2.2795000000000005</c:v>
                </c:pt>
                <c:pt idx="668">
                  <c:v>2.2829999999999999</c:v>
                </c:pt>
                <c:pt idx="669">
                  <c:v>2.2772999999999999</c:v>
                </c:pt>
                <c:pt idx="670">
                  <c:v>2.2199999999999998</c:v>
                </c:pt>
                <c:pt idx="671">
                  <c:v>2.238</c:v>
                </c:pt>
                <c:pt idx="672">
                  <c:v>2.1798000000000002</c:v>
                </c:pt>
                <c:pt idx="673">
                  <c:v>2.2950999999999997</c:v>
                </c:pt>
                <c:pt idx="674">
                  <c:v>2.3017000000000003</c:v>
                </c:pt>
                <c:pt idx="675">
                  <c:v>2.1762999999999999</c:v>
                </c:pt>
                <c:pt idx="676">
                  <c:v>2.2007000000000003</c:v>
                </c:pt>
                <c:pt idx="677">
                  <c:v>2.2237999999999998</c:v>
                </c:pt>
                <c:pt idx="678">
                  <c:v>2.2038000000000002</c:v>
                </c:pt>
                <c:pt idx="679">
                  <c:v>2.1283000000000003</c:v>
                </c:pt>
                <c:pt idx="680">
                  <c:v>2.1242000000000005</c:v>
                </c:pt>
                <c:pt idx="681">
                  <c:v>2.0709999999999997</c:v>
                </c:pt>
                <c:pt idx="682">
                  <c:v>2.0532999999999997</c:v>
                </c:pt>
                <c:pt idx="683">
                  <c:v>2.0697000000000001</c:v>
                </c:pt>
                <c:pt idx="684">
                  <c:v>2.0985999999999998</c:v>
                </c:pt>
                <c:pt idx="685">
                  <c:v>2.2147999999999999</c:v>
                </c:pt>
                <c:pt idx="686">
                  <c:v>2.1928999999999998</c:v>
                </c:pt>
                <c:pt idx="687">
                  <c:v>2.3245999999999998</c:v>
                </c:pt>
                <c:pt idx="688">
                  <c:v>2.3247999999999998</c:v>
                </c:pt>
                <c:pt idx="689">
                  <c:v>2.3806000000000003</c:v>
                </c:pt>
                <c:pt idx="690">
                  <c:v>2.3186</c:v>
                </c:pt>
                <c:pt idx="691">
                  <c:v>2.3018000000000001</c:v>
                </c:pt>
                <c:pt idx="692">
                  <c:v>2.3212999999999999</c:v>
                </c:pt>
                <c:pt idx="693">
                  <c:v>2.1946000000000003</c:v>
                </c:pt>
                <c:pt idx="694">
                  <c:v>2.2060999999999997</c:v>
                </c:pt>
                <c:pt idx="695">
                  <c:v>2.2588000000000004</c:v>
                </c:pt>
                <c:pt idx="696">
                  <c:v>2.2447999999999997</c:v>
                </c:pt>
                <c:pt idx="697">
                  <c:v>2.1919000000000004</c:v>
                </c:pt>
                <c:pt idx="698">
                  <c:v>2.0643000000000002</c:v>
                </c:pt>
                <c:pt idx="699">
                  <c:v>2.0553999999999997</c:v>
                </c:pt>
                <c:pt idx="700">
                  <c:v>2.0531000000000006</c:v>
                </c:pt>
                <c:pt idx="701">
                  <c:v>1.9733000000000001</c:v>
                </c:pt>
                <c:pt idx="702">
                  <c:v>1.9714</c:v>
                </c:pt>
                <c:pt idx="703">
                  <c:v>1.8986999999999998</c:v>
                </c:pt>
                <c:pt idx="704">
                  <c:v>1.9237000000000002</c:v>
                </c:pt>
                <c:pt idx="705">
                  <c:v>1.8544</c:v>
                </c:pt>
                <c:pt idx="706">
                  <c:v>1.7852999999999994</c:v>
                </c:pt>
                <c:pt idx="707">
                  <c:v>1.8937999999999997</c:v>
                </c:pt>
                <c:pt idx="708">
                  <c:v>1.8537999999999997</c:v>
                </c:pt>
                <c:pt idx="709">
                  <c:v>1.8116000000000003</c:v>
                </c:pt>
                <c:pt idx="710">
                  <c:v>1.8365</c:v>
                </c:pt>
                <c:pt idx="711">
                  <c:v>1.843</c:v>
                </c:pt>
              </c:numCache>
            </c:numRef>
          </c:val>
          <c:smooth val="0"/>
          <c:extLst>
            <c:ext xmlns:c16="http://schemas.microsoft.com/office/drawing/2014/chart" uri="{C3380CC4-5D6E-409C-BE32-E72D297353CC}">
              <c16:uniqueId val="{00000000-61A1-435C-8EC0-3323DF01ACCA}"/>
            </c:ext>
          </c:extLst>
        </c:ser>
        <c:dLbls>
          <c:showLegendKey val="0"/>
          <c:showVal val="0"/>
          <c:showCatName val="0"/>
          <c:showSerName val="0"/>
          <c:showPercent val="0"/>
          <c:showBubbleSize val="0"/>
        </c:dLbls>
        <c:marker val="1"/>
        <c:smooth val="0"/>
        <c:axId val="143840096"/>
        <c:axId val="1899943056"/>
      </c:lineChart>
      <c:lineChart>
        <c:grouping val="standard"/>
        <c:varyColors val="0"/>
        <c:ser>
          <c:idx val="1"/>
          <c:order val="1"/>
          <c:tx>
            <c:strRef>
              <c:f>'EM Composite VRP'!$AA$3</c:f>
              <c:strCache>
                <c:ptCount val="1"/>
                <c:pt idx="0">
                  <c:v>GBI EM FX (6m fwd%)</c:v>
                </c:pt>
              </c:strCache>
            </c:strRef>
          </c:tx>
          <c:spPr>
            <a:ln w="22225" cap="rnd">
              <a:solidFill>
                <a:srgbClr val="FFC000"/>
              </a:solidFill>
              <a:prstDash val="solid"/>
              <a:round/>
            </a:ln>
          </c:spPr>
          <c:marker>
            <c:symbol val="none"/>
          </c:marker>
          <c:val>
            <c:numRef>
              <c:f>'EM Composite VRP'!$AA$5:$AA$690</c:f>
              <c:numCache>
                <c:formatCode>General</c:formatCode>
                <c:ptCount val="686"/>
                <c:pt idx="0">
                  <c:v>-5.3309900410076221</c:v>
                </c:pt>
                <c:pt idx="1">
                  <c:v>-6.7463216111864792</c:v>
                </c:pt>
                <c:pt idx="2">
                  <c:v>-5.6836774038912523</c:v>
                </c:pt>
                <c:pt idx="3">
                  <c:v>-5.1435170254158669</c:v>
                </c:pt>
                <c:pt idx="4">
                  <c:v>-5.2535118867865549</c:v>
                </c:pt>
                <c:pt idx="5">
                  <c:v>-6.8190971899495079</c:v>
                </c:pt>
                <c:pt idx="6">
                  <c:v>-5.7706862409671045</c:v>
                </c:pt>
                <c:pt idx="7">
                  <c:v>-7.3652216309297742</c:v>
                </c:pt>
                <c:pt idx="8">
                  <c:v>-7.3570676040764944</c:v>
                </c:pt>
                <c:pt idx="9">
                  <c:v>-7.9685416382288432</c:v>
                </c:pt>
                <c:pt idx="10">
                  <c:v>-7.2439162422184511</c:v>
                </c:pt>
                <c:pt idx="11">
                  <c:v>-6.2336818043599029</c:v>
                </c:pt>
                <c:pt idx="12">
                  <c:v>-4.2692696913476214</c:v>
                </c:pt>
                <c:pt idx="13">
                  <c:v>-5.2846684573655605</c:v>
                </c:pt>
                <c:pt idx="14">
                  <c:v>-5.0501455162161761</c:v>
                </c:pt>
                <c:pt idx="15">
                  <c:v>-5.382218529289573</c:v>
                </c:pt>
                <c:pt idx="16">
                  <c:v>-3.8647393633190363</c:v>
                </c:pt>
                <c:pt idx="17">
                  <c:v>-4.2950240065272709</c:v>
                </c:pt>
                <c:pt idx="18">
                  <c:v>-6.6604351664329879</c:v>
                </c:pt>
                <c:pt idx="19">
                  <c:v>-6.9821705101912652</c:v>
                </c:pt>
                <c:pt idx="20">
                  <c:v>-5.4812494709218669</c:v>
                </c:pt>
                <c:pt idx="21">
                  <c:v>-4.3251671330015729</c:v>
                </c:pt>
                <c:pt idx="22">
                  <c:v>-3.422690282431784</c:v>
                </c:pt>
                <c:pt idx="23">
                  <c:v>-3.2500866400970385</c:v>
                </c:pt>
                <c:pt idx="24">
                  <c:v>-4.055874713027718</c:v>
                </c:pt>
                <c:pt idx="25">
                  <c:v>-1.3043478260869601</c:v>
                </c:pt>
                <c:pt idx="26">
                  <c:v>-2.1050654172560135</c:v>
                </c:pt>
                <c:pt idx="27">
                  <c:v>-1.7892911094947617</c:v>
                </c:pt>
                <c:pt idx="28">
                  <c:v>-2.5965416275343878</c:v>
                </c:pt>
                <c:pt idx="29">
                  <c:v>-4.327845838314504</c:v>
                </c:pt>
                <c:pt idx="30">
                  <c:v>-5.7525333567801766</c:v>
                </c:pt>
                <c:pt idx="31">
                  <c:v>-5.3021235093319019</c:v>
                </c:pt>
                <c:pt idx="32">
                  <c:v>-5.088736562984808</c:v>
                </c:pt>
                <c:pt idx="33">
                  <c:v>-2.9921947614195088</c:v>
                </c:pt>
                <c:pt idx="34">
                  <c:v>-2.6302159569437267</c:v>
                </c:pt>
                <c:pt idx="35">
                  <c:v>-1.3645491055129577</c:v>
                </c:pt>
                <c:pt idx="36">
                  <c:v>-2.4314735724131675</c:v>
                </c:pt>
                <c:pt idx="37">
                  <c:v>-3.67127393093577</c:v>
                </c:pt>
                <c:pt idx="38">
                  <c:v>-5.0256568370515513</c:v>
                </c:pt>
                <c:pt idx="39">
                  <c:v>-2.5956983028981973</c:v>
                </c:pt>
                <c:pt idx="40">
                  <c:v>-2.9140664623255041</c:v>
                </c:pt>
                <c:pt idx="41">
                  <c:v>-3.0406814639179713</c:v>
                </c:pt>
                <c:pt idx="42">
                  <c:v>-4.083346054037551</c:v>
                </c:pt>
                <c:pt idx="43">
                  <c:v>-4.4276611325456567</c:v>
                </c:pt>
                <c:pt idx="44">
                  <c:v>-2.0162008189424929</c:v>
                </c:pt>
                <c:pt idx="45">
                  <c:v>-0.32508802123758507</c:v>
                </c:pt>
                <c:pt idx="46">
                  <c:v>-0.45564461958711444</c:v>
                </c:pt>
                <c:pt idx="47">
                  <c:v>-0.48109121757378137</c:v>
                </c:pt>
                <c:pt idx="48">
                  <c:v>-0.25797003492170623</c:v>
                </c:pt>
                <c:pt idx="49">
                  <c:v>-0.70185257737728213</c:v>
                </c:pt>
                <c:pt idx="50">
                  <c:v>-1.0402624247326298</c:v>
                </c:pt>
                <c:pt idx="51">
                  <c:v>-0.59301931548628728</c:v>
                </c:pt>
                <c:pt idx="52">
                  <c:v>-8.6916278177240347E-2</c:v>
                </c:pt>
                <c:pt idx="53">
                  <c:v>0.55488457944989911</c:v>
                </c:pt>
                <c:pt idx="54">
                  <c:v>6.8061936362084907E-2</c:v>
                </c:pt>
                <c:pt idx="55">
                  <c:v>0.5628732904586764</c:v>
                </c:pt>
                <c:pt idx="56">
                  <c:v>2.7054762571135482</c:v>
                </c:pt>
                <c:pt idx="57">
                  <c:v>1.6525443565376108</c:v>
                </c:pt>
                <c:pt idx="58">
                  <c:v>0.2550369803621555</c:v>
                </c:pt>
                <c:pt idx="59">
                  <c:v>8.7732462165379665E-2</c:v>
                </c:pt>
                <c:pt idx="60">
                  <c:v>-0.11447998334835896</c:v>
                </c:pt>
                <c:pt idx="61">
                  <c:v>-8.9066765372691759E-2</c:v>
                </c:pt>
                <c:pt idx="62">
                  <c:v>-0.10190610741829254</c:v>
                </c:pt>
                <c:pt idx="63">
                  <c:v>-1.4580745521876937</c:v>
                </c:pt>
                <c:pt idx="64">
                  <c:v>-2.0486956521739041</c:v>
                </c:pt>
                <c:pt idx="65">
                  <c:v>-4.5168067226890818</c:v>
                </c:pt>
                <c:pt idx="66">
                  <c:v>-5.8077338027369247</c:v>
                </c:pt>
                <c:pt idx="67">
                  <c:v>-5.3256045648039212</c:v>
                </c:pt>
                <c:pt idx="68">
                  <c:v>-4.7971444486125776</c:v>
                </c:pt>
                <c:pt idx="69">
                  <c:v>-4.5595937878822435</c:v>
                </c:pt>
                <c:pt idx="70">
                  <c:v>-5.3963206904383281</c:v>
                </c:pt>
                <c:pt idx="71">
                  <c:v>-7.7824173343866381</c:v>
                </c:pt>
                <c:pt idx="72">
                  <c:v>-8.2166514839681959</c:v>
                </c:pt>
                <c:pt idx="73">
                  <c:v>-7.7346703007054929</c:v>
                </c:pt>
                <c:pt idx="74">
                  <c:v>-8.7981838922081224</c:v>
                </c:pt>
                <c:pt idx="75">
                  <c:v>-10.0509536907607</c:v>
                </c:pt>
                <c:pt idx="76">
                  <c:v>-11.307753433987966</c:v>
                </c:pt>
                <c:pt idx="77">
                  <c:v>-11.458439861371506</c:v>
                </c:pt>
                <c:pt idx="78">
                  <c:v>-11.682897620715361</c:v>
                </c:pt>
                <c:pt idx="79">
                  <c:v>-12.534418093435917</c:v>
                </c:pt>
                <c:pt idx="80">
                  <c:v>-12.149861134727658</c:v>
                </c:pt>
                <c:pt idx="81">
                  <c:v>-12.385718519869581</c:v>
                </c:pt>
                <c:pt idx="82">
                  <c:v>-12.553365428285945</c:v>
                </c:pt>
                <c:pt idx="83">
                  <c:v>-13.142442663719256</c:v>
                </c:pt>
                <c:pt idx="84">
                  <c:v>-12.560995351633863</c:v>
                </c:pt>
                <c:pt idx="85">
                  <c:v>-12.584339642226915</c:v>
                </c:pt>
                <c:pt idx="86">
                  <c:v>-12.268028108683836</c:v>
                </c:pt>
                <c:pt idx="87">
                  <c:v>-12.328798842257594</c:v>
                </c:pt>
                <c:pt idx="88">
                  <c:v>-14.294159923956141</c:v>
                </c:pt>
                <c:pt idx="89">
                  <c:v>-14.563232608823718</c:v>
                </c:pt>
                <c:pt idx="90">
                  <c:v>-12.667637276138388</c:v>
                </c:pt>
                <c:pt idx="91">
                  <c:v>-11.431577940402738</c:v>
                </c:pt>
                <c:pt idx="92">
                  <c:v>-9.1498776238530972</c:v>
                </c:pt>
                <c:pt idx="93">
                  <c:v>-10.280541471347938</c:v>
                </c:pt>
                <c:pt idx="94">
                  <c:v>-10.141016609153542</c:v>
                </c:pt>
                <c:pt idx="95">
                  <c:v>-9.7058294889461276</c:v>
                </c:pt>
                <c:pt idx="96">
                  <c:v>-9.299226964997354</c:v>
                </c:pt>
                <c:pt idx="97">
                  <c:v>-7.0881366718065442</c:v>
                </c:pt>
                <c:pt idx="98">
                  <c:v>-5.9134185342662242</c:v>
                </c:pt>
                <c:pt idx="99">
                  <c:v>-7.9004631599421282</c:v>
                </c:pt>
                <c:pt idx="100">
                  <c:v>-7.6903072407772166</c:v>
                </c:pt>
                <c:pt idx="101">
                  <c:v>-7.9970423100060195</c:v>
                </c:pt>
                <c:pt idx="102">
                  <c:v>-5.3360467944041368</c:v>
                </c:pt>
                <c:pt idx="103">
                  <c:v>-4.3325932675402079</c:v>
                </c:pt>
                <c:pt idx="104">
                  <c:v>-5.2140764714159733</c:v>
                </c:pt>
                <c:pt idx="105">
                  <c:v>-4.564003575546371</c:v>
                </c:pt>
                <c:pt idx="106">
                  <c:v>-5.0492277120404605</c:v>
                </c:pt>
                <c:pt idx="107">
                  <c:v>-4.8817934605826396</c:v>
                </c:pt>
                <c:pt idx="108">
                  <c:v>-6.8037810325127346</c:v>
                </c:pt>
                <c:pt idx="109">
                  <c:v>-5.5646134065031045</c:v>
                </c:pt>
                <c:pt idx="110">
                  <c:v>-6.6200293577011067</c:v>
                </c:pt>
                <c:pt idx="111">
                  <c:v>-7.9599430018999389</c:v>
                </c:pt>
                <c:pt idx="112">
                  <c:v>-9.3280726293842875</c:v>
                </c:pt>
                <c:pt idx="113">
                  <c:v>-9.2319678842141428</c:v>
                </c:pt>
                <c:pt idx="114">
                  <c:v>-9.0133225130181955</c:v>
                </c:pt>
                <c:pt idx="115">
                  <c:v>-6.905395529694025</c:v>
                </c:pt>
                <c:pt idx="116">
                  <c:v>-7.5344600913514466</c:v>
                </c:pt>
                <c:pt idx="117">
                  <c:v>-9.2995625641302482</c:v>
                </c:pt>
                <c:pt idx="118">
                  <c:v>-10.234632126552711</c:v>
                </c:pt>
                <c:pt idx="119">
                  <c:v>-7.4479853919255827</c:v>
                </c:pt>
                <c:pt idx="120">
                  <c:v>-7.5675029233549402</c:v>
                </c:pt>
                <c:pt idx="121">
                  <c:v>-8.94167606661801</c:v>
                </c:pt>
                <c:pt idx="122">
                  <c:v>-9.5141673614695499</c:v>
                </c:pt>
                <c:pt idx="123">
                  <c:v>-10.788704196412112</c:v>
                </c:pt>
                <c:pt idx="124">
                  <c:v>-12.279742137136163</c:v>
                </c:pt>
                <c:pt idx="125">
                  <c:v>-10.265040521633539</c:v>
                </c:pt>
                <c:pt idx="126">
                  <c:v>-9.9099824257791074</c:v>
                </c:pt>
                <c:pt idx="127">
                  <c:v>-7.9415891351432339</c:v>
                </c:pt>
                <c:pt idx="128">
                  <c:v>-11.220930232558135</c:v>
                </c:pt>
                <c:pt idx="129">
                  <c:v>-11.169092494466437</c:v>
                </c:pt>
                <c:pt idx="130">
                  <c:v>-10.665748950699749</c:v>
                </c:pt>
                <c:pt idx="131">
                  <c:v>-10.92604658739209</c:v>
                </c:pt>
                <c:pt idx="132">
                  <c:v>-12.684822787562522</c:v>
                </c:pt>
                <c:pt idx="133">
                  <c:v>-13.17830517748445</c:v>
                </c:pt>
                <c:pt idx="134">
                  <c:v>-11.187583593401683</c:v>
                </c:pt>
                <c:pt idx="135">
                  <c:v>-9.3777634293895513</c:v>
                </c:pt>
                <c:pt idx="136">
                  <c:v>-7.9900301644173162</c:v>
                </c:pt>
                <c:pt idx="137">
                  <c:v>-7.2650123998337151</c:v>
                </c:pt>
                <c:pt idx="138">
                  <c:v>-5.4996871043325068</c:v>
                </c:pt>
                <c:pt idx="139">
                  <c:v>-5.7525278242525513</c:v>
                </c:pt>
                <c:pt idx="140">
                  <c:v>-1.0019176168036825</c:v>
                </c:pt>
                <c:pt idx="141">
                  <c:v>-0.30511738132267263</c:v>
                </c:pt>
                <c:pt idx="142">
                  <c:v>-0.49983876168976371</c:v>
                </c:pt>
                <c:pt idx="143">
                  <c:v>1.6373920809753528E-2</c:v>
                </c:pt>
                <c:pt idx="144">
                  <c:v>1.1960378474275446</c:v>
                </c:pt>
                <c:pt idx="145">
                  <c:v>-2.1788908250406691</c:v>
                </c:pt>
                <c:pt idx="146">
                  <c:v>-1.5741579333247269</c:v>
                </c:pt>
                <c:pt idx="147">
                  <c:v>-8.7441887578887378E-2</c:v>
                </c:pt>
                <c:pt idx="148">
                  <c:v>1.6424852278710711</c:v>
                </c:pt>
                <c:pt idx="149">
                  <c:v>0.56399580694217466</c:v>
                </c:pt>
                <c:pt idx="150">
                  <c:v>-4.7508759427516978E-2</c:v>
                </c:pt>
                <c:pt idx="151">
                  <c:v>-1.7665661542987321</c:v>
                </c:pt>
                <c:pt idx="152">
                  <c:v>-0.53161390237365103</c:v>
                </c:pt>
                <c:pt idx="153">
                  <c:v>-0.35512940027523365</c:v>
                </c:pt>
                <c:pt idx="154">
                  <c:v>3.0535629978221346</c:v>
                </c:pt>
                <c:pt idx="155">
                  <c:v>2.0160376931092516</c:v>
                </c:pt>
                <c:pt idx="156">
                  <c:v>1.9609028008580776</c:v>
                </c:pt>
                <c:pt idx="157">
                  <c:v>4.7288133010256139</c:v>
                </c:pt>
                <c:pt idx="158">
                  <c:v>6.6319066147859873</c:v>
                </c:pt>
                <c:pt idx="159">
                  <c:v>8.1501788218241611</c:v>
                </c:pt>
                <c:pt idx="160">
                  <c:v>7.0059297838295675</c:v>
                </c:pt>
                <c:pt idx="161">
                  <c:v>6.2141817167993496</c:v>
                </c:pt>
                <c:pt idx="162">
                  <c:v>5.9134075202782688</c:v>
                </c:pt>
                <c:pt idx="163">
                  <c:v>7.2560325238441248</c:v>
                </c:pt>
                <c:pt idx="164">
                  <c:v>6.7884313302738253</c:v>
                </c:pt>
                <c:pt idx="165">
                  <c:v>5.7624920887296982</c:v>
                </c:pt>
                <c:pt idx="166">
                  <c:v>2.5421565535985291</c:v>
                </c:pt>
                <c:pt idx="167">
                  <c:v>1.359402160186618</c:v>
                </c:pt>
                <c:pt idx="168">
                  <c:v>-9.7228974234320198E-2</c:v>
                </c:pt>
                <c:pt idx="169">
                  <c:v>1.946689288744019</c:v>
                </c:pt>
                <c:pt idx="170">
                  <c:v>0.24689915119284755</c:v>
                </c:pt>
                <c:pt idx="171">
                  <c:v>0.76995553985219622</c:v>
                </c:pt>
                <c:pt idx="172">
                  <c:v>-0.53019016738234948</c:v>
                </c:pt>
                <c:pt idx="173">
                  <c:v>-0.17357819041089462</c:v>
                </c:pt>
                <c:pt idx="174">
                  <c:v>-1.8001295057198385</c:v>
                </c:pt>
                <c:pt idx="175">
                  <c:v>0.1600281884515331</c:v>
                </c:pt>
                <c:pt idx="176">
                  <c:v>-2.0334501812132366</c:v>
                </c:pt>
                <c:pt idx="177">
                  <c:v>-2.0169501677048562</c:v>
                </c:pt>
                <c:pt idx="178">
                  <c:v>-2.6932347261104383</c:v>
                </c:pt>
                <c:pt idx="179">
                  <c:v>-2.8288858199313704</c:v>
                </c:pt>
                <c:pt idx="180">
                  <c:v>-2.4680046108828679</c:v>
                </c:pt>
                <c:pt idx="181">
                  <c:v>-3.1456316428338793</c:v>
                </c:pt>
                <c:pt idx="182">
                  <c:v>-2.5454868725182322</c:v>
                </c:pt>
                <c:pt idx="183">
                  <c:v>-4.1325921829981516</c:v>
                </c:pt>
                <c:pt idx="184">
                  <c:v>-3.6972165053786976</c:v>
                </c:pt>
                <c:pt idx="185">
                  <c:v>-3.7017073597109929</c:v>
                </c:pt>
                <c:pt idx="186">
                  <c:v>-3.0976954201606732</c:v>
                </c:pt>
                <c:pt idx="187">
                  <c:v>-3.3496660541896262</c:v>
                </c:pt>
                <c:pt idx="188">
                  <c:v>-2.035952508973593</c:v>
                </c:pt>
                <c:pt idx="189">
                  <c:v>-2.9588527779779605</c:v>
                </c:pt>
                <c:pt idx="190">
                  <c:v>-2.6405353177006763</c:v>
                </c:pt>
                <c:pt idx="191">
                  <c:v>-1.0683947806287786</c:v>
                </c:pt>
                <c:pt idx="192">
                  <c:v>-1.0103968370186123</c:v>
                </c:pt>
                <c:pt idx="193">
                  <c:v>-1.474554409005624</c:v>
                </c:pt>
                <c:pt idx="194">
                  <c:v>0.80808080808081328</c:v>
                </c:pt>
                <c:pt idx="195">
                  <c:v>0.29635469130937508</c:v>
                </c:pt>
                <c:pt idx="196">
                  <c:v>-0.42117228715498056</c:v>
                </c:pt>
                <c:pt idx="197">
                  <c:v>-0.84588525763705791</c:v>
                </c:pt>
                <c:pt idx="198">
                  <c:v>0.25549535262765488</c:v>
                </c:pt>
                <c:pt idx="199">
                  <c:v>-0.13150588854146106</c:v>
                </c:pt>
                <c:pt idx="200">
                  <c:v>-5.8613211417979372E-3</c:v>
                </c:pt>
                <c:pt idx="201">
                  <c:v>-0.25798129635599132</c:v>
                </c:pt>
                <c:pt idx="202">
                  <c:v>3.6085209612614522</c:v>
                </c:pt>
                <c:pt idx="203">
                  <c:v>4.5539985023763441</c:v>
                </c:pt>
                <c:pt idx="204">
                  <c:v>5.7078679343979699</c:v>
                </c:pt>
                <c:pt idx="205">
                  <c:v>5.3854147564031729</c:v>
                </c:pt>
                <c:pt idx="206">
                  <c:v>4.4275410630947531</c:v>
                </c:pt>
                <c:pt idx="207">
                  <c:v>5.506732488651811</c:v>
                </c:pt>
                <c:pt idx="208">
                  <c:v>4.2676437498099684</c:v>
                </c:pt>
                <c:pt idx="209">
                  <c:v>4.3866306426641577</c:v>
                </c:pt>
                <c:pt idx="210">
                  <c:v>3.5602776683136828</c:v>
                </c:pt>
                <c:pt idx="211">
                  <c:v>5.1979486558855204</c:v>
                </c:pt>
                <c:pt idx="212">
                  <c:v>5.6627180441458869</c:v>
                </c:pt>
                <c:pt idx="213">
                  <c:v>5.4483455799146041</c:v>
                </c:pt>
                <c:pt idx="214">
                  <c:v>3.3807037322731714</c:v>
                </c:pt>
                <c:pt idx="215">
                  <c:v>3.497594011762617</c:v>
                </c:pt>
                <c:pt idx="216">
                  <c:v>3.7638310793796759</c:v>
                </c:pt>
                <c:pt idx="217">
                  <c:v>4.1751497447700014</c:v>
                </c:pt>
                <c:pt idx="218">
                  <c:v>4.8742603550295804</c:v>
                </c:pt>
                <c:pt idx="219">
                  <c:v>6.1992323484780787</c:v>
                </c:pt>
                <c:pt idx="220">
                  <c:v>3.7549551658060842</c:v>
                </c:pt>
                <c:pt idx="221">
                  <c:v>2.7044336409420389</c:v>
                </c:pt>
                <c:pt idx="222">
                  <c:v>1.7049861698546831</c:v>
                </c:pt>
                <c:pt idx="223">
                  <c:v>1.9611021069691814</c:v>
                </c:pt>
                <c:pt idx="224">
                  <c:v>2.2921335149464594</c:v>
                </c:pt>
                <c:pt idx="225">
                  <c:v>1.2143735003218747</c:v>
                </c:pt>
                <c:pt idx="226">
                  <c:v>0.15973036342322722</c:v>
                </c:pt>
                <c:pt idx="227">
                  <c:v>-0.22337830291273564</c:v>
                </c:pt>
                <c:pt idx="228">
                  <c:v>-0.55315724006731459</c:v>
                </c:pt>
                <c:pt idx="229">
                  <c:v>3.2155750763696034E-2</c:v>
                </c:pt>
                <c:pt idx="230">
                  <c:v>-8.1504337195081877E-2</c:v>
                </c:pt>
                <c:pt idx="231">
                  <c:v>-0.62354988399070388</c:v>
                </c:pt>
                <c:pt idx="232">
                  <c:v>-0.9852288226588124</c:v>
                </c:pt>
                <c:pt idx="233">
                  <c:v>-0.50990844825586912</c:v>
                </c:pt>
                <c:pt idx="234">
                  <c:v>0.68532100727607403</c:v>
                </c:pt>
                <c:pt idx="235">
                  <c:v>1.2490548479032082</c:v>
                </c:pt>
                <c:pt idx="236">
                  <c:v>3.2710348764031671</c:v>
                </c:pt>
                <c:pt idx="237">
                  <c:v>1.7774198651116624</c:v>
                </c:pt>
                <c:pt idx="238">
                  <c:v>1.5935969760316082</c:v>
                </c:pt>
                <c:pt idx="239">
                  <c:v>2.7071886446886406</c:v>
                </c:pt>
                <c:pt idx="240">
                  <c:v>2.2642808971029327</c:v>
                </c:pt>
                <c:pt idx="241">
                  <c:v>1.3230588201529558</c:v>
                </c:pt>
                <c:pt idx="242">
                  <c:v>2.2925826528864102</c:v>
                </c:pt>
                <c:pt idx="243">
                  <c:v>1.1867671217356879</c:v>
                </c:pt>
                <c:pt idx="244">
                  <c:v>-3.9495027858083009E-2</c:v>
                </c:pt>
                <c:pt idx="245">
                  <c:v>-0.48749737339777166</c:v>
                </c:pt>
                <c:pt idx="246">
                  <c:v>-0.58790356689694123</c:v>
                </c:pt>
                <c:pt idx="247">
                  <c:v>3.1179138321979494E-2</c:v>
                </c:pt>
                <c:pt idx="248">
                  <c:v>2.0375859786456285</c:v>
                </c:pt>
                <c:pt idx="249">
                  <c:v>1.5447753645178475</c:v>
                </c:pt>
                <c:pt idx="250">
                  <c:v>-7.1590160648282719E-3</c:v>
                </c:pt>
                <c:pt idx="251">
                  <c:v>0.7430107837751887</c:v>
                </c:pt>
                <c:pt idx="252">
                  <c:v>1.0153769623549858</c:v>
                </c:pt>
                <c:pt idx="253">
                  <c:v>-3.6822105046108167E-2</c:v>
                </c:pt>
                <c:pt idx="254">
                  <c:v>-0.51797460158627961</c:v>
                </c:pt>
                <c:pt idx="255">
                  <c:v>-3.3095165037478447</c:v>
                </c:pt>
                <c:pt idx="256">
                  <c:v>-3.1972848569597478</c:v>
                </c:pt>
                <c:pt idx="257">
                  <c:v>-3.6130161972858565</c:v>
                </c:pt>
                <c:pt idx="258">
                  <c:v>-3.0803499465115292</c:v>
                </c:pt>
                <c:pt idx="259">
                  <c:v>-5.2373325567851019</c:v>
                </c:pt>
                <c:pt idx="260">
                  <c:v>-5.746477241459214</c:v>
                </c:pt>
                <c:pt idx="261">
                  <c:v>-7.3372492137122709</c:v>
                </c:pt>
                <c:pt idx="262">
                  <c:v>-7.8512513817635465</c:v>
                </c:pt>
                <c:pt idx="263">
                  <c:v>-8.3249735075945015</c:v>
                </c:pt>
                <c:pt idx="264">
                  <c:v>-8.8168557536466796</c:v>
                </c:pt>
                <c:pt idx="265">
                  <c:v>-9.1390359431596568</c:v>
                </c:pt>
                <c:pt idx="266">
                  <c:v>-9.0754746102793664</c:v>
                </c:pt>
                <c:pt idx="267">
                  <c:v>-11.912079196702962</c:v>
                </c:pt>
                <c:pt idx="268">
                  <c:v>-13.253230623238155</c:v>
                </c:pt>
                <c:pt idx="269">
                  <c:v>-13.000699790062987</c:v>
                </c:pt>
                <c:pt idx="270">
                  <c:v>-13.745466860456922</c:v>
                </c:pt>
                <c:pt idx="271">
                  <c:v>-14.969663696383584</c:v>
                </c:pt>
                <c:pt idx="272">
                  <c:v>-13.498220186348631</c:v>
                </c:pt>
                <c:pt idx="273">
                  <c:v>-12.457850443455831</c:v>
                </c:pt>
                <c:pt idx="274">
                  <c:v>-12.40727682978423</c:v>
                </c:pt>
                <c:pt idx="275">
                  <c:v>-12.3452397893838</c:v>
                </c:pt>
                <c:pt idx="276">
                  <c:v>-11.09440554433897</c:v>
                </c:pt>
                <c:pt idx="277">
                  <c:v>-10.510532055329158</c:v>
                </c:pt>
                <c:pt idx="278">
                  <c:v>-9.8301058760482682</c:v>
                </c:pt>
                <c:pt idx="279">
                  <c:v>-8.2246681106248776</c:v>
                </c:pt>
                <c:pt idx="280">
                  <c:v>-8.3603283780785418</c:v>
                </c:pt>
                <c:pt idx="281">
                  <c:v>-5.3162873636171444</c:v>
                </c:pt>
                <c:pt idx="282">
                  <c:v>-5.9783017590321457</c:v>
                </c:pt>
                <c:pt idx="283">
                  <c:v>-5.356223695764073</c:v>
                </c:pt>
                <c:pt idx="284">
                  <c:v>-5.8696342440691218</c:v>
                </c:pt>
                <c:pt idx="285">
                  <c:v>-4.9797950309604655</c:v>
                </c:pt>
                <c:pt idx="286">
                  <c:v>-4.95213803911928</c:v>
                </c:pt>
                <c:pt idx="287">
                  <c:v>-3.5352282942252344</c:v>
                </c:pt>
                <c:pt idx="288">
                  <c:v>-2.9482329057857526</c:v>
                </c:pt>
                <c:pt idx="289">
                  <c:v>-2.3827504893423446</c:v>
                </c:pt>
                <c:pt idx="290">
                  <c:v>-2.0881311921358892</c:v>
                </c:pt>
                <c:pt idx="291">
                  <c:v>-2.4210364918736627</c:v>
                </c:pt>
                <c:pt idx="292">
                  <c:v>-0.95214580021913964</c:v>
                </c:pt>
                <c:pt idx="293">
                  <c:v>2.5032959259140286</c:v>
                </c:pt>
                <c:pt idx="294">
                  <c:v>2.0286031434500584</c:v>
                </c:pt>
                <c:pt idx="295">
                  <c:v>2.4726114444748371</c:v>
                </c:pt>
                <c:pt idx="296">
                  <c:v>3.6334783889016231</c:v>
                </c:pt>
                <c:pt idx="297">
                  <c:v>3.9832458652715896</c:v>
                </c:pt>
                <c:pt idx="298">
                  <c:v>3.8970407410443553</c:v>
                </c:pt>
                <c:pt idx="299">
                  <c:v>1.5552930133195142</c:v>
                </c:pt>
                <c:pt idx="300">
                  <c:v>0.67297784647089021</c:v>
                </c:pt>
                <c:pt idx="301">
                  <c:v>2.3898043672376135</c:v>
                </c:pt>
                <c:pt idx="302">
                  <c:v>1.7652080078596866</c:v>
                </c:pt>
                <c:pt idx="303">
                  <c:v>1.1432327993971203</c:v>
                </c:pt>
                <c:pt idx="304">
                  <c:v>0.20399640195323254</c:v>
                </c:pt>
                <c:pt idx="305">
                  <c:v>0.21192223096311302</c:v>
                </c:pt>
                <c:pt idx="306">
                  <c:v>0.18239633270382694</c:v>
                </c:pt>
                <c:pt idx="307">
                  <c:v>-2.196118488253318</c:v>
                </c:pt>
                <c:pt idx="308">
                  <c:v>-1.3043339094808371</c:v>
                </c:pt>
                <c:pt idx="309">
                  <c:v>-1.6107876383645747</c:v>
                </c:pt>
                <c:pt idx="310">
                  <c:v>-0.57826680587904633</c:v>
                </c:pt>
                <c:pt idx="311">
                  <c:v>-3.8808576695448238E-2</c:v>
                </c:pt>
                <c:pt idx="312">
                  <c:v>1.34335596508246</c:v>
                </c:pt>
                <c:pt idx="313">
                  <c:v>0.99934127022380803</c:v>
                </c:pt>
                <c:pt idx="314">
                  <c:v>-0.32802472070357913</c:v>
                </c:pt>
                <c:pt idx="315">
                  <c:v>-0.25893237759919696</c:v>
                </c:pt>
                <c:pt idx="316">
                  <c:v>-0.47041737702847586</c:v>
                </c:pt>
                <c:pt idx="317">
                  <c:v>-1.588598544963149</c:v>
                </c:pt>
                <c:pt idx="318">
                  <c:v>-3.834288919356843</c:v>
                </c:pt>
                <c:pt idx="319">
                  <c:v>-3.8318563249941207</c:v>
                </c:pt>
                <c:pt idx="320">
                  <c:v>-3.9465800510863791</c:v>
                </c:pt>
                <c:pt idx="321">
                  <c:v>-5.4570002197871226</c:v>
                </c:pt>
                <c:pt idx="322">
                  <c:v>-5.4193568756215722</c:v>
                </c:pt>
                <c:pt idx="323">
                  <c:v>-3.2845611297743882</c:v>
                </c:pt>
                <c:pt idx="324">
                  <c:v>-3.4905005365145514</c:v>
                </c:pt>
                <c:pt idx="325">
                  <c:v>-3.3625498007968102</c:v>
                </c:pt>
                <c:pt idx="326">
                  <c:v>-3.4751319366704059</c:v>
                </c:pt>
                <c:pt idx="327">
                  <c:v>-3.6310590324575398</c:v>
                </c:pt>
                <c:pt idx="328">
                  <c:v>-3.7239851230513543</c:v>
                </c:pt>
                <c:pt idx="329">
                  <c:v>-3.0849714648065962</c:v>
                </c:pt>
                <c:pt idx="330">
                  <c:v>-1.7600948976484121</c:v>
                </c:pt>
                <c:pt idx="331">
                  <c:v>-1.9112770150114478</c:v>
                </c:pt>
                <c:pt idx="332">
                  <c:v>-2.2395514452357212</c:v>
                </c:pt>
                <c:pt idx="333">
                  <c:v>-1.4392950391644899</c:v>
                </c:pt>
                <c:pt idx="334">
                  <c:v>-2.6382785516223639</c:v>
                </c:pt>
                <c:pt idx="335">
                  <c:v>-2.7508169536165417</c:v>
                </c:pt>
                <c:pt idx="336">
                  <c:v>-2.2602795056143488</c:v>
                </c:pt>
                <c:pt idx="337">
                  <c:v>-1.3280921414474678</c:v>
                </c:pt>
                <c:pt idx="338">
                  <c:v>-2.6319567402019572</c:v>
                </c:pt>
                <c:pt idx="339">
                  <c:v>-2.3686429219095473</c:v>
                </c:pt>
                <c:pt idx="340">
                  <c:v>-2.8935737225349034</c:v>
                </c:pt>
                <c:pt idx="341">
                  <c:v>-3.1690753961344242</c:v>
                </c:pt>
                <c:pt idx="342">
                  <c:v>-3.233941316415534</c:v>
                </c:pt>
                <c:pt idx="343">
                  <c:v>-3.0656235031135237</c:v>
                </c:pt>
                <c:pt idx="344">
                  <c:v>-3.113912155922427</c:v>
                </c:pt>
                <c:pt idx="345">
                  <c:v>-2.8363126304801645</c:v>
                </c:pt>
                <c:pt idx="346">
                  <c:v>-1.9320737372576668</c:v>
                </c:pt>
                <c:pt idx="347">
                  <c:v>-1.7618146192421413</c:v>
                </c:pt>
                <c:pt idx="348">
                  <c:v>-2.7706379143438986</c:v>
                </c:pt>
                <c:pt idx="349">
                  <c:v>-4.663681559279631</c:v>
                </c:pt>
                <c:pt idx="350">
                  <c:v>-8.4532374100719352</c:v>
                </c:pt>
                <c:pt idx="351">
                  <c:v>-12.196569920844325</c:v>
                </c:pt>
                <c:pt idx="352">
                  <c:v>-10.43789452756101</c:v>
                </c:pt>
                <c:pt idx="353">
                  <c:v>-13.893413626865424</c:v>
                </c:pt>
                <c:pt idx="354">
                  <c:v>-11.221067859021572</c:v>
                </c:pt>
                <c:pt idx="355">
                  <c:v>-12.95841921025942</c:v>
                </c:pt>
                <c:pt idx="356">
                  <c:v>-14.615321856898088</c:v>
                </c:pt>
                <c:pt idx="357">
                  <c:v>-13.750694149544307</c:v>
                </c:pt>
                <c:pt idx="358">
                  <c:v>-12.55521128617576</c:v>
                </c:pt>
                <c:pt idx="359">
                  <c:v>-12.737176727706224</c:v>
                </c:pt>
                <c:pt idx="360">
                  <c:v>-10.081276439825459</c:v>
                </c:pt>
                <c:pt idx="361">
                  <c:v>-8.4323854422655664</c:v>
                </c:pt>
                <c:pt idx="362">
                  <c:v>-7.1161729701137215</c:v>
                </c:pt>
                <c:pt idx="363">
                  <c:v>-9.0742167647589138</c:v>
                </c:pt>
                <c:pt idx="364">
                  <c:v>-10.397929260660854</c:v>
                </c:pt>
                <c:pt idx="365">
                  <c:v>-11.517906605402938</c:v>
                </c:pt>
                <c:pt idx="366">
                  <c:v>-10.118209502603225</c:v>
                </c:pt>
                <c:pt idx="367">
                  <c:v>-9.9360808226120145</c:v>
                </c:pt>
                <c:pt idx="368">
                  <c:v>-9.7048073298257709</c:v>
                </c:pt>
                <c:pt idx="369">
                  <c:v>-8.2605830999835312</c:v>
                </c:pt>
                <c:pt idx="370">
                  <c:v>-7.0283105633685121</c:v>
                </c:pt>
                <c:pt idx="371">
                  <c:v>-8.0724489282057217</c:v>
                </c:pt>
                <c:pt idx="372">
                  <c:v>-8.0144621874058348</c:v>
                </c:pt>
                <c:pt idx="373">
                  <c:v>-7.6367877486857916</c:v>
                </c:pt>
                <c:pt idx="374">
                  <c:v>-4.6468912006042533</c:v>
                </c:pt>
                <c:pt idx="375">
                  <c:v>-4.1804085438502554</c:v>
                </c:pt>
                <c:pt idx="376">
                  <c:v>-0.81978924808001619</c:v>
                </c:pt>
                <c:pt idx="377">
                  <c:v>4.4155209976711074</c:v>
                </c:pt>
                <c:pt idx="378">
                  <c:v>0.27748487707419667</c:v>
                </c:pt>
                <c:pt idx="379">
                  <c:v>4.3242313645309727</c:v>
                </c:pt>
                <c:pt idx="380">
                  <c:v>2.0719920008887893</c:v>
                </c:pt>
                <c:pt idx="381">
                  <c:v>2.7042772306998364</c:v>
                </c:pt>
                <c:pt idx="382">
                  <c:v>5.3451307139581017</c:v>
                </c:pt>
                <c:pt idx="383">
                  <c:v>2.8045524267615862</c:v>
                </c:pt>
                <c:pt idx="384">
                  <c:v>4.9078367069998796</c:v>
                </c:pt>
                <c:pt idx="385">
                  <c:v>6.2062422920026616</c:v>
                </c:pt>
                <c:pt idx="386">
                  <c:v>4.3731130415455066</c:v>
                </c:pt>
                <c:pt idx="387">
                  <c:v>2.8974129589396158</c:v>
                </c:pt>
                <c:pt idx="388">
                  <c:v>1.8223558932925155</c:v>
                </c:pt>
                <c:pt idx="389">
                  <c:v>3.4636327575637393</c:v>
                </c:pt>
                <c:pt idx="390">
                  <c:v>5.812337733572237</c:v>
                </c:pt>
                <c:pt idx="391">
                  <c:v>6.3437989135438633</c:v>
                </c:pt>
                <c:pt idx="392">
                  <c:v>5.1313344748442624</c:v>
                </c:pt>
                <c:pt idx="393">
                  <c:v>4.4016481222659776</c:v>
                </c:pt>
                <c:pt idx="394">
                  <c:v>4.2530404792158194</c:v>
                </c:pt>
                <c:pt idx="395">
                  <c:v>2.8296974593769564</c:v>
                </c:pt>
                <c:pt idx="396">
                  <c:v>2.6439799992805435</c:v>
                </c:pt>
                <c:pt idx="397">
                  <c:v>5.1895405740997713</c:v>
                </c:pt>
                <c:pt idx="398">
                  <c:v>5.6993121519816503</c:v>
                </c:pt>
                <c:pt idx="399">
                  <c:v>6.0995918964917628</c:v>
                </c:pt>
                <c:pt idx="400">
                  <c:v>2.1765351864187155</c:v>
                </c:pt>
                <c:pt idx="401">
                  <c:v>1.156923520507469</c:v>
                </c:pt>
                <c:pt idx="402">
                  <c:v>2.2942140426068347</c:v>
                </c:pt>
                <c:pt idx="403">
                  <c:v>3.0218544833168437</c:v>
                </c:pt>
                <c:pt idx="404">
                  <c:v>3.3132252292139341</c:v>
                </c:pt>
                <c:pt idx="405">
                  <c:v>2.9525972598725136</c:v>
                </c:pt>
                <c:pt idx="406">
                  <c:v>2.1786848072562259</c:v>
                </c:pt>
                <c:pt idx="407">
                  <c:v>4.1097143693619387</c:v>
                </c:pt>
                <c:pt idx="408">
                  <c:v>3.2126984126984226</c:v>
                </c:pt>
                <c:pt idx="409">
                  <c:v>4.722959033303864</c:v>
                </c:pt>
                <c:pt idx="410">
                  <c:v>3.9470374761956251</c:v>
                </c:pt>
                <c:pt idx="411">
                  <c:v>2.8940974703444367</c:v>
                </c:pt>
                <c:pt idx="412">
                  <c:v>2.0692102928127731</c:v>
                </c:pt>
                <c:pt idx="413">
                  <c:v>2.6295244854506628</c:v>
                </c:pt>
                <c:pt idx="414">
                  <c:v>1.6114655247749576</c:v>
                </c:pt>
                <c:pt idx="415">
                  <c:v>1.193733335656888</c:v>
                </c:pt>
                <c:pt idx="416">
                  <c:v>-2.0026609990842048</c:v>
                </c:pt>
                <c:pt idx="417">
                  <c:v>-0.4173160173160162</c:v>
                </c:pt>
                <c:pt idx="418">
                  <c:v>-0.88191977822056344</c:v>
                </c:pt>
                <c:pt idx="419">
                  <c:v>-1.4499808755520038</c:v>
                </c:pt>
                <c:pt idx="420">
                  <c:v>-1.3197987219891072</c:v>
                </c:pt>
                <c:pt idx="421">
                  <c:v>-1.6308428349426363</c:v>
                </c:pt>
                <c:pt idx="422">
                  <c:v>-0.64484474661805624</c:v>
                </c:pt>
                <c:pt idx="423">
                  <c:v>-2.3382980939485543</c:v>
                </c:pt>
                <c:pt idx="424">
                  <c:v>-2.8113486898736273</c:v>
                </c:pt>
                <c:pt idx="425">
                  <c:v>-3.7722505864495659</c:v>
                </c:pt>
                <c:pt idx="426">
                  <c:v>-0.28719430544787983</c:v>
                </c:pt>
                <c:pt idx="427">
                  <c:v>1.8455837816653053</c:v>
                </c:pt>
                <c:pt idx="428">
                  <c:v>-9.5062054396621853E-2</c:v>
                </c:pt>
                <c:pt idx="429">
                  <c:v>-1.7494543867306755</c:v>
                </c:pt>
                <c:pt idx="430">
                  <c:v>-0.20177490491580796</c:v>
                </c:pt>
                <c:pt idx="431">
                  <c:v>-1.0389980074010707</c:v>
                </c:pt>
                <c:pt idx="432">
                  <c:v>-2.1890423605439691</c:v>
                </c:pt>
                <c:pt idx="433">
                  <c:v>-2.750584389335109</c:v>
                </c:pt>
                <c:pt idx="434">
                  <c:v>-3.2743953880764898</c:v>
                </c:pt>
                <c:pt idx="435">
                  <c:v>-3.5935411243227966</c:v>
                </c:pt>
                <c:pt idx="436">
                  <c:v>-4.8376224960680281</c:v>
                </c:pt>
                <c:pt idx="437">
                  <c:v>-5.0246544898951306</c:v>
                </c:pt>
                <c:pt idx="438">
                  <c:v>-7.1180193337506132</c:v>
                </c:pt>
                <c:pt idx="439">
                  <c:v>-9.5812731233359862</c:v>
                </c:pt>
                <c:pt idx="440">
                  <c:v>-10.318729896623502</c:v>
                </c:pt>
                <c:pt idx="441">
                  <c:v>-10.039953158366055</c:v>
                </c:pt>
                <c:pt idx="442">
                  <c:v>-9.5091159149416349</c:v>
                </c:pt>
                <c:pt idx="443">
                  <c:v>-7.1606183379992689</c:v>
                </c:pt>
                <c:pt idx="444">
                  <c:v>-8.1110373037793231</c:v>
                </c:pt>
                <c:pt idx="445">
                  <c:v>-7.0601933526215461</c:v>
                </c:pt>
                <c:pt idx="446">
                  <c:v>-6.2673136303484807</c:v>
                </c:pt>
                <c:pt idx="447">
                  <c:v>-5.4031986083746038</c:v>
                </c:pt>
                <c:pt idx="448">
                  <c:v>-6.8959435626102401</c:v>
                </c:pt>
                <c:pt idx="449">
                  <c:v>-5.4693471266819449</c:v>
                </c:pt>
                <c:pt idx="450">
                  <c:v>-5.6241475209466323</c:v>
                </c:pt>
                <c:pt idx="451">
                  <c:v>-3.8735234544444275</c:v>
                </c:pt>
                <c:pt idx="452">
                  <c:v>-6.322336684748997</c:v>
                </c:pt>
                <c:pt idx="453">
                  <c:v>-11.518278817561656</c:v>
                </c:pt>
                <c:pt idx="454">
                  <c:v>-11.67027893781607</c:v>
                </c:pt>
                <c:pt idx="455">
                  <c:v>-8.254402644252135</c:v>
                </c:pt>
                <c:pt idx="456">
                  <c:v>-6.2623009482912888</c:v>
                </c:pt>
                <c:pt idx="457">
                  <c:v>-3.9946785560189824</c:v>
                </c:pt>
                <c:pt idx="458">
                  <c:v>-3.5666963135062568</c:v>
                </c:pt>
                <c:pt idx="459">
                  <c:v>-4.2073302971155968</c:v>
                </c:pt>
                <c:pt idx="460">
                  <c:v>-4.6281322115821482</c:v>
                </c:pt>
                <c:pt idx="461">
                  <c:v>-5.0101260741848836</c:v>
                </c:pt>
                <c:pt idx="462">
                  <c:v>-5.6828913912095995</c:v>
                </c:pt>
                <c:pt idx="463">
                  <c:v>-5.6012577236664089</c:v>
                </c:pt>
                <c:pt idx="464">
                  <c:v>-1.6379019879450452</c:v>
                </c:pt>
                <c:pt idx="465">
                  <c:v>0.47036328871894462</c:v>
                </c:pt>
                <c:pt idx="466">
                  <c:v>1.3234109478691192</c:v>
                </c:pt>
                <c:pt idx="467">
                  <c:v>-0.41349209387802066</c:v>
                </c:pt>
                <c:pt idx="468">
                  <c:v>0.28643245455077793</c:v>
                </c:pt>
                <c:pt idx="469">
                  <c:v>-3.1803112884194018</c:v>
                </c:pt>
                <c:pt idx="470">
                  <c:v>-2.9676977513982461</c:v>
                </c:pt>
                <c:pt idx="471">
                  <c:v>-5.6186173645647486</c:v>
                </c:pt>
                <c:pt idx="472">
                  <c:v>-6.0294034598949553</c:v>
                </c:pt>
                <c:pt idx="473">
                  <c:v>-6.2334640571932614</c:v>
                </c:pt>
                <c:pt idx="474">
                  <c:v>-4.4894866451979487</c:v>
                </c:pt>
                <c:pt idx="475">
                  <c:v>-5.2292128915798592</c:v>
                </c:pt>
                <c:pt idx="476">
                  <c:v>-3.9734975036600395</c:v>
                </c:pt>
                <c:pt idx="477">
                  <c:v>-6.7334228388155388</c:v>
                </c:pt>
                <c:pt idx="478">
                  <c:v>-5.264547769499206</c:v>
                </c:pt>
                <c:pt idx="479">
                  <c:v>-0.81644756350697234</c:v>
                </c:pt>
                <c:pt idx="480">
                  <c:v>1.5959144589849927E-2</c:v>
                </c:pt>
                <c:pt idx="481">
                  <c:v>-3.8215696908654229</c:v>
                </c:pt>
                <c:pt idx="482">
                  <c:v>-6.5890437106317918</c:v>
                </c:pt>
                <c:pt idx="483">
                  <c:v>-9.3011497696715466</c:v>
                </c:pt>
                <c:pt idx="484">
                  <c:v>-8.5661045023339923</c:v>
                </c:pt>
                <c:pt idx="485">
                  <c:v>-8.8974417025130208</c:v>
                </c:pt>
                <c:pt idx="486">
                  <c:v>-7.1885836222992712</c:v>
                </c:pt>
                <c:pt idx="487">
                  <c:v>-6.2539615465877834</c:v>
                </c:pt>
                <c:pt idx="488">
                  <c:v>-4.8006007972116738</c:v>
                </c:pt>
                <c:pt idx="489">
                  <c:v>-3.0907471242108464</c:v>
                </c:pt>
                <c:pt idx="490">
                  <c:v>-5.6996593525795891</c:v>
                </c:pt>
                <c:pt idx="491">
                  <c:v>-5.5170707570509681</c:v>
                </c:pt>
                <c:pt idx="492">
                  <c:v>-5.0787461194820915</c:v>
                </c:pt>
                <c:pt idx="493">
                  <c:v>-3.7734035600322957</c:v>
                </c:pt>
                <c:pt idx="494">
                  <c:v>-3.4059998445636119</c:v>
                </c:pt>
                <c:pt idx="495">
                  <c:v>-3.249956473797222</c:v>
                </c:pt>
                <c:pt idx="496">
                  <c:v>-2.1683723483511774</c:v>
                </c:pt>
                <c:pt idx="497">
                  <c:v>1.1483850207151702</c:v>
                </c:pt>
                <c:pt idx="498">
                  <c:v>2.7383814102563964</c:v>
                </c:pt>
                <c:pt idx="499">
                  <c:v>2.2372976326269223</c:v>
                </c:pt>
                <c:pt idx="500">
                  <c:v>1.6541055136850336</c:v>
                </c:pt>
                <c:pt idx="501">
                  <c:v>1.0595027876431073</c:v>
                </c:pt>
                <c:pt idx="502">
                  <c:v>-1.1414944977619745</c:v>
                </c:pt>
                <c:pt idx="503">
                  <c:v>1.4035228022472257</c:v>
                </c:pt>
                <c:pt idx="504">
                  <c:v>-0.40020707231600561</c:v>
                </c:pt>
                <c:pt idx="505">
                  <c:v>0.93478434186398118</c:v>
                </c:pt>
                <c:pt idx="506">
                  <c:v>0.2333652465294378</c:v>
                </c:pt>
                <c:pt idx="507">
                  <c:v>9.0625314671233248E-2</c:v>
                </c:pt>
                <c:pt idx="508">
                  <c:v>2.6645960194531693</c:v>
                </c:pt>
                <c:pt idx="509">
                  <c:v>4.9323836068958293</c:v>
                </c:pt>
                <c:pt idx="510">
                  <c:v>3.785742223686106</c:v>
                </c:pt>
                <c:pt idx="511">
                  <c:v>5.2331842279655483</c:v>
                </c:pt>
                <c:pt idx="512">
                  <c:v>3.7731201116744995</c:v>
                </c:pt>
                <c:pt idx="513">
                  <c:v>3.7699510316143048</c:v>
                </c:pt>
                <c:pt idx="514">
                  <c:v>3.1878312229459027</c:v>
                </c:pt>
                <c:pt idx="515">
                  <c:v>1.3928300227808554</c:v>
                </c:pt>
                <c:pt idx="516">
                  <c:v>1.1159993542137592</c:v>
                </c:pt>
                <c:pt idx="517">
                  <c:v>0.92654138215804149</c:v>
                </c:pt>
                <c:pt idx="518">
                  <c:v>-0.5444211785821218</c:v>
                </c:pt>
                <c:pt idx="519">
                  <c:v>-0.50340598094248401</c:v>
                </c:pt>
                <c:pt idx="520">
                  <c:v>0.57930202152267629</c:v>
                </c:pt>
                <c:pt idx="521">
                  <c:v>-1.1676963989362688</c:v>
                </c:pt>
                <c:pt idx="522">
                  <c:v>-1.6432865731462964</c:v>
                </c:pt>
                <c:pt idx="523">
                  <c:v>-3.266856222535941</c:v>
                </c:pt>
                <c:pt idx="524">
                  <c:v>-3.6208005927428011</c:v>
                </c:pt>
                <c:pt idx="525">
                  <c:v>-4.0321791383663763</c:v>
                </c:pt>
                <c:pt idx="526">
                  <c:v>-4.2182073594256071</c:v>
                </c:pt>
                <c:pt idx="527">
                  <c:v>-5.4638264454697216</c:v>
                </c:pt>
                <c:pt idx="528">
                  <c:v>-5.5143642367083912</c:v>
                </c:pt>
                <c:pt idx="529">
                  <c:v>-5.9090281748457212</c:v>
                </c:pt>
                <c:pt idx="530">
                  <c:v>-3.5863502788717305</c:v>
                </c:pt>
                <c:pt idx="531">
                  <c:v>-5.4817242945439437</c:v>
                </c:pt>
                <c:pt idx="532">
                  <c:v>-6.2802220762939509</c:v>
                </c:pt>
                <c:pt idx="533">
                  <c:v>-4.2877263581488911</c:v>
                </c:pt>
                <c:pt idx="534">
                  <c:v>-5.7840054137972219</c:v>
                </c:pt>
                <c:pt idx="535">
                  <c:v>-7.4610420273886424</c:v>
                </c:pt>
                <c:pt idx="536">
                  <c:v>-8.1601079022532446</c:v>
                </c:pt>
                <c:pt idx="537">
                  <c:v>-8.6942831840991825</c:v>
                </c:pt>
                <c:pt idx="538">
                  <c:v>-7.9464303376787893</c:v>
                </c:pt>
                <c:pt idx="539">
                  <c:v>-7.5483246786581688</c:v>
                </c:pt>
                <c:pt idx="540">
                  <c:v>-6.5570235621594142</c:v>
                </c:pt>
                <c:pt idx="541">
                  <c:v>-6.870454679832072</c:v>
                </c:pt>
                <c:pt idx="542">
                  <c:v>-4.4286997305657998</c:v>
                </c:pt>
                <c:pt idx="543">
                  <c:v>-4.222962859480706</c:v>
                </c:pt>
                <c:pt idx="544">
                  <c:v>-3.5390599935835709</c:v>
                </c:pt>
                <c:pt idx="545">
                  <c:v>-4.4732668098861676</c:v>
                </c:pt>
                <c:pt idx="546">
                  <c:v>-4.0517568945863331</c:v>
                </c:pt>
                <c:pt idx="547">
                  <c:v>-2.9840781727326071</c:v>
                </c:pt>
                <c:pt idx="548">
                  <c:v>-1.9172779136104268</c:v>
                </c:pt>
                <c:pt idx="549">
                  <c:v>-1.605344295991773</c:v>
                </c:pt>
                <c:pt idx="550">
                  <c:v>-3.2004855351001393</c:v>
                </c:pt>
                <c:pt idx="551">
                  <c:v>-3.1246813110608063</c:v>
                </c:pt>
                <c:pt idx="552">
                  <c:v>-3.5830685244031657</c:v>
                </c:pt>
                <c:pt idx="553">
                  <c:v>-2.3363515534141843</c:v>
                </c:pt>
                <c:pt idx="554">
                  <c:v>-1.9816690382522761</c:v>
                </c:pt>
                <c:pt idx="555">
                  <c:v>-2.0137462805414619</c:v>
                </c:pt>
                <c:pt idx="556">
                  <c:v>-3.553878371933894</c:v>
                </c:pt>
                <c:pt idx="557">
                  <c:v>-2.3754308994045736</c:v>
                </c:pt>
                <c:pt idx="558">
                  <c:v>-0.37369683843981871</c:v>
                </c:pt>
                <c:pt idx="559">
                  <c:v>-1.4021736845424626</c:v>
                </c:pt>
                <c:pt idx="560">
                  <c:v>-1.9118641203312525</c:v>
                </c:pt>
                <c:pt idx="561">
                  <c:v>-1.1013777853376316</c:v>
                </c:pt>
                <c:pt idx="562">
                  <c:v>1.0993045656775058</c:v>
                </c:pt>
                <c:pt idx="563">
                  <c:v>-0.15949307067266716</c:v>
                </c:pt>
                <c:pt idx="564">
                  <c:v>-0.91331069755447025</c:v>
                </c:pt>
                <c:pt idx="565">
                  <c:v>-1.0336579531863843</c:v>
                </c:pt>
                <c:pt idx="566">
                  <c:v>-1.9194864587048222</c:v>
                </c:pt>
                <c:pt idx="567">
                  <c:v>-1.1449008528559013</c:v>
                </c:pt>
                <c:pt idx="568">
                  <c:v>-1.2592406966545622</c:v>
                </c:pt>
                <c:pt idx="569">
                  <c:v>-1.8336771477985514</c:v>
                </c:pt>
                <c:pt idx="570">
                  <c:v>-3.007878271353448</c:v>
                </c:pt>
                <c:pt idx="571">
                  <c:v>-3.0643771411757226</c:v>
                </c:pt>
                <c:pt idx="572">
                  <c:v>-4.2978927402713811</c:v>
                </c:pt>
                <c:pt idx="573">
                  <c:v>-4.0330316553363605</c:v>
                </c:pt>
                <c:pt idx="574">
                  <c:v>-4.5991815367997013</c:v>
                </c:pt>
                <c:pt idx="575">
                  <c:v>-3.5973176795003003</c:v>
                </c:pt>
                <c:pt idx="576">
                  <c:v>-2.6333389065373636</c:v>
                </c:pt>
                <c:pt idx="577">
                  <c:v>-3.2170452870707633</c:v>
                </c:pt>
                <c:pt idx="578">
                  <c:v>-3.1141064373692684</c:v>
                </c:pt>
                <c:pt idx="579">
                  <c:v>-2.8324154209284025</c:v>
                </c:pt>
                <c:pt idx="580">
                  <c:v>-1.7698170406267977</c:v>
                </c:pt>
                <c:pt idx="581">
                  <c:v>-1.3772160561151492</c:v>
                </c:pt>
                <c:pt idx="582">
                  <c:v>-0.65355261743523796</c:v>
                </c:pt>
                <c:pt idx="583">
                  <c:v>-1.8489984591679609</c:v>
                </c:pt>
                <c:pt idx="584">
                  <c:v>-2.6725773107989959</c:v>
                </c:pt>
                <c:pt idx="585">
                  <c:v>-1.8506673489403491</c:v>
                </c:pt>
                <c:pt idx="586">
                  <c:v>-0.69996338653054435</c:v>
                </c:pt>
                <c:pt idx="587">
                  <c:v>-0.43212796147396038</c:v>
                </c:pt>
                <c:pt idx="588">
                  <c:v>-2.1255687765696085</c:v>
                </c:pt>
                <c:pt idx="589">
                  <c:v>-1.4895408328476134</c:v>
                </c:pt>
                <c:pt idx="590">
                  <c:v>-1.9996096206814418</c:v>
                </c:pt>
                <c:pt idx="591">
                  <c:v>-2.9477772982304806</c:v>
                </c:pt>
                <c:pt idx="592">
                  <c:v>-4.585703896992765</c:v>
                </c:pt>
                <c:pt idx="593">
                  <c:v>-4.420705600274033</c:v>
                </c:pt>
                <c:pt idx="594">
                  <c:v>-6.71700188228328</c:v>
                </c:pt>
                <c:pt idx="595">
                  <c:v>-7.0068561482456211</c:v>
                </c:pt>
                <c:pt idx="596">
                  <c:v>-6.2816116588083943</c:v>
                </c:pt>
                <c:pt idx="597">
                  <c:v>-4.9261724594002798</c:v>
                </c:pt>
                <c:pt idx="598">
                  <c:v>-4.8393771098769527</c:v>
                </c:pt>
                <c:pt idx="599">
                  <c:v>-5.5236853541938302</c:v>
                </c:pt>
                <c:pt idx="600">
                  <c:v>-6.0315732172019469</c:v>
                </c:pt>
                <c:pt idx="601">
                  <c:v>-7.7058096951047705</c:v>
                </c:pt>
                <c:pt idx="602">
                  <c:v>-8.0535760281617677</c:v>
                </c:pt>
                <c:pt idx="603">
                  <c:v>-6.6022754464965638</c:v>
                </c:pt>
                <c:pt idx="604">
                  <c:v>-4.4833075296016105</c:v>
                </c:pt>
                <c:pt idx="605">
                  <c:v>-4.8014005908742829</c:v>
                </c:pt>
                <c:pt idx="606">
                  <c:v>-4.9965226462661878</c:v>
                </c:pt>
                <c:pt idx="607">
                  <c:v>-3.6949498015916071</c:v>
                </c:pt>
                <c:pt idx="608">
                  <c:v>-3.8064530090238247</c:v>
                </c:pt>
                <c:pt idx="609">
                  <c:v>-4.1557648700505823</c:v>
                </c:pt>
                <c:pt idx="610">
                  <c:v>-2.240129634090271</c:v>
                </c:pt>
                <c:pt idx="611">
                  <c:v>-2.3004735630186346</c:v>
                </c:pt>
                <c:pt idx="612">
                  <c:v>-2.6807790743070381</c:v>
                </c:pt>
                <c:pt idx="613">
                  <c:v>-3.7786366678902228</c:v>
                </c:pt>
                <c:pt idx="614">
                  <c:v>-3.7017635760433154</c:v>
                </c:pt>
                <c:pt idx="615">
                  <c:v>-2.5661253917121374</c:v>
                </c:pt>
                <c:pt idx="616">
                  <c:v>-0.67275986456281078</c:v>
                </c:pt>
                <c:pt idx="617">
                  <c:v>0.40245475163429578</c:v>
                </c:pt>
                <c:pt idx="618">
                  <c:v>1.5512216991705907</c:v>
                </c:pt>
                <c:pt idx="619">
                  <c:v>1.6014513853114476</c:v>
                </c:pt>
                <c:pt idx="620">
                  <c:v>2.8748271249461554</c:v>
                </c:pt>
                <c:pt idx="621">
                  <c:v>4.4167998173932688</c:v>
                </c:pt>
                <c:pt idx="622">
                  <c:v>4.1917263143451677</c:v>
                </c:pt>
                <c:pt idx="623">
                  <c:v>4.5770713129147822</c:v>
                </c:pt>
                <c:pt idx="624">
                  <c:v>4.9687592978280293</c:v>
                </c:pt>
                <c:pt idx="625">
                  <c:v>5.306131836791006</c:v>
                </c:pt>
                <c:pt idx="626">
                  <c:v>6.9377824122349718</c:v>
                </c:pt>
                <c:pt idx="627">
                  <c:v>8.8938977718297174</c:v>
                </c:pt>
                <c:pt idx="628">
                  <c:v>7.2649173592305605</c:v>
                </c:pt>
                <c:pt idx="629">
                  <c:v>6.7196161550286515</c:v>
                </c:pt>
                <c:pt idx="630">
                  <c:v>4.7325525648928224</c:v>
                </c:pt>
                <c:pt idx="631">
                  <c:v>4.5952966598469036</c:v>
                </c:pt>
                <c:pt idx="632">
                  <c:v>4.8383775993411593</c:v>
                </c:pt>
                <c:pt idx="633">
                  <c:v>3.2783194109832881</c:v>
                </c:pt>
                <c:pt idx="634">
                  <c:v>3.358679024565836</c:v>
                </c:pt>
                <c:pt idx="635">
                  <c:v>4.2199372127940338</c:v>
                </c:pt>
                <c:pt idx="636">
                  <c:v>2.5983334826628512</c:v>
                </c:pt>
                <c:pt idx="637">
                  <c:v>2.0944969427459714</c:v>
                </c:pt>
                <c:pt idx="638">
                  <c:v>2.5161577891687159</c:v>
                </c:pt>
                <c:pt idx="639">
                  <c:v>2.9172183201310542</c:v>
                </c:pt>
                <c:pt idx="640">
                  <c:v>4.1092475067996403</c:v>
                </c:pt>
                <c:pt idx="641">
                  <c:v>2.5280014394314154</c:v>
                </c:pt>
                <c:pt idx="642">
                  <c:v>2.2837154379163671</c:v>
                </c:pt>
                <c:pt idx="643">
                  <c:v>1.9665596279481834</c:v>
                </c:pt>
                <c:pt idx="644">
                  <c:v>1.2957485320736373</c:v>
                </c:pt>
                <c:pt idx="645">
                  <c:v>1.3403289096600712</c:v>
                </c:pt>
                <c:pt idx="646">
                  <c:v>1.9614325068870508</c:v>
                </c:pt>
                <c:pt idx="647">
                  <c:v>0.38255547054324435</c:v>
                </c:pt>
                <c:pt idx="648">
                  <c:v>1.7470699266932899</c:v>
                </c:pt>
                <c:pt idx="649">
                  <c:v>1.1318039078855424</c:v>
                </c:pt>
                <c:pt idx="650">
                  <c:v>1.0531135531135716</c:v>
                </c:pt>
                <c:pt idx="651">
                  <c:v>1.0287211968985632</c:v>
                </c:pt>
                <c:pt idx="652">
                  <c:v>0.76057986088540197</c:v>
                </c:pt>
                <c:pt idx="653">
                  <c:v>0.40966816878329482</c:v>
                </c:pt>
                <c:pt idx="654">
                  <c:v>1.5452250369983433</c:v>
                </c:pt>
                <c:pt idx="655">
                  <c:v>2.1846832100220315</c:v>
                </c:pt>
                <c:pt idx="656">
                  <c:v>3.3328973755340607</c:v>
                </c:pt>
                <c:pt idx="657">
                  <c:v>4.0351648351648395</c:v>
                </c:pt>
                <c:pt idx="658">
                  <c:v>3.9190014838090148</c:v>
                </c:pt>
                <c:pt idx="659">
                  <c:v>4.022324445704073</c:v>
                </c:pt>
                <c:pt idx="660">
                  <c:v>3.6870170856458939</c:v>
                </c:pt>
                <c:pt idx="661">
                  <c:v>4.0468862549931206</c:v>
                </c:pt>
                <c:pt idx="662">
                  <c:v>1.6024801327394922</c:v>
                </c:pt>
                <c:pt idx="663">
                  <c:v>0.37894461746195152</c:v>
                </c:pt>
                <c:pt idx="664">
                  <c:v>-0.23478771277637422</c:v>
                </c:pt>
                <c:pt idx="665">
                  <c:v>5.2329764734104778E-2</c:v>
                </c:pt>
                <c:pt idx="666">
                  <c:v>0.8969586136329033</c:v>
                </c:pt>
                <c:pt idx="667">
                  <c:v>3.7994121002062009</c:v>
                </c:pt>
                <c:pt idx="668">
                  <c:v>3.9775202579071189</c:v>
                </c:pt>
                <c:pt idx="669">
                  <c:v>2.9733075603240344</c:v>
                </c:pt>
                <c:pt idx="670">
                  <c:v>3.1510819586393124</c:v>
                </c:pt>
                <c:pt idx="671">
                  <c:v>4.0461170328475182</c:v>
                </c:pt>
                <c:pt idx="672">
                  <c:v>1.9993515616556712</c:v>
                </c:pt>
                <c:pt idx="673">
                  <c:v>3.2905052264808221</c:v>
                </c:pt>
                <c:pt idx="674">
                  <c:v>2.9444756029164409</c:v>
                </c:pt>
                <c:pt idx="675">
                  <c:v>1.332614555256062</c:v>
                </c:pt>
                <c:pt idx="676">
                  <c:v>2.474809588538629</c:v>
                </c:pt>
                <c:pt idx="677">
                  <c:v>2.0818920788654438</c:v>
                </c:pt>
                <c:pt idx="678">
                  <c:v>0.31397849462366789</c:v>
                </c:pt>
                <c:pt idx="679">
                  <c:v>0.51106959565376808</c:v>
                </c:pt>
                <c:pt idx="680">
                  <c:v>0.24004457970765447</c:v>
                </c:pt>
                <c:pt idx="681">
                  <c:v>-0.81589064502348707</c:v>
                </c:pt>
                <c:pt idx="682">
                  <c:v>-2.2170657103681046</c:v>
                </c:pt>
                <c:pt idx="683">
                  <c:v>-1.5611796518505971</c:v>
                </c:pt>
                <c:pt idx="684">
                  <c:v>-1.8184108852679293</c:v>
                </c:pt>
                <c:pt idx="685">
                  <c:v>-2.5485182546003293</c:v>
                </c:pt>
              </c:numCache>
            </c:numRef>
          </c:val>
          <c:smooth val="0"/>
          <c:extLst>
            <c:ext xmlns:c16="http://schemas.microsoft.com/office/drawing/2014/chart" uri="{C3380CC4-5D6E-409C-BE32-E72D297353CC}">
              <c16:uniqueId val="{00000001-61A1-435C-8EC0-3323DF01ACCA}"/>
            </c:ext>
          </c:extLst>
        </c:ser>
        <c:ser>
          <c:idx val="2"/>
          <c:order val="2"/>
          <c:tx>
            <c:strRef>
              <c:f>'EM Composite VRP'!$AC$3</c:f>
              <c:strCache>
                <c:ptCount val="1"/>
                <c:pt idx="0">
                  <c:v>GBI EM TR USD (6m fwd%)</c:v>
                </c:pt>
              </c:strCache>
            </c:strRef>
          </c:tx>
          <c:spPr>
            <a:ln w="22225" cap="rnd">
              <a:solidFill>
                <a:srgbClr val="002060"/>
              </a:solidFill>
              <a:prstDash val="solid"/>
              <a:round/>
            </a:ln>
          </c:spPr>
          <c:marker>
            <c:symbol val="none"/>
          </c:marker>
          <c:val>
            <c:numRef>
              <c:f>'EM Composite VRP'!$AC$5:$AC$690</c:f>
              <c:numCache>
                <c:formatCode>General</c:formatCode>
                <c:ptCount val="686"/>
                <c:pt idx="0">
                  <c:v>-7.2407755434442116</c:v>
                </c:pt>
                <c:pt idx="1">
                  <c:v>-8.0614175671436037</c:v>
                </c:pt>
                <c:pt idx="2">
                  <c:v>-7.618296628483634</c:v>
                </c:pt>
                <c:pt idx="3">
                  <c:v>-6.3030844184206565</c:v>
                </c:pt>
                <c:pt idx="4">
                  <c:v>-7.3502545854361889</c:v>
                </c:pt>
                <c:pt idx="5">
                  <c:v>-8.3179143955405479</c:v>
                </c:pt>
                <c:pt idx="6">
                  <c:v>-7.0409200002234273</c:v>
                </c:pt>
                <c:pt idx="7">
                  <c:v>-9.3993933416315798</c:v>
                </c:pt>
                <c:pt idx="8">
                  <c:v>-10.642239970385337</c:v>
                </c:pt>
                <c:pt idx="9">
                  <c:v>-11.562524951896657</c:v>
                </c:pt>
                <c:pt idx="10">
                  <c:v>-11.656317644392711</c:v>
                </c:pt>
                <c:pt idx="11">
                  <c:v>-9.2143697021594857</c:v>
                </c:pt>
                <c:pt idx="12">
                  <c:v>-5.1310816506463963</c:v>
                </c:pt>
                <c:pt idx="13">
                  <c:v>-7.3539008888792612</c:v>
                </c:pt>
                <c:pt idx="14">
                  <c:v>-7.2889868958723625</c:v>
                </c:pt>
                <c:pt idx="15">
                  <c:v>-8.1855663242926475</c:v>
                </c:pt>
                <c:pt idx="16">
                  <c:v>-6.2937492869353679</c:v>
                </c:pt>
                <c:pt idx="17">
                  <c:v>-5.6636206147597896</c:v>
                </c:pt>
                <c:pt idx="18">
                  <c:v>-9.3462323107078031</c:v>
                </c:pt>
                <c:pt idx="19">
                  <c:v>-10.802618894040162</c:v>
                </c:pt>
                <c:pt idx="20">
                  <c:v>-9.1556523723344228</c:v>
                </c:pt>
                <c:pt idx="21">
                  <c:v>-8.2553931255426871</c:v>
                </c:pt>
                <c:pt idx="22">
                  <c:v>-5.4936929733264472</c:v>
                </c:pt>
                <c:pt idx="23">
                  <c:v>-4.8952838750159984</c:v>
                </c:pt>
                <c:pt idx="24">
                  <c:v>-5.123136807389816</c:v>
                </c:pt>
                <c:pt idx="25">
                  <c:v>8.7455097950739358E-2</c:v>
                </c:pt>
                <c:pt idx="26">
                  <c:v>-1.9190384648502756</c:v>
                </c:pt>
                <c:pt idx="27">
                  <c:v>-1.5976120530942439</c:v>
                </c:pt>
                <c:pt idx="28">
                  <c:v>-2.0704333384152895</c:v>
                </c:pt>
                <c:pt idx="29">
                  <c:v>-4.2857366425138714</c:v>
                </c:pt>
                <c:pt idx="30">
                  <c:v>-5.6436234713974081</c:v>
                </c:pt>
                <c:pt idx="31">
                  <c:v>-6.681026420171432</c:v>
                </c:pt>
                <c:pt idx="32">
                  <c:v>-5.7521753136741456</c:v>
                </c:pt>
                <c:pt idx="33">
                  <c:v>-2.3218351413940019</c:v>
                </c:pt>
                <c:pt idx="34">
                  <c:v>-0.29316299402167845</c:v>
                </c:pt>
                <c:pt idx="35">
                  <c:v>1.881829598648066</c:v>
                </c:pt>
                <c:pt idx="36">
                  <c:v>1.9416410822890695</c:v>
                </c:pt>
                <c:pt idx="37">
                  <c:v>-1.1954428948217632</c:v>
                </c:pt>
                <c:pt idx="38">
                  <c:v>-4.7759002197482969</c:v>
                </c:pt>
                <c:pt idx="39">
                  <c:v>-0.59618678983434092</c:v>
                </c:pt>
                <c:pt idx="40">
                  <c:v>-0.72352458207710635</c:v>
                </c:pt>
                <c:pt idx="41">
                  <c:v>-0.37405032906855373</c:v>
                </c:pt>
                <c:pt idx="42">
                  <c:v>-2.5804493116702076</c:v>
                </c:pt>
                <c:pt idx="43">
                  <c:v>-3.9907853604017274</c:v>
                </c:pt>
                <c:pt idx="44">
                  <c:v>0.30347557601684283</c:v>
                </c:pt>
                <c:pt idx="45">
                  <c:v>3.1871420226073921</c:v>
                </c:pt>
                <c:pt idx="46">
                  <c:v>3.2027899159777995</c:v>
                </c:pt>
                <c:pt idx="47">
                  <c:v>4.2195925973896875</c:v>
                </c:pt>
                <c:pt idx="48">
                  <c:v>4.3677384481422887</c:v>
                </c:pt>
                <c:pt idx="49">
                  <c:v>5.5230935788285196</c:v>
                </c:pt>
                <c:pt idx="50">
                  <c:v>4.2267273282047046</c:v>
                </c:pt>
                <c:pt idx="51">
                  <c:v>4.6660421893569337</c:v>
                </c:pt>
                <c:pt idx="52">
                  <c:v>5.8601528609791398</c:v>
                </c:pt>
                <c:pt idx="53">
                  <c:v>6.8482182236079714</c:v>
                </c:pt>
                <c:pt idx="54">
                  <c:v>6.5926433743906276</c:v>
                </c:pt>
                <c:pt idx="55">
                  <c:v>7.4027058336493479</c:v>
                </c:pt>
                <c:pt idx="56">
                  <c:v>10.80233402112427</c:v>
                </c:pt>
                <c:pt idx="57">
                  <c:v>10.058699311665432</c:v>
                </c:pt>
                <c:pt idx="58">
                  <c:v>6.9475948875687532</c:v>
                </c:pt>
                <c:pt idx="59">
                  <c:v>6.8562138738443412</c:v>
                </c:pt>
                <c:pt idx="60">
                  <c:v>6.3924811867039466</c:v>
                </c:pt>
                <c:pt idx="61">
                  <c:v>6.3194150258781168</c:v>
                </c:pt>
                <c:pt idx="62">
                  <c:v>6.0479427449850576</c:v>
                </c:pt>
                <c:pt idx="63">
                  <c:v>3.922524708563202</c:v>
                </c:pt>
                <c:pt idx="64">
                  <c:v>3.650187702833696</c:v>
                </c:pt>
                <c:pt idx="65">
                  <c:v>-0.20802173815234193</c:v>
                </c:pt>
                <c:pt idx="66">
                  <c:v>-2.5708020782556296</c:v>
                </c:pt>
                <c:pt idx="67">
                  <c:v>-2.13105842457183</c:v>
                </c:pt>
                <c:pt idx="68">
                  <c:v>-1.1285898139098305</c:v>
                </c:pt>
                <c:pt idx="69">
                  <c:v>-0.28213129112446556</c:v>
                </c:pt>
                <c:pt idx="70">
                  <c:v>-1.7210472212185635</c:v>
                </c:pt>
                <c:pt idx="71">
                  <c:v>-4.6637674576441306</c:v>
                </c:pt>
                <c:pt idx="72">
                  <c:v>-5.0373176611090749</c:v>
                </c:pt>
                <c:pt idx="73">
                  <c:v>-4.289770642276669</c:v>
                </c:pt>
                <c:pt idx="74">
                  <c:v>-4.4966525776694688</c:v>
                </c:pt>
                <c:pt idx="75">
                  <c:v>-8.2938837648613308</c:v>
                </c:pt>
                <c:pt idx="76">
                  <c:v>-10.045159057619502</c:v>
                </c:pt>
                <c:pt idx="77">
                  <c:v>-9.7711946097574049</c:v>
                </c:pt>
                <c:pt idx="78">
                  <c:v>-10.881438682144672</c:v>
                </c:pt>
                <c:pt idx="79">
                  <c:v>-11.430679954503464</c:v>
                </c:pt>
                <c:pt idx="80">
                  <c:v>-10.665012905168858</c:v>
                </c:pt>
                <c:pt idx="81">
                  <c:v>-10.789379666461841</c:v>
                </c:pt>
                <c:pt idx="82">
                  <c:v>-10.18202561408228</c:v>
                </c:pt>
                <c:pt idx="83">
                  <c:v>-9.8723226075748016</c:v>
                </c:pt>
                <c:pt idx="84">
                  <c:v>-9.0556911792906032</c:v>
                </c:pt>
                <c:pt idx="85">
                  <c:v>-10.603534008896464</c:v>
                </c:pt>
                <c:pt idx="86">
                  <c:v>-10.833514131871169</c:v>
                </c:pt>
                <c:pt idx="87">
                  <c:v>-11.431104161246175</c:v>
                </c:pt>
                <c:pt idx="88">
                  <c:v>-14.485164765930413</c:v>
                </c:pt>
                <c:pt idx="89">
                  <c:v>-14.572038005292299</c:v>
                </c:pt>
                <c:pt idx="90">
                  <c:v>-11.888610730216376</c:v>
                </c:pt>
                <c:pt idx="91">
                  <c:v>-10.042165845494356</c:v>
                </c:pt>
                <c:pt idx="92">
                  <c:v>-7.8065431179286771</c:v>
                </c:pt>
                <c:pt idx="93">
                  <c:v>-8.3493335488290512</c:v>
                </c:pt>
                <c:pt idx="94">
                  <c:v>-9.1797990943589536</c:v>
                </c:pt>
                <c:pt idx="95">
                  <c:v>-9.1721764418777667</c:v>
                </c:pt>
                <c:pt idx="96">
                  <c:v>-8.6203674529644054</c:v>
                </c:pt>
                <c:pt idx="97">
                  <c:v>-6.6222861022883546</c:v>
                </c:pt>
                <c:pt idx="98">
                  <c:v>-5.3680615556171984</c:v>
                </c:pt>
                <c:pt idx="99">
                  <c:v>-8.350118021063146</c:v>
                </c:pt>
                <c:pt idx="100">
                  <c:v>-9.4154030992326891</c:v>
                </c:pt>
                <c:pt idx="101">
                  <c:v>-8.727568898275063</c:v>
                </c:pt>
                <c:pt idx="102">
                  <c:v>-5.4071242655705731</c:v>
                </c:pt>
                <c:pt idx="103">
                  <c:v>-4.5632072661756728</c:v>
                </c:pt>
                <c:pt idx="104">
                  <c:v>-4.8315287402882268</c:v>
                </c:pt>
                <c:pt idx="105">
                  <c:v>-4.5149765964836881</c:v>
                </c:pt>
                <c:pt idx="106">
                  <c:v>-5.7884407362618129</c:v>
                </c:pt>
                <c:pt idx="107">
                  <c:v>-5.7145398697271865</c:v>
                </c:pt>
                <c:pt idx="108">
                  <c:v>-8.8051458933259497</c:v>
                </c:pt>
                <c:pt idx="109">
                  <c:v>-7.6288848223316608</c:v>
                </c:pt>
                <c:pt idx="110">
                  <c:v>-9.2414047270223172</c:v>
                </c:pt>
                <c:pt idx="111">
                  <c:v>-9.2856077258860239</c:v>
                </c:pt>
                <c:pt idx="112">
                  <c:v>-10.668653027578268</c:v>
                </c:pt>
                <c:pt idx="113">
                  <c:v>-11.012853311052485</c:v>
                </c:pt>
                <c:pt idx="114">
                  <c:v>-10.013372545177312</c:v>
                </c:pt>
                <c:pt idx="115">
                  <c:v>-7.887611362607605</c:v>
                </c:pt>
                <c:pt idx="116">
                  <c:v>-8.5539558683712222</c:v>
                </c:pt>
                <c:pt idx="117">
                  <c:v>-11.515317889007104</c:v>
                </c:pt>
                <c:pt idx="118">
                  <c:v>-11.71138802608197</c:v>
                </c:pt>
                <c:pt idx="119">
                  <c:v>-7.6979254482857584</c:v>
                </c:pt>
                <c:pt idx="120">
                  <c:v>-7.4176563280679453</c:v>
                </c:pt>
                <c:pt idx="121">
                  <c:v>-8.9402893802364769</c:v>
                </c:pt>
                <c:pt idx="122">
                  <c:v>-9.6346311515719822</c:v>
                </c:pt>
                <c:pt idx="123">
                  <c:v>-10.857105987994631</c:v>
                </c:pt>
                <c:pt idx="124">
                  <c:v>-12.561705630243559</c:v>
                </c:pt>
                <c:pt idx="125">
                  <c:v>-9.5023038355859786</c:v>
                </c:pt>
                <c:pt idx="126">
                  <c:v>-9.0258307958810953</c:v>
                </c:pt>
                <c:pt idx="127">
                  <c:v>-6.9181994981592831</c:v>
                </c:pt>
                <c:pt idx="128">
                  <c:v>-11.599592987295647</c:v>
                </c:pt>
                <c:pt idx="129">
                  <c:v>-10.701855860791742</c:v>
                </c:pt>
                <c:pt idx="130">
                  <c:v>-9.9857544668278457</c:v>
                </c:pt>
                <c:pt idx="131">
                  <c:v>-10.351614224390115</c:v>
                </c:pt>
                <c:pt idx="132">
                  <c:v>-11.979314365088367</c:v>
                </c:pt>
                <c:pt idx="133">
                  <c:v>-12.61022577920996</c:v>
                </c:pt>
                <c:pt idx="134">
                  <c:v>-10.527630621249529</c:v>
                </c:pt>
                <c:pt idx="135">
                  <c:v>-7.8802740094276906</c:v>
                </c:pt>
                <c:pt idx="136">
                  <c:v>-5.129380079865431</c:v>
                </c:pt>
                <c:pt idx="137">
                  <c:v>-4.9177910104487026</c:v>
                </c:pt>
                <c:pt idx="138">
                  <c:v>-2.3788427356402631</c:v>
                </c:pt>
                <c:pt idx="139">
                  <c:v>-2.0861448166546559</c:v>
                </c:pt>
                <c:pt idx="140">
                  <c:v>4.3376425079268532</c:v>
                </c:pt>
                <c:pt idx="141">
                  <c:v>6.5748647648792735</c:v>
                </c:pt>
                <c:pt idx="142">
                  <c:v>5.9550337253318153</c:v>
                </c:pt>
                <c:pt idx="143">
                  <c:v>7.4589443954073742</c:v>
                </c:pt>
                <c:pt idx="144">
                  <c:v>9.441594090975137</c:v>
                </c:pt>
                <c:pt idx="145">
                  <c:v>3.4029519631856964</c:v>
                </c:pt>
                <c:pt idx="146">
                  <c:v>5.0096990649964424</c:v>
                </c:pt>
                <c:pt idx="147">
                  <c:v>6.6994741257596635</c:v>
                </c:pt>
                <c:pt idx="148">
                  <c:v>8.926293359444637</c:v>
                </c:pt>
                <c:pt idx="149">
                  <c:v>7.1322320031347752</c:v>
                </c:pt>
                <c:pt idx="150">
                  <c:v>7.0174213901413873</c:v>
                </c:pt>
                <c:pt idx="151">
                  <c:v>3.2535171103442728</c:v>
                </c:pt>
                <c:pt idx="152">
                  <c:v>4.7728069813285368</c:v>
                </c:pt>
                <c:pt idx="153">
                  <c:v>6.1547937435501909</c:v>
                </c:pt>
                <c:pt idx="154">
                  <c:v>12.659274791467556</c:v>
                </c:pt>
                <c:pt idx="155">
                  <c:v>9.7617644784295798</c:v>
                </c:pt>
                <c:pt idx="156">
                  <c:v>9.947333735760445</c:v>
                </c:pt>
                <c:pt idx="157">
                  <c:v>14.418335244757463</c:v>
                </c:pt>
                <c:pt idx="158">
                  <c:v>15.855793080355006</c:v>
                </c:pt>
                <c:pt idx="159">
                  <c:v>18.072648580240358</c:v>
                </c:pt>
                <c:pt idx="160">
                  <c:v>16.205958728353885</c:v>
                </c:pt>
                <c:pt idx="161">
                  <c:v>14.30876511667809</c:v>
                </c:pt>
                <c:pt idx="162">
                  <c:v>13.47021051803492</c:v>
                </c:pt>
                <c:pt idx="163">
                  <c:v>16.443922022588531</c:v>
                </c:pt>
                <c:pt idx="164">
                  <c:v>16.224013081549593</c:v>
                </c:pt>
                <c:pt idx="165">
                  <c:v>15.417757333943261</c:v>
                </c:pt>
                <c:pt idx="166">
                  <c:v>9.3969397159839207</c:v>
                </c:pt>
                <c:pt idx="167">
                  <c:v>8.1030205766813523</c:v>
                </c:pt>
                <c:pt idx="168">
                  <c:v>5.3171034616909862</c:v>
                </c:pt>
                <c:pt idx="169">
                  <c:v>8.8931553914265216</c:v>
                </c:pt>
                <c:pt idx="170">
                  <c:v>5.8324580667748815</c:v>
                </c:pt>
                <c:pt idx="171">
                  <c:v>6.0654785571173653</c:v>
                </c:pt>
                <c:pt idx="172">
                  <c:v>3.5947504208460046</c:v>
                </c:pt>
                <c:pt idx="173">
                  <c:v>3.7298998371851022</c:v>
                </c:pt>
                <c:pt idx="174">
                  <c:v>1.5238486671555806</c:v>
                </c:pt>
                <c:pt idx="175">
                  <c:v>4.05927327185307</c:v>
                </c:pt>
                <c:pt idx="176">
                  <c:v>-1.2772999875789282</c:v>
                </c:pt>
                <c:pt idx="177">
                  <c:v>-0.57902289587855593</c:v>
                </c:pt>
                <c:pt idx="178">
                  <c:v>-0.88059646837987948</c:v>
                </c:pt>
                <c:pt idx="179">
                  <c:v>-2.0281872480654384</c:v>
                </c:pt>
                <c:pt idx="180">
                  <c:v>-1.816841390171231</c:v>
                </c:pt>
                <c:pt idx="181">
                  <c:v>-1.9013823812083608</c:v>
                </c:pt>
                <c:pt idx="182">
                  <c:v>-1.3416486854152088</c:v>
                </c:pt>
                <c:pt idx="183">
                  <c:v>-3.9129323669992888</c:v>
                </c:pt>
                <c:pt idx="184">
                  <c:v>-2.9255699477075514</c:v>
                </c:pt>
                <c:pt idx="185">
                  <c:v>-3.7758952519819977</c:v>
                </c:pt>
                <c:pt idx="186">
                  <c:v>-2.4185297962205921</c:v>
                </c:pt>
                <c:pt idx="187">
                  <c:v>-2.6533636636212776</c:v>
                </c:pt>
                <c:pt idx="188">
                  <c:v>-1.15426104109001</c:v>
                </c:pt>
                <c:pt idx="189">
                  <c:v>-3.2953273101779201</c:v>
                </c:pt>
                <c:pt idx="190">
                  <c:v>-3.5507956190122147</c:v>
                </c:pt>
                <c:pt idx="191">
                  <c:v>-1.6969523043409374</c:v>
                </c:pt>
                <c:pt idx="192">
                  <c:v>-1.110521542321885</c:v>
                </c:pt>
                <c:pt idx="193">
                  <c:v>-2.0234029022972555</c:v>
                </c:pt>
                <c:pt idx="194">
                  <c:v>1.616821766001264</c:v>
                </c:pt>
                <c:pt idx="195">
                  <c:v>0.93913723321592535</c:v>
                </c:pt>
                <c:pt idx="196">
                  <c:v>1.327649623728E-2</c:v>
                </c:pt>
                <c:pt idx="197">
                  <c:v>-7.6405031192283701E-2</c:v>
                </c:pt>
                <c:pt idx="198">
                  <c:v>1.5993695737064328</c:v>
                </c:pt>
                <c:pt idx="199">
                  <c:v>1.7811775398289376</c:v>
                </c:pt>
                <c:pt idx="200">
                  <c:v>2.4657115012063358</c:v>
                </c:pt>
                <c:pt idx="201">
                  <c:v>3.0776050501379437</c:v>
                </c:pt>
                <c:pt idx="202">
                  <c:v>9.9016999246280371</c:v>
                </c:pt>
                <c:pt idx="203">
                  <c:v>11.363068705810008</c:v>
                </c:pt>
                <c:pt idx="204">
                  <c:v>13.011230937764019</c:v>
                </c:pt>
                <c:pt idx="205">
                  <c:v>13.572276907380143</c:v>
                </c:pt>
                <c:pt idx="206">
                  <c:v>11.540046153422789</c:v>
                </c:pt>
                <c:pt idx="207">
                  <c:v>12.753246165768628</c:v>
                </c:pt>
                <c:pt idx="208">
                  <c:v>11.183748039313478</c:v>
                </c:pt>
                <c:pt idx="209">
                  <c:v>10.360756537374627</c:v>
                </c:pt>
                <c:pt idx="210">
                  <c:v>8.3192271618979028</c:v>
                </c:pt>
                <c:pt idx="211">
                  <c:v>10.84348657770442</c:v>
                </c:pt>
                <c:pt idx="212">
                  <c:v>11.709928369058487</c:v>
                </c:pt>
                <c:pt idx="213">
                  <c:v>10.981418468787684</c:v>
                </c:pt>
                <c:pt idx="214">
                  <c:v>8.7451708696676853</c:v>
                </c:pt>
                <c:pt idx="215">
                  <c:v>8.5863558604678083</c:v>
                </c:pt>
                <c:pt idx="216">
                  <c:v>9.0561516475003998</c:v>
                </c:pt>
                <c:pt idx="217">
                  <c:v>9.3148437882064616</c:v>
                </c:pt>
                <c:pt idx="218">
                  <c:v>11.043256863224627</c:v>
                </c:pt>
                <c:pt idx="219">
                  <c:v>12.743040990034626</c:v>
                </c:pt>
                <c:pt idx="220">
                  <c:v>9.330564993079161</c:v>
                </c:pt>
                <c:pt idx="221">
                  <c:v>7.9816361444041029</c:v>
                </c:pt>
                <c:pt idx="222">
                  <c:v>7.3035605256354552</c:v>
                </c:pt>
                <c:pt idx="223">
                  <c:v>6.5104639812633147</c:v>
                </c:pt>
                <c:pt idx="224">
                  <c:v>6.5838285086031956</c:v>
                </c:pt>
                <c:pt idx="225">
                  <c:v>5.3288528431435056</c:v>
                </c:pt>
                <c:pt idx="226">
                  <c:v>2.81731135884844</c:v>
                </c:pt>
                <c:pt idx="227">
                  <c:v>2.3155230469946275</c:v>
                </c:pt>
                <c:pt idx="228">
                  <c:v>2.2258126878559326</c:v>
                </c:pt>
                <c:pt idx="229">
                  <c:v>2.4407049415783533</c:v>
                </c:pt>
                <c:pt idx="230">
                  <c:v>2.6041492702568725</c:v>
                </c:pt>
                <c:pt idx="231">
                  <c:v>1.7790266794063925</c:v>
                </c:pt>
                <c:pt idx="232">
                  <c:v>1.5916916234937517</c:v>
                </c:pt>
                <c:pt idx="233">
                  <c:v>1.6797670265086495</c:v>
                </c:pt>
                <c:pt idx="234">
                  <c:v>3.0174767597032082</c:v>
                </c:pt>
                <c:pt idx="235">
                  <c:v>4.3967080426187799</c:v>
                </c:pt>
                <c:pt idx="236">
                  <c:v>7.7405712103987945</c:v>
                </c:pt>
                <c:pt idx="237">
                  <c:v>5.7667827658191007</c:v>
                </c:pt>
                <c:pt idx="238">
                  <c:v>5.2870547666288292</c:v>
                </c:pt>
                <c:pt idx="239">
                  <c:v>7.0018623264354929</c:v>
                </c:pt>
                <c:pt idx="240">
                  <c:v>6.3475930599566022</c:v>
                </c:pt>
                <c:pt idx="241">
                  <c:v>4.6497467433213702</c:v>
                </c:pt>
                <c:pt idx="242">
                  <c:v>6.6985549966491087</c:v>
                </c:pt>
                <c:pt idx="243">
                  <c:v>5.0142065828387317</c:v>
                </c:pt>
                <c:pt idx="244">
                  <c:v>3.2579597939169203</c:v>
                </c:pt>
                <c:pt idx="245">
                  <c:v>2.4894096355320361</c:v>
                </c:pt>
                <c:pt idx="246">
                  <c:v>2.41853602951001</c:v>
                </c:pt>
                <c:pt idx="247">
                  <c:v>2.980639118360906</c:v>
                </c:pt>
                <c:pt idx="248">
                  <c:v>5.2964097558841683</c:v>
                </c:pt>
                <c:pt idx="249">
                  <c:v>5.7603656401568726</c:v>
                </c:pt>
                <c:pt idx="250">
                  <c:v>4.717393305080031</c:v>
                </c:pt>
                <c:pt idx="251">
                  <c:v>5.0052063195993757</c:v>
                </c:pt>
                <c:pt idx="252">
                  <c:v>5.8795844686576615</c:v>
                </c:pt>
                <c:pt idx="253">
                  <c:v>3.9514557473468548</c:v>
                </c:pt>
                <c:pt idx="254">
                  <c:v>3.1734561131783412</c:v>
                </c:pt>
                <c:pt idx="255">
                  <c:v>-0.77818513290618396</c:v>
                </c:pt>
                <c:pt idx="256">
                  <c:v>-1.5454538528296924</c:v>
                </c:pt>
                <c:pt idx="257">
                  <c:v>-1.5953356187351164</c:v>
                </c:pt>
                <c:pt idx="258">
                  <c:v>-2.3461408628178027</c:v>
                </c:pt>
                <c:pt idx="259">
                  <c:v>-4.4174347998238828</c:v>
                </c:pt>
                <c:pt idx="260">
                  <c:v>-4.955218599273592</c:v>
                </c:pt>
                <c:pt idx="261">
                  <c:v>-6.4411034705315728</c:v>
                </c:pt>
                <c:pt idx="262">
                  <c:v>-7.2287832427476273</c:v>
                </c:pt>
                <c:pt idx="263">
                  <c:v>-7.6655360039381897</c:v>
                </c:pt>
                <c:pt idx="264">
                  <c:v>-8.3168777664361713</c:v>
                </c:pt>
                <c:pt idx="265">
                  <c:v>-8.8565377084384949</c:v>
                </c:pt>
                <c:pt idx="266">
                  <c:v>-8.7931311641277219</c:v>
                </c:pt>
                <c:pt idx="267">
                  <c:v>-10.356626435602056</c:v>
                </c:pt>
                <c:pt idx="268">
                  <c:v>-14.083489549707917</c:v>
                </c:pt>
                <c:pt idx="269">
                  <c:v>-12.769138162766303</c:v>
                </c:pt>
                <c:pt idx="270">
                  <c:v>-13.204597601428603</c:v>
                </c:pt>
                <c:pt idx="271">
                  <c:v>-14.596337224234734</c:v>
                </c:pt>
                <c:pt idx="272">
                  <c:v>-13.19848994507009</c:v>
                </c:pt>
                <c:pt idx="273">
                  <c:v>-12.337223833054278</c:v>
                </c:pt>
                <c:pt idx="274">
                  <c:v>-12.056733675566743</c:v>
                </c:pt>
                <c:pt idx="275">
                  <c:v>-13.019217834777553</c:v>
                </c:pt>
                <c:pt idx="276">
                  <c:v>-12.373310245121672</c:v>
                </c:pt>
                <c:pt idx="277">
                  <c:v>-11.234496531427363</c:v>
                </c:pt>
                <c:pt idx="278">
                  <c:v>-10.765617867313681</c:v>
                </c:pt>
                <c:pt idx="279">
                  <c:v>-8.183584297265833</c:v>
                </c:pt>
                <c:pt idx="280">
                  <c:v>-8.0337826905865874</c:v>
                </c:pt>
                <c:pt idx="281">
                  <c:v>-3.652480238083633</c:v>
                </c:pt>
                <c:pt idx="282">
                  <c:v>-4.1297389322321187</c:v>
                </c:pt>
                <c:pt idx="283">
                  <c:v>-3.8557737157541738</c:v>
                </c:pt>
                <c:pt idx="284">
                  <c:v>-2.6086697020855754</c:v>
                </c:pt>
                <c:pt idx="285">
                  <c:v>-1.7345222468655219</c:v>
                </c:pt>
                <c:pt idx="286">
                  <c:v>-1.0089170853201712</c:v>
                </c:pt>
                <c:pt idx="287">
                  <c:v>9.0325334245400235E-2</c:v>
                </c:pt>
                <c:pt idx="288">
                  <c:v>0.99822183321707225</c:v>
                </c:pt>
                <c:pt idx="289">
                  <c:v>1.5549601505408184</c:v>
                </c:pt>
                <c:pt idx="290">
                  <c:v>1.9308056470473289</c:v>
                </c:pt>
                <c:pt idx="291">
                  <c:v>1.5882416472096095</c:v>
                </c:pt>
                <c:pt idx="292">
                  <c:v>4.1419779877204022</c:v>
                </c:pt>
                <c:pt idx="293">
                  <c:v>7.06968621365065</c:v>
                </c:pt>
                <c:pt idx="294">
                  <c:v>7.936782773396267</c:v>
                </c:pt>
                <c:pt idx="295">
                  <c:v>7.5078940795335614</c:v>
                </c:pt>
                <c:pt idx="296">
                  <c:v>8.7408397430679408</c:v>
                </c:pt>
                <c:pt idx="297">
                  <c:v>8.8225481230941085</c:v>
                </c:pt>
                <c:pt idx="298">
                  <c:v>8.8190035125653932</c:v>
                </c:pt>
                <c:pt idx="299">
                  <c:v>6.8857966166377516</c:v>
                </c:pt>
                <c:pt idx="300">
                  <c:v>5.0916926878721069</c:v>
                </c:pt>
                <c:pt idx="301">
                  <c:v>8.1915744192069706</c:v>
                </c:pt>
                <c:pt idx="302">
                  <c:v>8.002052190668806</c:v>
                </c:pt>
                <c:pt idx="303">
                  <c:v>6.7544685411153216</c:v>
                </c:pt>
                <c:pt idx="304">
                  <c:v>6.2827727199627148</c:v>
                </c:pt>
                <c:pt idx="305">
                  <c:v>5.3013445191873121</c:v>
                </c:pt>
                <c:pt idx="306">
                  <c:v>5.289605512074913</c:v>
                </c:pt>
                <c:pt idx="307">
                  <c:v>3.4959673349543641</c:v>
                </c:pt>
                <c:pt idx="308">
                  <c:v>3.9762850142394113</c:v>
                </c:pt>
                <c:pt idx="309">
                  <c:v>4.3893678292437732</c:v>
                </c:pt>
                <c:pt idx="310">
                  <c:v>5.6646019829718286</c:v>
                </c:pt>
                <c:pt idx="311">
                  <c:v>7.744450061981234</c:v>
                </c:pt>
                <c:pt idx="312">
                  <c:v>8.890767725395099</c:v>
                </c:pt>
                <c:pt idx="313">
                  <c:v>8.8899032620987519</c:v>
                </c:pt>
                <c:pt idx="314">
                  <c:v>7.2673036031533522</c:v>
                </c:pt>
                <c:pt idx="315">
                  <c:v>6.8501550414672874</c:v>
                </c:pt>
                <c:pt idx="316">
                  <c:v>7.7496580774212065</c:v>
                </c:pt>
                <c:pt idx="317">
                  <c:v>6.0756025715407835</c:v>
                </c:pt>
                <c:pt idx="318">
                  <c:v>2.560981303277976</c:v>
                </c:pt>
                <c:pt idx="319">
                  <c:v>3.8740023653275335</c:v>
                </c:pt>
                <c:pt idx="320">
                  <c:v>4.4191476594202639</c:v>
                </c:pt>
                <c:pt idx="321">
                  <c:v>3.2250021759627323</c:v>
                </c:pt>
                <c:pt idx="322">
                  <c:v>2.9185679094019035</c:v>
                </c:pt>
                <c:pt idx="323">
                  <c:v>5.5402280503073609</c:v>
                </c:pt>
                <c:pt idx="324">
                  <c:v>5.1906560398966572</c:v>
                </c:pt>
                <c:pt idx="325">
                  <c:v>4.5923812705041867</c:v>
                </c:pt>
                <c:pt idx="326">
                  <c:v>5.0213230997437908</c:v>
                </c:pt>
                <c:pt idx="327">
                  <c:v>5.0096174663180504</c:v>
                </c:pt>
                <c:pt idx="328">
                  <c:v>4.7738957159842332</c:v>
                </c:pt>
                <c:pt idx="329">
                  <c:v>5.8063060315065806</c:v>
                </c:pt>
                <c:pt idx="330">
                  <c:v>8.0890608378768381</c:v>
                </c:pt>
                <c:pt idx="331">
                  <c:v>8.5729010418885245</c:v>
                </c:pt>
                <c:pt idx="332">
                  <c:v>7.7124711076236308</c:v>
                </c:pt>
                <c:pt idx="333">
                  <c:v>7.884528296801574</c:v>
                </c:pt>
                <c:pt idx="334">
                  <c:v>7.0723865868664193</c:v>
                </c:pt>
                <c:pt idx="335">
                  <c:v>5.7487394884295995</c:v>
                </c:pt>
                <c:pt idx="336">
                  <c:v>5.1485763091265513</c:v>
                </c:pt>
                <c:pt idx="337">
                  <c:v>5.4054414551588437</c:v>
                </c:pt>
                <c:pt idx="338">
                  <c:v>3.6611033745551635</c:v>
                </c:pt>
                <c:pt idx="339">
                  <c:v>3.860608403773691</c:v>
                </c:pt>
                <c:pt idx="340">
                  <c:v>3.7954326895993207</c:v>
                </c:pt>
                <c:pt idx="341">
                  <c:v>3.8963020097973811</c:v>
                </c:pt>
                <c:pt idx="342">
                  <c:v>2.403016822196502</c:v>
                </c:pt>
                <c:pt idx="343">
                  <c:v>3.3649480974105694</c:v>
                </c:pt>
                <c:pt idx="344">
                  <c:v>3.7332651409513806</c:v>
                </c:pt>
                <c:pt idx="345">
                  <c:v>3.1768979043639733</c:v>
                </c:pt>
                <c:pt idx="346">
                  <c:v>4.2572262161005181</c:v>
                </c:pt>
                <c:pt idx="347">
                  <c:v>3.862693384099547</c:v>
                </c:pt>
                <c:pt idx="348">
                  <c:v>1.2734759275429441</c:v>
                </c:pt>
                <c:pt idx="349">
                  <c:v>1.3370102725989819</c:v>
                </c:pt>
                <c:pt idx="350">
                  <c:v>-7.5167692459816688</c:v>
                </c:pt>
                <c:pt idx="351">
                  <c:v>-13.676971958392137</c:v>
                </c:pt>
                <c:pt idx="352">
                  <c:v>-10.524027922118751</c:v>
                </c:pt>
                <c:pt idx="353">
                  <c:v>-14.22997601966004</c:v>
                </c:pt>
                <c:pt idx="354">
                  <c:v>-10.647037309178852</c:v>
                </c:pt>
                <c:pt idx="355">
                  <c:v>-10.853776992263708</c:v>
                </c:pt>
                <c:pt idx="356">
                  <c:v>-12.769983610486946</c:v>
                </c:pt>
                <c:pt idx="357">
                  <c:v>-11.193332032093517</c:v>
                </c:pt>
                <c:pt idx="358">
                  <c:v>-9.073245603987413</c:v>
                </c:pt>
                <c:pt idx="359">
                  <c:v>-9.0157125853532083</c:v>
                </c:pt>
                <c:pt idx="360">
                  <c:v>-5.9813125384351125</c:v>
                </c:pt>
                <c:pt idx="361">
                  <c:v>-3.4944839387274551</c:v>
                </c:pt>
                <c:pt idx="362">
                  <c:v>-1.5814766818538994</c:v>
                </c:pt>
                <c:pt idx="363">
                  <c:v>-4.0905456829733122</c:v>
                </c:pt>
                <c:pt idx="364">
                  <c:v>-5.0317172105901253</c:v>
                </c:pt>
                <c:pt idx="365">
                  <c:v>-6.3357010618929621</c:v>
                </c:pt>
                <c:pt idx="366">
                  <c:v>-6.1252311045031371</c:v>
                </c:pt>
                <c:pt idx="367">
                  <c:v>-5.856257265857467</c:v>
                </c:pt>
                <c:pt idx="368">
                  <c:v>-5.5716868669843596</c:v>
                </c:pt>
                <c:pt idx="369">
                  <c:v>-4.151794101070827</c:v>
                </c:pt>
                <c:pt idx="370">
                  <c:v>-2.8276998749984794</c:v>
                </c:pt>
                <c:pt idx="371">
                  <c:v>-3.6414176960179789</c:v>
                </c:pt>
                <c:pt idx="372">
                  <c:v>-4.0735315315141962</c:v>
                </c:pt>
                <c:pt idx="373">
                  <c:v>-4.0507256853443252</c:v>
                </c:pt>
                <c:pt idx="374">
                  <c:v>0.16943439578365194</c:v>
                </c:pt>
                <c:pt idx="375">
                  <c:v>-1.3846252974286544</c:v>
                </c:pt>
                <c:pt idx="376">
                  <c:v>7.4521266248626761</c:v>
                </c:pt>
                <c:pt idx="377">
                  <c:v>16.931240224758159</c:v>
                </c:pt>
                <c:pt idx="378">
                  <c:v>9.3622564905944792</c:v>
                </c:pt>
                <c:pt idx="379">
                  <c:v>13.524309936035106</c:v>
                </c:pt>
                <c:pt idx="380">
                  <c:v>10.388593183375372</c:v>
                </c:pt>
                <c:pt idx="381">
                  <c:v>9.2018400813763446</c:v>
                </c:pt>
                <c:pt idx="382">
                  <c:v>11.617136499510728</c:v>
                </c:pt>
                <c:pt idx="383">
                  <c:v>7.8365934540558513</c:v>
                </c:pt>
                <c:pt idx="384">
                  <c:v>10.247890217527056</c:v>
                </c:pt>
                <c:pt idx="385">
                  <c:v>11.103227172324193</c:v>
                </c:pt>
                <c:pt idx="386">
                  <c:v>9.0451237906353565</c:v>
                </c:pt>
                <c:pt idx="387">
                  <c:v>7.332809314925548</c:v>
                </c:pt>
                <c:pt idx="388">
                  <c:v>5.8597681539822144</c:v>
                </c:pt>
                <c:pt idx="389">
                  <c:v>8.0292827690546353</c:v>
                </c:pt>
                <c:pt idx="390">
                  <c:v>9.8564654136414465</c:v>
                </c:pt>
                <c:pt idx="391">
                  <c:v>9.7985845558710807</c:v>
                </c:pt>
                <c:pt idx="392">
                  <c:v>9.6501001229771344</c:v>
                </c:pt>
                <c:pt idx="393">
                  <c:v>8.0761031565053543</c:v>
                </c:pt>
                <c:pt idx="394">
                  <c:v>7.980571207578957</c:v>
                </c:pt>
                <c:pt idx="395">
                  <c:v>5.9875650482283715</c:v>
                </c:pt>
                <c:pt idx="396">
                  <c:v>5.9120173918414176</c:v>
                </c:pt>
                <c:pt idx="397">
                  <c:v>7.2077275910246597</c:v>
                </c:pt>
                <c:pt idx="398">
                  <c:v>7.7186843431588548</c:v>
                </c:pt>
                <c:pt idx="399">
                  <c:v>7.03283434371762</c:v>
                </c:pt>
                <c:pt idx="400">
                  <c:v>3.5199217224528567</c:v>
                </c:pt>
                <c:pt idx="401">
                  <c:v>1.6280155891068127</c:v>
                </c:pt>
                <c:pt idx="402">
                  <c:v>1.9268898675716795</c:v>
                </c:pt>
                <c:pt idx="403">
                  <c:v>1.2098910259204843</c:v>
                </c:pt>
                <c:pt idx="404">
                  <c:v>2.7939846787548017</c:v>
                </c:pt>
                <c:pt idx="405">
                  <c:v>2.3228391877952115</c:v>
                </c:pt>
                <c:pt idx="406">
                  <c:v>1.7925183180346194</c:v>
                </c:pt>
                <c:pt idx="407">
                  <c:v>3.8226090269058544</c:v>
                </c:pt>
                <c:pt idx="408">
                  <c:v>2.9751837284788474</c:v>
                </c:pt>
                <c:pt idx="409">
                  <c:v>4.1693102848200825</c:v>
                </c:pt>
                <c:pt idx="410">
                  <c:v>2.1182197982364759</c:v>
                </c:pt>
                <c:pt idx="411">
                  <c:v>1.5425017169257593</c:v>
                </c:pt>
                <c:pt idx="412">
                  <c:v>0.43344592726699549</c:v>
                </c:pt>
                <c:pt idx="413">
                  <c:v>0.75919331907317034</c:v>
                </c:pt>
                <c:pt idx="414">
                  <c:v>3.655563941642459E-2</c:v>
                </c:pt>
                <c:pt idx="415">
                  <c:v>-0.46210654317936362</c:v>
                </c:pt>
                <c:pt idx="416">
                  <c:v>-4.0250958470359084</c:v>
                </c:pt>
                <c:pt idx="417">
                  <c:v>-2.6781615455839902</c:v>
                </c:pt>
                <c:pt idx="418">
                  <c:v>-3.7399500144845166</c:v>
                </c:pt>
                <c:pt idx="419">
                  <c:v>-3.6079278270753412</c:v>
                </c:pt>
                <c:pt idx="420">
                  <c:v>-3.1159091791383986</c:v>
                </c:pt>
                <c:pt idx="421">
                  <c:v>-3.3128634801345869</c:v>
                </c:pt>
                <c:pt idx="422">
                  <c:v>-2.7472050298958939</c:v>
                </c:pt>
                <c:pt idx="423">
                  <c:v>-3.9662736572874113</c:v>
                </c:pt>
                <c:pt idx="424">
                  <c:v>-4.3322270944234127</c:v>
                </c:pt>
                <c:pt idx="425">
                  <c:v>-4.2522909876324233</c:v>
                </c:pt>
                <c:pt idx="426">
                  <c:v>-0.39225439321054489</c:v>
                </c:pt>
                <c:pt idx="427">
                  <c:v>2.602255968594358</c:v>
                </c:pt>
                <c:pt idx="428">
                  <c:v>1.5972062603171855</c:v>
                </c:pt>
                <c:pt idx="429">
                  <c:v>0.2712015950347757</c:v>
                </c:pt>
                <c:pt idx="430">
                  <c:v>1.340255844359195</c:v>
                </c:pt>
                <c:pt idx="431">
                  <c:v>0.44490208075289583</c:v>
                </c:pt>
                <c:pt idx="432">
                  <c:v>-1.4396041949922611</c:v>
                </c:pt>
                <c:pt idx="433">
                  <c:v>-1.7445039584464306</c:v>
                </c:pt>
                <c:pt idx="434">
                  <c:v>-2.8884465055405095</c:v>
                </c:pt>
                <c:pt idx="435">
                  <c:v>-3.1948442554458389</c:v>
                </c:pt>
                <c:pt idx="436">
                  <c:v>-4.4414691426463149</c:v>
                </c:pt>
                <c:pt idx="437">
                  <c:v>-4.4288596406955483</c:v>
                </c:pt>
                <c:pt idx="438">
                  <c:v>-6.0145603846922029</c:v>
                </c:pt>
                <c:pt idx="439">
                  <c:v>-8.4918495316734131</c:v>
                </c:pt>
                <c:pt idx="440">
                  <c:v>-8.6362956207541188</c:v>
                </c:pt>
                <c:pt idx="441">
                  <c:v>-7.8348010836738702</c:v>
                </c:pt>
                <c:pt idx="442">
                  <c:v>-5.8890520419606407</c:v>
                </c:pt>
                <c:pt idx="443">
                  <c:v>-6.0714268582255926</c:v>
                </c:pt>
                <c:pt idx="444">
                  <c:v>-5.2019411300531999</c:v>
                </c:pt>
                <c:pt idx="445">
                  <c:v>-5.2849556581543116</c:v>
                </c:pt>
                <c:pt idx="446">
                  <c:v>-4.6999494931379555</c:v>
                </c:pt>
                <c:pt idx="447">
                  <c:v>-3.8455343637623707</c:v>
                </c:pt>
                <c:pt idx="448">
                  <c:v>-5.9636776280688526</c:v>
                </c:pt>
                <c:pt idx="449">
                  <c:v>-3.5293049465917936</c:v>
                </c:pt>
                <c:pt idx="450">
                  <c:v>-3.1341498899740028</c:v>
                </c:pt>
                <c:pt idx="451">
                  <c:v>-1.397007113483506</c:v>
                </c:pt>
                <c:pt idx="452">
                  <c:v>-5.3466893838544856</c:v>
                </c:pt>
                <c:pt idx="453">
                  <c:v>-13.156798510976975</c:v>
                </c:pt>
                <c:pt idx="454">
                  <c:v>-13.444350607114675</c:v>
                </c:pt>
                <c:pt idx="455">
                  <c:v>-11.348529575917377</c:v>
                </c:pt>
                <c:pt idx="456">
                  <c:v>-10.768371322832337</c:v>
                </c:pt>
                <c:pt idx="457">
                  <c:v>-9.3100457557187983</c:v>
                </c:pt>
                <c:pt idx="458">
                  <c:v>-9.8746041840781285</c:v>
                </c:pt>
                <c:pt idx="459">
                  <c:v>-10.973182280921334</c:v>
                </c:pt>
                <c:pt idx="460">
                  <c:v>-11.891365714655533</c:v>
                </c:pt>
                <c:pt idx="461">
                  <c:v>-13.17141972709771</c:v>
                </c:pt>
                <c:pt idx="462">
                  <c:v>-14.501315804440617</c:v>
                </c:pt>
                <c:pt idx="463">
                  <c:v>-15.610340436938753</c:v>
                </c:pt>
                <c:pt idx="464">
                  <c:v>-11.865207354047458</c:v>
                </c:pt>
                <c:pt idx="465">
                  <c:v>-8.4681231163754482</c:v>
                </c:pt>
                <c:pt idx="466">
                  <c:v>-9.0568619162321617</c:v>
                </c:pt>
                <c:pt idx="467">
                  <c:v>-12.303416851515415</c:v>
                </c:pt>
                <c:pt idx="468">
                  <c:v>-13.855704858945995</c:v>
                </c:pt>
                <c:pt idx="469">
                  <c:v>-13.765545399358492</c:v>
                </c:pt>
                <c:pt idx="470">
                  <c:v>-14.760437074369815</c:v>
                </c:pt>
                <c:pt idx="471">
                  <c:v>-15.298763671645798</c:v>
                </c:pt>
                <c:pt idx="472">
                  <c:v>-17.362740799740127</c:v>
                </c:pt>
                <c:pt idx="473">
                  <c:v>-16.608787833861459</c:v>
                </c:pt>
                <c:pt idx="474">
                  <c:v>-13.541312773080138</c:v>
                </c:pt>
                <c:pt idx="475">
                  <c:v>-14.294494690818659</c:v>
                </c:pt>
                <c:pt idx="476">
                  <c:v>-12.832598500115488</c:v>
                </c:pt>
                <c:pt idx="477">
                  <c:v>-15.821749618287006</c:v>
                </c:pt>
                <c:pt idx="478">
                  <c:v>-13.415084179133864</c:v>
                </c:pt>
                <c:pt idx="479">
                  <c:v>-7.2888266827859312</c:v>
                </c:pt>
                <c:pt idx="480">
                  <c:v>-6.2983703563993636</c:v>
                </c:pt>
                <c:pt idx="481">
                  <c:v>-8.7685441912763178</c:v>
                </c:pt>
                <c:pt idx="482">
                  <c:v>-10.505576238243986</c:v>
                </c:pt>
                <c:pt idx="483">
                  <c:v>-12.783417633871853</c:v>
                </c:pt>
                <c:pt idx="484">
                  <c:v>-10.967748132707889</c:v>
                </c:pt>
                <c:pt idx="485">
                  <c:v>-12.095854401979022</c:v>
                </c:pt>
                <c:pt idx="486">
                  <c:v>-10.81708561891751</c:v>
                </c:pt>
                <c:pt idx="487">
                  <c:v>-7.7342702066475315</c:v>
                </c:pt>
                <c:pt idx="488">
                  <c:v>-5.9793511882751504</c:v>
                </c:pt>
                <c:pt idx="489">
                  <c:v>-0.61289842268787975</c:v>
                </c:pt>
                <c:pt idx="490">
                  <c:v>-3.4150233671491947</c:v>
                </c:pt>
                <c:pt idx="491">
                  <c:v>-4.1349011549220993</c:v>
                </c:pt>
                <c:pt idx="492">
                  <c:v>-2.4161902833731874</c:v>
                </c:pt>
                <c:pt idx="493">
                  <c:v>0.12059152908734383</c:v>
                </c:pt>
                <c:pt idx="494">
                  <c:v>2.2951261728780148</c:v>
                </c:pt>
                <c:pt idx="495">
                  <c:v>2.8926742292755936</c:v>
                </c:pt>
                <c:pt idx="496">
                  <c:v>3.6078457955850629</c:v>
                </c:pt>
                <c:pt idx="497">
                  <c:v>6.2659218978275977</c:v>
                </c:pt>
                <c:pt idx="498">
                  <c:v>11.30438992845666</c:v>
                </c:pt>
                <c:pt idx="499">
                  <c:v>9.4255272705772164</c:v>
                </c:pt>
                <c:pt idx="500">
                  <c:v>7.8973465489751815</c:v>
                </c:pt>
                <c:pt idx="501">
                  <c:v>7.0297420185716275</c:v>
                </c:pt>
                <c:pt idx="502">
                  <c:v>2.5899645268821381</c:v>
                </c:pt>
                <c:pt idx="503">
                  <c:v>4.6669416938424524</c:v>
                </c:pt>
                <c:pt idx="504">
                  <c:v>3.4864136182679806</c:v>
                </c:pt>
                <c:pt idx="505">
                  <c:v>4.8152752734548665</c:v>
                </c:pt>
                <c:pt idx="506">
                  <c:v>5.1312916787187302</c:v>
                </c:pt>
                <c:pt idx="507">
                  <c:v>6.4469505322832577</c:v>
                </c:pt>
                <c:pt idx="508">
                  <c:v>10.506155445011768</c:v>
                </c:pt>
                <c:pt idx="509">
                  <c:v>14.049064851020642</c:v>
                </c:pt>
                <c:pt idx="510">
                  <c:v>13.462856763463439</c:v>
                </c:pt>
                <c:pt idx="511">
                  <c:v>16.079602577261998</c:v>
                </c:pt>
                <c:pt idx="512">
                  <c:v>16.324487622967922</c:v>
                </c:pt>
                <c:pt idx="513">
                  <c:v>15.495095064555397</c:v>
                </c:pt>
                <c:pt idx="514">
                  <c:v>15.55622699806516</c:v>
                </c:pt>
                <c:pt idx="515">
                  <c:v>10.256726788380277</c:v>
                </c:pt>
                <c:pt idx="516">
                  <c:v>9.2816082872302594</c:v>
                </c:pt>
                <c:pt idx="517">
                  <c:v>7.7351866730520191</c:v>
                </c:pt>
                <c:pt idx="518">
                  <c:v>6.6236882992152246</c:v>
                </c:pt>
                <c:pt idx="519">
                  <c:v>8.3530934438422086</c:v>
                </c:pt>
                <c:pt idx="520">
                  <c:v>9.2237080755122047</c:v>
                </c:pt>
                <c:pt idx="521">
                  <c:v>7.3555741616329273</c:v>
                </c:pt>
                <c:pt idx="522">
                  <c:v>7.7933463904932276</c:v>
                </c:pt>
                <c:pt idx="523">
                  <c:v>6.0304019254350028</c:v>
                </c:pt>
                <c:pt idx="524">
                  <c:v>5.7892241687575119</c:v>
                </c:pt>
                <c:pt idx="525">
                  <c:v>6.041269200948185</c:v>
                </c:pt>
                <c:pt idx="526">
                  <c:v>5.7696639887340861</c:v>
                </c:pt>
                <c:pt idx="527">
                  <c:v>4.094954158298858</c:v>
                </c:pt>
                <c:pt idx="528">
                  <c:v>5.9172522696803176</c:v>
                </c:pt>
                <c:pt idx="529">
                  <c:v>5.2288546815934867</c:v>
                </c:pt>
                <c:pt idx="530">
                  <c:v>6.6510089789555416</c:v>
                </c:pt>
                <c:pt idx="531">
                  <c:v>5.9773261425954294</c:v>
                </c:pt>
                <c:pt idx="532">
                  <c:v>3.6957763847807579</c:v>
                </c:pt>
                <c:pt idx="533">
                  <c:v>4.4562399190461788</c:v>
                </c:pt>
                <c:pt idx="534">
                  <c:v>2.122076652435978</c:v>
                </c:pt>
                <c:pt idx="535">
                  <c:v>-0.833348277728585</c:v>
                </c:pt>
                <c:pt idx="536">
                  <c:v>-3.2583889966558144</c:v>
                </c:pt>
                <c:pt idx="537">
                  <c:v>-2.550750089242293</c:v>
                </c:pt>
                <c:pt idx="538">
                  <c:v>-2.6269208843458403</c:v>
                </c:pt>
                <c:pt idx="539">
                  <c:v>-2.2940904754768732</c:v>
                </c:pt>
                <c:pt idx="540">
                  <c:v>6.1226621334964371E-2</c:v>
                </c:pt>
                <c:pt idx="541">
                  <c:v>-4.9713315051980178E-2</c:v>
                </c:pt>
                <c:pt idx="542">
                  <c:v>3.4297813674537325</c:v>
                </c:pt>
                <c:pt idx="543">
                  <c:v>3.6994204363773431</c:v>
                </c:pt>
                <c:pt idx="544">
                  <c:v>3.8102463363646866</c:v>
                </c:pt>
                <c:pt idx="545">
                  <c:v>2.1009339597287457</c:v>
                </c:pt>
                <c:pt idx="546">
                  <c:v>2.610000028477133</c:v>
                </c:pt>
                <c:pt idx="547">
                  <c:v>3.9140458293569491</c:v>
                </c:pt>
                <c:pt idx="548">
                  <c:v>4.5528890697886126</c:v>
                </c:pt>
                <c:pt idx="549">
                  <c:v>3.9516565281933813</c:v>
                </c:pt>
                <c:pt idx="550">
                  <c:v>1.5610179024318382</c:v>
                </c:pt>
                <c:pt idx="551">
                  <c:v>0.23805942306625028</c:v>
                </c:pt>
                <c:pt idx="552">
                  <c:v>-0.249467622889743</c:v>
                </c:pt>
                <c:pt idx="553">
                  <c:v>1.4886237940282099</c:v>
                </c:pt>
                <c:pt idx="554">
                  <c:v>1.2522082749739871</c:v>
                </c:pt>
                <c:pt idx="555">
                  <c:v>2.8762394513059952</c:v>
                </c:pt>
                <c:pt idx="556">
                  <c:v>2.2024716395752764</c:v>
                </c:pt>
                <c:pt idx="557">
                  <c:v>2.6724099411076008</c:v>
                </c:pt>
                <c:pt idx="558">
                  <c:v>5.5287422705592171</c:v>
                </c:pt>
                <c:pt idx="559">
                  <c:v>4.446564257040464</c:v>
                </c:pt>
                <c:pt idx="560">
                  <c:v>4.31873964203906</c:v>
                </c:pt>
                <c:pt idx="561">
                  <c:v>5.7869833011081839</c:v>
                </c:pt>
                <c:pt idx="562">
                  <c:v>8.6407011638430564</c:v>
                </c:pt>
                <c:pt idx="563">
                  <c:v>5.3564414804855298</c:v>
                </c:pt>
                <c:pt idx="564">
                  <c:v>4.6627931557145397</c:v>
                </c:pt>
                <c:pt idx="565">
                  <c:v>4.0905653986877066</c:v>
                </c:pt>
                <c:pt idx="566">
                  <c:v>2.4546570347734331</c:v>
                </c:pt>
                <c:pt idx="567">
                  <c:v>3.5118247480833586</c:v>
                </c:pt>
                <c:pt idx="568">
                  <c:v>2.5896605412920382</c:v>
                </c:pt>
                <c:pt idx="569">
                  <c:v>1.7922960179229452</c:v>
                </c:pt>
                <c:pt idx="570">
                  <c:v>5.2160428066527764E-2</c:v>
                </c:pt>
                <c:pt idx="571">
                  <c:v>-0.72117302283638551</c:v>
                </c:pt>
                <c:pt idx="572">
                  <c:v>-2.661422316149975</c:v>
                </c:pt>
                <c:pt idx="573">
                  <c:v>-2.9063632073459744</c:v>
                </c:pt>
                <c:pt idx="574">
                  <c:v>-3.7131364499870867</c:v>
                </c:pt>
                <c:pt idx="575">
                  <c:v>-1.8083835556726546</c:v>
                </c:pt>
                <c:pt idx="576">
                  <c:v>-0.49470536929285824</c:v>
                </c:pt>
                <c:pt idx="577">
                  <c:v>7.2978671843881848E-2</c:v>
                </c:pt>
                <c:pt idx="578">
                  <c:v>3.4866519746601377E-2</c:v>
                </c:pt>
                <c:pt idx="579">
                  <c:v>1.05408150691082</c:v>
                </c:pt>
                <c:pt idx="580">
                  <c:v>2.5713622504235145</c:v>
                </c:pt>
                <c:pt idx="581">
                  <c:v>3.7007658107605312</c:v>
                </c:pt>
                <c:pt idx="582">
                  <c:v>4.7880519107951436</c:v>
                </c:pt>
                <c:pt idx="583">
                  <c:v>3.4830367292369768</c:v>
                </c:pt>
                <c:pt idx="584">
                  <c:v>3.017174425553093</c:v>
                </c:pt>
                <c:pt idx="585">
                  <c:v>4.5993013009052452</c:v>
                </c:pt>
                <c:pt idx="586">
                  <c:v>6.5316994721785093</c:v>
                </c:pt>
                <c:pt idx="587">
                  <c:v>7.4164871140782296</c:v>
                </c:pt>
                <c:pt idx="588">
                  <c:v>5.1435642289594963</c:v>
                </c:pt>
                <c:pt idx="589">
                  <c:v>6.0134661461115124</c:v>
                </c:pt>
                <c:pt idx="590">
                  <c:v>6.6512775023715776</c:v>
                </c:pt>
                <c:pt idx="591">
                  <c:v>5.2143012597981375</c:v>
                </c:pt>
                <c:pt idx="592">
                  <c:v>2.747686869371746</c:v>
                </c:pt>
                <c:pt idx="593">
                  <c:v>2.9639368421937373</c:v>
                </c:pt>
                <c:pt idx="594">
                  <c:v>-0.24074371799658323</c:v>
                </c:pt>
                <c:pt idx="595">
                  <c:v>0.72194728086476534</c:v>
                </c:pt>
                <c:pt idx="596">
                  <c:v>2.2572708496980676</c:v>
                </c:pt>
                <c:pt idx="597">
                  <c:v>3.2207638845132447</c:v>
                </c:pt>
                <c:pt idx="598">
                  <c:v>3.7263941813536983</c:v>
                </c:pt>
                <c:pt idx="599">
                  <c:v>1.9492131870000318</c:v>
                </c:pt>
                <c:pt idx="600">
                  <c:v>1.804936870478091</c:v>
                </c:pt>
                <c:pt idx="601">
                  <c:v>0.40560763352934792</c:v>
                </c:pt>
                <c:pt idx="602">
                  <c:v>-1.818110345911983</c:v>
                </c:pt>
                <c:pt idx="603">
                  <c:v>-0.55393421678899823</c:v>
                </c:pt>
                <c:pt idx="604">
                  <c:v>2.3234735980779631</c:v>
                </c:pt>
                <c:pt idx="605">
                  <c:v>0.48955931738647873</c:v>
                </c:pt>
                <c:pt idx="606">
                  <c:v>-9.9860229760273533E-3</c:v>
                </c:pt>
                <c:pt idx="607">
                  <c:v>-0.23011773339934871</c:v>
                </c:pt>
                <c:pt idx="608">
                  <c:v>-1.1503977163652146</c:v>
                </c:pt>
                <c:pt idx="609">
                  <c:v>-1.2061464009398781</c:v>
                </c:pt>
                <c:pt idx="610">
                  <c:v>2.5609761397937802E-2</c:v>
                </c:pt>
                <c:pt idx="611">
                  <c:v>-0.62299455409748905</c:v>
                </c:pt>
                <c:pt idx="612">
                  <c:v>-2.2512998976458531</c:v>
                </c:pt>
                <c:pt idx="613">
                  <c:v>-3.2455019845928912</c:v>
                </c:pt>
                <c:pt idx="614">
                  <c:v>-1.2323684959524517</c:v>
                </c:pt>
                <c:pt idx="615">
                  <c:v>-0.33393911024528489</c:v>
                </c:pt>
                <c:pt idx="616">
                  <c:v>1.5200925130633536</c:v>
                </c:pt>
                <c:pt idx="617">
                  <c:v>3.6738151318863599</c:v>
                </c:pt>
                <c:pt idx="618">
                  <c:v>5.6622282308588456</c:v>
                </c:pt>
                <c:pt idx="619">
                  <c:v>4.9436827923158067</c:v>
                </c:pt>
                <c:pt idx="620">
                  <c:v>6.5076049440782491</c:v>
                </c:pt>
                <c:pt idx="621">
                  <c:v>7.9245108296787548</c:v>
                </c:pt>
                <c:pt idx="622">
                  <c:v>7.1154103467559571</c:v>
                </c:pt>
                <c:pt idx="623">
                  <c:v>7.8575965168342199</c:v>
                </c:pt>
                <c:pt idx="624">
                  <c:v>8.515327954524988</c:v>
                </c:pt>
                <c:pt idx="625">
                  <c:v>9.6831887669825978</c:v>
                </c:pt>
                <c:pt idx="626">
                  <c:v>11.50764398576969</c:v>
                </c:pt>
                <c:pt idx="627">
                  <c:v>13.202888401829815</c:v>
                </c:pt>
                <c:pt idx="628">
                  <c:v>12.783047063938756</c:v>
                </c:pt>
                <c:pt idx="629">
                  <c:v>12.489228537631636</c:v>
                </c:pt>
                <c:pt idx="630">
                  <c:v>9.7240971198283113</c:v>
                </c:pt>
                <c:pt idx="631">
                  <c:v>9.5569737192563906</c:v>
                </c:pt>
                <c:pt idx="632">
                  <c:v>10.559723062995241</c:v>
                </c:pt>
                <c:pt idx="633">
                  <c:v>10.068349435007518</c:v>
                </c:pt>
                <c:pt idx="634">
                  <c:v>10.104304018416844</c:v>
                </c:pt>
                <c:pt idx="635">
                  <c:v>10.802315467851042</c:v>
                </c:pt>
                <c:pt idx="636">
                  <c:v>9.3521887898742264</c:v>
                </c:pt>
                <c:pt idx="637">
                  <c:v>9.9161411111877698</c:v>
                </c:pt>
                <c:pt idx="638">
                  <c:v>10.930240350624398</c:v>
                </c:pt>
                <c:pt idx="639">
                  <c:v>10.382602992036682</c:v>
                </c:pt>
                <c:pt idx="640">
                  <c:v>10.743436662608818</c:v>
                </c:pt>
                <c:pt idx="641">
                  <c:v>10.149689814424256</c:v>
                </c:pt>
                <c:pt idx="642">
                  <c:v>9.59372503882161</c:v>
                </c:pt>
                <c:pt idx="643">
                  <c:v>8.5455618290279034</c:v>
                </c:pt>
                <c:pt idx="644">
                  <c:v>7.2492113176762851</c:v>
                </c:pt>
                <c:pt idx="645">
                  <c:v>7.6793928362140829</c:v>
                </c:pt>
                <c:pt idx="646">
                  <c:v>8.7630328829662485</c:v>
                </c:pt>
                <c:pt idx="647">
                  <c:v>6.3315090544805663</c:v>
                </c:pt>
                <c:pt idx="648">
                  <c:v>7.5872362573567775</c:v>
                </c:pt>
                <c:pt idx="649">
                  <c:v>7.2561924241985709</c:v>
                </c:pt>
                <c:pt idx="650">
                  <c:v>6.8136734481283545</c:v>
                </c:pt>
                <c:pt idx="651">
                  <c:v>7.2895153280647884</c:v>
                </c:pt>
                <c:pt idx="652">
                  <c:v>6.4517882616256239</c:v>
                </c:pt>
                <c:pt idx="653">
                  <c:v>5.5465175598214955</c:v>
                </c:pt>
                <c:pt idx="654">
                  <c:v>6.3460438975963429</c:v>
                </c:pt>
                <c:pt idx="655">
                  <c:v>6.23419237252818</c:v>
                </c:pt>
                <c:pt idx="656">
                  <c:v>7.2187130846637082</c:v>
                </c:pt>
                <c:pt idx="657">
                  <c:v>8.9904975860677148</c:v>
                </c:pt>
                <c:pt idx="658">
                  <c:v>7.5259664386285507</c:v>
                </c:pt>
                <c:pt idx="659">
                  <c:v>7.955139109975029</c:v>
                </c:pt>
                <c:pt idx="660">
                  <c:v>7.61218098654175</c:v>
                </c:pt>
                <c:pt idx="661">
                  <c:v>8.4403625737176959</c:v>
                </c:pt>
                <c:pt idx="662">
                  <c:v>4.249921980380944</c:v>
                </c:pt>
                <c:pt idx="663">
                  <c:v>1.9174814618491354</c:v>
                </c:pt>
                <c:pt idx="664">
                  <c:v>1.084156877125575</c:v>
                </c:pt>
                <c:pt idx="665">
                  <c:v>1.3393371676859722</c:v>
                </c:pt>
                <c:pt idx="666">
                  <c:v>1.9624419509561841</c:v>
                </c:pt>
                <c:pt idx="667">
                  <c:v>5.2586888075758953</c:v>
                </c:pt>
                <c:pt idx="668">
                  <c:v>5.8163769735138482</c:v>
                </c:pt>
                <c:pt idx="669">
                  <c:v>4.0387719698437685</c:v>
                </c:pt>
                <c:pt idx="670">
                  <c:v>3.646710529094821</c:v>
                </c:pt>
                <c:pt idx="671">
                  <c:v>4.4005709421508499</c:v>
                </c:pt>
                <c:pt idx="672">
                  <c:v>1.726899981072294</c:v>
                </c:pt>
                <c:pt idx="673">
                  <c:v>2.9265148052532997</c:v>
                </c:pt>
                <c:pt idx="674">
                  <c:v>2.8323243052710723</c:v>
                </c:pt>
                <c:pt idx="675">
                  <c:v>1.6390147709651082</c:v>
                </c:pt>
                <c:pt idx="676">
                  <c:v>2.636105767933894</c:v>
                </c:pt>
                <c:pt idx="677">
                  <c:v>2.1323137724579277</c:v>
                </c:pt>
                <c:pt idx="678">
                  <c:v>1.4890553536378137</c:v>
                </c:pt>
                <c:pt idx="679">
                  <c:v>1.7535359520539862</c:v>
                </c:pt>
                <c:pt idx="680">
                  <c:v>1.7300902291658149</c:v>
                </c:pt>
                <c:pt idx="681">
                  <c:v>1.0354358729183666</c:v>
                </c:pt>
                <c:pt idx="682">
                  <c:v>-0.65665818774836016</c:v>
                </c:pt>
                <c:pt idx="683">
                  <c:v>-0.34524048414050768</c:v>
                </c:pt>
                <c:pt idx="684">
                  <c:v>0.59396918849348168</c:v>
                </c:pt>
                <c:pt idx="685">
                  <c:v>-0.1481632367408392</c:v>
                </c:pt>
              </c:numCache>
            </c:numRef>
          </c:val>
          <c:smooth val="0"/>
          <c:extLst>
            <c:ext xmlns:c16="http://schemas.microsoft.com/office/drawing/2014/chart" uri="{C3380CC4-5D6E-409C-BE32-E72D297353CC}">
              <c16:uniqueId val="{00000002-61A1-435C-8EC0-3323DF01ACCA}"/>
            </c:ext>
          </c:extLst>
        </c:ser>
        <c:dLbls>
          <c:showLegendKey val="0"/>
          <c:showVal val="0"/>
          <c:showCatName val="0"/>
          <c:showSerName val="0"/>
          <c:showPercent val="0"/>
          <c:showBubbleSize val="0"/>
        </c:dLbls>
        <c:marker val="1"/>
        <c:smooth val="0"/>
        <c:axId val="531543439"/>
        <c:axId val="531543023"/>
      </c:lineChart>
      <c:dateAx>
        <c:axId val="143840096"/>
        <c:scaling>
          <c:orientation val="minMax"/>
        </c:scaling>
        <c:delete val="0"/>
        <c:axPos val="b"/>
        <c:numFmt formatCode="yy" sourceLinked="0"/>
        <c:majorTickMark val="none"/>
        <c:minorTickMark val="none"/>
        <c:tickLblPos val="low"/>
        <c:spPr>
          <a:noFill/>
          <a:ln w="9525" cap="flat" cmpd="sng" algn="ctr">
            <a:solidFill>
              <a:schemeClr val="bg1">
                <a:lumMod val="85000"/>
              </a:schemeClr>
            </a:solidFill>
            <a:prstDash val="solid"/>
            <a:roun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1899943056"/>
        <c:crosses val="autoZero"/>
        <c:auto val="0"/>
        <c:lblOffset val="100"/>
        <c:baseTimeUnit val="days"/>
        <c:majorUnit val="12"/>
        <c:majorTimeUnit val="months"/>
      </c:dateAx>
      <c:valAx>
        <c:axId val="1899943056"/>
        <c:scaling>
          <c:orientation val="minMax"/>
          <c:min val="1"/>
        </c:scaling>
        <c:delete val="0"/>
        <c:axPos val="l"/>
        <c:majorGridlines>
          <c:spPr>
            <a:ln w="9525" cap="flat" cmpd="sng" algn="ctr">
              <a:solidFill>
                <a:schemeClr val="bg1">
                  <a:lumMod val="85000"/>
                </a:schemeClr>
              </a:solidFill>
              <a:prstDash val="solid"/>
              <a:round/>
            </a:ln>
          </c:spPr>
        </c:majorGridlines>
        <c:numFmt formatCode="#,##0.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143840096"/>
        <c:crosses val="autoZero"/>
        <c:crossBetween val="between"/>
      </c:valAx>
      <c:catAx>
        <c:axId val="531543439"/>
        <c:scaling>
          <c:orientation val="minMax"/>
        </c:scaling>
        <c:delete val="1"/>
        <c:axPos val="b"/>
        <c:majorTickMark val="out"/>
        <c:minorTickMark val="none"/>
        <c:tickLblPos val="nextTo"/>
        <c:crossAx val="531543023"/>
        <c:crosses val="autoZero"/>
        <c:auto val="1"/>
        <c:lblAlgn val="ctr"/>
        <c:lblOffset val="100"/>
        <c:noMultiLvlLbl val="0"/>
      </c:catAx>
      <c:valAx>
        <c:axId val="531543023"/>
        <c:scaling>
          <c:orientation val="minMax"/>
          <c:max val="30"/>
          <c:min val="-30"/>
        </c:scaling>
        <c:delete val="0"/>
        <c:axPos val="r"/>
        <c:numFmt formatCode="General" sourceLinked="1"/>
        <c:majorTickMark val="out"/>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531543439"/>
        <c:crosses val="max"/>
        <c:crossBetween val="between"/>
      </c:valAx>
    </c:plotArea>
    <c:legend>
      <c:legendPos val="b"/>
      <c:layout>
        <c:manualLayout>
          <c:xMode val="edge"/>
          <c:yMode val="edge"/>
          <c:x val="0.12850977537989419"/>
          <c:y val="0.78627812499999983"/>
          <c:w val="0.7285156759902679"/>
          <c:h val="0.1045475694444444"/>
        </c:manualLayout>
      </c:layout>
      <c:overlay val="0"/>
      <c:spPr>
        <a:noFill/>
        <a:ln>
          <a:noFill/>
          <a:prstDash val="solid"/>
        </a:ln>
      </c:spPr>
      <c:txPr>
        <a:bodyPr rot="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strike="noStrike" kern="1200" spc="0" baseline="0">
                <a:solidFill>
                  <a:schemeClr val="tx1">
                    <a:lumMod val="65000"/>
                    <a:lumOff val="35000"/>
                  </a:schemeClr>
                </a:solidFill>
                <a:latin typeface="Arial Narrow" panose="020B0606020202030204" pitchFamily="34" charset="0"/>
                <a:ea typeface="+mn-ea"/>
                <a:cs typeface="+mn-cs"/>
              </a:defRPr>
            </a:pPr>
            <a:r>
              <a:rPr lang="en-US" sz="1200" b="1" u="sng" dirty="0">
                <a:solidFill>
                  <a:srgbClr val="000000"/>
                </a:solidFill>
              </a:rPr>
              <a:t>Dollar</a:t>
            </a:r>
            <a:r>
              <a:rPr lang="en-US" sz="1200" b="1" u="sng" baseline="0" dirty="0">
                <a:solidFill>
                  <a:srgbClr val="000000"/>
                </a:solidFill>
              </a:rPr>
              <a:t> performance and GBI EM Yield premium</a:t>
            </a:r>
            <a:endParaRPr lang="en-US" sz="1200" b="1" u="sng" dirty="0">
              <a:solidFill>
                <a:srgbClr val="000000"/>
              </a:solidFill>
            </a:endParaRPr>
          </a:p>
        </c:rich>
      </c:tx>
      <c:layout>
        <c:manualLayout>
          <c:xMode val="edge"/>
          <c:yMode val="edge"/>
          <c:x val="2.1555555555555529E-2"/>
          <c:y val="2.314814814814815E-2"/>
        </c:manualLayout>
      </c:layout>
      <c:overlay val="0"/>
      <c:spPr>
        <a:noFill/>
        <a:ln>
          <a:noFill/>
          <a:prstDash val="solid"/>
        </a:ln>
      </c:spPr>
    </c:title>
    <c:autoTitleDeleted val="0"/>
    <c:plotArea>
      <c:layout>
        <c:manualLayout>
          <c:layoutTarget val="inner"/>
          <c:xMode val="edge"/>
          <c:yMode val="edge"/>
          <c:x val="8.5127554003850678E-2"/>
          <c:y val="0.14436642119695009"/>
          <c:w val="0.84471907045434913"/>
          <c:h val="0.75599163448361983"/>
        </c:manualLayout>
      </c:layout>
      <c:lineChart>
        <c:grouping val="standard"/>
        <c:varyColors val="0"/>
        <c:ser>
          <c:idx val="0"/>
          <c:order val="0"/>
          <c:tx>
            <c:strRef>
              <c:f>'EM Composite VRP'!$W$3</c:f>
              <c:strCache>
                <c:ptCount val="1"/>
                <c:pt idx="0">
                  <c:v>GBI Premium o/US 5Y</c:v>
                </c:pt>
              </c:strCache>
            </c:strRef>
          </c:tx>
          <c:spPr>
            <a:ln w="22225" cap="rnd">
              <a:solidFill>
                <a:srgbClr val="8FAADC"/>
              </a:solidFill>
              <a:prstDash val="solid"/>
              <a:round/>
            </a:ln>
          </c:spPr>
          <c:marker>
            <c:symbol val="none"/>
          </c:marker>
          <c:cat>
            <c:numRef>
              <c:f>'EM Composite VRP'!$B$5:$B$716</c:f>
              <c:numCache>
                <c:formatCode>m/d/yyyy</c:formatCode>
                <c:ptCount val="712"/>
                <c:pt idx="0">
                  <c:v>41271</c:v>
                </c:pt>
                <c:pt idx="1">
                  <c:v>41278</c:v>
                </c:pt>
                <c:pt idx="2">
                  <c:v>41285</c:v>
                </c:pt>
                <c:pt idx="3">
                  <c:v>41292</c:v>
                </c:pt>
                <c:pt idx="4">
                  <c:v>41299</c:v>
                </c:pt>
                <c:pt idx="5">
                  <c:v>41306</c:v>
                </c:pt>
                <c:pt idx="6">
                  <c:v>41313</c:v>
                </c:pt>
                <c:pt idx="7">
                  <c:v>41320</c:v>
                </c:pt>
                <c:pt idx="8">
                  <c:v>41327</c:v>
                </c:pt>
                <c:pt idx="9">
                  <c:v>41334</c:v>
                </c:pt>
                <c:pt idx="10">
                  <c:v>41341</c:v>
                </c:pt>
                <c:pt idx="11">
                  <c:v>41348</c:v>
                </c:pt>
                <c:pt idx="12">
                  <c:v>41355</c:v>
                </c:pt>
                <c:pt idx="13">
                  <c:v>41362</c:v>
                </c:pt>
                <c:pt idx="14">
                  <c:v>41369</c:v>
                </c:pt>
                <c:pt idx="15">
                  <c:v>41376</c:v>
                </c:pt>
                <c:pt idx="16">
                  <c:v>41383</c:v>
                </c:pt>
                <c:pt idx="17">
                  <c:v>41390</c:v>
                </c:pt>
                <c:pt idx="18">
                  <c:v>41397</c:v>
                </c:pt>
                <c:pt idx="19">
                  <c:v>41404</c:v>
                </c:pt>
                <c:pt idx="20">
                  <c:v>41411</c:v>
                </c:pt>
                <c:pt idx="21">
                  <c:v>41418</c:v>
                </c:pt>
                <c:pt idx="22">
                  <c:v>41425</c:v>
                </c:pt>
                <c:pt idx="23">
                  <c:v>41432</c:v>
                </c:pt>
                <c:pt idx="24">
                  <c:v>41439</c:v>
                </c:pt>
                <c:pt idx="25">
                  <c:v>41446</c:v>
                </c:pt>
                <c:pt idx="26">
                  <c:v>41453</c:v>
                </c:pt>
                <c:pt idx="27">
                  <c:v>41460</c:v>
                </c:pt>
                <c:pt idx="28">
                  <c:v>41467</c:v>
                </c:pt>
                <c:pt idx="29">
                  <c:v>41474</c:v>
                </c:pt>
                <c:pt idx="30">
                  <c:v>41481</c:v>
                </c:pt>
                <c:pt idx="31">
                  <c:v>41488</c:v>
                </c:pt>
                <c:pt idx="32">
                  <c:v>41495</c:v>
                </c:pt>
                <c:pt idx="33">
                  <c:v>41502</c:v>
                </c:pt>
                <c:pt idx="34">
                  <c:v>41509</c:v>
                </c:pt>
                <c:pt idx="35">
                  <c:v>41516</c:v>
                </c:pt>
                <c:pt idx="36">
                  <c:v>41523</c:v>
                </c:pt>
                <c:pt idx="37">
                  <c:v>41530</c:v>
                </c:pt>
                <c:pt idx="38">
                  <c:v>41537</c:v>
                </c:pt>
                <c:pt idx="39">
                  <c:v>41544</c:v>
                </c:pt>
                <c:pt idx="40">
                  <c:v>41551</c:v>
                </c:pt>
                <c:pt idx="41">
                  <c:v>41558</c:v>
                </c:pt>
                <c:pt idx="42">
                  <c:v>41565</c:v>
                </c:pt>
                <c:pt idx="43">
                  <c:v>41572</c:v>
                </c:pt>
                <c:pt idx="44">
                  <c:v>41579</c:v>
                </c:pt>
                <c:pt idx="45">
                  <c:v>41586</c:v>
                </c:pt>
                <c:pt idx="46">
                  <c:v>41593</c:v>
                </c:pt>
                <c:pt idx="47">
                  <c:v>41600</c:v>
                </c:pt>
                <c:pt idx="48">
                  <c:v>41607</c:v>
                </c:pt>
                <c:pt idx="49">
                  <c:v>41614</c:v>
                </c:pt>
                <c:pt idx="50">
                  <c:v>41621</c:v>
                </c:pt>
                <c:pt idx="51">
                  <c:v>41628</c:v>
                </c:pt>
                <c:pt idx="52">
                  <c:v>41635</c:v>
                </c:pt>
                <c:pt idx="53">
                  <c:v>41642</c:v>
                </c:pt>
                <c:pt idx="54">
                  <c:v>41649</c:v>
                </c:pt>
                <c:pt idx="55">
                  <c:v>41656</c:v>
                </c:pt>
                <c:pt idx="56">
                  <c:v>41663</c:v>
                </c:pt>
                <c:pt idx="57">
                  <c:v>41670</c:v>
                </c:pt>
                <c:pt idx="58">
                  <c:v>41677</c:v>
                </c:pt>
                <c:pt idx="59">
                  <c:v>41684</c:v>
                </c:pt>
                <c:pt idx="60">
                  <c:v>41691</c:v>
                </c:pt>
                <c:pt idx="61">
                  <c:v>41698</c:v>
                </c:pt>
                <c:pt idx="62">
                  <c:v>41705</c:v>
                </c:pt>
                <c:pt idx="63">
                  <c:v>41712</c:v>
                </c:pt>
                <c:pt idx="64">
                  <c:v>41719</c:v>
                </c:pt>
                <c:pt idx="65">
                  <c:v>41726</c:v>
                </c:pt>
                <c:pt idx="66">
                  <c:v>41733</c:v>
                </c:pt>
                <c:pt idx="67">
                  <c:v>41740</c:v>
                </c:pt>
                <c:pt idx="68">
                  <c:v>41747</c:v>
                </c:pt>
                <c:pt idx="69">
                  <c:v>41754</c:v>
                </c:pt>
                <c:pt idx="70">
                  <c:v>41761</c:v>
                </c:pt>
                <c:pt idx="71">
                  <c:v>41768</c:v>
                </c:pt>
                <c:pt idx="72">
                  <c:v>41775</c:v>
                </c:pt>
                <c:pt idx="73">
                  <c:v>41782</c:v>
                </c:pt>
                <c:pt idx="74">
                  <c:v>41789</c:v>
                </c:pt>
                <c:pt idx="75">
                  <c:v>41796</c:v>
                </c:pt>
                <c:pt idx="76">
                  <c:v>41803</c:v>
                </c:pt>
                <c:pt idx="77">
                  <c:v>41810</c:v>
                </c:pt>
                <c:pt idx="78">
                  <c:v>41817</c:v>
                </c:pt>
                <c:pt idx="79">
                  <c:v>41824</c:v>
                </c:pt>
                <c:pt idx="80">
                  <c:v>41831</c:v>
                </c:pt>
                <c:pt idx="81">
                  <c:v>41838</c:v>
                </c:pt>
                <c:pt idx="82">
                  <c:v>41845</c:v>
                </c:pt>
                <c:pt idx="83">
                  <c:v>41852</c:v>
                </c:pt>
                <c:pt idx="84">
                  <c:v>41859</c:v>
                </c:pt>
                <c:pt idx="85">
                  <c:v>41866</c:v>
                </c:pt>
                <c:pt idx="86">
                  <c:v>41873</c:v>
                </c:pt>
                <c:pt idx="87">
                  <c:v>41880</c:v>
                </c:pt>
                <c:pt idx="88">
                  <c:v>41887</c:v>
                </c:pt>
                <c:pt idx="89">
                  <c:v>41894</c:v>
                </c:pt>
                <c:pt idx="90">
                  <c:v>41901</c:v>
                </c:pt>
                <c:pt idx="91">
                  <c:v>41908</c:v>
                </c:pt>
                <c:pt idx="92">
                  <c:v>41915</c:v>
                </c:pt>
                <c:pt idx="93">
                  <c:v>41922</c:v>
                </c:pt>
                <c:pt idx="94">
                  <c:v>41929</c:v>
                </c:pt>
                <c:pt idx="95">
                  <c:v>41936</c:v>
                </c:pt>
                <c:pt idx="96">
                  <c:v>41943</c:v>
                </c:pt>
                <c:pt idx="97">
                  <c:v>41950</c:v>
                </c:pt>
                <c:pt idx="98">
                  <c:v>41957</c:v>
                </c:pt>
                <c:pt idx="99">
                  <c:v>41964</c:v>
                </c:pt>
                <c:pt idx="100">
                  <c:v>41971</c:v>
                </c:pt>
                <c:pt idx="101">
                  <c:v>41978</c:v>
                </c:pt>
                <c:pt idx="102">
                  <c:v>41985</c:v>
                </c:pt>
                <c:pt idx="103">
                  <c:v>41992</c:v>
                </c:pt>
                <c:pt idx="104">
                  <c:v>41999</c:v>
                </c:pt>
                <c:pt idx="105">
                  <c:v>42006</c:v>
                </c:pt>
                <c:pt idx="106">
                  <c:v>42013</c:v>
                </c:pt>
                <c:pt idx="107">
                  <c:v>42020</c:v>
                </c:pt>
                <c:pt idx="108">
                  <c:v>42027</c:v>
                </c:pt>
                <c:pt idx="109">
                  <c:v>42034</c:v>
                </c:pt>
                <c:pt idx="110">
                  <c:v>42041</c:v>
                </c:pt>
                <c:pt idx="111">
                  <c:v>42048</c:v>
                </c:pt>
                <c:pt idx="112">
                  <c:v>42055</c:v>
                </c:pt>
                <c:pt idx="113">
                  <c:v>42062</c:v>
                </c:pt>
                <c:pt idx="114">
                  <c:v>42069</c:v>
                </c:pt>
                <c:pt idx="115">
                  <c:v>42076</c:v>
                </c:pt>
                <c:pt idx="116">
                  <c:v>42083</c:v>
                </c:pt>
                <c:pt idx="117">
                  <c:v>42090</c:v>
                </c:pt>
                <c:pt idx="118">
                  <c:v>42097</c:v>
                </c:pt>
                <c:pt idx="119">
                  <c:v>42104</c:v>
                </c:pt>
                <c:pt idx="120">
                  <c:v>42111</c:v>
                </c:pt>
                <c:pt idx="121">
                  <c:v>42118</c:v>
                </c:pt>
                <c:pt idx="122">
                  <c:v>42125</c:v>
                </c:pt>
                <c:pt idx="123">
                  <c:v>42132</c:v>
                </c:pt>
                <c:pt idx="124">
                  <c:v>42139</c:v>
                </c:pt>
                <c:pt idx="125">
                  <c:v>42146</c:v>
                </c:pt>
                <c:pt idx="126">
                  <c:v>42153</c:v>
                </c:pt>
                <c:pt idx="127">
                  <c:v>42160</c:v>
                </c:pt>
                <c:pt idx="128">
                  <c:v>42167</c:v>
                </c:pt>
                <c:pt idx="129">
                  <c:v>42174</c:v>
                </c:pt>
                <c:pt idx="130">
                  <c:v>42181</c:v>
                </c:pt>
                <c:pt idx="131">
                  <c:v>42188</c:v>
                </c:pt>
                <c:pt idx="132">
                  <c:v>42195</c:v>
                </c:pt>
                <c:pt idx="133">
                  <c:v>42202</c:v>
                </c:pt>
                <c:pt idx="134">
                  <c:v>42209</c:v>
                </c:pt>
                <c:pt idx="135">
                  <c:v>42216</c:v>
                </c:pt>
                <c:pt idx="136">
                  <c:v>42223</c:v>
                </c:pt>
                <c:pt idx="137">
                  <c:v>42230</c:v>
                </c:pt>
                <c:pt idx="138">
                  <c:v>42237</c:v>
                </c:pt>
                <c:pt idx="139">
                  <c:v>42244</c:v>
                </c:pt>
                <c:pt idx="140">
                  <c:v>42251</c:v>
                </c:pt>
                <c:pt idx="141">
                  <c:v>42258</c:v>
                </c:pt>
                <c:pt idx="142">
                  <c:v>42265</c:v>
                </c:pt>
                <c:pt idx="143">
                  <c:v>42272</c:v>
                </c:pt>
                <c:pt idx="144">
                  <c:v>42279</c:v>
                </c:pt>
                <c:pt idx="145">
                  <c:v>42286</c:v>
                </c:pt>
                <c:pt idx="146">
                  <c:v>42293</c:v>
                </c:pt>
                <c:pt idx="147">
                  <c:v>42300</c:v>
                </c:pt>
                <c:pt idx="148">
                  <c:v>42307</c:v>
                </c:pt>
                <c:pt idx="149">
                  <c:v>42314</c:v>
                </c:pt>
                <c:pt idx="150">
                  <c:v>42321</c:v>
                </c:pt>
                <c:pt idx="151">
                  <c:v>42328</c:v>
                </c:pt>
                <c:pt idx="152">
                  <c:v>42335</c:v>
                </c:pt>
                <c:pt idx="153">
                  <c:v>42342</c:v>
                </c:pt>
                <c:pt idx="154">
                  <c:v>42349</c:v>
                </c:pt>
                <c:pt idx="155">
                  <c:v>42356</c:v>
                </c:pt>
                <c:pt idx="156">
                  <c:v>42363</c:v>
                </c:pt>
                <c:pt idx="157">
                  <c:v>42370</c:v>
                </c:pt>
                <c:pt idx="158">
                  <c:v>42377</c:v>
                </c:pt>
                <c:pt idx="159">
                  <c:v>42384</c:v>
                </c:pt>
                <c:pt idx="160">
                  <c:v>42391</c:v>
                </c:pt>
                <c:pt idx="161">
                  <c:v>42398</c:v>
                </c:pt>
                <c:pt idx="162">
                  <c:v>42405</c:v>
                </c:pt>
                <c:pt idx="163">
                  <c:v>42412</c:v>
                </c:pt>
                <c:pt idx="164">
                  <c:v>42419</c:v>
                </c:pt>
                <c:pt idx="165">
                  <c:v>42426</c:v>
                </c:pt>
                <c:pt idx="166">
                  <c:v>42433</c:v>
                </c:pt>
                <c:pt idx="167">
                  <c:v>42440</c:v>
                </c:pt>
                <c:pt idx="168">
                  <c:v>42447</c:v>
                </c:pt>
                <c:pt idx="169">
                  <c:v>42454</c:v>
                </c:pt>
                <c:pt idx="170">
                  <c:v>42461</c:v>
                </c:pt>
                <c:pt idx="171">
                  <c:v>42468</c:v>
                </c:pt>
                <c:pt idx="172">
                  <c:v>42475</c:v>
                </c:pt>
                <c:pt idx="173">
                  <c:v>42482</c:v>
                </c:pt>
                <c:pt idx="174">
                  <c:v>42489</c:v>
                </c:pt>
                <c:pt idx="175">
                  <c:v>42496</c:v>
                </c:pt>
                <c:pt idx="176">
                  <c:v>42503</c:v>
                </c:pt>
                <c:pt idx="177">
                  <c:v>42510</c:v>
                </c:pt>
                <c:pt idx="178">
                  <c:v>42517</c:v>
                </c:pt>
                <c:pt idx="179">
                  <c:v>42524</c:v>
                </c:pt>
                <c:pt idx="180">
                  <c:v>42531</c:v>
                </c:pt>
                <c:pt idx="181">
                  <c:v>42538</c:v>
                </c:pt>
                <c:pt idx="182">
                  <c:v>42545</c:v>
                </c:pt>
                <c:pt idx="183">
                  <c:v>42552</c:v>
                </c:pt>
                <c:pt idx="184">
                  <c:v>42559</c:v>
                </c:pt>
                <c:pt idx="185">
                  <c:v>42566</c:v>
                </c:pt>
                <c:pt idx="186">
                  <c:v>42573</c:v>
                </c:pt>
                <c:pt idx="187">
                  <c:v>42580</c:v>
                </c:pt>
                <c:pt idx="188">
                  <c:v>42587</c:v>
                </c:pt>
                <c:pt idx="189">
                  <c:v>42594</c:v>
                </c:pt>
                <c:pt idx="190">
                  <c:v>42601</c:v>
                </c:pt>
                <c:pt idx="191">
                  <c:v>42608</c:v>
                </c:pt>
                <c:pt idx="192">
                  <c:v>42615</c:v>
                </c:pt>
                <c:pt idx="193">
                  <c:v>42622</c:v>
                </c:pt>
                <c:pt idx="194">
                  <c:v>42629</c:v>
                </c:pt>
                <c:pt idx="195">
                  <c:v>42636</c:v>
                </c:pt>
                <c:pt idx="196">
                  <c:v>42643</c:v>
                </c:pt>
                <c:pt idx="197">
                  <c:v>42650</c:v>
                </c:pt>
                <c:pt idx="198">
                  <c:v>42657</c:v>
                </c:pt>
                <c:pt idx="199">
                  <c:v>42664</c:v>
                </c:pt>
                <c:pt idx="200">
                  <c:v>42671</c:v>
                </c:pt>
                <c:pt idx="201">
                  <c:v>42678</c:v>
                </c:pt>
                <c:pt idx="202">
                  <c:v>42685</c:v>
                </c:pt>
                <c:pt idx="203">
                  <c:v>42692</c:v>
                </c:pt>
                <c:pt idx="204">
                  <c:v>42699</c:v>
                </c:pt>
                <c:pt idx="205">
                  <c:v>42706</c:v>
                </c:pt>
                <c:pt idx="206">
                  <c:v>42713</c:v>
                </c:pt>
                <c:pt idx="207">
                  <c:v>42720</c:v>
                </c:pt>
                <c:pt idx="208">
                  <c:v>42727</c:v>
                </c:pt>
                <c:pt idx="209">
                  <c:v>42734</c:v>
                </c:pt>
                <c:pt idx="210">
                  <c:v>42741</c:v>
                </c:pt>
                <c:pt idx="211">
                  <c:v>42748</c:v>
                </c:pt>
                <c:pt idx="212">
                  <c:v>42755</c:v>
                </c:pt>
                <c:pt idx="213">
                  <c:v>42762</c:v>
                </c:pt>
                <c:pt idx="214">
                  <c:v>42769</c:v>
                </c:pt>
                <c:pt idx="215">
                  <c:v>42776</c:v>
                </c:pt>
                <c:pt idx="216">
                  <c:v>42783</c:v>
                </c:pt>
                <c:pt idx="217">
                  <c:v>42790</c:v>
                </c:pt>
                <c:pt idx="218">
                  <c:v>42797</c:v>
                </c:pt>
                <c:pt idx="219">
                  <c:v>42804</c:v>
                </c:pt>
                <c:pt idx="220">
                  <c:v>42811</c:v>
                </c:pt>
                <c:pt idx="221">
                  <c:v>42818</c:v>
                </c:pt>
                <c:pt idx="222">
                  <c:v>42825</c:v>
                </c:pt>
                <c:pt idx="223">
                  <c:v>42832</c:v>
                </c:pt>
                <c:pt idx="224">
                  <c:v>42839</c:v>
                </c:pt>
                <c:pt idx="225">
                  <c:v>42846</c:v>
                </c:pt>
                <c:pt idx="226">
                  <c:v>42853</c:v>
                </c:pt>
                <c:pt idx="227">
                  <c:v>42860</c:v>
                </c:pt>
                <c:pt idx="228">
                  <c:v>42867</c:v>
                </c:pt>
                <c:pt idx="229">
                  <c:v>42874</c:v>
                </c:pt>
                <c:pt idx="230">
                  <c:v>42881</c:v>
                </c:pt>
                <c:pt idx="231">
                  <c:v>42888</c:v>
                </c:pt>
                <c:pt idx="232">
                  <c:v>42895</c:v>
                </c:pt>
                <c:pt idx="233">
                  <c:v>42902</c:v>
                </c:pt>
                <c:pt idx="234">
                  <c:v>42909</c:v>
                </c:pt>
                <c:pt idx="235">
                  <c:v>42916</c:v>
                </c:pt>
                <c:pt idx="236">
                  <c:v>42923</c:v>
                </c:pt>
                <c:pt idx="237">
                  <c:v>42930</c:v>
                </c:pt>
                <c:pt idx="238">
                  <c:v>42937</c:v>
                </c:pt>
                <c:pt idx="239">
                  <c:v>42944</c:v>
                </c:pt>
                <c:pt idx="240">
                  <c:v>42951</c:v>
                </c:pt>
                <c:pt idx="241">
                  <c:v>42958</c:v>
                </c:pt>
                <c:pt idx="242">
                  <c:v>42965</c:v>
                </c:pt>
                <c:pt idx="243">
                  <c:v>42972</c:v>
                </c:pt>
                <c:pt idx="244">
                  <c:v>42979</c:v>
                </c:pt>
                <c:pt idx="245">
                  <c:v>42986</c:v>
                </c:pt>
                <c:pt idx="246">
                  <c:v>42993</c:v>
                </c:pt>
                <c:pt idx="247">
                  <c:v>43000</c:v>
                </c:pt>
                <c:pt idx="248">
                  <c:v>43007</c:v>
                </c:pt>
                <c:pt idx="249">
                  <c:v>43014</c:v>
                </c:pt>
                <c:pt idx="250">
                  <c:v>43021</c:v>
                </c:pt>
                <c:pt idx="251">
                  <c:v>43028</c:v>
                </c:pt>
                <c:pt idx="252">
                  <c:v>43035</c:v>
                </c:pt>
                <c:pt idx="253">
                  <c:v>43042</c:v>
                </c:pt>
                <c:pt idx="254">
                  <c:v>43049</c:v>
                </c:pt>
                <c:pt idx="255">
                  <c:v>43056</c:v>
                </c:pt>
                <c:pt idx="256">
                  <c:v>43063</c:v>
                </c:pt>
                <c:pt idx="257">
                  <c:v>43070</c:v>
                </c:pt>
                <c:pt idx="258">
                  <c:v>43077</c:v>
                </c:pt>
                <c:pt idx="259">
                  <c:v>43084</c:v>
                </c:pt>
                <c:pt idx="260">
                  <c:v>43091</c:v>
                </c:pt>
                <c:pt idx="261">
                  <c:v>43098</c:v>
                </c:pt>
                <c:pt idx="262">
                  <c:v>43105</c:v>
                </c:pt>
                <c:pt idx="263">
                  <c:v>43112</c:v>
                </c:pt>
                <c:pt idx="264">
                  <c:v>43119</c:v>
                </c:pt>
                <c:pt idx="265">
                  <c:v>43126</c:v>
                </c:pt>
                <c:pt idx="266">
                  <c:v>43133</c:v>
                </c:pt>
                <c:pt idx="267">
                  <c:v>43140</c:v>
                </c:pt>
                <c:pt idx="268">
                  <c:v>43147</c:v>
                </c:pt>
                <c:pt idx="269">
                  <c:v>43154</c:v>
                </c:pt>
                <c:pt idx="270">
                  <c:v>43161</c:v>
                </c:pt>
                <c:pt idx="271">
                  <c:v>43168</c:v>
                </c:pt>
                <c:pt idx="272">
                  <c:v>43175</c:v>
                </c:pt>
                <c:pt idx="273">
                  <c:v>43182</c:v>
                </c:pt>
                <c:pt idx="274">
                  <c:v>43189</c:v>
                </c:pt>
                <c:pt idx="275">
                  <c:v>43196</c:v>
                </c:pt>
                <c:pt idx="276">
                  <c:v>43203</c:v>
                </c:pt>
                <c:pt idx="277">
                  <c:v>43210</c:v>
                </c:pt>
                <c:pt idx="278">
                  <c:v>43217</c:v>
                </c:pt>
                <c:pt idx="279">
                  <c:v>43224</c:v>
                </c:pt>
                <c:pt idx="280">
                  <c:v>43231</c:v>
                </c:pt>
                <c:pt idx="281">
                  <c:v>43238</c:v>
                </c:pt>
                <c:pt idx="282">
                  <c:v>43245</c:v>
                </c:pt>
                <c:pt idx="283">
                  <c:v>43252</c:v>
                </c:pt>
                <c:pt idx="284">
                  <c:v>43259</c:v>
                </c:pt>
                <c:pt idx="285">
                  <c:v>43266</c:v>
                </c:pt>
                <c:pt idx="286">
                  <c:v>43273</c:v>
                </c:pt>
                <c:pt idx="287">
                  <c:v>43280</c:v>
                </c:pt>
                <c:pt idx="288">
                  <c:v>43287</c:v>
                </c:pt>
                <c:pt idx="289">
                  <c:v>43294</c:v>
                </c:pt>
                <c:pt idx="290">
                  <c:v>43301</c:v>
                </c:pt>
                <c:pt idx="291">
                  <c:v>43308</c:v>
                </c:pt>
                <c:pt idx="292">
                  <c:v>43315</c:v>
                </c:pt>
                <c:pt idx="293">
                  <c:v>43322</c:v>
                </c:pt>
                <c:pt idx="294">
                  <c:v>43329</c:v>
                </c:pt>
                <c:pt idx="295">
                  <c:v>43336</c:v>
                </c:pt>
                <c:pt idx="296">
                  <c:v>43343</c:v>
                </c:pt>
                <c:pt idx="297">
                  <c:v>43350</c:v>
                </c:pt>
                <c:pt idx="298">
                  <c:v>43357</c:v>
                </c:pt>
                <c:pt idx="299">
                  <c:v>43364</c:v>
                </c:pt>
                <c:pt idx="300">
                  <c:v>43371</c:v>
                </c:pt>
                <c:pt idx="301">
                  <c:v>43378</c:v>
                </c:pt>
                <c:pt idx="302">
                  <c:v>43385</c:v>
                </c:pt>
                <c:pt idx="303">
                  <c:v>43392</c:v>
                </c:pt>
                <c:pt idx="304">
                  <c:v>43399</c:v>
                </c:pt>
                <c:pt idx="305">
                  <c:v>43406</c:v>
                </c:pt>
                <c:pt idx="306">
                  <c:v>43413</c:v>
                </c:pt>
                <c:pt idx="307">
                  <c:v>43420</c:v>
                </c:pt>
                <c:pt idx="308">
                  <c:v>43427</c:v>
                </c:pt>
                <c:pt idx="309">
                  <c:v>43434</c:v>
                </c:pt>
                <c:pt idx="310">
                  <c:v>43441</c:v>
                </c:pt>
                <c:pt idx="311">
                  <c:v>43448</c:v>
                </c:pt>
                <c:pt idx="312">
                  <c:v>43455</c:v>
                </c:pt>
                <c:pt idx="313">
                  <c:v>43462</c:v>
                </c:pt>
                <c:pt idx="314">
                  <c:v>43469</c:v>
                </c:pt>
                <c:pt idx="315">
                  <c:v>43476</c:v>
                </c:pt>
                <c:pt idx="316">
                  <c:v>43483</c:v>
                </c:pt>
                <c:pt idx="317">
                  <c:v>43490</c:v>
                </c:pt>
                <c:pt idx="318">
                  <c:v>43497</c:v>
                </c:pt>
                <c:pt idx="319">
                  <c:v>43504</c:v>
                </c:pt>
                <c:pt idx="320">
                  <c:v>43511</c:v>
                </c:pt>
                <c:pt idx="321">
                  <c:v>43518</c:v>
                </c:pt>
                <c:pt idx="322">
                  <c:v>43525</c:v>
                </c:pt>
                <c:pt idx="323">
                  <c:v>43532</c:v>
                </c:pt>
                <c:pt idx="324">
                  <c:v>43539</c:v>
                </c:pt>
                <c:pt idx="325">
                  <c:v>43546</c:v>
                </c:pt>
                <c:pt idx="326">
                  <c:v>43553</c:v>
                </c:pt>
                <c:pt idx="327">
                  <c:v>43560</c:v>
                </c:pt>
                <c:pt idx="328">
                  <c:v>43567</c:v>
                </c:pt>
                <c:pt idx="329">
                  <c:v>43574</c:v>
                </c:pt>
                <c:pt idx="330">
                  <c:v>43581</c:v>
                </c:pt>
                <c:pt idx="331">
                  <c:v>43588</c:v>
                </c:pt>
                <c:pt idx="332">
                  <c:v>43595</c:v>
                </c:pt>
                <c:pt idx="333">
                  <c:v>43602</c:v>
                </c:pt>
                <c:pt idx="334">
                  <c:v>43609</c:v>
                </c:pt>
                <c:pt idx="335">
                  <c:v>43616</c:v>
                </c:pt>
                <c:pt idx="336">
                  <c:v>43623</c:v>
                </c:pt>
                <c:pt idx="337">
                  <c:v>43630</c:v>
                </c:pt>
                <c:pt idx="338">
                  <c:v>43637</c:v>
                </c:pt>
                <c:pt idx="339">
                  <c:v>43644</c:v>
                </c:pt>
                <c:pt idx="340">
                  <c:v>43651</c:v>
                </c:pt>
                <c:pt idx="341">
                  <c:v>43658</c:v>
                </c:pt>
                <c:pt idx="342">
                  <c:v>43665</c:v>
                </c:pt>
                <c:pt idx="343">
                  <c:v>43672</c:v>
                </c:pt>
                <c:pt idx="344">
                  <c:v>43679</c:v>
                </c:pt>
                <c:pt idx="345">
                  <c:v>43686</c:v>
                </c:pt>
                <c:pt idx="346">
                  <c:v>43693</c:v>
                </c:pt>
                <c:pt idx="347">
                  <c:v>43700</c:v>
                </c:pt>
                <c:pt idx="348">
                  <c:v>43707</c:v>
                </c:pt>
                <c:pt idx="349">
                  <c:v>43714</c:v>
                </c:pt>
                <c:pt idx="350">
                  <c:v>43721</c:v>
                </c:pt>
                <c:pt idx="351">
                  <c:v>43728</c:v>
                </c:pt>
                <c:pt idx="352">
                  <c:v>43735</c:v>
                </c:pt>
                <c:pt idx="353">
                  <c:v>43742</c:v>
                </c:pt>
                <c:pt idx="354">
                  <c:v>43749</c:v>
                </c:pt>
                <c:pt idx="355">
                  <c:v>43756</c:v>
                </c:pt>
                <c:pt idx="356">
                  <c:v>43763</c:v>
                </c:pt>
                <c:pt idx="357">
                  <c:v>43770</c:v>
                </c:pt>
                <c:pt idx="358">
                  <c:v>43777</c:v>
                </c:pt>
                <c:pt idx="359">
                  <c:v>43784</c:v>
                </c:pt>
                <c:pt idx="360">
                  <c:v>43791</c:v>
                </c:pt>
                <c:pt idx="361">
                  <c:v>43798</c:v>
                </c:pt>
                <c:pt idx="362">
                  <c:v>43805</c:v>
                </c:pt>
                <c:pt idx="363">
                  <c:v>43812</c:v>
                </c:pt>
                <c:pt idx="364">
                  <c:v>43819</c:v>
                </c:pt>
                <c:pt idx="365">
                  <c:v>43826</c:v>
                </c:pt>
                <c:pt idx="366">
                  <c:v>43833</c:v>
                </c:pt>
                <c:pt idx="367">
                  <c:v>43840</c:v>
                </c:pt>
                <c:pt idx="368">
                  <c:v>43847</c:v>
                </c:pt>
                <c:pt idx="369">
                  <c:v>43854</c:v>
                </c:pt>
                <c:pt idx="370">
                  <c:v>43861</c:v>
                </c:pt>
                <c:pt idx="371">
                  <c:v>43868</c:v>
                </c:pt>
                <c:pt idx="372">
                  <c:v>43875</c:v>
                </c:pt>
                <c:pt idx="373">
                  <c:v>43882</c:v>
                </c:pt>
                <c:pt idx="374">
                  <c:v>43889</c:v>
                </c:pt>
                <c:pt idx="375">
                  <c:v>43896</c:v>
                </c:pt>
                <c:pt idx="376">
                  <c:v>43903</c:v>
                </c:pt>
                <c:pt idx="377">
                  <c:v>43910</c:v>
                </c:pt>
                <c:pt idx="378">
                  <c:v>43917</c:v>
                </c:pt>
                <c:pt idx="379">
                  <c:v>43924</c:v>
                </c:pt>
                <c:pt idx="380">
                  <c:v>43931</c:v>
                </c:pt>
                <c:pt idx="381">
                  <c:v>43938</c:v>
                </c:pt>
                <c:pt idx="382">
                  <c:v>43945</c:v>
                </c:pt>
                <c:pt idx="383">
                  <c:v>43952</c:v>
                </c:pt>
                <c:pt idx="384">
                  <c:v>43959</c:v>
                </c:pt>
                <c:pt idx="385">
                  <c:v>43966</c:v>
                </c:pt>
                <c:pt idx="386">
                  <c:v>43973</c:v>
                </c:pt>
                <c:pt idx="387">
                  <c:v>43980</c:v>
                </c:pt>
                <c:pt idx="388">
                  <c:v>43987</c:v>
                </c:pt>
                <c:pt idx="389">
                  <c:v>43994</c:v>
                </c:pt>
                <c:pt idx="390">
                  <c:v>44001</c:v>
                </c:pt>
                <c:pt idx="391">
                  <c:v>44008</c:v>
                </c:pt>
                <c:pt idx="392">
                  <c:v>44015</c:v>
                </c:pt>
                <c:pt idx="393">
                  <c:v>44022</c:v>
                </c:pt>
                <c:pt idx="394">
                  <c:v>44029</c:v>
                </c:pt>
                <c:pt idx="395">
                  <c:v>44036</c:v>
                </c:pt>
                <c:pt idx="396">
                  <c:v>44043</c:v>
                </c:pt>
                <c:pt idx="397">
                  <c:v>44050</c:v>
                </c:pt>
                <c:pt idx="398">
                  <c:v>44057</c:v>
                </c:pt>
                <c:pt idx="399">
                  <c:v>44064</c:v>
                </c:pt>
                <c:pt idx="400">
                  <c:v>44071</c:v>
                </c:pt>
                <c:pt idx="401">
                  <c:v>44078</c:v>
                </c:pt>
                <c:pt idx="402">
                  <c:v>44085</c:v>
                </c:pt>
                <c:pt idx="403">
                  <c:v>44092</c:v>
                </c:pt>
                <c:pt idx="404">
                  <c:v>44099</c:v>
                </c:pt>
                <c:pt idx="405">
                  <c:v>44106</c:v>
                </c:pt>
                <c:pt idx="406">
                  <c:v>44113</c:v>
                </c:pt>
                <c:pt idx="407">
                  <c:v>44120</c:v>
                </c:pt>
                <c:pt idx="408">
                  <c:v>44127</c:v>
                </c:pt>
                <c:pt idx="409">
                  <c:v>44134</c:v>
                </c:pt>
                <c:pt idx="410">
                  <c:v>44141</c:v>
                </c:pt>
                <c:pt idx="411">
                  <c:v>44148</c:v>
                </c:pt>
                <c:pt idx="412">
                  <c:v>44155</c:v>
                </c:pt>
                <c:pt idx="413">
                  <c:v>44162</c:v>
                </c:pt>
                <c:pt idx="414">
                  <c:v>44169</c:v>
                </c:pt>
                <c:pt idx="415">
                  <c:v>44176</c:v>
                </c:pt>
                <c:pt idx="416">
                  <c:v>44183</c:v>
                </c:pt>
                <c:pt idx="417">
                  <c:v>44190</c:v>
                </c:pt>
                <c:pt idx="418">
                  <c:v>44197</c:v>
                </c:pt>
                <c:pt idx="419">
                  <c:v>44204</c:v>
                </c:pt>
                <c:pt idx="420">
                  <c:v>44211</c:v>
                </c:pt>
                <c:pt idx="421">
                  <c:v>44218</c:v>
                </c:pt>
                <c:pt idx="422">
                  <c:v>44225</c:v>
                </c:pt>
                <c:pt idx="423">
                  <c:v>44232</c:v>
                </c:pt>
                <c:pt idx="424">
                  <c:v>44239</c:v>
                </c:pt>
                <c:pt idx="425">
                  <c:v>44246</c:v>
                </c:pt>
                <c:pt idx="426">
                  <c:v>44253</c:v>
                </c:pt>
                <c:pt idx="427">
                  <c:v>44260</c:v>
                </c:pt>
                <c:pt idx="428">
                  <c:v>44267</c:v>
                </c:pt>
                <c:pt idx="429">
                  <c:v>44274</c:v>
                </c:pt>
                <c:pt idx="430">
                  <c:v>44281</c:v>
                </c:pt>
                <c:pt idx="431">
                  <c:v>44288</c:v>
                </c:pt>
                <c:pt idx="432">
                  <c:v>44295</c:v>
                </c:pt>
                <c:pt idx="433">
                  <c:v>44302</c:v>
                </c:pt>
                <c:pt idx="434">
                  <c:v>44309</c:v>
                </c:pt>
                <c:pt idx="435">
                  <c:v>44316</c:v>
                </c:pt>
                <c:pt idx="436">
                  <c:v>44323</c:v>
                </c:pt>
                <c:pt idx="437">
                  <c:v>44330</c:v>
                </c:pt>
                <c:pt idx="438">
                  <c:v>44337</c:v>
                </c:pt>
                <c:pt idx="439">
                  <c:v>44344</c:v>
                </c:pt>
                <c:pt idx="440">
                  <c:v>44351</c:v>
                </c:pt>
                <c:pt idx="441">
                  <c:v>44358</c:v>
                </c:pt>
                <c:pt idx="442">
                  <c:v>44365</c:v>
                </c:pt>
                <c:pt idx="443">
                  <c:v>44372</c:v>
                </c:pt>
                <c:pt idx="444">
                  <c:v>44379</c:v>
                </c:pt>
                <c:pt idx="445">
                  <c:v>44386</c:v>
                </c:pt>
                <c:pt idx="446">
                  <c:v>44393</c:v>
                </c:pt>
                <c:pt idx="447">
                  <c:v>44400</c:v>
                </c:pt>
                <c:pt idx="448">
                  <c:v>44407</c:v>
                </c:pt>
                <c:pt idx="449">
                  <c:v>44414</c:v>
                </c:pt>
                <c:pt idx="450">
                  <c:v>44421</c:v>
                </c:pt>
                <c:pt idx="451">
                  <c:v>44428</c:v>
                </c:pt>
                <c:pt idx="452">
                  <c:v>44435</c:v>
                </c:pt>
                <c:pt idx="453">
                  <c:v>44442</c:v>
                </c:pt>
                <c:pt idx="454">
                  <c:v>44449</c:v>
                </c:pt>
                <c:pt idx="455">
                  <c:v>44456</c:v>
                </c:pt>
                <c:pt idx="456">
                  <c:v>44463</c:v>
                </c:pt>
                <c:pt idx="457">
                  <c:v>44470</c:v>
                </c:pt>
                <c:pt idx="458">
                  <c:v>44477</c:v>
                </c:pt>
                <c:pt idx="459">
                  <c:v>44484</c:v>
                </c:pt>
                <c:pt idx="460">
                  <c:v>44491</c:v>
                </c:pt>
                <c:pt idx="461">
                  <c:v>44498</c:v>
                </c:pt>
                <c:pt idx="462">
                  <c:v>44505</c:v>
                </c:pt>
                <c:pt idx="463">
                  <c:v>44512</c:v>
                </c:pt>
                <c:pt idx="464">
                  <c:v>44519</c:v>
                </c:pt>
                <c:pt idx="465">
                  <c:v>44526</c:v>
                </c:pt>
                <c:pt idx="466">
                  <c:v>44533</c:v>
                </c:pt>
                <c:pt idx="467">
                  <c:v>44540</c:v>
                </c:pt>
                <c:pt idx="468">
                  <c:v>44547</c:v>
                </c:pt>
                <c:pt idx="469">
                  <c:v>44554</c:v>
                </c:pt>
                <c:pt idx="470">
                  <c:v>44561</c:v>
                </c:pt>
                <c:pt idx="471">
                  <c:v>44568</c:v>
                </c:pt>
                <c:pt idx="472">
                  <c:v>44575</c:v>
                </c:pt>
                <c:pt idx="473">
                  <c:v>44582</c:v>
                </c:pt>
                <c:pt idx="474">
                  <c:v>44589</c:v>
                </c:pt>
                <c:pt idx="475">
                  <c:v>44596</c:v>
                </c:pt>
                <c:pt idx="476">
                  <c:v>44603</c:v>
                </c:pt>
                <c:pt idx="477">
                  <c:v>44610</c:v>
                </c:pt>
                <c:pt idx="478">
                  <c:v>44617</c:v>
                </c:pt>
                <c:pt idx="479">
                  <c:v>44624</c:v>
                </c:pt>
                <c:pt idx="480">
                  <c:v>44631</c:v>
                </c:pt>
                <c:pt idx="481">
                  <c:v>44638</c:v>
                </c:pt>
                <c:pt idx="482">
                  <c:v>44645</c:v>
                </c:pt>
                <c:pt idx="483">
                  <c:v>44652</c:v>
                </c:pt>
                <c:pt idx="484">
                  <c:v>44659</c:v>
                </c:pt>
                <c:pt idx="485">
                  <c:v>44666</c:v>
                </c:pt>
                <c:pt idx="486">
                  <c:v>44673</c:v>
                </c:pt>
                <c:pt idx="487">
                  <c:v>44680</c:v>
                </c:pt>
                <c:pt idx="488">
                  <c:v>44687</c:v>
                </c:pt>
                <c:pt idx="489">
                  <c:v>44694</c:v>
                </c:pt>
                <c:pt idx="490">
                  <c:v>44701</c:v>
                </c:pt>
                <c:pt idx="491">
                  <c:v>44708</c:v>
                </c:pt>
                <c:pt idx="492">
                  <c:v>44715</c:v>
                </c:pt>
                <c:pt idx="493">
                  <c:v>44722</c:v>
                </c:pt>
                <c:pt idx="494">
                  <c:v>44729</c:v>
                </c:pt>
                <c:pt idx="495">
                  <c:v>44736</c:v>
                </c:pt>
                <c:pt idx="496">
                  <c:v>44743</c:v>
                </c:pt>
                <c:pt idx="497">
                  <c:v>44750</c:v>
                </c:pt>
                <c:pt idx="498">
                  <c:v>44757</c:v>
                </c:pt>
                <c:pt idx="499">
                  <c:v>44764</c:v>
                </c:pt>
                <c:pt idx="500">
                  <c:v>44771</c:v>
                </c:pt>
                <c:pt idx="501">
                  <c:v>44778</c:v>
                </c:pt>
                <c:pt idx="502">
                  <c:v>44785</c:v>
                </c:pt>
                <c:pt idx="503">
                  <c:v>44792</c:v>
                </c:pt>
                <c:pt idx="504">
                  <c:v>44799</c:v>
                </c:pt>
                <c:pt idx="505">
                  <c:v>44806</c:v>
                </c:pt>
                <c:pt idx="506">
                  <c:v>44813</c:v>
                </c:pt>
                <c:pt idx="507">
                  <c:v>44820</c:v>
                </c:pt>
                <c:pt idx="508">
                  <c:v>44827</c:v>
                </c:pt>
                <c:pt idx="509">
                  <c:v>44834</c:v>
                </c:pt>
                <c:pt idx="510">
                  <c:v>44841</c:v>
                </c:pt>
                <c:pt idx="511">
                  <c:v>44848</c:v>
                </c:pt>
                <c:pt idx="512">
                  <c:v>44855</c:v>
                </c:pt>
                <c:pt idx="513">
                  <c:v>44862</c:v>
                </c:pt>
                <c:pt idx="514">
                  <c:v>44869</c:v>
                </c:pt>
                <c:pt idx="515">
                  <c:v>44876</c:v>
                </c:pt>
                <c:pt idx="516">
                  <c:v>44883</c:v>
                </c:pt>
                <c:pt idx="517">
                  <c:v>44890</c:v>
                </c:pt>
                <c:pt idx="518">
                  <c:v>44897</c:v>
                </c:pt>
                <c:pt idx="519">
                  <c:v>44904</c:v>
                </c:pt>
                <c:pt idx="520">
                  <c:v>44911</c:v>
                </c:pt>
                <c:pt idx="521">
                  <c:v>44918</c:v>
                </c:pt>
                <c:pt idx="522">
                  <c:v>44925</c:v>
                </c:pt>
                <c:pt idx="523">
                  <c:v>44932</c:v>
                </c:pt>
                <c:pt idx="524">
                  <c:v>44939</c:v>
                </c:pt>
                <c:pt idx="525">
                  <c:v>44946</c:v>
                </c:pt>
                <c:pt idx="526">
                  <c:v>44953</c:v>
                </c:pt>
                <c:pt idx="527">
                  <c:v>44960</c:v>
                </c:pt>
                <c:pt idx="528">
                  <c:v>44967</c:v>
                </c:pt>
                <c:pt idx="529">
                  <c:v>44974</c:v>
                </c:pt>
                <c:pt idx="530">
                  <c:v>44981</c:v>
                </c:pt>
                <c:pt idx="531">
                  <c:v>44988</c:v>
                </c:pt>
                <c:pt idx="532">
                  <c:v>44995</c:v>
                </c:pt>
                <c:pt idx="533">
                  <c:v>45002</c:v>
                </c:pt>
                <c:pt idx="534">
                  <c:v>45009</c:v>
                </c:pt>
                <c:pt idx="535">
                  <c:v>45016</c:v>
                </c:pt>
                <c:pt idx="536">
                  <c:v>45023</c:v>
                </c:pt>
                <c:pt idx="537">
                  <c:v>45030</c:v>
                </c:pt>
                <c:pt idx="538">
                  <c:v>45037</c:v>
                </c:pt>
                <c:pt idx="539">
                  <c:v>45044</c:v>
                </c:pt>
                <c:pt idx="540">
                  <c:v>45051</c:v>
                </c:pt>
                <c:pt idx="541">
                  <c:v>45058</c:v>
                </c:pt>
                <c:pt idx="542">
                  <c:v>45065</c:v>
                </c:pt>
                <c:pt idx="543">
                  <c:v>45072</c:v>
                </c:pt>
                <c:pt idx="544">
                  <c:v>45079</c:v>
                </c:pt>
                <c:pt idx="545">
                  <c:v>45086</c:v>
                </c:pt>
                <c:pt idx="546">
                  <c:v>45093</c:v>
                </c:pt>
                <c:pt idx="547">
                  <c:v>45100</c:v>
                </c:pt>
                <c:pt idx="548">
                  <c:v>45107</c:v>
                </c:pt>
                <c:pt idx="549">
                  <c:v>45114</c:v>
                </c:pt>
                <c:pt idx="550">
                  <c:v>45121</c:v>
                </c:pt>
                <c:pt idx="551">
                  <c:v>45128</c:v>
                </c:pt>
                <c:pt idx="552">
                  <c:v>45135</c:v>
                </c:pt>
                <c:pt idx="553">
                  <c:v>45142</c:v>
                </c:pt>
                <c:pt idx="554">
                  <c:v>45149</c:v>
                </c:pt>
                <c:pt idx="555">
                  <c:v>45156</c:v>
                </c:pt>
                <c:pt idx="556">
                  <c:v>45163</c:v>
                </c:pt>
                <c:pt idx="557">
                  <c:v>45170</c:v>
                </c:pt>
                <c:pt idx="558">
                  <c:v>45177</c:v>
                </c:pt>
                <c:pt idx="559">
                  <c:v>45184</c:v>
                </c:pt>
                <c:pt idx="560">
                  <c:v>45191</c:v>
                </c:pt>
                <c:pt idx="561">
                  <c:v>45198</c:v>
                </c:pt>
                <c:pt idx="562">
                  <c:v>45205</c:v>
                </c:pt>
                <c:pt idx="563">
                  <c:v>45212</c:v>
                </c:pt>
                <c:pt idx="564">
                  <c:v>45219</c:v>
                </c:pt>
                <c:pt idx="565">
                  <c:v>45226</c:v>
                </c:pt>
                <c:pt idx="566">
                  <c:v>45233</c:v>
                </c:pt>
                <c:pt idx="567">
                  <c:v>45240</c:v>
                </c:pt>
                <c:pt idx="568">
                  <c:v>45247</c:v>
                </c:pt>
                <c:pt idx="569">
                  <c:v>45254</c:v>
                </c:pt>
                <c:pt idx="570">
                  <c:v>45261</c:v>
                </c:pt>
                <c:pt idx="571">
                  <c:v>45268</c:v>
                </c:pt>
                <c:pt idx="572">
                  <c:v>45275</c:v>
                </c:pt>
                <c:pt idx="573">
                  <c:v>45282</c:v>
                </c:pt>
                <c:pt idx="574">
                  <c:v>45289</c:v>
                </c:pt>
                <c:pt idx="575">
                  <c:v>45296</c:v>
                </c:pt>
                <c:pt idx="576">
                  <c:v>45303</c:v>
                </c:pt>
                <c:pt idx="577">
                  <c:v>45310</c:v>
                </c:pt>
                <c:pt idx="578">
                  <c:v>45317</c:v>
                </c:pt>
                <c:pt idx="579">
                  <c:v>45324</c:v>
                </c:pt>
                <c:pt idx="580">
                  <c:v>45331</c:v>
                </c:pt>
                <c:pt idx="581">
                  <c:v>45338</c:v>
                </c:pt>
                <c:pt idx="582">
                  <c:v>45345</c:v>
                </c:pt>
                <c:pt idx="583">
                  <c:v>45352</c:v>
                </c:pt>
                <c:pt idx="584">
                  <c:v>45359</c:v>
                </c:pt>
                <c:pt idx="585">
                  <c:v>45366</c:v>
                </c:pt>
                <c:pt idx="586">
                  <c:v>45373</c:v>
                </c:pt>
                <c:pt idx="587">
                  <c:v>45380</c:v>
                </c:pt>
                <c:pt idx="588">
                  <c:v>45387</c:v>
                </c:pt>
                <c:pt idx="589">
                  <c:v>45394</c:v>
                </c:pt>
                <c:pt idx="590">
                  <c:v>45401</c:v>
                </c:pt>
                <c:pt idx="591">
                  <c:v>45408</c:v>
                </c:pt>
                <c:pt idx="592">
                  <c:v>45415</c:v>
                </c:pt>
                <c:pt idx="593">
                  <c:v>45422</c:v>
                </c:pt>
                <c:pt idx="594">
                  <c:v>45429</c:v>
                </c:pt>
                <c:pt idx="595">
                  <c:v>45436</c:v>
                </c:pt>
                <c:pt idx="596">
                  <c:v>45443</c:v>
                </c:pt>
                <c:pt idx="597">
                  <c:v>45450</c:v>
                </c:pt>
                <c:pt idx="598">
                  <c:v>45457</c:v>
                </c:pt>
                <c:pt idx="599">
                  <c:v>45464</c:v>
                </c:pt>
                <c:pt idx="600">
                  <c:v>45471</c:v>
                </c:pt>
                <c:pt idx="601">
                  <c:v>45478</c:v>
                </c:pt>
                <c:pt idx="602">
                  <c:v>45485</c:v>
                </c:pt>
                <c:pt idx="603">
                  <c:v>45492</c:v>
                </c:pt>
                <c:pt idx="604">
                  <c:v>45499</c:v>
                </c:pt>
                <c:pt idx="605">
                  <c:v>45506</c:v>
                </c:pt>
                <c:pt idx="606">
                  <c:v>45513</c:v>
                </c:pt>
                <c:pt idx="607">
                  <c:v>45520</c:v>
                </c:pt>
                <c:pt idx="608">
                  <c:v>45527</c:v>
                </c:pt>
                <c:pt idx="609">
                  <c:v>45534</c:v>
                </c:pt>
                <c:pt idx="610">
                  <c:v>45541</c:v>
                </c:pt>
                <c:pt idx="611">
                  <c:v>45548</c:v>
                </c:pt>
                <c:pt idx="612">
                  <c:v>45555</c:v>
                </c:pt>
                <c:pt idx="613">
                  <c:v>45562</c:v>
                </c:pt>
                <c:pt idx="614">
                  <c:v>45569</c:v>
                </c:pt>
                <c:pt idx="615">
                  <c:v>45576</c:v>
                </c:pt>
                <c:pt idx="616">
                  <c:v>45583</c:v>
                </c:pt>
                <c:pt idx="617">
                  <c:v>45590</c:v>
                </c:pt>
                <c:pt idx="618">
                  <c:v>45597</c:v>
                </c:pt>
                <c:pt idx="619">
                  <c:v>45604</c:v>
                </c:pt>
                <c:pt idx="620">
                  <c:v>45611</c:v>
                </c:pt>
                <c:pt idx="621">
                  <c:v>45618</c:v>
                </c:pt>
                <c:pt idx="622">
                  <c:v>45625</c:v>
                </c:pt>
                <c:pt idx="623">
                  <c:v>45632</c:v>
                </c:pt>
                <c:pt idx="624">
                  <c:v>45639</c:v>
                </c:pt>
                <c:pt idx="625">
                  <c:v>45646</c:v>
                </c:pt>
                <c:pt idx="626">
                  <c:v>45653</c:v>
                </c:pt>
                <c:pt idx="627">
                  <c:v>45660</c:v>
                </c:pt>
                <c:pt idx="628">
                  <c:v>45667</c:v>
                </c:pt>
                <c:pt idx="629">
                  <c:v>45674</c:v>
                </c:pt>
                <c:pt idx="630">
                  <c:v>45681</c:v>
                </c:pt>
                <c:pt idx="631">
                  <c:v>45688</c:v>
                </c:pt>
                <c:pt idx="632">
                  <c:v>45695</c:v>
                </c:pt>
                <c:pt idx="633">
                  <c:v>45702</c:v>
                </c:pt>
                <c:pt idx="634">
                  <c:v>45709</c:v>
                </c:pt>
                <c:pt idx="635">
                  <c:v>45716</c:v>
                </c:pt>
                <c:pt idx="636">
                  <c:v>45723</c:v>
                </c:pt>
                <c:pt idx="637">
                  <c:v>45730</c:v>
                </c:pt>
                <c:pt idx="638">
                  <c:v>45737</c:v>
                </c:pt>
                <c:pt idx="639">
                  <c:v>45744</c:v>
                </c:pt>
                <c:pt idx="640">
                  <c:v>45751</c:v>
                </c:pt>
                <c:pt idx="641">
                  <c:v>45758</c:v>
                </c:pt>
                <c:pt idx="642">
                  <c:v>45765</c:v>
                </c:pt>
                <c:pt idx="643">
                  <c:v>45772</c:v>
                </c:pt>
                <c:pt idx="644">
                  <c:v>45779</c:v>
                </c:pt>
                <c:pt idx="645">
                  <c:v>45786</c:v>
                </c:pt>
                <c:pt idx="646">
                  <c:v>45793</c:v>
                </c:pt>
                <c:pt idx="647">
                  <c:v>45800</c:v>
                </c:pt>
                <c:pt idx="648">
                  <c:v>45807</c:v>
                </c:pt>
                <c:pt idx="649">
                  <c:v>45814</c:v>
                </c:pt>
                <c:pt idx="650">
                  <c:v>45821</c:v>
                </c:pt>
                <c:pt idx="651">
                  <c:v>45828</c:v>
                </c:pt>
                <c:pt idx="652">
                  <c:v>45835</c:v>
                </c:pt>
                <c:pt idx="653">
                  <c:v>45842</c:v>
                </c:pt>
                <c:pt idx="654">
                  <c:v>45849</c:v>
                </c:pt>
                <c:pt idx="655">
                  <c:v>45856</c:v>
                </c:pt>
                <c:pt idx="656">
                  <c:v>45863</c:v>
                </c:pt>
                <c:pt idx="657">
                  <c:v>45870</c:v>
                </c:pt>
                <c:pt idx="658">
                  <c:v>45877</c:v>
                </c:pt>
                <c:pt idx="659">
                  <c:v>45884</c:v>
                </c:pt>
                <c:pt idx="660">
                  <c:v>45891</c:v>
                </c:pt>
                <c:pt idx="661">
                  <c:v>45898</c:v>
                </c:pt>
                <c:pt idx="662">
                  <c:v>45905</c:v>
                </c:pt>
                <c:pt idx="663">
                  <c:v>45912</c:v>
                </c:pt>
                <c:pt idx="664">
                  <c:v>45919</c:v>
                </c:pt>
                <c:pt idx="665">
                  <c:v>45926</c:v>
                </c:pt>
                <c:pt idx="666">
                  <c:v>45933</c:v>
                </c:pt>
                <c:pt idx="667">
                  <c:v>45940</c:v>
                </c:pt>
                <c:pt idx="668">
                  <c:v>45947</c:v>
                </c:pt>
                <c:pt idx="669">
                  <c:v>45954</c:v>
                </c:pt>
                <c:pt idx="670">
                  <c:v>45961</c:v>
                </c:pt>
                <c:pt idx="671">
                  <c:v>45968</c:v>
                </c:pt>
                <c:pt idx="672">
                  <c:v>45975</c:v>
                </c:pt>
                <c:pt idx="673">
                  <c:v>45982</c:v>
                </c:pt>
                <c:pt idx="674">
                  <c:v>45989</c:v>
                </c:pt>
                <c:pt idx="675">
                  <c:v>45996</c:v>
                </c:pt>
                <c:pt idx="676">
                  <c:v>46003</c:v>
                </c:pt>
                <c:pt idx="677">
                  <c:v>46010</c:v>
                </c:pt>
                <c:pt idx="678">
                  <c:v>46017</c:v>
                </c:pt>
                <c:pt idx="679">
                  <c:v>46024</c:v>
                </c:pt>
                <c:pt idx="680">
                  <c:v>46031</c:v>
                </c:pt>
                <c:pt idx="681">
                  <c:v>46038</c:v>
                </c:pt>
                <c:pt idx="682">
                  <c:v>46045</c:v>
                </c:pt>
                <c:pt idx="683">
                  <c:v>46052</c:v>
                </c:pt>
                <c:pt idx="684">
                  <c:v>46059</c:v>
                </c:pt>
                <c:pt idx="685">
                  <c:v>46066</c:v>
                </c:pt>
                <c:pt idx="686">
                  <c:v>46073</c:v>
                </c:pt>
                <c:pt idx="687">
                  <c:v>46080</c:v>
                </c:pt>
                <c:pt idx="688">
                  <c:v>46087</c:v>
                </c:pt>
                <c:pt idx="689">
                  <c:v>46094</c:v>
                </c:pt>
                <c:pt idx="690">
                  <c:v>46101</c:v>
                </c:pt>
                <c:pt idx="691">
                  <c:v>46108</c:v>
                </c:pt>
                <c:pt idx="692">
                  <c:v>46115</c:v>
                </c:pt>
                <c:pt idx="693">
                  <c:v>46122</c:v>
                </c:pt>
                <c:pt idx="694">
                  <c:v>46129</c:v>
                </c:pt>
                <c:pt idx="695">
                  <c:v>46136</c:v>
                </c:pt>
                <c:pt idx="696">
                  <c:v>46143</c:v>
                </c:pt>
                <c:pt idx="697">
                  <c:v>46150</c:v>
                </c:pt>
                <c:pt idx="698">
                  <c:v>46157</c:v>
                </c:pt>
                <c:pt idx="699">
                  <c:v>46164</c:v>
                </c:pt>
                <c:pt idx="700">
                  <c:v>46171</c:v>
                </c:pt>
                <c:pt idx="701">
                  <c:v>46178</c:v>
                </c:pt>
                <c:pt idx="702">
                  <c:v>46185</c:v>
                </c:pt>
                <c:pt idx="703">
                  <c:v>46192</c:v>
                </c:pt>
                <c:pt idx="704">
                  <c:v>46199</c:v>
                </c:pt>
                <c:pt idx="705">
                  <c:v>46206</c:v>
                </c:pt>
                <c:pt idx="706">
                  <c:v>46213</c:v>
                </c:pt>
                <c:pt idx="707">
                  <c:v>46220</c:v>
                </c:pt>
                <c:pt idx="708">
                  <c:v>46227</c:v>
                </c:pt>
                <c:pt idx="709">
                  <c:v>46234</c:v>
                </c:pt>
                <c:pt idx="710">
                  <c:v>46241</c:v>
                </c:pt>
                <c:pt idx="711">
                  <c:v>46248</c:v>
                </c:pt>
              </c:numCache>
            </c:numRef>
          </c:cat>
          <c:val>
            <c:numRef>
              <c:f>'EM Composite VRP'!$W$5:$W$716</c:f>
              <c:numCache>
                <c:formatCode>General</c:formatCode>
                <c:ptCount val="712"/>
                <c:pt idx="0">
                  <c:v>4.7440000000000007</c:v>
                </c:pt>
                <c:pt idx="1">
                  <c:v>4.7308000000000003</c:v>
                </c:pt>
                <c:pt idx="2">
                  <c:v>4.7202999999999999</c:v>
                </c:pt>
                <c:pt idx="3">
                  <c:v>4.7233999999999998</c:v>
                </c:pt>
                <c:pt idx="4">
                  <c:v>4.6176999999999992</c:v>
                </c:pt>
                <c:pt idx="5">
                  <c:v>4.5986000000000002</c:v>
                </c:pt>
                <c:pt idx="6">
                  <c:v>4.6579999999999995</c:v>
                </c:pt>
                <c:pt idx="7">
                  <c:v>4.6242999999999999</c:v>
                </c:pt>
                <c:pt idx="8">
                  <c:v>4.6423000000000005</c:v>
                </c:pt>
                <c:pt idx="9">
                  <c:v>4.7888999999999999</c:v>
                </c:pt>
                <c:pt idx="10">
                  <c:v>4.6505999999999998</c:v>
                </c:pt>
                <c:pt idx="11">
                  <c:v>4.7210999999999999</c:v>
                </c:pt>
                <c:pt idx="12">
                  <c:v>4.8026999999999997</c:v>
                </c:pt>
                <c:pt idx="13">
                  <c:v>4.8084999999999996</c:v>
                </c:pt>
                <c:pt idx="14">
                  <c:v>4.7570999999999994</c:v>
                </c:pt>
                <c:pt idx="15">
                  <c:v>4.6888999999999994</c:v>
                </c:pt>
                <c:pt idx="16">
                  <c:v>4.5869</c:v>
                </c:pt>
                <c:pt idx="17">
                  <c:v>4.5891999999999999</c:v>
                </c:pt>
                <c:pt idx="18">
                  <c:v>4.4931999999999999</c:v>
                </c:pt>
                <c:pt idx="19">
                  <c:v>4.3834999999999997</c:v>
                </c:pt>
                <c:pt idx="20">
                  <c:v>4.43</c:v>
                </c:pt>
                <c:pt idx="21">
                  <c:v>4.5590000000000002</c:v>
                </c:pt>
                <c:pt idx="22">
                  <c:v>4.7429000000000006</c:v>
                </c:pt>
                <c:pt idx="23">
                  <c:v>4.9147999999999996</c:v>
                </c:pt>
                <c:pt idx="24">
                  <c:v>4.9839000000000002</c:v>
                </c:pt>
                <c:pt idx="25">
                  <c:v>5.1543999999999999</c:v>
                </c:pt>
                <c:pt idx="26">
                  <c:v>5.0270999999999999</c:v>
                </c:pt>
                <c:pt idx="27">
                  <c:v>4.8472999999999997</c:v>
                </c:pt>
                <c:pt idx="28">
                  <c:v>5.0591999999999997</c:v>
                </c:pt>
                <c:pt idx="29">
                  <c:v>5.0669000000000004</c:v>
                </c:pt>
                <c:pt idx="30">
                  <c:v>5.1341000000000001</c:v>
                </c:pt>
                <c:pt idx="31">
                  <c:v>5.1208999999999998</c:v>
                </c:pt>
                <c:pt idx="32">
                  <c:v>5.0849000000000002</c:v>
                </c:pt>
                <c:pt idx="33">
                  <c:v>5.1065000000000005</c:v>
                </c:pt>
                <c:pt idx="34">
                  <c:v>5.2314000000000007</c:v>
                </c:pt>
                <c:pt idx="35">
                  <c:v>5.2766999999999999</c:v>
                </c:pt>
                <c:pt idx="36">
                  <c:v>5.1745000000000001</c:v>
                </c:pt>
                <c:pt idx="37">
                  <c:v>5.0276999999999994</c:v>
                </c:pt>
                <c:pt idx="38">
                  <c:v>4.9496000000000002</c:v>
                </c:pt>
                <c:pt idx="39">
                  <c:v>5.1641000000000004</c:v>
                </c:pt>
                <c:pt idx="40">
                  <c:v>5.1143000000000001</c:v>
                </c:pt>
                <c:pt idx="41">
                  <c:v>5.0449999999999999</c:v>
                </c:pt>
                <c:pt idx="42">
                  <c:v>5.0074999999999994</c:v>
                </c:pt>
                <c:pt idx="43">
                  <c:v>4.9518000000000004</c:v>
                </c:pt>
                <c:pt idx="44">
                  <c:v>5.0961999999999996</c:v>
                </c:pt>
                <c:pt idx="45">
                  <c:v>5.2111999999999998</c:v>
                </c:pt>
                <c:pt idx="46">
                  <c:v>5.3240999999999996</c:v>
                </c:pt>
                <c:pt idx="47">
                  <c:v>5.4207000000000001</c:v>
                </c:pt>
                <c:pt idx="48">
                  <c:v>5.4116</c:v>
                </c:pt>
                <c:pt idx="49">
                  <c:v>5.3276000000000003</c:v>
                </c:pt>
                <c:pt idx="50">
                  <c:v>5.2088999999999999</c:v>
                </c:pt>
                <c:pt idx="51">
                  <c:v>5.0922000000000001</c:v>
                </c:pt>
                <c:pt idx="52">
                  <c:v>5.0782000000000007</c:v>
                </c:pt>
                <c:pt idx="53">
                  <c:v>5.1604000000000001</c:v>
                </c:pt>
                <c:pt idx="54">
                  <c:v>5.2072000000000003</c:v>
                </c:pt>
                <c:pt idx="55">
                  <c:v>5.1907000000000005</c:v>
                </c:pt>
                <c:pt idx="56">
                  <c:v>5.4676</c:v>
                </c:pt>
                <c:pt idx="57">
                  <c:v>5.7065000000000001</c:v>
                </c:pt>
                <c:pt idx="58">
                  <c:v>5.5640000000000001</c:v>
                </c:pt>
                <c:pt idx="59">
                  <c:v>5.4943000000000008</c:v>
                </c:pt>
                <c:pt idx="60">
                  <c:v>5.4762000000000004</c:v>
                </c:pt>
                <c:pt idx="61">
                  <c:v>5.4773000000000005</c:v>
                </c:pt>
                <c:pt idx="62">
                  <c:v>5.3595999999999995</c:v>
                </c:pt>
                <c:pt idx="63">
                  <c:v>5.5416000000000007</c:v>
                </c:pt>
                <c:pt idx="64">
                  <c:v>5.3684999999999992</c:v>
                </c:pt>
                <c:pt idx="65">
                  <c:v>5.15</c:v>
                </c:pt>
                <c:pt idx="66">
                  <c:v>5.1556999999999995</c:v>
                </c:pt>
                <c:pt idx="67">
                  <c:v>5.2069000000000001</c:v>
                </c:pt>
                <c:pt idx="68">
                  <c:v>5.0732999999999997</c:v>
                </c:pt>
                <c:pt idx="69">
                  <c:v>5.1322999999999999</c:v>
                </c:pt>
                <c:pt idx="70">
                  <c:v>5.1310000000000002</c:v>
                </c:pt>
                <c:pt idx="71">
                  <c:v>5.0645000000000007</c:v>
                </c:pt>
                <c:pt idx="72">
                  <c:v>5.1022999999999996</c:v>
                </c:pt>
                <c:pt idx="73">
                  <c:v>5.0730000000000004</c:v>
                </c:pt>
                <c:pt idx="74">
                  <c:v>5.0906000000000002</c:v>
                </c:pt>
                <c:pt idx="75">
                  <c:v>4.8384999999999998</c:v>
                </c:pt>
                <c:pt idx="76">
                  <c:v>4.8361999999999998</c:v>
                </c:pt>
                <c:pt idx="77">
                  <c:v>4.8969000000000005</c:v>
                </c:pt>
                <c:pt idx="78">
                  <c:v>4.8977000000000004</c:v>
                </c:pt>
                <c:pt idx="79">
                  <c:v>4.8117999999999999</c:v>
                </c:pt>
                <c:pt idx="80">
                  <c:v>4.9020999999999999</c:v>
                </c:pt>
                <c:pt idx="81">
                  <c:v>4.8150999999999993</c:v>
                </c:pt>
                <c:pt idx="82">
                  <c:v>4.8113999999999999</c:v>
                </c:pt>
                <c:pt idx="83">
                  <c:v>4.9627999999999997</c:v>
                </c:pt>
                <c:pt idx="84">
                  <c:v>5.0486000000000004</c:v>
                </c:pt>
                <c:pt idx="85">
                  <c:v>5.0468999999999999</c:v>
                </c:pt>
                <c:pt idx="86">
                  <c:v>4.9118000000000004</c:v>
                </c:pt>
                <c:pt idx="87">
                  <c:v>4.9066999999999998</c:v>
                </c:pt>
                <c:pt idx="88">
                  <c:v>4.7873999999999999</c:v>
                </c:pt>
                <c:pt idx="89">
                  <c:v>4.8514999999999997</c:v>
                </c:pt>
                <c:pt idx="90">
                  <c:v>4.8201000000000001</c:v>
                </c:pt>
                <c:pt idx="91">
                  <c:v>4.8987999999999996</c:v>
                </c:pt>
                <c:pt idx="92">
                  <c:v>4.9817999999999998</c:v>
                </c:pt>
                <c:pt idx="93">
                  <c:v>5.0639000000000003</c:v>
                </c:pt>
                <c:pt idx="94">
                  <c:v>5.0856000000000003</c:v>
                </c:pt>
                <c:pt idx="95">
                  <c:v>4.9624000000000006</c:v>
                </c:pt>
                <c:pt idx="96">
                  <c:v>4.8017000000000003</c:v>
                </c:pt>
                <c:pt idx="97">
                  <c:v>4.8616000000000001</c:v>
                </c:pt>
                <c:pt idx="98">
                  <c:v>4.8152000000000008</c:v>
                </c:pt>
                <c:pt idx="99">
                  <c:v>4.6941999999999995</c:v>
                </c:pt>
                <c:pt idx="100">
                  <c:v>4.7101999999999995</c:v>
                </c:pt>
                <c:pt idx="101">
                  <c:v>4.6951000000000001</c:v>
                </c:pt>
                <c:pt idx="102">
                  <c:v>5.093</c:v>
                </c:pt>
                <c:pt idx="103">
                  <c:v>4.9706000000000001</c:v>
                </c:pt>
                <c:pt idx="104">
                  <c:v>4.8212999999999999</c:v>
                </c:pt>
                <c:pt idx="105">
                  <c:v>4.9009</c:v>
                </c:pt>
                <c:pt idx="106">
                  <c:v>4.8682999999999996</c:v>
                </c:pt>
                <c:pt idx="107">
                  <c:v>4.8493000000000004</c:v>
                </c:pt>
                <c:pt idx="108">
                  <c:v>4.6551999999999998</c:v>
                </c:pt>
                <c:pt idx="109">
                  <c:v>4.7397</c:v>
                </c:pt>
                <c:pt idx="110">
                  <c:v>4.5641000000000007</c:v>
                </c:pt>
                <c:pt idx="111">
                  <c:v>4.6101999999999999</c:v>
                </c:pt>
                <c:pt idx="112">
                  <c:v>4.5883000000000003</c:v>
                </c:pt>
                <c:pt idx="113">
                  <c:v>4.6543999999999999</c:v>
                </c:pt>
                <c:pt idx="114">
                  <c:v>4.6795999999999998</c:v>
                </c:pt>
                <c:pt idx="115">
                  <c:v>4.8712</c:v>
                </c:pt>
                <c:pt idx="116">
                  <c:v>4.877699999999999</c:v>
                </c:pt>
                <c:pt idx="117">
                  <c:v>4.8815</c:v>
                </c:pt>
                <c:pt idx="118">
                  <c:v>5.0236000000000001</c:v>
                </c:pt>
                <c:pt idx="119">
                  <c:v>4.8353999999999999</c:v>
                </c:pt>
                <c:pt idx="120">
                  <c:v>5.0100999999999996</c:v>
                </c:pt>
                <c:pt idx="121">
                  <c:v>5.0868000000000002</c:v>
                </c:pt>
                <c:pt idx="122">
                  <c:v>4.9375999999999998</c:v>
                </c:pt>
                <c:pt idx="123">
                  <c:v>5.0365000000000002</c:v>
                </c:pt>
                <c:pt idx="124">
                  <c:v>5.0145999999999997</c:v>
                </c:pt>
                <c:pt idx="125">
                  <c:v>4.9234</c:v>
                </c:pt>
                <c:pt idx="126">
                  <c:v>5.0893999999999995</c:v>
                </c:pt>
                <c:pt idx="127">
                  <c:v>5.0405000000000006</c:v>
                </c:pt>
                <c:pt idx="128">
                  <c:v>5.0608000000000004</c:v>
                </c:pt>
                <c:pt idx="129">
                  <c:v>5.226</c:v>
                </c:pt>
                <c:pt idx="130">
                  <c:v>5.0007000000000001</c:v>
                </c:pt>
                <c:pt idx="131">
                  <c:v>5.1315999999999997</c:v>
                </c:pt>
                <c:pt idx="132">
                  <c:v>5.0824999999999996</c:v>
                </c:pt>
                <c:pt idx="133">
                  <c:v>4.9923000000000002</c:v>
                </c:pt>
                <c:pt idx="134">
                  <c:v>5.1087000000000007</c:v>
                </c:pt>
                <c:pt idx="135">
                  <c:v>5.1890000000000001</c:v>
                </c:pt>
                <c:pt idx="136">
                  <c:v>5.2431000000000001</c:v>
                </c:pt>
                <c:pt idx="137">
                  <c:v>5.218</c:v>
                </c:pt>
                <c:pt idx="138">
                  <c:v>5.5282999999999998</c:v>
                </c:pt>
                <c:pt idx="139">
                  <c:v>5.4862000000000002</c:v>
                </c:pt>
                <c:pt idx="140">
                  <c:v>5.6364000000000001</c:v>
                </c:pt>
                <c:pt idx="141">
                  <c:v>5.6584000000000003</c:v>
                </c:pt>
                <c:pt idx="142">
                  <c:v>5.6315999999999997</c:v>
                </c:pt>
                <c:pt idx="143">
                  <c:v>5.7084000000000001</c:v>
                </c:pt>
                <c:pt idx="144">
                  <c:v>5.6776</c:v>
                </c:pt>
                <c:pt idx="145">
                  <c:v>5.4005999999999998</c:v>
                </c:pt>
                <c:pt idx="146">
                  <c:v>5.4082999999999997</c:v>
                </c:pt>
                <c:pt idx="147">
                  <c:v>5.3572999999999995</c:v>
                </c:pt>
                <c:pt idx="148">
                  <c:v>5.2973999999999997</c:v>
                </c:pt>
                <c:pt idx="149">
                  <c:v>5.1232000000000006</c:v>
                </c:pt>
                <c:pt idx="150">
                  <c:v>5.2239000000000004</c:v>
                </c:pt>
                <c:pt idx="151">
                  <c:v>5.1183999999999994</c:v>
                </c:pt>
                <c:pt idx="152">
                  <c:v>5.2385999999999999</c:v>
                </c:pt>
                <c:pt idx="153">
                  <c:v>5.1770000000000005</c:v>
                </c:pt>
                <c:pt idx="154">
                  <c:v>5.6569000000000003</c:v>
                </c:pt>
                <c:pt idx="155">
                  <c:v>5.3770000000000007</c:v>
                </c:pt>
                <c:pt idx="156">
                  <c:v>5.3639000000000001</c:v>
                </c:pt>
                <c:pt idx="157">
                  <c:v>5.3742999999999999</c:v>
                </c:pt>
                <c:pt idx="158">
                  <c:v>5.5560999999999998</c:v>
                </c:pt>
                <c:pt idx="159">
                  <c:v>5.6722999999999999</c:v>
                </c:pt>
                <c:pt idx="160">
                  <c:v>5.5980999999999996</c:v>
                </c:pt>
                <c:pt idx="161">
                  <c:v>5.5522999999999998</c:v>
                </c:pt>
                <c:pt idx="162">
                  <c:v>5.5934000000000008</c:v>
                </c:pt>
                <c:pt idx="163">
                  <c:v>5.6398000000000001</c:v>
                </c:pt>
                <c:pt idx="164">
                  <c:v>5.6044</c:v>
                </c:pt>
                <c:pt idx="165">
                  <c:v>5.6191000000000004</c:v>
                </c:pt>
                <c:pt idx="166">
                  <c:v>5.3305999999999996</c:v>
                </c:pt>
                <c:pt idx="167">
                  <c:v>5.1008999999999993</c:v>
                </c:pt>
                <c:pt idx="168">
                  <c:v>5.1821000000000002</c:v>
                </c:pt>
                <c:pt idx="169">
                  <c:v>5.1985999999999999</c:v>
                </c:pt>
                <c:pt idx="170">
                  <c:v>5.2702000000000009</c:v>
                </c:pt>
                <c:pt idx="171">
                  <c:v>5.3552</c:v>
                </c:pt>
                <c:pt idx="172">
                  <c:v>5.1383000000000001</c:v>
                </c:pt>
                <c:pt idx="173">
                  <c:v>5.0036999999999994</c:v>
                </c:pt>
                <c:pt idx="174">
                  <c:v>5.0924999999999994</c:v>
                </c:pt>
                <c:pt idx="175">
                  <c:v>5.2414999999999994</c:v>
                </c:pt>
                <c:pt idx="176">
                  <c:v>5.2573000000000008</c:v>
                </c:pt>
                <c:pt idx="177">
                  <c:v>5.2323000000000004</c:v>
                </c:pt>
                <c:pt idx="178">
                  <c:v>5.2091999999999992</c:v>
                </c:pt>
                <c:pt idx="179">
                  <c:v>5.3016000000000005</c:v>
                </c:pt>
                <c:pt idx="180">
                  <c:v>5.3108000000000004</c:v>
                </c:pt>
                <c:pt idx="181">
                  <c:v>5.3926999999999996</c:v>
                </c:pt>
                <c:pt idx="182">
                  <c:v>5.4071999999999996</c:v>
                </c:pt>
                <c:pt idx="183">
                  <c:v>5.2817999999999996</c:v>
                </c:pt>
                <c:pt idx="184">
                  <c:v>5.3124000000000002</c:v>
                </c:pt>
                <c:pt idx="185">
                  <c:v>5.1309000000000005</c:v>
                </c:pt>
                <c:pt idx="186">
                  <c:v>5.1902000000000008</c:v>
                </c:pt>
                <c:pt idx="187">
                  <c:v>5.2233999999999998</c:v>
                </c:pt>
                <c:pt idx="188">
                  <c:v>5.0951999999999993</c:v>
                </c:pt>
                <c:pt idx="189">
                  <c:v>5.0527999999999995</c:v>
                </c:pt>
                <c:pt idx="190">
                  <c:v>4.9909999999999997</c:v>
                </c:pt>
                <c:pt idx="191">
                  <c:v>5.0039999999999996</c:v>
                </c:pt>
                <c:pt idx="192">
                  <c:v>5.0625</c:v>
                </c:pt>
                <c:pt idx="193">
                  <c:v>4.9881000000000002</c:v>
                </c:pt>
                <c:pt idx="194">
                  <c:v>5.0578000000000003</c:v>
                </c:pt>
                <c:pt idx="195">
                  <c:v>5.0118</c:v>
                </c:pt>
                <c:pt idx="196">
                  <c:v>5.0334000000000003</c:v>
                </c:pt>
                <c:pt idx="197">
                  <c:v>4.9644999999999992</c:v>
                </c:pt>
                <c:pt idx="198">
                  <c:v>4.9671000000000003</c:v>
                </c:pt>
                <c:pt idx="199">
                  <c:v>5.0084999999999997</c:v>
                </c:pt>
                <c:pt idx="200">
                  <c:v>5.0295000000000005</c:v>
                </c:pt>
                <c:pt idx="201">
                  <c:v>5.1478999999999999</c:v>
                </c:pt>
                <c:pt idx="202">
                  <c:v>5.2100999999999997</c:v>
                </c:pt>
                <c:pt idx="203">
                  <c:v>5.0918000000000001</c:v>
                </c:pt>
                <c:pt idx="204">
                  <c:v>5.1021999999999998</c:v>
                </c:pt>
                <c:pt idx="205">
                  <c:v>5.0801999999999996</c:v>
                </c:pt>
                <c:pt idx="206">
                  <c:v>4.8581000000000003</c:v>
                </c:pt>
                <c:pt idx="207">
                  <c:v>4.7510999999999992</c:v>
                </c:pt>
                <c:pt idx="208">
                  <c:v>4.7377000000000002</c:v>
                </c:pt>
                <c:pt idx="209">
                  <c:v>4.8623999999999992</c:v>
                </c:pt>
                <c:pt idx="210">
                  <c:v>4.8257000000000003</c:v>
                </c:pt>
                <c:pt idx="211">
                  <c:v>4.7984</c:v>
                </c:pt>
                <c:pt idx="212">
                  <c:v>4.7637999999999998</c:v>
                </c:pt>
                <c:pt idx="213">
                  <c:v>4.7579000000000002</c:v>
                </c:pt>
                <c:pt idx="214">
                  <c:v>4.7345999999999995</c:v>
                </c:pt>
                <c:pt idx="215">
                  <c:v>4.7220000000000004</c:v>
                </c:pt>
                <c:pt idx="216">
                  <c:v>4.7515999999999998</c:v>
                </c:pt>
                <c:pt idx="217">
                  <c:v>4.7961999999999998</c:v>
                </c:pt>
                <c:pt idx="218">
                  <c:v>4.7445000000000004</c:v>
                </c:pt>
                <c:pt idx="219">
                  <c:v>4.6681999999999997</c:v>
                </c:pt>
                <c:pt idx="220">
                  <c:v>4.6399999999999997</c:v>
                </c:pt>
                <c:pt idx="221">
                  <c:v>4.6292</c:v>
                </c:pt>
                <c:pt idx="222">
                  <c:v>4.6303000000000001</c:v>
                </c:pt>
                <c:pt idx="223">
                  <c:v>4.6405000000000003</c:v>
                </c:pt>
                <c:pt idx="224">
                  <c:v>4.7803000000000004</c:v>
                </c:pt>
                <c:pt idx="225">
                  <c:v>4.7167000000000003</c:v>
                </c:pt>
                <c:pt idx="226">
                  <c:v>4.5826999999999991</c:v>
                </c:pt>
                <c:pt idx="227">
                  <c:v>4.5155000000000003</c:v>
                </c:pt>
                <c:pt idx="228">
                  <c:v>4.5427</c:v>
                </c:pt>
                <c:pt idx="229">
                  <c:v>4.6590000000000007</c:v>
                </c:pt>
                <c:pt idx="230">
                  <c:v>4.5855999999999995</c:v>
                </c:pt>
                <c:pt idx="231">
                  <c:v>4.5204000000000004</c:v>
                </c:pt>
                <c:pt idx="232">
                  <c:v>4.4566999999999997</c:v>
                </c:pt>
                <c:pt idx="233">
                  <c:v>4.4678000000000004</c:v>
                </c:pt>
                <c:pt idx="234">
                  <c:v>4.4318999999999997</c:v>
                </c:pt>
                <c:pt idx="235">
                  <c:v>4.2618</c:v>
                </c:pt>
                <c:pt idx="236">
                  <c:v>4.3341000000000003</c:v>
                </c:pt>
                <c:pt idx="237">
                  <c:v>4.2988999999999997</c:v>
                </c:pt>
                <c:pt idx="238">
                  <c:v>4.3334999999999999</c:v>
                </c:pt>
                <c:pt idx="239">
                  <c:v>4.3196000000000003</c:v>
                </c:pt>
                <c:pt idx="240">
                  <c:v>4.2670999999999992</c:v>
                </c:pt>
                <c:pt idx="241">
                  <c:v>4.3577000000000004</c:v>
                </c:pt>
                <c:pt idx="242">
                  <c:v>4.3104000000000005</c:v>
                </c:pt>
                <c:pt idx="243">
                  <c:v>4.2935999999999996</c:v>
                </c:pt>
                <c:pt idx="244">
                  <c:v>4.2930999999999999</c:v>
                </c:pt>
                <c:pt idx="245">
                  <c:v>4.2972999999999999</c:v>
                </c:pt>
                <c:pt idx="246">
                  <c:v>4.1427999999999994</c:v>
                </c:pt>
                <c:pt idx="247">
                  <c:v>4.0688000000000004</c:v>
                </c:pt>
                <c:pt idx="248">
                  <c:v>4.0541999999999998</c:v>
                </c:pt>
                <c:pt idx="249">
                  <c:v>4.1006</c:v>
                </c:pt>
                <c:pt idx="250">
                  <c:v>4.1496000000000004</c:v>
                </c:pt>
                <c:pt idx="251">
                  <c:v>4.0812999999999997</c:v>
                </c:pt>
                <c:pt idx="252">
                  <c:v>4.192400000000001</c:v>
                </c:pt>
                <c:pt idx="253">
                  <c:v>4.2218</c:v>
                </c:pt>
                <c:pt idx="254">
                  <c:v>4.1839000000000004</c:v>
                </c:pt>
                <c:pt idx="255">
                  <c:v>4.1985999999999999</c:v>
                </c:pt>
                <c:pt idx="256">
                  <c:v>4.1712999999999996</c:v>
                </c:pt>
                <c:pt idx="257">
                  <c:v>4.0624000000000002</c:v>
                </c:pt>
                <c:pt idx="258">
                  <c:v>4.0142999999999995</c:v>
                </c:pt>
                <c:pt idx="259">
                  <c:v>4.0231999999999992</c:v>
                </c:pt>
                <c:pt idx="260">
                  <c:v>3.9030999999999998</c:v>
                </c:pt>
                <c:pt idx="261">
                  <c:v>3.9324999999999997</c:v>
                </c:pt>
                <c:pt idx="262">
                  <c:v>3.7735999999999996</c:v>
                </c:pt>
                <c:pt idx="263">
                  <c:v>3.7216000000000005</c:v>
                </c:pt>
                <c:pt idx="264">
                  <c:v>3.6435</c:v>
                </c:pt>
                <c:pt idx="265">
                  <c:v>3.5915999999999997</c:v>
                </c:pt>
                <c:pt idx="266">
                  <c:v>3.4849999999999999</c:v>
                </c:pt>
                <c:pt idx="267">
                  <c:v>3.5801000000000003</c:v>
                </c:pt>
                <c:pt idx="268">
                  <c:v>3.4417</c:v>
                </c:pt>
                <c:pt idx="269">
                  <c:v>3.4308999999999998</c:v>
                </c:pt>
                <c:pt idx="270">
                  <c:v>3.4636</c:v>
                </c:pt>
                <c:pt idx="271">
                  <c:v>3.4581</c:v>
                </c:pt>
                <c:pt idx="272">
                  <c:v>3.4630999999999998</c:v>
                </c:pt>
                <c:pt idx="273">
                  <c:v>3.4750999999999999</c:v>
                </c:pt>
                <c:pt idx="274">
                  <c:v>3.4407000000000001</c:v>
                </c:pt>
                <c:pt idx="275">
                  <c:v>3.4335000000000004</c:v>
                </c:pt>
                <c:pt idx="276">
                  <c:v>3.3743999999999996</c:v>
                </c:pt>
                <c:pt idx="277">
                  <c:v>3.2537000000000003</c:v>
                </c:pt>
                <c:pt idx="278">
                  <c:v>3.3201999999999998</c:v>
                </c:pt>
                <c:pt idx="279">
                  <c:v>3.4083000000000001</c:v>
                </c:pt>
                <c:pt idx="280">
                  <c:v>3.4400999999999997</c:v>
                </c:pt>
                <c:pt idx="281">
                  <c:v>3.6107</c:v>
                </c:pt>
                <c:pt idx="282">
                  <c:v>3.7034000000000002</c:v>
                </c:pt>
                <c:pt idx="283">
                  <c:v>3.6709999999999998</c:v>
                </c:pt>
                <c:pt idx="284">
                  <c:v>3.7524999999999999</c:v>
                </c:pt>
                <c:pt idx="285">
                  <c:v>3.8558999999999997</c:v>
                </c:pt>
                <c:pt idx="286">
                  <c:v>3.8735999999999997</c:v>
                </c:pt>
                <c:pt idx="287">
                  <c:v>3.8552</c:v>
                </c:pt>
                <c:pt idx="288">
                  <c:v>3.8363999999999998</c:v>
                </c:pt>
                <c:pt idx="289">
                  <c:v>3.8574999999999999</c:v>
                </c:pt>
                <c:pt idx="290">
                  <c:v>3.8325000000000005</c:v>
                </c:pt>
                <c:pt idx="291">
                  <c:v>3.7559</c:v>
                </c:pt>
                <c:pt idx="292">
                  <c:v>3.7537000000000003</c:v>
                </c:pt>
                <c:pt idx="293">
                  <c:v>3.9582000000000002</c:v>
                </c:pt>
                <c:pt idx="294">
                  <c:v>4.1107000000000005</c:v>
                </c:pt>
                <c:pt idx="295">
                  <c:v>4.1249000000000002</c:v>
                </c:pt>
                <c:pt idx="296">
                  <c:v>3.8807</c:v>
                </c:pt>
                <c:pt idx="297">
                  <c:v>3.9032000000000004</c:v>
                </c:pt>
                <c:pt idx="298">
                  <c:v>3.7895999999999996</c:v>
                </c:pt>
                <c:pt idx="299">
                  <c:v>3.6815999999999995</c:v>
                </c:pt>
                <c:pt idx="300">
                  <c:v>3.6694999999999998</c:v>
                </c:pt>
                <c:pt idx="301">
                  <c:v>3.6920999999999999</c:v>
                </c:pt>
                <c:pt idx="302">
                  <c:v>3.7588999999999997</c:v>
                </c:pt>
                <c:pt idx="303">
                  <c:v>3.6613000000000002</c:v>
                </c:pt>
                <c:pt idx="304">
                  <c:v>3.7967000000000004</c:v>
                </c:pt>
                <c:pt idx="305">
                  <c:v>3.6602999999999999</c:v>
                </c:pt>
                <c:pt idx="306">
                  <c:v>3.6473</c:v>
                </c:pt>
                <c:pt idx="307">
                  <c:v>3.7482000000000002</c:v>
                </c:pt>
                <c:pt idx="308">
                  <c:v>3.7085999999999997</c:v>
                </c:pt>
                <c:pt idx="309">
                  <c:v>3.8048999999999999</c:v>
                </c:pt>
                <c:pt idx="310">
                  <c:v>3.9424999999999999</c:v>
                </c:pt>
                <c:pt idx="311">
                  <c:v>3.9430000000000005</c:v>
                </c:pt>
                <c:pt idx="312">
                  <c:v>3.9089000000000005</c:v>
                </c:pt>
                <c:pt idx="313">
                  <c:v>3.9446999999999997</c:v>
                </c:pt>
                <c:pt idx="314">
                  <c:v>3.8955000000000002</c:v>
                </c:pt>
                <c:pt idx="315">
                  <c:v>3.8892000000000002</c:v>
                </c:pt>
                <c:pt idx="316">
                  <c:v>3.8129</c:v>
                </c:pt>
                <c:pt idx="317">
                  <c:v>3.7648999999999995</c:v>
                </c:pt>
                <c:pt idx="318">
                  <c:v>3.738</c:v>
                </c:pt>
                <c:pt idx="319">
                  <c:v>3.7956999999999996</c:v>
                </c:pt>
                <c:pt idx="320">
                  <c:v>3.7988</c:v>
                </c:pt>
                <c:pt idx="321">
                  <c:v>3.8133999999999997</c:v>
                </c:pt>
                <c:pt idx="322">
                  <c:v>3.7121999999999997</c:v>
                </c:pt>
                <c:pt idx="323">
                  <c:v>3.8147000000000002</c:v>
                </c:pt>
                <c:pt idx="324">
                  <c:v>3.8277000000000005</c:v>
                </c:pt>
                <c:pt idx="325">
                  <c:v>3.9452000000000003</c:v>
                </c:pt>
                <c:pt idx="326">
                  <c:v>3.9302999999999995</c:v>
                </c:pt>
                <c:pt idx="327">
                  <c:v>3.8228</c:v>
                </c:pt>
                <c:pt idx="328">
                  <c:v>3.7795000000000001</c:v>
                </c:pt>
                <c:pt idx="329">
                  <c:v>3.7816999999999998</c:v>
                </c:pt>
                <c:pt idx="330">
                  <c:v>3.9386000000000001</c:v>
                </c:pt>
                <c:pt idx="331">
                  <c:v>3.9057999999999997</c:v>
                </c:pt>
                <c:pt idx="332">
                  <c:v>3.9684999999999997</c:v>
                </c:pt>
                <c:pt idx="333">
                  <c:v>4.0597999999999992</c:v>
                </c:pt>
                <c:pt idx="334">
                  <c:v>4.0471000000000004</c:v>
                </c:pt>
                <c:pt idx="335">
                  <c:v>4.1514000000000006</c:v>
                </c:pt>
                <c:pt idx="336">
                  <c:v>4.1108000000000002</c:v>
                </c:pt>
                <c:pt idx="337">
                  <c:v>3.9832999999999998</c:v>
                </c:pt>
                <c:pt idx="338">
                  <c:v>3.8998000000000004</c:v>
                </c:pt>
                <c:pt idx="339">
                  <c:v>3.9207000000000001</c:v>
                </c:pt>
                <c:pt idx="340">
                  <c:v>3.7573999999999996</c:v>
                </c:pt>
                <c:pt idx="341">
                  <c:v>3.7450999999999999</c:v>
                </c:pt>
                <c:pt idx="342">
                  <c:v>3.6997</c:v>
                </c:pt>
                <c:pt idx="343">
                  <c:v>3.6607000000000003</c:v>
                </c:pt>
                <c:pt idx="344">
                  <c:v>3.83</c:v>
                </c:pt>
                <c:pt idx="345">
                  <c:v>3.7637</c:v>
                </c:pt>
                <c:pt idx="346">
                  <c:v>3.8856999999999999</c:v>
                </c:pt>
                <c:pt idx="347">
                  <c:v>3.9546999999999999</c:v>
                </c:pt>
                <c:pt idx="348">
                  <c:v>3.8711000000000002</c:v>
                </c:pt>
                <c:pt idx="349">
                  <c:v>3.8114999999999997</c:v>
                </c:pt>
                <c:pt idx="350">
                  <c:v>3.5331000000000001</c:v>
                </c:pt>
                <c:pt idx="351">
                  <c:v>3.6367000000000003</c:v>
                </c:pt>
                <c:pt idx="352">
                  <c:v>3.6441999999999997</c:v>
                </c:pt>
                <c:pt idx="353">
                  <c:v>3.8083000000000005</c:v>
                </c:pt>
                <c:pt idx="354">
                  <c:v>3.6119000000000003</c:v>
                </c:pt>
                <c:pt idx="355">
                  <c:v>3.5991999999999997</c:v>
                </c:pt>
                <c:pt idx="356">
                  <c:v>3.5015000000000001</c:v>
                </c:pt>
                <c:pt idx="357">
                  <c:v>3.5762</c:v>
                </c:pt>
                <c:pt idx="358">
                  <c:v>3.4339</c:v>
                </c:pt>
                <c:pt idx="359">
                  <c:v>3.5525000000000002</c:v>
                </c:pt>
                <c:pt idx="360">
                  <c:v>3.6015000000000001</c:v>
                </c:pt>
                <c:pt idx="361">
                  <c:v>3.6350000000000007</c:v>
                </c:pt>
                <c:pt idx="362">
                  <c:v>3.5743999999999998</c:v>
                </c:pt>
                <c:pt idx="363">
                  <c:v>3.5614999999999997</c:v>
                </c:pt>
                <c:pt idx="364">
                  <c:v>3.4991999999999996</c:v>
                </c:pt>
                <c:pt idx="365">
                  <c:v>3.5010000000000003</c:v>
                </c:pt>
                <c:pt idx="366">
                  <c:v>3.6065000000000005</c:v>
                </c:pt>
                <c:pt idx="367">
                  <c:v>3.5275999999999996</c:v>
                </c:pt>
                <c:pt idx="368">
                  <c:v>3.5412000000000003</c:v>
                </c:pt>
                <c:pt idx="369">
                  <c:v>3.5858999999999996</c:v>
                </c:pt>
                <c:pt idx="370">
                  <c:v>3.6814</c:v>
                </c:pt>
                <c:pt idx="371">
                  <c:v>3.5621999999999998</c:v>
                </c:pt>
                <c:pt idx="372">
                  <c:v>3.5274000000000001</c:v>
                </c:pt>
                <c:pt idx="373">
                  <c:v>3.5861000000000001</c:v>
                </c:pt>
                <c:pt idx="374">
                  <c:v>4.0106999999999999</c:v>
                </c:pt>
                <c:pt idx="375">
                  <c:v>4.1476999999999995</c:v>
                </c:pt>
                <c:pt idx="376">
                  <c:v>4.7651000000000003</c:v>
                </c:pt>
                <c:pt idx="377">
                  <c:v>5.4428999999999998</c:v>
                </c:pt>
                <c:pt idx="378">
                  <c:v>5.109</c:v>
                </c:pt>
                <c:pt idx="379">
                  <c:v>5.1408999999999994</c:v>
                </c:pt>
                <c:pt idx="380">
                  <c:v>4.9243000000000006</c:v>
                </c:pt>
                <c:pt idx="381">
                  <c:v>4.6904999999999992</c:v>
                </c:pt>
                <c:pt idx="382">
                  <c:v>4.6536</c:v>
                </c:pt>
                <c:pt idx="383">
                  <c:v>4.5147999999999993</c:v>
                </c:pt>
                <c:pt idx="384">
                  <c:v>4.3780999999999999</c:v>
                </c:pt>
                <c:pt idx="385">
                  <c:v>4.3607999999999993</c:v>
                </c:pt>
                <c:pt idx="386">
                  <c:v>4.2349999999999994</c:v>
                </c:pt>
                <c:pt idx="387">
                  <c:v>4.2353999999999994</c:v>
                </c:pt>
                <c:pt idx="388">
                  <c:v>4.1581999999999999</c:v>
                </c:pt>
                <c:pt idx="389">
                  <c:v>4.2799000000000005</c:v>
                </c:pt>
                <c:pt idx="390">
                  <c:v>4.2275</c:v>
                </c:pt>
                <c:pt idx="391">
                  <c:v>4.2419000000000002</c:v>
                </c:pt>
                <c:pt idx="392">
                  <c:v>4.2270000000000003</c:v>
                </c:pt>
                <c:pt idx="393">
                  <c:v>4.1865999999999994</c:v>
                </c:pt>
                <c:pt idx="394">
                  <c:v>4.2066999999999997</c:v>
                </c:pt>
                <c:pt idx="395">
                  <c:v>4.1395999999999997</c:v>
                </c:pt>
                <c:pt idx="396">
                  <c:v>4.1481000000000003</c:v>
                </c:pt>
                <c:pt idx="397">
                  <c:v>4.1311999999999998</c:v>
                </c:pt>
                <c:pt idx="398">
                  <c:v>4.1238000000000001</c:v>
                </c:pt>
                <c:pt idx="399">
                  <c:v>4.1824999999999992</c:v>
                </c:pt>
                <c:pt idx="400">
                  <c:v>4.2224999999999993</c:v>
                </c:pt>
                <c:pt idx="401">
                  <c:v>4.1288</c:v>
                </c:pt>
                <c:pt idx="402">
                  <c:v>4.1987000000000005</c:v>
                </c:pt>
                <c:pt idx="403">
                  <c:v>4.1574999999999998</c:v>
                </c:pt>
                <c:pt idx="404">
                  <c:v>4.2068000000000003</c:v>
                </c:pt>
                <c:pt idx="405">
                  <c:v>4.1926000000000005</c:v>
                </c:pt>
                <c:pt idx="406">
                  <c:v>4.1188000000000002</c:v>
                </c:pt>
                <c:pt idx="407">
                  <c:v>4.1292999999999997</c:v>
                </c:pt>
                <c:pt idx="408">
                  <c:v>4.0670999999999999</c:v>
                </c:pt>
                <c:pt idx="409">
                  <c:v>4.0770999999999997</c:v>
                </c:pt>
                <c:pt idx="410">
                  <c:v>3.9782000000000002</c:v>
                </c:pt>
                <c:pt idx="411">
                  <c:v>3.9585999999999997</c:v>
                </c:pt>
                <c:pt idx="412">
                  <c:v>3.9725000000000001</c:v>
                </c:pt>
                <c:pt idx="413">
                  <c:v>3.9817999999999998</c:v>
                </c:pt>
                <c:pt idx="414">
                  <c:v>3.9149000000000003</c:v>
                </c:pt>
                <c:pt idx="415">
                  <c:v>3.9401999999999999</c:v>
                </c:pt>
                <c:pt idx="416">
                  <c:v>3.8381999999999996</c:v>
                </c:pt>
                <c:pt idx="417">
                  <c:v>3.8573</c:v>
                </c:pt>
                <c:pt idx="418">
                  <c:v>3.8564999999999996</c:v>
                </c:pt>
                <c:pt idx="419">
                  <c:v>3.7930000000000001</c:v>
                </c:pt>
                <c:pt idx="420">
                  <c:v>3.8577000000000004</c:v>
                </c:pt>
                <c:pt idx="421">
                  <c:v>3.8978999999999999</c:v>
                </c:pt>
                <c:pt idx="422">
                  <c:v>3.8513999999999999</c:v>
                </c:pt>
                <c:pt idx="423">
                  <c:v>3.8128999999999995</c:v>
                </c:pt>
                <c:pt idx="424">
                  <c:v>3.8244999999999996</c:v>
                </c:pt>
                <c:pt idx="425">
                  <c:v>3.9284999999999997</c:v>
                </c:pt>
                <c:pt idx="426">
                  <c:v>3.9740000000000002</c:v>
                </c:pt>
                <c:pt idx="427">
                  <c:v>4.0141</c:v>
                </c:pt>
                <c:pt idx="428">
                  <c:v>4.0333000000000006</c:v>
                </c:pt>
                <c:pt idx="429">
                  <c:v>4.0606</c:v>
                </c:pt>
                <c:pt idx="430">
                  <c:v>4.1470000000000002</c:v>
                </c:pt>
                <c:pt idx="431">
                  <c:v>4.0067999999999993</c:v>
                </c:pt>
                <c:pt idx="432">
                  <c:v>4.0493999999999994</c:v>
                </c:pt>
                <c:pt idx="433">
                  <c:v>4.0233999999999996</c:v>
                </c:pt>
                <c:pt idx="434">
                  <c:v>4.0575999999999999</c:v>
                </c:pt>
                <c:pt idx="435">
                  <c:v>4.0907</c:v>
                </c:pt>
                <c:pt idx="436">
                  <c:v>4.1204000000000001</c:v>
                </c:pt>
                <c:pt idx="437">
                  <c:v>4.1414</c:v>
                </c:pt>
                <c:pt idx="438">
                  <c:v>4.1405000000000003</c:v>
                </c:pt>
                <c:pt idx="439">
                  <c:v>4.1322999999999999</c:v>
                </c:pt>
                <c:pt idx="440">
                  <c:v>4.1418999999999997</c:v>
                </c:pt>
                <c:pt idx="441">
                  <c:v>4.1807000000000007</c:v>
                </c:pt>
                <c:pt idx="442">
                  <c:v>4.1312999999999995</c:v>
                </c:pt>
                <c:pt idx="443">
                  <c:v>4.1191000000000004</c:v>
                </c:pt>
                <c:pt idx="444">
                  <c:v>4.1395</c:v>
                </c:pt>
                <c:pt idx="445">
                  <c:v>4.1913999999999998</c:v>
                </c:pt>
                <c:pt idx="446">
                  <c:v>4.1865000000000006</c:v>
                </c:pt>
                <c:pt idx="447">
                  <c:v>4.2246999999999995</c:v>
                </c:pt>
                <c:pt idx="448">
                  <c:v>4.2267999999999999</c:v>
                </c:pt>
                <c:pt idx="449">
                  <c:v>4.2005999999999997</c:v>
                </c:pt>
                <c:pt idx="450">
                  <c:v>4.2317</c:v>
                </c:pt>
                <c:pt idx="451">
                  <c:v>4.2407000000000004</c:v>
                </c:pt>
                <c:pt idx="452">
                  <c:v>4.2004000000000001</c:v>
                </c:pt>
                <c:pt idx="453">
                  <c:v>4.2549999999999999</c:v>
                </c:pt>
                <c:pt idx="454">
                  <c:v>4.2774999999999999</c:v>
                </c:pt>
                <c:pt idx="455">
                  <c:v>4.2871999999999995</c:v>
                </c:pt>
                <c:pt idx="456">
                  <c:v>4.2596999999999996</c:v>
                </c:pt>
                <c:pt idx="457">
                  <c:v>4.3720999999999997</c:v>
                </c:pt>
                <c:pt idx="458">
                  <c:v>4.3599000000000006</c:v>
                </c:pt>
                <c:pt idx="459">
                  <c:v>4.33</c:v>
                </c:pt>
                <c:pt idx="460">
                  <c:v>4.4124999999999996</c:v>
                </c:pt>
                <c:pt idx="461">
                  <c:v>4.4658999999999995</c:v>
                </c:pt>
                <c:pt idx="462">
                  <c:v>4.5690999999999997</c:v>
                </c:pt>
                <c:pt idx="463">
                  <c:v>4.3974000000000002</c:v>
                </c:pt>
                <c:pt idx="464">
                  <c:v>4.4764999999999997</c:v>
                </c:pt>
                <c:pt idx="465">
                  <c:v>4.5975999999999999</c:v>
                </c:pt>
                <c:pt idx="466">
                  <c:v>4.5358000000000001</c:v>
                </c:pt>
                <c:pt idx="467">
                  <c:v>4.3781999999999996</c:v>
                </c:pt>
                <c:pt idx="468">
                  <c:v>4.4970999999999997</c:v>
                </c:pt>
                <c:pt idx="469">
                  <c:v>4.4560000000000004</c:v>
                </c:pt>
                <c:pt idx="470">
                  <c:v>4.4530000000000003</c:v>
                </c:pt>
                <c:pt idx="471">
                  <c:v>4.3620000000000001</c:v>
                </c:pt>
                <c:pt idx="472">
                  <c:v>4.3240999999999996</c:v>
                </c:pt>
                <c:pt idx="473">
                  <c:v>4.3126999999999995</c:v>
                </c:pt>
                <c:pt idx="474">
                  <c:v>4.3254999999999999</c:v>
                </c:pt>
                <c:pt idx="475">
                  <c:v>4.1194999999999995</c:v>
                </c:pt>
                <c:pt idx="476">
                  <c:v>4.1192999999999991</c:v>
                </c:pt>
                <c:pt idx="477">
                  <c:v>4.1181999999999999</c:v>
                </c:pt>
                <c:pt idx="478">
                  <c:v>4.3254000000000001</c:v>
                </c:pt>
                <c:pt idx="479">
                  <c:v>5.0236999999999998</c:v>
                </c:pt>
                <c:pt idx="480">
                  <c:v>4.2366000000000001</c:v>
                </c:pt>
                <c:pt idx="481">
                  <c:v>4.0028000000000006</c:v>
                </c:pt>
                <c:pt idx="482">
                  <c:v>3.7925999999999997</c:v>
                </c:pt>
                <c:pt idx="483">
                  <c:v>3.6962000000000002</c:v>
                </c:pt>
                <c:pt idx="484">
                  <c:v>3.6632999999999996</c:v>
                </c:pt>
                <c:pt idx="485">
                  <c:v>3.7033</c:v>
                </c:pt>
                <c:pt idx="486">
                  <c:v>3.7194000000000003</c:v>
                </c:pt>
                <c:pt idx="487">
                  <c:v>3.8108</c:v>
                </c:pt>
                <c:pt idx="488">
                  <c:v>3.8496999999999995</c:v>
                </c:pt>
                <c:pt idx="489">
                  <c:v>4.1759000000000004</c:v>
                </c:pt>
                <c:pt idx="490">
                  <c:v>4.0484999999999998</c:v>
                </c:pt>
                <c:pt idx="491">
                  <c:v>4.0152000000000001</c:v>
                </c:pt>
                <c:pt idx="492">
                  <c:v>3.8196000000000003</c:v>
                </c:pt>
                <c:pt idx="493">
                  <c:v>3.6924999999999994</c:v>
                </c:pt>
                <c:pt idx="494">
                  <c:v>3.8042999999999996</c:v>
                </c:pt>
                <c:pt idx="495">
                  <c:v>3.8115000000000001</c:v>
                </c:pt>
                <c:pt idx="496">
                  <c:v>4.1045999999999996</c:v>
                </c:pt>
                <c:pt idx="497">
                  <c:v>3.9182999999999995</c:v>
                </c:pt>
                <c:pt idx="498">
                  <c:v>4.1516999999999999</c:v>
                </c:pt>
                <c:pt idx="499">
                  <c:v>4.2173999999999996</c:v>
                </c:pt>
                <c:pt idx="500">
                  <c:v>4.1624999999999996</c:v>
                </c:pt>
                <c:pt idx="501">
                  <c:v>3.7808000000000002</c:v>
                </c:pt>
                <c:pt idx="502">
                  <c:v>3.6577000000000002</c:v>
                </c:pt>
                <c:pt idx="503">
                  <c:v>3.6936999999999998</c:v>
                </c:pt>
                <c:pt idx="504">
                  <c:v>3.6200999999999999</c:v>
                </c:pt>
                <c:pt idx="505">
                  <c:v>3.5821999999999998</c:v>
                </c:pt>
                <c:pt idx="506">
                  <c:v>3.4606000000000003</c:v>
                </c:pt>
                <c:pt idx="507">
                  <c:v>3.3531</c:v>
                </c:pt>
                <c:pt idx="508">
                  <c:v>3.1580999999999997</c:v>
                </c:pt>
                <c:pt idx="509">
                  <c:v>3.2235000000000005</c:v>
                </c:pt>
                <c:pt idx="510">
                  <c:v>3.1480000000000006</c:v>
                </c:pt>
                <c:pt idx="511">
                  <c:v>3.2022000000000004</c:v>
                </c:pt>
                <c:pt idx="512">
                  <c:v>3.2854000000000001</c:v>
                </c:pt>
                <c:pt idx="513">
                  <c:v>3.2607999999999997</c:v>
                </c:pt>
                <c:pt idx="514">
                  <c:v>3.0773000000000001</c:v>
                </c:pt>
                <c:pt idx="515">
                  <c:v>3.1283000000000003</c:v>
                </c:pt>
                <c:pt idx="516">
                  <c:v>3.0554000000000006</c:v>
                </c:pt>
                <c:pt idx="517">
                  <c:v>3.1030000000000002</c:v>
                </c:pt>
                <c:pt idx="518">
                  <c:v>3.1326999999999998</c:v>
                </c:pt>
                <c:pt idx="519">
                  <c:v>3.0554999999999994</c:v>
                </c:pt>
                <c:pt idx="520">
                  <c:v>3.1784999999999997</c:v>
                </c:pt>
                <c:pt idx="521">
                  <c:v>2.9324999999999997</c:v>
                </c:pt>
                <c:pt idx="522">
                  <c:v>2.8530000000000006</c:v>
                </c:pt>
                <c:pt idx="523">
                  <c:v>3.0012000000000003</c:v>
                </c:pt>
                <c:pt idx="524">
                  <c:v>2.9452000000000003</c:v>
                </c:pt>
                <c:pt idx="525">
                  <c:v>3.0430999999999999</c:v>
                </c:pt>
                <c:pt idx="526">
                  <c:v>2.9847000000000001</c:v>
                </c:pt>
                <c:pt idx="527">
                  <c:v>2.8807999999999998</c:v>
                </c:pt>
                <c:pt idx="528">
                  <c:v>2.7260999999999997</c:v>
                </c:pt>
                <c:pt idx="529">
                  <c:v>2.7502000000000004</c:v>
                </c:pt>
                <c:pt idx="530">
                  <c:v>2.6027999999999993</c:v>
                </c:pt>
                <c:pt idx="531">
                  <c:v>2.5836999999999994</c:v>
                </c:pt>
                <c:pt idx="532">
                  <c:v>2.7528999999999999</c:v>
                </c:pt>
                <c:pt idx="533">
                  <c:v>3.1439999999999997</c:v>
                </c:pt>
                <c:pt idx="534">
                  <c:v>3.177</c:v>
                </c:pt>
                <c:pt idx="535">
                  <c:v>3.0154999999999998</c:v>
                </c:pt>
                <c:pt idx="536">
                  <c:v>3.0844999999999998</c:v>
                </c:pt>
                <c:pt idx="537">
                  <c:v>3.0300000000000002</c:v>
                </c:pt>
                <c:pt idx="538">
                  <c:v>2.9815999999999998</c:v>
                </c:pt>
                <c:pt idx="539">
                  <c:v>3.0511999999999997</c:v>
                </c:pt>
                <c:pt idx="540">
                  <c:v>3.0632999999999999</c:v>
                </c:pt>
                <c:pt idx="541">
                  <c:v>3.0434999999999999</c:v>
                </c:pt>
                <c:pt idx="542">
                  <c:v>2.7752000000000003</c:v>
                </c:pt>
                <c:pt idx="543">
                  <c:v>2.6109000000000004</c:v>
                </c:pt>
                <c:pt idx="544">
                  <c:v>2.5891000000000002</c:v>
                </c:pt>
                <c:pt idx="545">
                  <c:v>2.4363000000000001</c:v>
                </c:pt>
                <c:pt idx="546">
                  <c:v>2.3624000000000001</c:v>
                </c:pt>
                <c:pt idx="547">
                  <c:v>2.3137000000000003</c:v>
                </c:pt>
                <c:pt idx="548">
                  <c:v>2.1667000000000005</c:v>
                </c:pt>
                <c:pt idx="549">
                  <c:v>2.0153999999999996</c:v>
                </c:pt>
                <c:pt idx="550">
                  <c:v>2.2296000000000005</c:v>
                </c:pt>
                <c:pt idx="551">
                  <c:v>2.1862000000000004</c:v>
                </c:pt>
                <c:pt idx="552">
                  <c:v>2.125</c:v>
                </c:pt>
                <c:pt idx="553">
                  <c:v>2.2200999999999995</c:v>
                </c:pt>
                <c:pt idx="554">
                  <c:v>2.0352000000000006</c:v>
                </c:pt>
                <c:pt idx="555">
                  <c:v>2.0974000000000004</c:v>
                </c:pt>
                <c:pt idx="556">
                  <c:v>2.0128000000000004</c:v>
                </c:pt>
                <c:pt idx="557">
                  <c:v>2.1153000000000004</c:v>
                </c:pt>
                <c:pt idx="558">
                  <c:v>2.0835000000000008</c:v>
                </c:pt>
                <c:pt idx="559">
                  <c:v>2.0655000000000001</c:v>
                </c:pt>
                <c:pt idx="560">
                  <c:v>2.0895999999999999</c:v>
                </c:pt>
                <c:pt idx="561">
                  <c:v>2.1513999999999998</c:v>
                </c:pt>
                <c:pt idx="562">
                  <c:v>2.1267000000000005</c:v>
                </c:pt>
                <c:pt idx="563">
                  <c:v>2.1359000000000004</c:v>
                </c:pt>
                <c:pt idx="564">
                  <c:v>2.0520999999999994</c:v>
                </c:pt>
                <c:pt idx="565">
                  <c:v>2.1045999999999996</c:v>
                </c:pt>
                <c:pt idx="566">
                  <c:v>2.1648000000000005</c:v>
                </c:pt>
                <c:pt idx="567">
                  <c:v>1.9792999999999994</c:v>
                </c:pt>
                <c:pt idx="568">
                  <c:v>2.0707999999999993</c:v>
                </c:pt>
                <c:pt idx="569">
                  <c:v>2.0815999999999999</c:v>
                </c:pt>
                <c:pt idx="570">
                  <c:v>2.3232999999999997</c:v>
                </c:pt>
                <c:pt idx="571">
                  <c:v>2.1604999999999999</c:v>
                </c:pt>
                <c:pt idx="572">
                  <c:v>2.3492000000000002</c:v>
                </c:pt>
                <c:pt idx="573">
                  <c:v>2.3452999999999995</c:v>
                </c:pt>
                <c:pt idx="574">
                  <c:v>2.3462999999999994</c:v>
                </c:pt>
                <c:pt idx="575">
                  <c:v>2.2731000000000003</c:v>
                </c:pt>
                <c:pt idx="576">
                  <c:v>2.3404999999999996</c:v>
                </c:pt>
                <c:pt idx="577">
                  <c:v>2.1943999999999999</c:v>
                </c:pt>
                <c:pt idx="578">
                  <c:v>2.2035</c:v>
                </c:pt>
                <c:pt idx="579">
                  <c:v>2.1733000000000002</c:v>
                </c:pt>
                <c:pt idx="580">
                  <c:v>2.0450999999999997</c:v>
                </c:pt>
                <c:pt idx="581">
                  <c:v>1.9347000000000003</c:v>
                </c:pt>
                <c:pt idx="582">
                  <c:v>1.9250000000000007</c:v>
                </c:pt>
                <c:pt idx="583">
                  <c:v>2.0198999999999998</c:v>
                </c:pt>
                <c:pt idx="584">
                  <c:v>2.1275000000000004</c:v>
                </c:pt>
                <c:pt idx="585">
                  <c:v>1.9409000000000001</c:v>
                </c:pt>
                <c:pt idx="586">
                  <c:v>2.0926999999999998</c:v>
                </c:pt>
                <c:pt idx="587">
                  <c:v>2.0581999999999994</c:v>
                </c:pt>
                <c:pt idx="588">
                  <c:v>1.9241999999999999</c:v>
                </c:pt>
                <c:pt idx="589">
                  <c:v>1.8769</c:v>
                </c:pt>
                <c:pt idx="590">
                  <c:v>1.8492000000000006</c:v>
                </c:pt>
                <c:pt idx="591">
                  <c:v>1.8700999999999999</c:v>
                </c:pt>
                <c:pt idx="592">
                  <c:v>2.0307000000000004</c:v>
                </c:pt>
                <c:pt idx="593">
                  <c:v>2.0217000000000001</c:v>
                </c:pt>
                <c:pt idx="594">
                  <c:v>2.0377000000000001</c:v>
                </c:pt>
                <c:pt idx="595">
                  <c:v>2.0255000000000001</c:v>
                </c:pt>
                <c:pt idx="596">
                  <c:v>2.0999000000000008</c:v>
                </c:pt>
                <c:pt idx="597">
                  <c:v>2.1612</c:v>
                </c:pt>
                <c:pt idx="598">
                  <c:v>2.3733000000000004</c:v>
                </c:pt>
                <c:pt idx="599">
                  <c:v>2.2826999999999993</c:v>
                </c:pt>
                <c:pt idx="600">
                  <c:v>2.2214</c:v>
                </c:pt>
                <c:pt idx="601">
                  <c:v>2.3396999999999997</c:v>
                </c:pt>
                <c:pt idx="602">
                  <c:v>2.3492999999999995</c:v>
                </c:pt>
                <c:pt idx="603">
                  <c:v>2.3373999999999997</c:v>
                </c:pt>
                <c:pt idx="604">
                  <c:v>2.3945999999999996</c:v>
                </c:pt>
                <c:pt idx="605">
                  <c:v>2.6674999999999995</c:v>
                </c:pt>
                <c:pt idx="606">
                  <c:v>2.4869000000000003</c:v>
                </c:pt>
                <c:pt idx="607">
                  <c:v>2.5105999999999997</c:v>
                </c:pt>
                <c:pt idx="608">
                  <c:v>2.5929000000000002</c:v>
                </c:pt>
                <c:pt idx="609">
                  <c:v>2.5579000000000001</c:v>
                </c:pt>
                <c:pt idx="610">
                  <c:v>2.7058999999999997</c:v>
                </c:pt>
                <c:pt idx="611">
                  <c:v>2.7075999999999998</c:v>
                </c:pt>
                <c:pt idx="612">
                  <c:v>2.6096000000000004</c:v>
                </c:pt>
                <c:pt idx="613">
                  <c:v>2.6034999999999999</c:v>
                </c:pt>
                <c:pt idx="614">
                  <c:v>2.4186000000000005</c:v>
                </c:pt>
                <c:pt idx="615">
                  <c:v>2.3503000000000003</c:v>
                </c:pt>
                <c:pt idx="616">
                  <c:v>2.4191000000000003</c:v>
                </c:pt>
                <c:pt idx="617">
                  <c:v>2.3050999999999995</c:v>
                </c:pt>
                <c:pt idx="618">
                  <c:v>2.1792999999999996</c:v>
                </c:pt>
                <c:pt idx="619">
                  <c:v>2.1190000000000007</c:v>
                </c:pt>
                <c:pt idx="620">
                  <c:v>2.0396000000000001</c:v>
                </c:pt>
                <c:pt idx="621">
                  <c:v>2.0111999999999997</c:v>
                </c:pt>
                <c:pt idx="622">
                  <c:v>2.2495000000000003</c:v>
                </c:pt>
                <c:pt idx="623">
                  <c:v>2.2933000000000003</c:v>
                </c:pt>
                <c:pt idx="624">
                  <c:v>2.0960000000000001</c:v>
                </c:pt>
                <c:pt idx="625">
                  <c:v>2.0369000000000002</c:v>
                </c:pt>
                <c:pt idx="626">
                  <c:v>1.9755000000000003</c:v>
                </c:pt>
                <c:pt idx="627">
                  <c:v>1.9504000000000001</c:v>
                </c:pt>
                <c:pt idx="628">
                  <c:v>1.8419000000000008</c:v>
                </c:pt>
                <c:pt idx="629">
                  <c:v>1.9927000000000001</c:v>
                </c:pt>
                <c:pt idx="630">
                  <c:v>1.9079999999999995</c:v>
                </c:pt>
                <c:pt idx="631">
                  <c:v>2.0023</c:v>
                </c:pt>
                <c:pt idx="632">
                  <c:v>1.9392000000000005</c:v>
                </c:pt>
                <c:pt idx="633">
                  <c:v>1.9775</c:v>
                </c:pt>
                <c:pt idx="634">
                  <c:v>2.0372000000000003</c:v>
                </c:pt>
                <c:pt idx="635">
                  <c:v>2.3129</c:v>
                </c:pt>
                <c:pt idx="636">
                  <c:v>2.2675999999999998</c:v>
                </c:pt>
                <c:pt idx="637">
                  <c:v>2.2584</c:v>
                </c:pt>
                <c:pt idx="638">
                  <c:v>2.3829000000000002</c:v>
                </c:pt>
                <c:pt idx="639">
                  <c:v>2.4061000000000003</c:v>
                </c:pt>
                <c:pt idx="640">
                  <c:v>2.4699</c:v>
                </c:pt>
                <c:pt idx="641">
                  <c:v>2.0891000000000002</c:v>
                </c:pt>
                <c:pt idx="642">
                  <c:v>2.2529999999999997</c:v>
                </c:pt>
                <c:pt idx="643">
                  <c:v>2.2732000000000001</c:v>
                </c:pt>
                <c:pt idx="644">
                  <c:v>2.1879999999999997</c:v>
                </c:pt>
                <c:pt idx="645">
                  <c:v>2.1135000000000002</c:v>
                </c:pt>
                <c:pt idx="646">
                  <c:v>2.0238999999999994</c:v>
                </c:pt>
                <c:pt idx="647">
                  <c:v>2.0243000000000002</c:v>
                </c:pt>
                <c:pt idx="648">
                  <c:v>2.1095000000000002</c:v>
                </c:pt>
                <c:pt idx="649">
                  <c:v>1.9470000000000001</c:v>
                </c:pt>
                <c:pt idx="650">
                  <c:v>2.0850999999999997</c:v>
                </c:pt>
                <c:pt idx="651">
                  <c:v>2.1039000000000003</c:v>
                </c:pt>
                <c:pt idx="652">
                  <c:v>2.1833999999999998</c:v>
                </c:pt>
                <c:pt idx="653">
                  <c:v>2.0364999999999998</c:v>
                </c:pt>
                <c:pt idx="654">
                  <c:v>2.0177</c:v>
                </c:pt>
                <c:pt idx="655">
                  <c:v>2.0512000000000001</c:v>
                </c:pt>
                <c:pt idx="656">
                  <c:v>2.0354000000000001</c:v>
                </c:pt>
                <c:pt idx="657">
                  <c:v>2.1895000000000002</c:v>
                </c:pt>
                <c:pt idx="658">
                  <c:v>2.0736999999999997</c:v>
                </c:pt>
                <c:pt idx="659">
                  <c:v>2.0583999999999998</c:v>
                </c:pt>
                <c:pt idx="660">
                  <c:v>2.1416999999999997</c:v>
                </c:pt>
                <c:pt idx="661">
                  <c:v>2.2177999999999995</c:v>
                </c:pt>
                <c:pt idx="662">
                  <c:v>2.3097999999999996</c:v>
                </c:pt>
                <c:pt idx="663">
                  <c:v>2.2415000000000003</c:v>
                </c:pt>
                <c:pt idx="664">
                  <c:v>2.1752000000000002</c:v>
                </c:pt>
                <c:pt idx="665">
                  <c:v>2.1358999999999999</c:v>
                </c:pt>
                <c:pt idx="666">
                  <c:v>2.2049000000000003</c:v>
                </c:pt>
                <c:pt idx="667">
                  <c:v>2.2795000000000005</c:v>
                </c:pt>
                <c:pt idx="668">
                  <c:v>2.2829999999999999</c:v>
                </c:pt>
                <c:pt idx="669">
                  <c:v>2.2772999999999999</c:v>
                </c:pt>
                <c:pt idx="670">
                  <c:v>2.2199999999999998</c:v>
                </c:pt>
                <c:pt idx="671">
                  <c:v>2.238</c:v>
                </c:pt>
                <c:pt idx="672">
                  <c:v>2.1798000000000002</c:v>
                </c:pt>
                <c:pt idx="673">
                  <c:v>2.2950999999999997</c:v>
                </c:pt>
                <c:pt idx="674">
                  <c:v>2.3017000000000003</c:v>
                </c:pt>
                <c:pt idx="675">
                  <c:v>2.1762999999999999</c:v>
                </c:pt>
                <c:pt idx="676">
                  <c:v>2.2007000000000003</c:v>
                </c:pt>
                <c:pt idx="677">
                  <c:v>2.2237999999999998</c:v>
                </c:pt>
                <c:pt idx="678">
                  <c:v>2.2038000000000002</c:v>
                </c:pt>
                <c:pt idx="679">
                  <c:v>2.1283000000000003</c:v>
                </c:pt>
                <c:pt idx="680">
                  <c:v>2.1242000000000005</c:v>
                </c:pt>
                <c:pt idx="681">
                  <c:v>2.0709999999999997</c:v>
                </c:pt>
                <c:pt idx="682">
                  <c:v>2.0532999999999997</c:v>
                </c:pt>
                <c:pt idx="683">
                  <c:v>2.0697000000000001</c:v>
                </c:pt>
                <c:pt idx="684">
                  <c:v>2.0985999999999998</c:v>
                </c:pt>
                <c:pt idx="685">
                  <c:v>2.2147999999999999</c:v>
                </c:pt>
                <c:pt idx="686">
                  <c:v>2.1928999999999998</c:v>
                </c:pt>
                <c:pt idx="687">
                  <c:v>2.3245999999999998</c:v>
                </c:pt>
                <c:pt idx="688">
                  <c:v>2.3247999999999998</c:v>
                </c:pt>
                <c:pt idx="689">
                  <c:v>2.3806000000000003</c:v>
                </c:pt>
                <c:pt idx="690">
                  <c:v>2.3186</c:v>
                </c:pt>
                <c:pt idx="691">
                  <c:v>2.3018000000000001</c:v>
                </c:pt>
                <c:pt idx="692">
                  <c:v>2.3212999999999999</c:v>
                </c:pt>
                <c:pt idx="693">
                  <c:v>2.1946000000000003</c:v>
                </c:pt>
                <c:pt idx="694">
                  <c:v>2.2060999999999997</c:v>
                </c:pt>
                <c:pt idx="695">
                  <c:v>2.2588000000000004</c:v>
                </c:pt>
                <c:pt idx="696">
                  <c:v>2.2447999999999997</c:v>
                </c:pt>
                <c:pt idx="697">
                  <c:v>2.1919000000000004</c:v>
                </c:pt>
                <c:pt idx="698">
                  <c:v>2.0643000000000002</c:v>
                </c:pt>
                <c:pt idx="699">
                  <c:v>2.0553999999999997</c:v>
                </c:pt>
                <c:pt idx="700">
                  <c:v>2.0531000000000006</c:v>
                </c:pt>
                <c:pt idx="701">
                  <c:v>1.9733000000000001</c:v>
                </c:pt>
                <c:pt idx="702">
                  <c:v>1.9714</c:v>
                </c:pt>
                <c:pt idx="703">
                  <c:v>1.8986999999999998</c:v>
                </c:pt>
                <c:pt idx="704">
                  <c:v>1.9237000000000002</c:v>
                </c:pt>
                <c:pt idx="705">
                  <c:v>1.8544</c:v>
                </c:pt>
                <c:pt idx="706">
                  <c:v>1.7852999999999994</c:v>
                </c:pt>
                <c:pt idx="707">
                  <c:v>1.8937999999999997</c:v>
                </c:pt>
                <c:pt idx="708">
                  <c:v>1.8537999999999997</c:v>
                </c:pt>
                <c:pt idx="709">
                  <c:v>1.8116000000000003</c:v>
                </c:pt>
                <c:pt idx="710">
                  <c:v>1.8365</c:v>
                </c:pt>
                <c:pt idx="711">
                  <c:v>1.843</c:v>
                </c:pt>
              </c:numCache>
            </c:numRef>
          </c:val>
          <c:smooth val="0"/>
          <c:extLst>
            <c:ext xmlns:c16="http://schemas.microsoft.com/office/drawing/2014/chart" uri="{C3380CC4-5D6E-409C-BE32-E72D297353CC}">
              <c16:uniqueId val="{00000000-6C7D-4ABB-9C93-0EE4C6093474}"/>
            </c:ext>
          </c:extLst>
        </c:ser>
        <c:dLbls>
          <c:showLegendKey val="0"/>
          <c:showVal val="0"/>
          <c:showCatName val="0"/>
          <c:showSerName val="0"/>
          <c:showPercent val="0"/>
          <c:showBubbleSize val="0"/>
        </c:dLbls>
        <c:marker val="1"/>
        <c:smooth val="0"/>
        <c:axId val="143840096"/>
        <c:axId val="1899943056"/>
      </c:lineChart>
      <c:lineChart>
        <c:grouping val="standard"/>
        <c:varyColors val="0"/>
        <c:ser>
          <c:idx val="1"/>
          <c:order val="1"/>
          <c:tx>
            <c:strRef>
              <c:f>'EM Composite VRP'!$AE$3</c:f>
              <c:strCache>
                <c:ptCount val="1"/>
                <c:pt idx="0">
                  <c:v>DXY (2013=100)</c:v>
                </c:pt>
              </c:strCache>
            </c:strRef>
          </c:tx>
          <c:spPr>
            <a:ln w="22225" cap="rnd">
              <a:solidFill>
                <a:srgbClr val="078549"/>
              </a:solidFill>
              <a:prstDash val="solid"/>
              <a:round/>
            </a:ln>
          </c:spPr>
          <c:marker>
            <c:symbol val="none"/>
          </c:marker>
          <c:val>
            <c:numRef>
              <c:f>'EM Composite VRP'!$AE$5:$AE$716</c:f>
              <c:numCache>
                <c:formatCode>General</c:formatCode>
                <c:ptCount val="712"/>
                <c:pt idx="0">
                  <c:v>100</c:v>
                </c:pt>
                <c:pt idx="1">
                  <c:v>101.03039734933105</c:v>
                </c:pt>
                <c:pt idx="2">
                  <c:v>99.855669067998704</c:v>
                </c:pt>
                <c:pt idx="3">
                  <c:v>100.44930846657797</c:v>
                </c:pt>
                <c:pt idx="4">
                  <c:v>100.08785361078341</c:v>
                </c:pt>
                <c:pt idx="5">
                  <c:v>99.305956474811126</c:v>
                </c:pt>
                <c:pt idx="6">
                  <c:v>100.71286929892818</c:v>
                </c:pt>
                <c:pt idx="7">
                  <c:v>101.13205652752329</c:v>
                </c:pt>
                <c:pt idx="8">
                  <c:v>102.26411305504656</c:v>
                </c:pt>
                <c:pt idx="9">
                  <c:v>103.30706092020382</c:v>
                </c:pt>
                <c:pt idx="10">
                  <c:v>103.7877456763473</c:v>
                </c:pt>
                <c:pt idx="11">
                  <c:v>103.24179823790757</c:v>
                </c:pt>
                <c:pt idx="12">
                  <c:v>103.3861291699089</c:v>
                </c:pt>
                <c:pt idx="13">
                  <c:v>104.13916011948092</c:v>
                </c:pt>
                <c:pt idx="14">
                  <c:v>103.53673535982328</c:v>
                </c:pt>
                <c:pt idx="15">
                  <c:v>103.3045508170386</c:v>
                </c:pt>
                <c:pt idx="16">
                  <c:v>103.81033660483445</c:v>
                </c:pt>
                <c:pt idx="17">
                  <c:v>103.544265669319</c:v>
                </c:pt>
                <c:pt idx="18">
                  <c:v>103.07111122267125</c:v>
                </c:pt>
                <c:pt idx="19">
                  <c:v>104.34875373377845</c:v>
                </c:pt>
                <c:pt idx="20">
                  <c:v>105.74060593890408</c:v>
                </c:pt>
                <c:pt idx="21">
                  <c:v>105.04781746529784</c:v>
                </c:pt>
                <c:pt idx="22">
                  <c:v>104.63992570094631</c:v>
                </c:pt>
                <c:pt idx="23">
                  <c:v>102.49880770099651</c:v>
                </c:pt>
                <c:pt idx="24">
                  <c:v>101.2450111699591</c:v>
                </c:pt>
                <c:pt idx="25">
                  <c:v>103.31333617811693</c:v>
                </c:pt>
                <c:pt idx="26">
                  <c:v>104.33996837270013</c:v>
                </c:pt>
                <c:pt idx="27">
                  <c:v>105.98785110068023</c:v>
                </c:pt>
                <c:pt idx="28">
                  <c:v>104.15422073847236</c:v>
                </c:pt>
                <c:pt idx="29">
                  <c:v>103.67604608549412</c:v>
                </c:pt>
                <c:pt idx="30">
                  <c:v>102.48374708200507</c:v>
                </c:pt>
                <c:pt idx="31">
                  <c:v>102.7987650292427</c:v>
                </c:pt>
                <c:pt idx="32">
                  <c:v>101.81731469163384</c:v>
                </c:pt>
                <c:pt idx="33">
                  <c:v>101.98172644895706</c:v>
                </c:pt>
                <c:pt idx="34">
                  <c:v>102.11225181354955</c:v>
                </c:pt>
                <c:pt idx="35">
                  <c:v>103.02341926253169</c:v>
                </c:pt>
                <c:pt idx="36">
                  <c:v>103.09746730590628</c:v>
                </c:pt>
                <c:pt idx="37">
                  <c:v>102.22646150756796</c:v>
                </c:pt>
                <c:pt idx="38">
                  <c:v>100.94505384171288</c:v>
                </c:pt>
                <c:pt idx="39">
                  <c:v>100.76432641381561</c:v>
                </c:pt>
                <c:pt idx="40">
                  <c:v>100.55724290268331</c:v>
                </c:pt>
                <c:pt idx="41">
                  <c:v>100.85845528251211</c:v>
                </c:pt>
                <c:pt idx="42">
                  <c:v>99.969878762017117</c:v>
                </c:pt>
                <c:pt idx="43">
                  <c:v>99.392555034011906</c:v>
                </c:pt>
                <c:pt idx="44">
                  <c:v>101.30274354275961</c:v>
                </c:pt>
                <c:pt idx="45">
                  <c:v>102.03945882175758</c:v>
                </c:pt>
                <c:pt idx="46">
                  <c:v>101.46966540324809</c:v>
                </c:pt>
                <c:pt idx="47">
                  <c:v>101.29270313009864</c:v>
                </c:pt>
                <c:pt idx="48">
                  <c:v>101.2575616857853</c:v>
                </c:pt>
                <c:pt idx="49">
                  <c:v>100.79946785812896</c:v>
                </c:pt>
                <c:pt idx="50">
                  <c:v>100.67270764828436</c:v>
                </c:pt>
                <c:pt idx="51">
                  <c:v>101.12578126961019</c:v>
                </c:pt>
                <c:pt idx="52">
                  <c:v>100.8961068299907</c:v>
                </c:pt>
                <c:pt idx="53">
                  <c:v>101.39687241145612</c:v>
                </c:pt>
                <c:pt idx="54">
                  <c:v>101.22995055096764</c:v>
                </c:pt>
                <c:pt idx="55">
                  <c:v>101.94156479831319</c:v>
                </c:pt>
                <c:pt idx="56">
                  <c:v>100.97894023444366</c:v>
                </c:pt>
                <c:pt idx="57">
                  <c:v>102.04949923441855</c:v>
                </c:pt>
                <c:pt idx="58">
                  <c:v>101.27136725319413</c:v>
                </c:pt>
                <c:pt idx="59">
                  <c:v>100.57481362483998</c:v>
                </c:pt>
                <c:pt idx="60">
                  <c:v>100.70157383468461</c:v>
                </c:pt>
                <c:pt idx="61">
                  <c:v>100.01631567057407</c:v>
                </c:pt>
                <c:pt idx="62">
                  <c:v>100.05145711488741</c:v>
                </c:pt>
                <c:pt idx="63">
                  <c:v>99.708828032832159</c:v>
                </c:pt>
                <c:pt idx="64">
                  <c:v>100.53590702577877</c:v>
                </c:pt>
                <c:pt idx="65">
                  <c:v>100.6250156881448</c:v>
                </c:pt>
                <c:pt idx="66">
                  <c:v>100.93501342905193</c:v>
                </c:pt>
                <c:pt idx="67">
                  <c:v>99.716358342327865</c:v>
                </c:pt>
                <c:pt idx="68">
                  <c:v>100.21210371746278</c:v>
                </c:pt>
                <c:pt idx="69">
                  <c:v>100.08910866236602</c:v>
                </c:pt>
                <c:pt idx="70">
                  <c:v>99.796681643615557</c:v>
                </c:pt>
                <c:pt idx="71">
                  <c:v>100.28238660608952</c:v>
                </c:pt>
                <c:pt idx="72">
                  <c:v>100.45809382765634</c:v>
                </c:pt>
                <c:pt idx="73">
                  <c:v>100.89736188157335</c:v>
                </c:pt>
                <c:pt idx="74">
                  <c:v>100.86724064359045</c:v>
                </c:pt>
                <c:pt idx="75">
                  <c:v>100.91744270689527</c:v>
                </c:pt>
                <c:pt idx="76">
                  <c:v>101.1270363211928</c:v>
                </c:pt>
                <c:pt idx="77">
                  <c:v>100.87100579833832</c:v>
                </c:pt>
                <c:pt idx="78">
                  <c:v>100.45307362132586</c:v>
                </c:pt>
                <c:pt idx="79">
                  <c:v>100.74173548532845</c:v>
                </c:pt>
                <c:pt idx="80">
                  <c:v>100.63882125555361</c:v>
                </c:pt>
                <c:pt idx="81">
                  <c:v>101.06177363889657</c:v>
                </c:pt>
                <c:pt idx="82">
                  <c:v>101.69557468811968</c:v>
                </c:pt>
                <c:pt idx="83">
                  <c:v>102.03820377017496</c:v>
                </c:pt>
                <c:pt idx="84">
                  <c:v>102.1473932578629</c:v>
                </c:pt>
                <c:pt idx="85">
                  <c:v>102.19132006325462</c:v>
                </c:pt>
                <c:pt idx="86">
                  <c:v>103.33592710660409</c:v>
                </c:pt>
                <c:pt idx="87">
                  <c:v>103.85300835864355</c:v>
                </c:pt>
                <c:pt idx="88">
                  <c:v>105.09676447702002</c:v>
                </c:pt>
                <c:pt idx="89">
                  <c:v>105.72554531991265</c:v>
                </c:pt>
                <c:pt idx="90">
                  <c:v>106.34679585330957</c:v>
                </c:pt>
                <c:pt idx="91">
                  <c:v>107.48261753558073</c:v>
                </c:pt>
                <c:pt idx="92">
                  <c:v>108.80544190366224</c:v>
                </c:pt>
                <c:pt idx="93">
                  <c:v>107.82399156605338</c:v>
                </c:pt>
                <c:pt idx="94">
                  <c:v>106.81744019679209</c:v>
                </c:pt>
                <c:pt idx="95">
                  <c:v>107.59808228118175</c:v>
                </c:pt>
                <c:pt idx="96">
                  <c:v>109.08531840658651</c:v>
                </c:pt>
                <c:pt idx="97">
                  <c:v>109.99523080398603</c:v>
                </c:pt>
                <c:pt idx="98">
                  <c:v>109.8483897688195</c:v>
                </c:pt>
                <c:pt idx="99">
                  <c:v>110.83360526117625</c:v>
                </c:pt>
                <c:pt idx="100">
                  <c:v>110.89133763397676</c:v>
                </c:pt>
                <c:pt idx="101">
                  <c:v>112.11877808177917</c:v>
                </c:pt>
                <c:pt idx="102">
                  <c:v>110.9001229950551</c:v>
                </c:pt>
                <c:pt idx="103">
                  <c:v>112.45011169959085</c:v>
                </c:pt>
                <c:pt idx="104">
                  <c:v>112.99229398328272</c:v>
                </c:pt>
                <c:pt idx="105">
                  <c:v>114.31009814503376</c:v>
                </c:pt>
                <c:pt idx="106">
                  <c:v>115.3831672481739</c:v>
                </c:pt>
                <c:pt idx="107">
                  <c:v>116.11737242400662</c:v>
                </c:pt>
                <c:pt idx="108">
                  <c:v>118.93119807224078</c:v>
                </c:pt>
                <c:pt idx="109">
                  <c:v>118.98391023871082</c:v>
                </c:pt>
                <c:pt idx="110">
                  <c:v>118.85087477095308</c:v>
                </c:pt>
                <c:pt idx="111">
                  <c:v>118.22711413439092</c:v>
                </c:pt>
                <c:pt idx="112">
                  <c:v>118.29237681668717</c:v>
                </c:pt>
                <c:pt idx="113">
                  <c:v>119.59763046261203</c:v>
                </c:pt>
                <c:pt idx="114">
                  <c:v>122.51186023745575</c:v>
                </c:pt>
                <c:pt idx="115">
                  <c:v>125.91932528426919</c:v>
                </c:pt>
                <c:pt idx="116">
                  <c:v>122.88084540274606</c:v>
                </c:pt>
                <c:pt idx="117">
                  <c:v>122.10522352468686</c:v>
                </c:pt>
                <c:pt idx="118">
                  <c:v>121.16895504405232</c:v>
                </c:pt>
                <c:pt idx="119">
                  <c:v>124.67431411431009</c:v>
                </c:pt>
                <c:pt idx="120">
                  <c:v>122.39263033710685</c:v>
                </c:pt>
                <c:pt idx="121">
                  <c:v>121.64210949070007</c:v>
                </c:pt>
                <c:pt idx="122">
                  <c:v>119.60265066894249</c:v>
                </c:pt>
                <c:pt idx="123">
                  <c:v>118.97135972288461</c:v>
                </c:pt>
                <c:pt idx="124">
                  <c:v>116.88922914731796</c:v>
                </c:pt>
                <c:pt idx="125">
                  <c:v>120.50252265368107</c:v>
                </c:pt>
                <c:pt idx="126">
                  <c:v>121.62328371696076</c:v>
                </c:pt>
                <c:pt idx="127">
                  <c:v>120.86899771580613</c:v>
                </c:pt>
                <c:pt idx="128">
                  <c:v>119.19475890459097</c:v>
                </c:pt>
                <c:pt idx="129">
                  <c:v>118.08152815080699</c:v>
                </c:pt>
                <c:pt idx="130">
                  <c:v>119.82228469590099</c:v>
                </c:pt>
                <c:pt idx="131">
                  <c:v>120.62677276036044</c:v>
                </c:pt>
                <c:pt idx="132">
                  <c:v>120.51632822108991</c:v>
                </c:pt>
                <c:pt idx="133">
                  <c:v>122.82185797836291</c:v>
                </c:pt>
                <c:pt idx="134">
                  <c:v>122.04623610030372</c:v>
                </c:pt>
                <c:pt idx="135">
                  <c:v>122.16170084590476</c:v>
                </c:pt>
                <c:pt idx="136">
                  <c:v>122.44659755515951</c:v>
                </c:pt>
                <c:pt idx="137">
                  <c:v>121.13757875448681</c:v>
                </c:pt>
                <c:pt idx="138">
                  <c:v>119.23994076156529</c:v>
                </c:pt>
                <c:pt idx="139">
                  <c:v>120.61798739928211</c:v>
                </c:pt>
                <c:pt idx="140">
                  <c:v>120.77235874394438</c:v>
                </c:pt>
                <c:pt idx="141">
                  <c:v>119.47338035593265</c:v>
                </c:pt>
                <c:pt idx="142">
                  <c:v>119.05795828208541</c:v>
                </c:pt>
                <c:pt idx="143">
                  <c:v>120.82256080724918</c:v>
                </c:pt>
                <c:pt idx="144">
                  <c:v>120.27159316247898</c:v>
                </c:pt>
                <c:pt idx="145">
                  <c:v>118.99520570295439</c:v>
                </c:pt>
                <c:pt idx="146">
                  <c:v>118.65257662089914</c:v>
                </c:pt>
                <c:pt idx="147">
                  <c:v>121.89939506513718</c:v>
                </c:pt>
                <c:pt idx="148">
                  <c:v>121.67223072868293</c:v>
                </c:pt>
                <c:pt idx="149">
                  <c:v>124.46095534526471</c:v>
                </c:pt>
                <c:pt idx="150">
                  <c:v>124.24759657621929</c:v>
                </c:pt>
                <c:pt idx="151">
                  <c:v>124.95921082356485</c:v>
                </c:pt>
                <c:pt idx="152">
                  <c:v>125.53025929365698</c:v>
                </c:pt>
                <c:pt idx="153">
                  <c:v>123.43934335701196</c:v>
                </c:pt>
                <c:pt idx="154">
                  <c:v>122.44910765832475</c:v>
                </c:pt>
                <c:pt idx="155">
                  <c:v>123.87735635934638</c:v>
                </c:pt>
                <c:pt idx="156">
                  <c:v>122.80303220462361</c:v>
                </c:pt>
                <c:pt idx="157">
                  <c:v>123.85225532769397</c:v>
                </c:pt>
                <c:pt idx="158">
                  <c:v>123.67278295137932</c:v>
                </c:pt>
                <c:pt idx="159">
                  <c:v>124.19488440974924</c:v>
                </c:pt>
                <c:pt idx="160">
                  <c:v>124.97050628780843</c:v>
                </c:pt>
                <c:pt idx="161">
                  <c:v>125.01066793845226</c:v>
                </c:pt>
                <c:pt idx="162">
                  <c:v>121.77891011320567</c:v>
                </c:pt>
                <c:pt idx="163">
                  <c:v>120.40964883656717</c:v>
                </c:pt>
                <c:pt idx="164">
                  <c:v>121.23798288109641</c:v>
                </c:pt>
                <c:pt idx="165">
                  <c:v>123.18080273099224</c:v>
                </c:pt>
                <c:pt idx="166">
                  <c:v>122.16672105223525</c:v>
                </c:pt>
                <c:pt idx="167">
                  <c:v>120.70082080373503</c:v>
                </c:pt>
                <c:pt idx="168">
                  <c:v>119.33783478500966</c:v>
                </c:pt>
                <c:pt idx="169">
                  <c:v>120.82758101357966</c:v>
                </c:pt>
                <c:pt idx="170">
                  <c:v>118.75172569592611</c:v>
                </c:pt>
                <c:pt idx="171">
                  <c:v>118.2697858882</c:v>
                </c:pt>
                <c:pt idx="172">
                  <c:v>118.84836466778785</c:v>
                </c:pt>
                <c:pt idx="173">
                  <c:v>119.37548633248826</c:v>
                </c:pt>
                <c:pt idx="174">
                  <c:v>116.82271141343909</c:v>
                </c:pt>
                <c:pt idx="175">
                  <c:v>117.83428298903087</c:v>
                </c:pt>
                <c:pt idx="176">
                  <c:v>118.73792012851729</c:v>
                </c:pt>
                <c:pt idx="177">
                  <c:v>119.64908757749943</c:v>
                </c:pt>
                <c:pt idx="178">
                  <c:v>119.8837822234494</c:v>
                </c:pt>
                <c:pt idx="179">
                  <c:v>118.01124526218028</c:v>
                </c:pt>
                <c:pt idx="180">
                  <c:v>118.69148321996035</c:v>
                </c:pt>
                <c:pt idx="181">
                  <c:v>118.23338939230403</c:v>
                </c:pt>
                <c:pt idx="182">
                  <c:v>119.79216345791812</c:v>
                </c:pt>
                <c:pt idx="183">
                  <c:v>120.04442882602476</c:v>
                </c:pt>
                <c:pt idx="184">
                  <c:v>120.86397750947566</c:v>
                </c:pt>
                <c:pt idx="185">
                  <c:v>121.21288184944402</c:v>
                </c:pt>
                <c:pt idx="186">
                  <c:v>122.32611260322798</c:v>
                </c:pt>
                <c:pt idx="187">
                  <c:v>119.89507768769296</c:v>
                </c:pt>
                <c:pt idx="188">
                  <c:v>120.72843193855267</c:v>
                </c:pt>
                <c:pt idx="189">
                  <c:v>120.13604759155601</c:v>
                </c:pt>
                <c:pt idx="190">
                  <c:v>118.61618012500314</c:v>
                </c:pt>
                <c:pt idx="191">
                  <c:v>119.9402595446673</c:v>
                </c:pt>
                <c:pt idx="192">
                  <c:v>120.28916388463567</c:v>
                </c:pt>
                <c:pt idx="193">
                  <c:v>119.65159768066466</c:v>
                </c:pt>
                <c:pt idx="194">
                  <c:v>120.62049750244736</c:v>
                </c:pt>
                <c:pt idx="195">
                  <c:v>119.82855995381412</c:v>
                </c:pt>
                <c:pt idx="196">
                  <c:v>119.81098923165743</c:v>
                </c:pt>
                <c:pt idx="197">
                  <c:v>121.27814453174027</c:v>
                </c:pt>
                <c:pt idx="198">
                  <c:v>123.01890107683427</c:v>
                </c:pt>
                <c:pt idx="199">
                  <c:v>123.86731594668541</c:v>
                </c:pt>
                <c:pt idx="200">
                  <c:v>123.43181304751624</c:v>
                </c:pt>
                <c:pt idx="201">
                  <c:v>121.82158186701473</c:v>
                </c:pt>
                <c:pt idx="202">
                  <c:v>124.32540977434172</c:v>
                </c:pt>
                <c:pt idx="203">
                  <c:v>127.02377067697481</c:v>
                </c:pt>
                <c:pt idx="204">
                  <c:v>127.37518512010844</c:v>
                </c:pt>
                <c:pt idx="205">
                  <c:v>126.47154798062201</c:v>
                </c:pt>
                <c:pt idx="206">
                  <c:v>127.50069027837046</c:v>
                </c:pt>
                <c:pt idx="207">
                  <c:v>129.20756043073371</c:v>
                </c:pt>
                <c:pt idx="208">
                  <c:v>129.28286352569091</c:v>
                </c:pt>
                <c:pt idx="209">
                  <c:v>128.27882225959485</c:v>
                </c:pt>
                <c:pt idx="210">
                  <c:v>128.29137277542105</c:v>
                </c:pt>
                <c:pt idx="211">
                  <c:v>126.98611912949625</c:v>
                </c:pt>
                <c:pt idx="212">
                  <c:v>126.4338964331434</c:v>
                </c:pt>
                <c:pt idx="213">
                  <c:v>126.17033560079321</c:v>
                </c:pt>
                <c:pt idx="214">
                  <c:v>125.33949145309873</c:v>
                </c:pt>
                <c:pt idx="215">
                  <c:v>126.50919952810059</c:v>
                </c:pt>
                <c:pt idx="216">
                  <c:v>126.69745726549363</c:v>
                </c:pt>
                <c:pt idx="217">
                  <c:v>126.87316448706044</c:v>
                </c:pt>
                <c:pt idx="218">
                  <c:v>127.43793769923946</c:v>
                </c:pt>
                <c:pt idx="219">
                  <c:v>127.07397274027963</c:v>
                </c:pt>
                <c:pt idx="220">
                  <c:v>125.88167373679057</c:v>
                </c:pt>
                <c:pt idx="221">
                  <c:v>125.03702402168729</c:v>
                </c:pt>
                <c:pt idx="222">
                  <c:v>125.94442631592158</c:v>
                </c:pt>
                <c:pt idx="223">
                  <c:v>126.98611912949625</c:v>
                </c:pt>
                <c:pt idx="224">
                  <c:v>126.1452345691408</c:v>
                </c:pt>
                <c:pt idx="225">
                  <c:v>125.47629207560431</c:v>
                </c:pt>
                <c:pt idx="226">
                  <c:v>124.31285925851552</c:v>
                </c:pt>
                <c:pt idx="227">
                  <c:v>123.80832852230226</c:v>
                </c:pt>
                <c:pt idx="228">
                  <c:v>124.56637967820477</c:v>
                </c:pt>
                <c:pt idx="229">
                  <c:v>121.91822083887646</c:v>
                </c:pt>
                <c:pt idx="230">
                  <c:v>122.29473631366248</c:v>
                </c:pt>
                <c:pt idx="231">
                  <c:v>121.38231381309772</c:v>
                </c:pt>
                <c:pt idx="232">
                  <c:v>122.08388764778233</c:v>
                </c:pt>
                <c:pt idx="233">
                  <c:v>121.94583197369413</c:v>
                </c:pt>
                <c:pt idx="234">
                  <c:v>122.07133713195613</c:v>
                </c:pt>
                <c:pt idx="235">
                  <c:v>120.01807274278973</c:v>
                </c:pt>
                <c:pt idx="236">
                  <c:v>120.49499234418535</c:v>
                </c:pt>
                <c:pt idx="237">
                  <c:v>119.42192324104522</c:v>
                </c:pt>
                <c:pt idx="238">
                  <c:v>117.79663144155225</c:v>
                </c:pt>
                <c:pt idx="239">
                  <c:v>117.04485554356285</c:v>
                </c:pt>
                <c:pt idx="240">
                  <c:v>117.40003514144432</c:v>
                </c:pt>
                <c:pt idx="241">
                  <c:v>116.80639574286505</c:v>
                </c:pt>
                <c:pt idx="242">
                  <c:v>117.26448957052136</c:v>
                </c:pt>
                <c:pt idx="243">
                  <c:v>116.39348377218303</c:v>
                </c:pt>
                <c:pt idx="244">
                  <c:v>116.4863575892969</c:v>
                </c:pt>
                <c:pt idx="245">
                  <c:v>114.65147217550641</c:v>
                </c:pt>
                <c:pt idx="246">
                  <c:v>115.30409899846885</c:v>
                </c:pt>
                <c:pt idx="247">
                  <c:v>115.67935942167225</c:v>
                </c:pt>
                <c:pt idx="248">
                  <c:v>116.81518110394337</c:v>
                </c:pt>
                <c:pt idx="249">
                  <c:v>117.72383844976029</c:v>
                </c:pt>
                <c:pt idx="250">
                  <c:v>116.83400687768267</c:v>
                </c:pt>
                <c:pt idx="251">
                  <c:v>117.59958834308091</c:v>
                </c:pt>
                <c:pt idx="252">
                  <c:v>119.12447601596425</c:v>
                </c:pt>
                <c:pt idx="253">
                  <c:v>119.15585230552976</c:v>
                </c:pt>
                <c:pt idx="254">
                  <c:v>118.46557393508874</c:v>
                </c:pt>
                <c:pt idx="255">
                  <c:v>117.55064133135873</c:v>
                </c:pt>
                <c:pt idx="256">
                  <c:v>116.44619593865309</c:v>
                </c:pt>
                <c:pt idx="257">
                  <c:v>116.57546625166295</c:v>
                </c:pt>
                <c:pt idx="258">
                  <c:v>117.8505986596049</c:v>
                </c:pt>
                <c:pt idx="259">
                  <c:v>117.88950525866613</c:v>
                </c:pt>
                <c:pt idx="260">
                  <c:v>117.15530008283339</c:v>
                </c:pt>
                <c:pt idx="261">
                  <c:v>115.6203719972891</c:v>
                </c:pt>
                <c:pt idx="262">
                  <c:v>115.4007379703306</c:v>
                </c:pt>
                <c:pt idx="263">
                  <c:v>114.17706267727606</c:v>
                </c:pt>
                <c:pt idx="264">
                  <c:v>113.6725319410628</c:v>
                </c:pt>
                <c:pt idx="265">
                  <c:v>111.78367930921959</c:v>
                </c:pt>
                <c:pt idx="266">
                  <c:v>111.94432591179498</c:v>
                </c:pt>
                <c:pt idx="267">
                  <c:v>113.50937523532217</c:v>
                </c:pt>
                <c:pt idx="268">
                  <c:v>111.82509601144605</c:v>
                </c:pt>
                <c:pt idx="269">
                  <c:v>112.80780140063757</c:v>
                </c:pt>
                <c:pt idx="270">
                  <c:v>112.87306408293381</c:v>
                </c:pt>
                <c:pt idx="271">
                  <c:v>113.07136223298779</c:v>
                </c:pt>
                <c:pt idx="272">
                  <c:v>113.24706945455458</c:v>
                </c:pt>
                <c:pt idx="273">
                  <c:v>112.24679334320642</c:v>
                </c:pt>
                <c:pt idx="274">
                  <c:v>112.922011094656</c:v>
                </c:pt>
                <c:pt idx="275">
                  <c:v>113.09018800672708</c:v>
                </c:pt>
                <c:pt idx="276">
                  <c:v>112.7036321192801</c:v>
                </c:pt>
                <c:pt idx="277">
                  <c:v>113.35123873591206</c:v>
                </c:pt>
                <c:pt idx="278">
                  <c:v>114.88993197620422</c:v>
                </c:pt>
                <c:pt idx="279">
                  <c:v>116.17510479680715</c:v>
                </c:pt>
                <c:pt idx="280">
                  <c:v>116.13870830091118</c:v>
                </c:pt>
                <c:pt idx="281">
                  <c:v>117.51926504179322</c:v>
                </c:pt>
                <c:pt idx="282">
                  <c:v>118.29237681668717</c:v>
                </c:pt>
                <c:pt idx="283">
                  <c:v>118.17063681317303</c:v>
                </c:pt>
                <c:pt idx="284">
                  <c:v>117.39124978036597</c:v>
                </c:pt>
                <c:pt idx="285">
                  <c:v>118.96382941338889</c:v>
                </c:pt>
                <c:pt idx="286">
                  <c:v>118.62747558924671</c:v>
                </c:pt>
                <c:pt idx="287">
                  <c:v>118.56472301011571</c:v>
                </c:pt>
                <c:pt idx="288">
                  <c:v>117.92841185772735</c:v>
                </c:pt>
                <c:pt idx="289">
                  <c:v>118.82451868771808</c:v>
                </c:pt>
                <c:pt idx="290">
                  <c:v>118.57225331961143</c:v>
                </c:pt>
                <c:pt idx="291">
                  <c:v>118.81447827505711</c:v>
                </c:pt>
                <c:pt idx="292">
                  <c:v>119.43196365370616</c:v>
                </c:pt>
                <c:pt idx="293">
                  <c:v>120.93300534651974</c:v>
                </c:pt>
                <c:pt idx="294">
                  <c:v>120.61171214136901</c:v>
                </c:pt>
                <c:pt idx="295">
                  <c:v>119.41313787996688</c:v>
                </c:pt>
                <c:pt idx="296">
                  <c:v>119.40560757047116</c:v>
                </c:pt>
                <c:pt idx="297">
                  <c:v>119.68799417656066</c:v>
                </c:pt>
                <c:pt idx="298">
                  <c:v>119.1382815833731</c:v>
                </c:pt>
                <c:pt idx="299">
                  <c:v>118.2509601144607</c:v>
                </c:pt>
                <c:pt idx="300">
                  <c:v>119.39556715781019</c:v>
                </c:pt>
                <c:pt idx="301">
                  <c:v>120.01305253645924</c:v>
                </c:pt>
                <c:pt idx="302">
                  <c:v>119.50726674866338</c:v>
                </c:pt>
                <c:pt idx="303">
                  <c:v>120.12475212731243</c:v>
                </c:pt>
                <c:pt idx="304">
                  <c:v>120.93551544968497</c:v>
                </c:pt>
                <c:pt idx="305">
                  <c:v>121.16518988930444</c:v>
                </c:pt>
                <c:pt idx="306">
                  <c:v>121.62077361379554</c:v>
                </c:pt>
                <c:pt idx="307">
                  <c:v>121.06855091744271</c:v>
                </c:pt>
                <c:pt idx="308">
                  <c:v>121.63457918120434</c:v>
                </c:pt>
                <c:pt idx="309">
                  <c:v>122.0813775446171</c:v>
                </c:pt>
                <c:pt idx="310">
                  <c:v>121.13004844499109</c:v>
                </c:pt>
                <c:pt idx="311">
                  <c:v>122.29599136524511</c:v>
                </c:pt>
                <c:pt idx="312">
                  <c:v>121.68478124450917</c:v>
                </c:pt>
                <c:pt idx="313">
                  <c:v>120.98948266773766</c:v>
                </c:pt>
                <c:pt idx="314">
                  <c:v>120.70960616481339</c:v>
                </c:pt>
                <c:pt idx="315">
                  <c:v>120.07078490925977</c:v>
                </c:pt>
                <c:pt idx="316">
                  <c:v>120.90664926328472</c:v>
                </c:pt>
                <c:pt idx="317">
                  <c:v>120.22641130550467</c:v>
                </c:pt>
                <c:pt idx="318">
                  <c:v>119.95657521524134</c:v>
                </c:pt>
                <c:pt idx="319">
                  <c:v>121.28441978965337</c:v>
                </c:pt>
                <c:pt idx="320">
                  <c:v>121.61951856221292</c:v>
                </c:pt>
                <c:pt idx="321">
                  <c:v>121.12126308391275</c:v>
                </c:pt>
                <c:pt idx="322">
                  <c:v>121.14636411556516</c:v>
                </c:pt>
                <c:pt idx="323">
                  <c:v>122.12404929842617</c:v>
                </c:pt>
                <c:pt idx="324">
                  <c:v>121.23170762318331</c:v>
                </c:pt>
                <c:pt idx="325">
                  <c:v>121.30199051181003</c:v>
                </c:pt>
                <c:pt idx="326">
                  <c:v>122.09643816360854</c:v>
                </c:pt>
                <c:pt idx="327">
                  <c:v>122.23574888927935</c:v>
                </c:pt>
                <c:pt idx="328">
                  <c:v>121.70486206983107</c:v>
                </c:pt>
                <c:pt idx="329">
                  <c:v>122.21441301237481</c:v>
                </c:pt>
                <c:pt idx="330">
                  <c:v>123.00258540626021</c:v>
                </c:pt>
                <c:pt idx="331">
                  <c:v>122.39263033710685</c:v>
                </c:pt>
                <c:pt idx="332">
                  <c:v>122.15417053640904</c:v>
                </c:pt>
                <c:pt idx="333">
                  <c:v>122.98877983885139</c:v>
                </c:pt>
                <c:pt idx="334">
                  <c:v>122.50935013429051</c:v>
                </c:pt>
                <c:pt idx="335">
                  <c:v>122.68129220110946</c:v>
                </c:pt>
                <c:pt idx="336">
                  <c:v>121.16769999246971</c:v>
                </c:pt>
                <c:pt idx="337">
                  <c:v>122.4578930194031</c:v>
                </c:pt>
                <c:pt idx="338">
                  <c:v>120.76106327970079</c:v>
                </c:pt>
                <c:pt idx="339">
                  <c:v>120.64810863726498</c:v>
                </c:pt>
                <c:pt idx="340">
                  <c:v>122.09894826677376</c:v>
                </c:pt>
                <c:pt idx="341">
                  <c:v>121.50154371344664</c:v>
                </c:pt>
                <c:pt idx="342">
                  <c:v>121.92951630312005</c:v>
                </c:pt>
                <c:pt idx="343">
                  <c:v>123.00760561259069</c:v>
                </c:pt>
                <c:pt idx="344">
                  <c:v>123.08792891387836</c:v>
                </c:pt>
                <c:pt idx="345">
                  <c:v>122.35623384121088</c:v>
                </c:pt>
                <c:pt idx="346">
                  <c:v>123.17327242149652</c:v>
                </c:pt>
                <c:pt idx="347">
                  <c:v>122.54323652702126</c:v>
                </c:pt>
                <c:pt idx="348">
                  <c:v>124.14468234644444</c:v>
                </c:pt>
                <c:pt idx="349">
                  <c:v>123.48954542031679</c:v>
                </c:pt>
                <c:pt idx="350">
                  <c:v>123.31760335349784</c:v>
                </c:pt>
                <c:pt idx="351">
                  <c:v>123.63889655864857</c:v>
                </c:pt>
                <c:pt idx="352">
                  <c:v>124.3869073018901</c:v>
                </c:pt>
                <c:pt idx="353">
                  <c:v>124.00913677552148</c:v>
                </c:pt>
                <c:pt idx="354">
                  <c:v>123.37282562313312</c:v>
                </c:pt>
                <c:pt idx="355">
                  <c:v>122.09392806044328</c:v>
                </c:pt>
                <c:pt idx="356">
                  <c:v>122.78295137930171</c:v>
                </c:pt>
                <c:pt idx="357">
                  <c:v>122.03996084239064</c:v>
                </c:pt>
                <c:pt idx="358">
                  <c:v>123.43808830542935</c:v>
                </c:pt>
                <c:pt idx="359">
                  <c:v>122.99380004518186</c:v>
                </c:pt>
                <c:pt idx="360">
                  <c:v>123.33391902407189</c:v>
                </c:pt>
                <c:pt idx="361">
                  <c:v>123.33768417881974</c:v>
                </c:pt>
                <c:pt idx="362">
                  <c:v>122.61853962197846</c:v>
                </c:pt>
                <c:pt idx="363">
                  <c:v>121.95587238635508</c:v>
                </c:pt>
                <c:pt idx="364">
                  <c:v>122.60598910615226</c:v>
                </c:pt>
                <c:pt idx="365">
                  <c:v>121.6383443359522</c:v>
                </c:pt>
                <c:pt idx="366">
                  <c:v>121.53668515775998</c:v>
                </c:pt>
                <c:pt idx="367">
                  <c:v>122.18680187755717</c:v>
                </c:pt>
                <c:pt idx="368">
                  <c:v>122.50056477321219</c:v>
                </c:pt>
                <c:pt idx="369">
                  <c:v>122.81056251411933</c:v>
                </c:pt>
                <c:pt idx="370">
                  <c:v>122.22947363136625</c:v>
                </c:pt>
                <c:pt idx="371">
                  <c:v>123.85351037927659</c:v>
                </c:pt>
                <c:pt idx="372">
                  <c:v>124.40573307562941</c:v>
                </c:pt>
                <c:pt idx="373">
                  <c:v>124.57893019403099</c:v>
                </c:pt>
                <c:pt idx="374">
                  <c:v>123.16072190567033</c:v>
                </c:pt>
                <c:pt idx="375">
                  <c:v>120.423454403976</c:v>
                </c:pt>
                <c:pt idx="376">
                  <c:v>123.93508873214689</c:v>
                </c:pt>
                <c:pt idx="377">
                  <c:v>129.04063857024525</c:v>
                </c:pt>
                <c:pt idx="378">
                  <c:v>123.45314892442079</c:v>
                </c:pt>
                <c:pt idx="379">
                  <c:v>126.22806797359371</c:v>
                </c:pt>
                <c:pt idx="380">
                  <c:v>124.85504154220739</c:v>
                </c:pt>
                <c:pt idx="381">
                  <c:v>125.23155701699341</c:v>
                </c:pt>
                <c:pt idx="382">
                  <c:v>125.98207786340019</c:v>
                </c:pt>
                <c:pt idx="383">
                  <c:v>124.34925575441149</c:v>
                </c:pt>
                <c:pt idx="384">
                  <c:v>125.17131454102764</c:v>
                </c:pt>
                <c:pt idx="385">
                  <c:v>126.00968899821783</c:v>
                </c:pt>
                <c:pt idx="386">
                  <c:v>125.33321619518563</c:v>
                </c:pt>
                <c:pt idx="387">
                  <c:v>123.42679284118576</c:v>
                </c:pt>
                <c:pt idx="388">
                  <c:v>121.66093526443937</c:v>
                </c:pt>
                <c:pt idx="389">
                  <c:v>122.14036496900023</c:v>
                </c:pt>
                <c:pt idx="390">
                  <c:v>122.52190065011672</c:v>
                </c:pt>
                <c:pt idx="391">
                  <c:v>122.28344084941894</c:v>
                </c:pt>
                <c:pt idx="392">
                  <c:v>121.95587238635508</c:v>
                </c:pt>
                <c:pt idx="393">
                  <c:v>121.30324556339266</c:v>
                </c:pt>
                <c:pt idx="394">
                  <c:v>120.41215893973242</c:v>
                </c:pt>
                <c:pt idx="395">
                  <c:v>118.52079620472402</c:v>
                </c:pt>
                <c:pt idx="396">
                  <c:v>117.15781018599864</c:v>
                </c:pt>
                <c:pt idx="397">
                  <c:v>117.26574462210397</c:v>
                </c:pt>
                <c:pt idx="398">
                  <c:v>116.84028213559579</c:v>
                </c:pt>
                <c:pt idx="399">
                  <c:v>117.02979492457139</c:v>
                </c:pt>
                <c:pt idx="400">
                  <c:v>115.93036973819623</c:v>
                </c:pt>
                <c:pt idx="401">
                  <c:v>116.36712768894802</c:v>
                </c:pt>
                <c:pt idx="402">
                  <c:v>117.13772936067673</c:v>
                </c:pt>
                <c:pt idx="403">
                  <c:v>116.62692336655036</c:v>
                </c:pt>
                <c:pt idx="404">
                  <c:v>118.78059188232638</c:v>
                </c:pt>
                <c:pt idx="405">
                  <c:v>117.77906071939557</c:v>
                </c:pt>
                <c:pt idx="406">
                  <c:v>116.79133512387361</c:v>
                </c:pt>
                <c:pt idx="407">
                  <c:v>117.57574236301113</c:v>
                </c:pt>
                <c:pt idx="408">
                  <c:v>116.4286252164964</c:v>
                </c:pt>
                <c:pt idx="409">
                  <c:v>118.02254072642387</c:v>
                </c:pt>
                <c:pt idx="410">
                  <c:v>115.75215241346419</c:v>
                </c:pt>
                <c:pt idx="411">
                  <c:v>116.41230954592234</c:v>
                </c:pt>
                <c:pt idx="412">
                  <c:v>115.95672582143126</c:v>
                </c:pt>
                <c:pt idx="413">
                  <c:v>115.20118476869401</c:v>
                </c:pt>
                <c:pt idx="414">
                  <c:v>113.83443359522076</c:v>
                </c:pt>
                <c:pt idx="415">
                  <c:v>114.17957278044129</c:v>
                </c:pt>
                <c:pt idx="416">
                  <c:v>112.97472326112606</c:v>
                </c:pt>
                <c:pt idx="417">
                  <c:v>113.23451893872839</c:v>
                </c:pt>
                <c:pt idx="418">
                  <c:v>112.87557418609906</c:v>
                </c:pt>
                <c:pt idx="419">
                  <c:v>113.07763749090087</c:v>
                </c:pt>
                <c:pt idx="420">
                  <c:v>113.9235422575868</c:v>
                </c:pt>
                <c:pt idx="421">
                  <c:v>113.25334471246768</c:v>
                </c:pt>
                <c:pt idx="422">
                  <c:v>113.68759256005423</c:v>
                </c:pt>
                <c:pt idx="423">
                  <c:v>114.2624061848942</c:v>
                </c:pt>
                <c:pt idx="424">
                  <c:v>113.55706719546174</c:v>
                </c:pt>
                <c:pt idx="425">
                  <c:v>113.41148121187781</c:v>
                </c:pt>
                <c:pt idx="426">
                  <c:v>114.05783277692714</c:v>
                </c:pt>
                <c:pt idx="427">
                  <c:v>115.43587941464395</c:v>
                </c:pt>
                <c:pt idx="428">
                  <c:v>115.06187404302317</c:v>
                </c:pt>
                <c:pt idx="429">
                  <c:v>115.36308642285198</c:v>
                </c:pt>
                <c:pt idx="430">
                  <c:v>116.42611511333116</c:v>
                </c:pt>
                <c:pt idx="431">
                  <c:v>116.74740831848189</c:v>
                </c:pt>
                <c:pt idx="432">
                  <c:v>115.66931900901128</c:v>
                </c:pt>
                <c:pt idx="433">
                  <c:v>114.9075026983609</c:v>
                </c:pt>
                <c:pt idx="434">
                  <c:v>114.03273174527473</c:v>
                </c:pt>
                <c:pt idx="435">
                  <c:v>114.56110846155778</c:v>
                </c:pt>
                <c:pt idx="436">
                  <c:v>113.24706945455458</c:v>
                </c:pt>
                <c:pt idx="437">
                  <c:v>113.35751399382514</c:v>
                </c:pt>
                <c:pt idx="438">
                  <c:v>112.97597831270865</c:v>
                </c:pt>
                <c:pt idx="439">
                  <c:v>112.99354903486534</c:v>
                </c:pt>
                <c:pt idx="440">
                  <c:v>113.12532945104043</c:v>
                </c:pt>
                <c:pt idx="441">
                  <c:v>113.65119606415826</c:v>
                </c:pt>
                <c:pt idx="442">
                  <c:v>115.7471322071337</c:v>
                </c:pt>
                <c:pt idx="443">
                  <c:v>115.27774291523383</c:v>
                </c:pt>
                <c:pt idx="444">
                  <c:v>115.74838725871635</c:v>
                </c:pt>
                <c:pt idx="445">
                  <c:v>115.62790230678482</c:v>
                </c:pt>
                <c:pt idx="446">
                  <c:v>116.32696603830416</c:v>
                </c:pt>
                <c:pt idx="447">
                  <c:v>116.6093526443937</c:v>
                </c:pt>
                <c:pt idx="448">
                  <c:v>115.6831245764201</c:v>
                </c:pt>
                <c:pt idx="449">
                  <c:v>116.46878686714024</c:v>
                </c:pt>
                <c:pt idx="450">
                  <c:v>116.11486232084138</c:v>
                </c:pt>
                <c:pt idx="451">
                  <c:v>117.34230276864379</c:v>
                </c:pt>
                <c:pt idx="452">
                  <c:v>116.32571098672157</c:v>
                </c:pt>
                <c:pt idx="453">
                  <c:v>115.50867240643589</c:v>
                </c:pt>
                <c:pt idx="454">
                  <c:v>116.19518562212907</c:v>
                </c:pt>
                <c:pt idx="455">
                  <c:v>116.96453224227514</c:v>
                </c:pt>
                <c:pt idx="456">
                  <c:v>117.13019905118101</c:v>
                </c:pt>
                <c:pt idx="457">
                  <c:v>118.01877557167599</c:v>
                </c:pt>
                <c:pt idx="458">
                  <c:v>118.05893722231984</c:v>
                </c:pt>
                <c:pt idx="459">
                  <c:v>117.89578051657924</c:v>
                </c:pt>
                <c:pt idx="460">
                  <c:v>117.52554029970632</c:v>
                </c:pt>
                <c:pt idx="461">
                  <c:v>118.12922011094658</c:v>
                </c:pt>
                <c:pt idx="462">
                  <c:v>118.3764652727227</c:v>
                </c:pt>
                <c:pt idx="463">
                  <c:v>119.39054695147971</c:v>
                </c:pt>
                <c:pt idx="464">
                  <c:v>120.52385853058563</c:v>
                </c:pt>
                <c:pt idx="465">
                  <c:v>120.59665152237757</c:v>
                </c:pt>
                <c:pt idx="466">
                  <c:v>120.63179296669094</c:v>
                </c:pt>
                <c:pt idx="467">
                  <c:v>120.60669193503853</c:v>
                </c:pt>
                <c:pt idx="468">
                  <c:v>121.19405607570471</c:v>
                </c:pt>
                <c:pt idx="469">
                  <c:v>120.50879791159417</c:v>
                </c:pt>
                <c:pt idx="470">
                  <c:v>120.07078490925977</c:v>
                </c:pt>
                <c:pt idx="471">
                  <c:v>120.13228243680815</c:v>
                </c:pt>
                <c:pt idx="472">
                  <c:v>119.43698386003665</c:v>
                </c:pt>
                <c:pt idx="473">
                  <c:v>120.03564346494642</c:v>
                </c:pt>
                <c:pt idx="474">
                  <c:v>122.07886744145185</c:v>
                </c:pt>
                <c:pt idx="475">
                  <c:v>119.83860036647506</c:v>
                </c:pt>
                <c:pt idx="476">
                  <c:v>120.58786616129922</c:v>
                </c:pt>
                <c:pt idx="477">
                  <c:v>120.53891914957705</c:v>
                </c:pt>
                <c:pt idx="478">
                  <c:v>121.25680865483571</c:v>
                </c:pt>
                <c:pt idx="479">
                  <c:v>123.80832852230226</c:v>
                </c:pt>
                <c:pt idx="480">
                  <c:v>124.40573307562941</c:v>
                </c:pt>
                <c:pt idx="481">
                  <c:v>123.28748211551496</c:v>
                </c:pt>
                <c:pt idx="482">
                  <c:v>123.9852907954517</c:v>
                </c:pt>
                <c:pt idx="483">
                  <c:v>123.78824769698036</c:v>
                </c:pt>
                <c:pt idx="484">
                  <c:v>125.24912773915008</c:v>
                </c:pt>
                <c:pt idx="485">
                  <c:v>126.13268405331459</c:v>
                </c:pt>
                <c:pt idx="486">
                  <c:v>127.03632119280101</c:v>
                </c:pt>
                <c:pt idx="487">
                  <c:v>129.21885589497731</c:v>
                </c:pt>
                <c:pt idx="488">
                  <c:v>130.09864705439392</c:v>
                </c:pt>
                <c:pt idx="489">
                  <c:v>131.23195863349983</c:v>
                </c:pt>
                <c:pt idx="490">
                  <c:v>129.45857074725774</c:v>
                </c:pt>
                <c:pt idx="491">
                  <c:v>127.59858430181481</c:v>
                </c:pt>
                <c:pt idx="492">
                  <c:v>128.19096864881146</c:v>
                </c:pt>
                <c:pt idx="493">
                  <c:v>130.71111222671252</c:v>
                </c:pt>
                <c:pt idx="494">
                  <c:v>131.40390070031879</c:v>
                </c:pt>
                <c:pt idx="495">
                  <c:v>130.75754913526947</c:v>
                </c:pt>
                <c:pt idx="496">
                  <c:v>131.95361329350638</c:v>
                </c:pt>
                <c:pt idx="497">
                  <c:v>134.29930470142324</c:v>
                </c:pt>
                <c:pt idx="498">
                  <c:v>135.62463917267002</c:v>
                </c:pt>
                <c:pt idx="499">
                  <c:v>133.95165541303749</c:v>
                </c:pt>
                <c:pt idx="500">
                  <c:v>132.9137277542107</c:v>
                </c:pt>
                <c:pt idx="501">
                  <c:v>133.81485479053188</c:v>
                </c:pt>
                <c:pt idx="502">
                  <c:v>132.57235372373805</c:v>
                </c:pt>
                <c:pt idx="503">
                  <c:v>135.75767464042772</c:v>
                </c:pt>
                <c:pt idx="504">
                  <c:v>136.55337734380885</c:v>
                </c:pt>
                <c:pt idx="505">
                  <c:v>137.47082005070411</c:v>
                </c:pt>
                <c:pt idx="506">
                  <c:v>136.80438766033285</c:v>
                </c:pt>
                <c:pt idx="507">
                  <c:v>137.75948191470667</c:v>
                </c:pt>
                <c:pt idx="508">
                  <c:v>142.06179873992821</c:v>
                </c:pt>
                <c:pt idx="509">
                  <c:v>140.71261828861168</c:v>
                </c:pt>
                <c:pt idx="510">
                  <c:v>141.56354326162807</c:v>
                </c:pt>
                <c:pt idx="511">
                  <c:v>142.21114987825999</c:v>
                </c:pt>
                <c:pt idx="512">
                  <c:v>140.58083787243655</c:v>
                </c:pt>
                <c:pt idx="513">
                  <c:v>138.9994728783353</c:v>
                </c:pt>
                <c:pt idx="514">
                  <c:v>139.15635432616281</c:v>
                </c:pt>
                <c:pt idx="515">
                  <c:v>133.40194281984989</c:v>
                </c:pt>
                <c:pt idx="516">
                  <c:v>134.20266572956149</c:v>
                </c:pt>
                <c:pt idx="517">
                  <c:v>132.98401064283743</c:v>
                </c:pt>
                <c:pt idx="518">
                  <c:v>131.20936770501268</c:v>
                </c:pt>
                <c:pt idx="519">
                  <c:v>131.54195637440699</c:v>
                </c:pt>
                <c:pt idx="520">
                  <c:v>131.40515575190139</c:v>
                </c:pt>
                <c:pt idx="521">
                  <c:v>130.91945078942743</c:v>
                </c:pt>
                <c:pt idx="522">
                  <c:v>129.92544993599239</c:v>
                </c:pt>
                <c:pt idx="523">
                  <c:v>130.37350335098773</c:v>
                </c:pt>
                <c:pt idx="524">
                  <c:v>128.27129195009914</c:v>
                </c:pt>
                <c:pt idx="525">
                  <c:v>128.03032204623611</c:v>
                </c:pt>
                <c:pt idx="526">
                  <c:v>127.92364266171342</c:v>
                </c:pt>
                <c:pt idx="527">
                  <c:v>129.16363362534202</c:v>
                </c:pt>
                <c:pt idx="528">
                  <c:v>130.06099550691533</c:v>
                </c:pt>
                <c:pt idx="529">
                  <c:v>130.35216747408319</c:v>
                </c:pt>
                <c:pt idx="530">
                  <c:v>132.0489972137855</c:v>
                </c:pt>
                <c:pt idx="531">
                  <c:v>131.1792464670298</c:v>
                </c:pt>
                <c:pt idx="532">
                  <c:v>131.24827430407387</c:v>
                </c:pt>
                <c:pt idx="533">
                  <c:v>130.15888953035969</c:v>
                </c:pt>
                <c:pt idx="534">
                  <c:v>129.41589899344862</c:v>
                </c:pt>
                <c:pt idx="535">
                  <c:v>128.65031752805041</c:v>
                </c:pt>
                <c:pt idx="536">
                  <c:v>128.1307261728457</c:v>
                </c:pt>
                <c:pt idx="537">
                  <c:v>127.4529983182309</c:v>
                </c:pt>
                <c:pt idx="538">
                  <c:v>127.79186224553828</c:v>
                </c:pt>
                <c:pt idx="539">
                  <c:v>127.58728883757125</c:v>
                </c:pt>
                <c:pt idx="540">
                  <c:v>127.02879088330531</c:v>
                </c:pt>
                <c:pt idx="541">
                  <c:v>128.86995155500892</c:v>
                </c:pt>
                <c:pt idx="542">
                  <c:v>129.51881322322348</c:v>
                </c:pt>
                <c:pt idx="543">
                  <c:v>130.78390521850449</c:v>
                </c:pt>
                <c:pt idx="544">
                  <c:v>130.54419036622406</c:v>
                </c:pt>
                <c:pt idx="545">
                  <c:v>129.96937674138408</c:v>
                </c:pt>
                <c:pt idx="546">
                  <c:v>128.32023896182133</c:v>
                </c:pt>
                <c:pt idx="547">
                  <c:v>129.14857300635057</c:v>
                </c:pt>
                <c:pt idx="548">
                  <c:v>129.15986847059415</c:v>
                </c:pt>
                <c:pt idx="549">
                  <c:v>128.35663545771732</c:v>
                </c:pt>
                <c:pt idx="550">
                  <c:v>125.39722382589925</c:v>
                </c:pt>
                <c:pt idx="551">
                  <c:v>126.84931850699064</c:v>
                </c:pt>
                <c:pt idx="552">
                  <c:v>127.54085192901428</c:v>
                </c:pt>
                <c:pt idx="553">
                  <c:v>128.03659730414921</c:v>
                </c:pt>
                <c:pt idx="554">
                  <c:v>129.07201485981074</c:v>
                </c:pt>
                <c:pt idx="555">
                  <c:v>129.74095735334723</c:v>
                </c:pt>
                <c:pt idx="556">
                  <c:v>130.6220035643465</c:v>
                </c:pt>
                <c:pt idx="557">
                  <c:v>130.82155676598308</c:v>
                </c:pt>
                <c:pt idx="558">
                  <c:v>131.89337081754061</c:v>
                </c:pt>
                <c:pt idx="559">
                  <c:v>132.18454278470847</c:v>
                </c:pt>
                <c:pt idx="560">
                  <c:v>132.51211124777228</c:v>
                </c:pt>
                <c:pt idx="561">
                  <c:v>133.25384673310074</c:v>
                </c:pt>
                <c:pt idx="562">
                  <c:v>133.09069002736013</c:v>
                </c:pt>
                <c:pt idx="563">
                  <c:v>133.84874118326263</c:v>
                </c:pt>
                <c:pt idx="564">
                  <c:v>133.24004116569191</c:v>
                </c:pt>
                <c:pt idx="565">
                  <c:v>133.73704159240944</c:v>
                </c:pt>
                <c:pt idx="566">
                  <c:v>131.80677225833983</c:v>
                </c:pt>
                <c:pt idx="567">
                  <c:v>132.86101558774067</c:v>
                </c:pt>
                <c:pt idx="568">
                  <c:v>130.42119531112729</c:v>
                </c:pt>
                <c:pt idx="569">
                  <c:v>129.77609879766058</c:v>
                </c:pt>
                <c:pt idx="570">
                  <c:v>129.60666683400689</c:v>
                </c:pt>
                <c:pt idx="571">
                  <c:v>130.53791510831095</c:v>
                </c:pt>
                <c:pt idx="572">
                  <c:v>128.70553979768567</c:v>
                </c:pt>
                <c:pt idx="573">
                  <c:v>127.6362358492934</c:v>
                </c:pt>
                <c:pt idx="574">
                  <c:v>127.17814202163709</c:v>
                </c:pt>
                <c:pt idx="575">
                  <c:v>128.53234267928414</c:v>
                </c:pt>
                <c:pt idx="576">
                  <c:v>128.52230226662314</c:v>
                </c:pt>
                <c:pt idx="577">
                  <c:v>129.6317678656593</c:v>
                </c:pt>
                <c:pt idx="578">
                  <c:v>129.8137503451392</c:v>
                </c:pt>
                <c:pt idx="579">
                  <c:v>130.42747056904039</c:v>
                </c:pt>
                <c:pt idx="580">
                  <c:v>130.66467531815559</c:v>
                </c:pt>
                <c:pt idx="581">
                  <c:v>130.8705037777053</c:v>
                </c:pt>
                <c:pt idx="582">
                  <c:v>130.44504129119707</c:v>
                </c:pt>
                <c:pt idx="583">
                  <c:v>130.35091242250056</c:v>
                </c:pt>
                <c:pt idx="584">
                  <c:v>128.90885815407015</c:v>
                </c:pt>
                <c:pt idx="585">
                  <c:v>129.81249529355657</c:v>
                </c:pt>
                <c:pt idx="586">
                  <c:v>131.06503677301137</c:v>
                </c:pt>
                <c:pt idx="587">
                  <c:v>131.13657471322071</c:v>
                </c:pt>
                <c:pt idx="588">
                  <c:v>130.89936996410555</c:v>
                </c:pt>
                <c:pt idx="589">
                  <c:v>133.08315971786439</c:v>
                </c:pt>
                <c:pt idx="590">
                  <c:v>133.22874570144833</c:v>
                </c:pt>
                <c:pt idx="591">
                  <c:v>132.95765455960239</c:v>
                </c:pt>
                <c:pt idx="592">
                  <c:v>131.81806772258341</c:v>
                </c:pt>
                <c:pt idx="593">
                  <c:v>132.15818670147343</c:v>
                </c:pt>
                <c:pt idx="594">
                  <c:v>131.08386254675065</c:v>
                </c:pt>
                <c:pt idx="595">
                  <c:v>131.43402193830167</c:v>
                </c:pt>
                <c:pt idx="596">
                  <c:v>131.36750420442283</c:v>
                </c:pt>
                <c:pt idx="597">
                  <c:v>131.63608524310351</c:v>
                </c:pt>
                <c:pt idx="598">
                  <c:v>132.47069454554583</c:v>
                </c:pt>
                <c:pt idx="599">
                  <c:v>132.77943723487036</c:v>
                </c:pt>
                <c:pt idx="600">
                  <c:v>132.86729084565377</c:v>
                </c:pt>
                <c:pt idx="601">
                  <c:v>131.6235347272773</c:v>
                </c:pt>
                <c:pt idx="602">
                  <c:v>130.64208438966841</c:v>
                </c:pt>
                <c:pt idx="603">
                  <c:v>131.02236501920231</c:v>
                </c:pt>
                <c:pt idx="604">
                  <c:v>130.92196089259269</c:v>
                </c:pt>
                <c:pt idx="605">
                  <c:v>129.53136373904968</c:v>
                </c:pt>
                <c:pt idx="606">
                  <c:v>129.43974497351843</c:v>
                </c:pt>
                <c:pt idx="607">
                  <c:v>128.59635030999775</c:v>
                </c:pt>
                <c:pt idx="608">
                  <c:v>126.40628529832576</c:v>
                </c:pt>
                <c:pt idx="609">
                  <c:v>127.6362358492934</c:v>
                </c:pt>
                <c:pt idx="610">
                  <c:v>126.98235397474838</c:v>
                </c:pt>
                <c:pt idx="611">
                  <c:v>126.9032857250433</c:v>
                </c:pt>
                <c:pt idx="612">
                  <c:v>126.41256055623886</c:v>
                </c:pt>
                <c:pt idx="613">
                  <c:v>125.98333291498281</c:v>
                </c:pt>
                <c:pt idx="614">
                  <c:v>128.66788825020708</c:v>
                </c:pt>
                <c:pt idx="615">
                  <c:v>129.1322573357765</c:v>
                </c:pt>
                <c:pt idx="616">
                  <c:v>129.88905344009638</c:v>
                </c:pt>
                <c:pt idx="617">
                  <c:v>130.84791284921812</c:v>
                </c:pt>
                <c:pt idx="618">
                  <c:v>130.87928913878361</c:v>
                </c:pt>
                <c:pt idx="619">
                  <c:v>131.77665102035695</c:v>
                </c:pt>
                <c:pt idx="620">
                  <c:v>133.89768819498482</c:v>
                </c:pt>
                <c:pt idx="621">
                  <c:v>134.98581791711638</c:v>
                </c:pt>
                <c:pt idx="622">
                  <c:v>132.70538919149578</c:v>
                </c:pt>
                <c:pt idx="623">
                  <c:v>133.10449559476896</c:v>
                </c:pt>
                <c:pt idx="624">
                  <c:v>134.29428449509274</c:v>
                </c:pt>
                <c:pt idx="625">
                  <c:v>135.06990637315192</c:v>
                </c:pt>
                <c:pt idx="626">
                  <c:v>135.54306081979971</c:v>
                </c:pt>
                <c:pt idx="627">
                  <c:v>136.74038002961922</c:v>
                </c:pt>
                <c:pt idx="628">
                  <c:v>137.61640603428802</c:v>
                </c:pt>
                <c:pt idx="629">
                  <c:v>137.23612540475415</c:v>
                </c:pt>
                <c:pt idx="630">
                  <c:v>134.84650719144557</c:v>
                </c:pt>
                <c:pt idx="631">
                  <c:v>136.00994000853436</c:v>
                </c:pt>
                <c:pt idx="632">
                  <c:v>135.59577298626974</c:v>
                </c:pt>
                <c:pt idx="633">
                  <c:v>133.92655438138507</c:v>
                </c:pt>
                <c:pt idx="634">
                  <c:v>133.80355932628831</c:v>
                </c:pt>
                <c:pt idx="635">
                  <c:v>135.06112101207361</c:v>
                </c:pt>
                <c:pt idx="636">
                  <c:v>130.32204623610031</c:v>
                </c:pt>
                <c:pt idx="637">
                  <c:v>130.17144004618589</c:v>
                </c:pt>
                <c:pt idx="638">
                  <c:v>130.63580913175531</c:v>
                </c:pt>
                <c:pt idx="639">
                  <c:v>130.58058686212004</c:v>
                </c:pt>
                <c:pt idx="640">
                  <c:v>129.29917919626496</c:v>
                </c:pt>
                <c:pt idx="641">
                  <c:v>125.63317352343182</c:v>
                </c:pt>
                <c:pt idx="642">
                  <c:v>124.53876854338715</c:v>
                </c:pt>
                <c:pt idx="643">
                  <c:v>124.84123597479856</c:v>
                </c:pt>
                <c:pt idx="644">
                  <c:v>125.54280980948317</c:v>
                </c:pt>
                <c:pt idx="645">
                  <c:v>125.93062074851275</c:v>
                </c:pt>
                <c:pt idx="646">
                  <c:v>126.87567459022566</c:v>
                </c:pt>
                <c:pt idx="647">
                  <c:v>124.39067245663797</c:v>
                </c:pt>
                <c:pt idx="648">
                  <c:v>124.6630186500665</c:v>
                </c:pt>
                <c:pt idx="649">
                  <c:v>124.48856648008233</c:v>
                </c:pt>
                <c:pt idx="650">
                  <c:v>123.22598458796656</c:v>
                </c:pt>
                <c:pt idx="651">
                  <c:v>123.88237656567685</c:v>
                </c:pt>
                <c:pt idx="652">
                  <c:v>122.24327919877507</c:v>
                </c:pt>
                <c:pt idx="653">
                  <c:v>121.96591279901605</c:v>
                </c:pt>
                <c:pt idx="654">
                  <c:v>122.81056251411933</c:v>
                </c:pt>
                <c:pt idx="655">
                  <c:v>123.59998995958735</c:v>
                </c:pt>
                <c:pt idx="656">
                  <c:v>122.54951178493437</c:v>
                </c:pt>
                <c:pt idx="657">
                  <c:v>124.42706895253397</c:v>
                </c:pt>
                <c:pt idx="658">
                  <c:v>123.22096438163609</c:v>
                </c:pt>
                <c:pt idx="659">
                  <c:v>122.80930746253671</c:v>
                </c:pt>
                <c:pt idx="660">
                  <c:v>122.63862044730038</c:v>
                </c:pt>
                <c:pt idx="661">
                  <c:v>122.70764828434449</c:v>
                </c:pt>
                <c:pt idx="662">
                  <c:v>122.70388312959663</c:v>
                </c:pt>
                <c:pt idx="663">
                  <c:v>122.43028188458547</c:v>
                </c:pt>
                <c:pt idx="664">
                  <c:v>122.54825673335175</c:v>
                </c:pt>
                <c:pt idx="665">
                  <c:v>123.18582293732273</c:v>
                </c:pt>
                <c:pt idx="666">
                  <c:v>122.64740580837872</c:v>
                </c:pt>
                <c:pt idx="667">
                  <c:v>124.22249554456688</c:v>
                </c:pt>
                <c:pt idx="668">
                  <c:v>123.53849243203896</c:v>
                </c:pt>
                <c:pt idx="669">
                  <c:v>124.18986420341875</c:v>
                </c:pt>
                <c:pt idx="670">
                  <c:v>125.25916815181104</c:v>
                </c:pt>
                <c:pt idx="671">
                  <c:v>125.0069027837044</c:v>
                </c:pt>
                <c:pt idx="672">
                  <c:v>124.62536710258793</c:v>
                </c:pt>
                <c:pt idx="673">
                  <c:v>125.73106754687619</c:v>
                </c:pt>
                <c:pt idx="674">
                  <c:v>124.82617535580714</c:v>
                </c:pt>
                <c:pt idx="675">
                  <c:v>124.24006626672357</c:v>
                </c:pt>
                <c:pt idx="676">
                  <c:v>123.49582067822989</c:v>
                </c:pt>
                <c:pt idx="677">
                  <c:v>123.74683099475389</c:v>
                </c:pt>
                <c:pt idx="678">
                  <c:v>123.02266623158214</c:v>
                </c:pt>
                <c:pt idx="679">
                  <c:v>123.52719696779539</c:v>
                </c:pt>
                <c:pt idx="680">
                  <c:v>124.417028539873</c:v>
                </c:pt>
                <c:pt idx="681">
                  <c:v>124.74334195135421</c:v>
                </c:pt>
                <c:pt idx="682">
                  <c:v>122.49177941213385</c:v>
                </c:pt>
                <c:pt idx="683">
                  <c:v>121.72870804990086</c:v>
                </c:pt>
                <c:pt idx="684">
                  <c:v>122.53445116594293</c:v>
                </c:pt>
                <c:pt idx="685">
                  <c:v>121.63332412962174</c:v>
                </c:pt>
                <c:pt idx="686">
                  <c:v>122.73902457391</c:v>
                </c:pt>
                <c:pt idx="687">
                  <c:v>122.50307487637744</c:v>
                </c:pt>
                <c:pt idx="688">
                  <c:v>124.23253595722785</c:v>
                </c:pt>
                <c:pt idx="689">
                  <c:v>125.95948693491302</c:v>
                </c:pt>
                <c:pt idx="690">
                  <c:v>125.06212505333971</c:v>
                </c:pt>
                <c:pt idx="691">
                  <c:v>125.6946710509802</c:v>
                </c:pt>
                <c:pt idx="692">
                  <c:v>125.54029970631795</c:v>
                </c:pt>
                <c:pt idx="693">
                  <c:v>123.81083862546751</c:v>
                </c:pt>
                <c:pt idx="694">
                  <c:v>123.11805015186124</c:v>
                </c:pt>
                <c:pt idx="695">
                  <c:v>123.66399759030098</c:v>
                </c:pt>
                <c:pt idx="696">
                  <c:v>123.19084314365321</c:v>
                </c:pt>
                <c:pt idx="697">
                  <c:v>122.86954993850247</c:v>
                </c:pt>
                <c:pt idx="698">
                  <c:v>124.60654132884864</c:v>
                </c:pt>
                <c:pt idx="699">
                  <c:v>124.55006400763074</c:v>
                </c:pt>
                <c:pt idx="700">
                  <c:v>124.17731368759254</c:v>
                </c:pt>
                <c:pt idx="701">
                  <c:v>125.59175682120537</c:v>
                </c:pt>
                <c:pt idx="702">
                  <c:v>125.18763021160171</c:v>
                </c:pt>
                <c:pt idx="703">
                  <c:v>126.57069705564901</c:v>
                </c:pt>
                <c:pt idx="704">
                  <c:v>127.20826325961998</c:v>
                </c:pt>
                <c:pt idx="705">
                  <c:v>126.58073746830996</c:v>
                </c:pt>
                <c:pt idx="706">
                  <c:v>126.69996736865885</c:v>
                </c:pt>
                <c:pt idx="707">
                  <c:v>126.4652727227089</c:v>
                </c:pt>
                <c:pt idx="708">
                  <c:v>127.34757398529079</c:v>
                </c:pt>
                <c:pt idx="709">
                  <c:v>125.39722382589925</c:v>
                </c:pt>
                <c:pt idx="710">
                  <c:v>124.92657948241674</c:v>
                </c:pt>
                <c:pt idx="711">
                  <c:v>125.0872260849921</c:v>
                </c:pt>
              </c:numCache>
            </c:numRef>
          </c:val>
          <c:smooth val="0"/>
          <c:extLst>
            <c:ext xmlns:c16="http://schemas.microsoft.com/office/drawing/2014/chart" uri="{C3380CC4-5D6E-409C-BE32-E72D297353CC}">
              <c16:uniqueId val="{00000001-6C7D-4ABB-9C93-0EE4C6093474}"/>
            </c:ext>
          </c:extLst>
        </c:ser>
        <c:ser>
          <c:idx val="2"/>
          <c:order val="2"/>
          <c:tx>
            <c:strRef>
              <c:f>'EM Composite VRP'!$Y$3</c:f>
              <c:strCache>
                <c:ptCount val="1"/>
                <c:pt idx="0">
                  <c:v>USD/GBI EM FX (2013=100)</c:v>
                </c:pt>
              </c:strCache>
            </c:strRef>
          </c:tx>
          <c:spPr>
            <a:ln w="22225" cap="rnd">
              <a:solidFill>
                <a:srgbClr val="00194C"/>
              </a:solidFill>
              <a:prstDash val="solid"/>
              <a:round/>
            </a:ln>
          </c:spPr>
          <c:marker>
            <c:symbol val="none"/>
          </c:marker>
          <c:val>
            <c:numRef>
              <c:f>'EM Composite VRP'!$Y$5:$Y$716</c:f>
              <c:numCache>
                <c:formatCode>General</c:formatCode>
                <c:ptCount val="712"/>
                <c:pt idx="0">
                  <c:v>100</c:v>
                </c:pt>
                <c:pt idx="1">
                  <c:v>99.75164353542732</c:v>
                </c:pt>
                <c:pt idx="2">
                  <c:v>99.61754499317415</c:v>
                </c:pt>
                <c:pt idx="3">
                  <c:v>99.449652001123596</c:v>
                </c:pt>
                <c:pt idx="4">
                  <c:v>99.542855952765237</c:v>
                </c:pt>
                <c:pt idx="5">
                  <c:v>98.72045109520711</c:v>
                </c:pt>
                <c:pt idx="6">
                  <c:v>99.107337252340514</c:v>
                </c:pt>
                <c:pt idx="7">
                  <c:v>99.162854386456289</c:v>
                </c:pt>
                <c:pt idx="8">
                  <c:v>99.713144251932363</c:v>
                </c:pt>
                <c:pt idx="9">
                  <c:v>100.37275428667429</c:v>
                </c:pt>
                <c:pt idx="10">
                  <c:v>100.18235553040307</c:v>
                </c:pt>
                <c:pt idx="11">
                  <c:v>100.23382860258575</c:v>
                </c:pt>
                <c:pt idx="12">
                  <c:v>100.76741440377803</c:v>
                </c:pt>
                <c:pt idx="13">
                  <c:v>100.69205245694421</c:v>
                </c:pt>
                <c:pt idx="14">
                  <c:v>100.07328154770627</c:v>
                </c:pt>
                <c:pt idx="15">
                  <c:v>99.285417532197755</c:v>
                </c:pt>
                <c:pt idx="16">
                  <c:v>100.20020754499429</c:v>
                </c:pt>
                <c:pt idx="17">
                  <c:v>99.992677747675174</c:v>
                </c:pt>
                <c:pt idx="18">
                  <c:v>99.280261723009815</c:v>
                </c:pt>
                <c:pt idx="19">
                  <c:v>100.02092663123091</c:v>
                </c:pt>
                <c:pt idx="20">
                  <c:v>101.15127402014727</c:v>
                </c:pt>
                <c:pt idx="21">
                  <c:v>102.08675964886049</c:v>
                </c:pt>
                <c:pt idx="22">
                  <c:v>103.99930371208495</c:v>
                </c:pt>
                <c:pt idx="23">
                  <c:v>103.52625194940217</c:v>
                </c:pt>
                <c:pt idx="24">
                  <c:v>103.03193610623094</c:v>
                </c:pt>
                <c:pt idx="25">
                  <c:v>106.56856187290968</c:v>
                </c:pt>
                <c:pt idx="26">
                  <c:v>105.63118811881189</c:v>
                </c:pt>
                <c:pt idx="27">
                  <c:v>106.96805236949589</c:v>
                </c:pt>
                <c:pt idx="28">
                  <c:v>105.62068394011379</c:v>
                </c:pt>
                <c:pt idx="29">
                  <c:v>104.84222994834222</c:v>
                </c:pt>
                <c:pt idx="30">
                  <c:v>105.06231727958146</c:v>
                </c:pt>
                <c:pt idx="31">
                  <c:v>105.94493948663386</c:v>
                </c:pt>
                <c:pt idx="32">
                  <c:v>105.17675795218237</c:v>
                </c:pt>
                <c:pt idx="33">
                  <c:v>107.04711138982519</c:v>
                </c:pt>
                <c:pt idx="34">
                  <c:v>107.63167969013895</c:v>
                </c:pt>
                <c:pt idx="35">
                  <c:v>109.06352683461115</c:v>
                </c:pt>
                <c:pt idx="36">
                  <c:v>108.00623686529727</c:v>
                </c:pt>
                <c:pt idx="37">
                  <c:v>106.89747718733224</c:v>
                </c:pt>
                <c:pt idx="38">
                  <c:v>105.26130332327614</c:v>
                </c:pt>
                <c:pt idx="39">
                  <c:v>106.31019373206698</c:v>
                </c:pt>
                <c:pt idx="40">
                  <c:v>105.39592934794592</c:v>
                </c:pt>
                <c:pt idx="41">
                  <c:v>104.93314891655142</c:v>
                </c:pt>
                <c:pt idx="42">
                  <c:v>104.22836208212485</c:v>
                </c:pt>
                <c:pt idx="43">
                  <c:v>104.48012416250425</c:v>
                </c:pt>
                <c:pt idx="44">
                  <c:v>106.36460744169484</c:v>
                </c:pt>
                <c:pt idx="45">
                  <c:v>107.52876860257146</c:v>
                </c:pt>
                <c:pt idx="46">
                  <c:v>107.01715104563164</c:v>
                </c:pt>
                <c:pt idx="47">
                  <c:v>106.70179041835961</c:v>
                </c:pt>
                <c:pt idx="48">
                  <c:v>107.68502872592092</c:v>
                </c:pt>
                <c:pt idx="49">
                  <c:v>107.00397380645883</c:v>
                </c:pt>
                <c:pt idx="50">
                  <c:v>107.38743596656779</c:v>
                </c:pt>
                <c:pt idx="51">
                  <c:v>107.9769569637411</c:v>
                </c:pt>
                <c:pt idx="52">
                  <c:v>107.90260861712815</c:v>
                </c:pt>
                <c:pt idx="53">
                  <c:v>108.91689264635507</c:v>
                </c:pt>
                <c:pt idx="54">
                  <c:v>108.43627701208098</c:v>
                </c:pt>
                <c:pt idx="55">
                  <c:v>109.58489527805482</c:v>
                </c:pt>
                <c:pt idx="56">
                  <c:v>111.47495102155051</c:v>
                </c:pt>
                <c:pt idx="57">
                  <c:v>111.87678479471934</c:v>
                </c:pt>
                <c:pt idx="58">
                  <c:v>110.81588648535853</c:v>
                </c:pt>
                <c:pt idx="59">
                  <c:v>110.34896741200781</c:v>
                </c:pt>
                <c:pt idx="60">
                  <c:v>110.53909664885867</c:v>
                </c:pt>
                <c:pt idx="61">
                  <c:v>110.57234072086244</c:v>
                </c:pt>
                <c:pt idx="62">
                  <c:v>110.69782523102576</c:v>
                </c:pt>
                <c:pt idx="63">
                  <c:v>110.97154665025943</c:v>
                </c:pt>
                <c:pt idx="64">
                  <c:v>110.83130434782609</c:v>
                </c:pt>
                <c:pt idx="65">
                  <c:v>109.14322250639385</c:v>
                </c:pt>
                <c:pt idx="66">
                  <c:v>108.55942308784282</c:v>
                </c:pt>
                <c:pt idx="67">
                  <c:v>108.22389276333664</c:v>
                </c:pt>
                <c:pt idx="68">
                  <c:v>108.66555263786107</c:v>
                </c:pt>
                <c:pt idx="69">
                  <c:v>109.32046385032363</c:v>
                </c:pt>
                <c:pt idx="70">
                  <c:v>108.55325914149444</c:v>
                </c:pt>
                <c:pt idx="71">
                  <c:v>107.87947184290712</c:v>
                </c:pt>
                <c:pt idx="72">
                  <c:v>107.50700091096191</c:v>
                </c:pt>
                <c:pt idx="73">
                  <c:v>107.21760489922272</c:v>
                </c:pt>
                <c:pt idx="74">
                  <c:v>107.96354231373036</c:v>
                </c:pt>
                <c:pt idx="75">
                  <c:v>107.76029219461603</c:v>
                </c:pt>
                <c:pt idx="76">
                  <c:v>108.51629015779316</c:v>
                </c:pt>
                <c:pt idx="77">
                  <c:v>108.62110107380263</c:v>
                </c:pt>
                <c:pt idx="78">
                  <c:v>107.99647513387711</c:v>
                </c:pt>
                <c:pt idx="79">
                  <c:v>108.31586461650029</c:v>
                </c:pt>
                <c:pt idx="80">
                  <c:v>108.36252338037747</c:v>
                </c:pt>
                <c:pt idx="81">
                  <c:v>108.97152367707075</c:v>
                </c:pt>
                <c:pt idx="82">
                  <c:v>108.53846852575164</c:v>
                </c:pt>
                <c:pt idx="83">
                  <c:v>110.05802707930368</c:v>
                </c:pt>
                <c:pt idx="84">
                  <c:v>110.53398395041742</c:v>
                </c:pt>
                <c:pt idx="85">
                  <c:v>110.25224040690634</c:v>
                </c:pt>
                <c:pt idx="86">
                  <c:v>110.66578682318618</c:v>
                </c:pt>
                <c:pt idx="87">
                  <c:v>110.67091172214181</c:v>
                </c:pt>
                <c:pt idx="88">
                  <c:v>110.81074815106761</c:v>
                </c:pt>
                <c:pt idx="89">
                  <c:v>112.61353596041701</c:v>
                </c:pt>
                <c:pt idx="90">
                  <c:v>113.14939100174</c:v>
                </c:pt>
                <c:pt idx="91">
                  <c:v>114.30621323001864</c:v>
                </c:pt>
                <c:pt idx="92">
                  <c:v>115.25301117661952</c:v>
                </c:pt>
                <c:pt idx="93">
                  <c:v>114.31168085717019</c:v>
                </c:pt>
                <c:pt idx="94">
                  <c:v>114.14106437091786</c:v>
                </c:pt>
                <c:pt idx="95">
                  <c:v>114.54316697621472</c:v>
                </c:pt>
                <c:pt idx="96">
                  <c:v>114.74528256590003</c:v>
                </c:pt>
                <c:pt idx="97">
                  <c:v>116.98362581687347</c:v>
                </c:pt>
                <c:pt idx="98">
                  <c:v>117.13126906912056</c:v>
                </c:pt>
                <c:pt idx="99">
                  <c:v>116.20573540316796</c:v>
                </c:pt>
                <c:pt idx="100">
                  <c:v>118.37871976817623</c:v>
                </c:pt>
                <c:pt idx="101">
                  <c:v>119.80148385803086</c:v>
                </c:pt>
                <c:pt idx="102">
                  <c:v>122.35149560342509</c:v>
                </c:pt>
                <c:pt idx="103">
                  <c:v>122.67809704700913</c:v>
                </c:pt>
                <c:pt idx="104">
                  <c:v>122.28262955240299</c:v>
                </c:pt>
                <c:pt idx="105">
                  <c:v>123.8382713010584</c:v>
                </c:pt>
                <c:pt idx="106">
                  <c:v>123.34929094029448</c:v>
                </c:pt>
                <c:pt idx="107">
                  <c:v>124.37643936141146</c:v>
                </c:pt>
                <c:pt idx="108">
                  <c:v>124.11966344655656</c:v>
                </c:pt>
                <c:pt idx="109">
                  <c:v>126.71093967471269</c:v>
                </c:pt>
                <c:pt idx="110">
                  <c:v>126.41267406339676</c:v>
                </c:pt>
                <c:pt idx="111">
                  <c:v>126.12412919569347</c:v>
                </c:pt>
                <c:pt idx="112">
                  <c:v>126.14077221503788</c:v>
                </c:pt>
                <c:pt idx="113">
                  <c:v>126.23405435385466</c:v>
                </c:pt>
                <c:pt idx="114">
                  <c:v>129.29194562791642</c:v>
                </c:pt>
                <c:pt idx="115">
                  <c:v>131.80921914427148</c:v>
                </c:pt>
                <c:pt idx="116">
                  <c:v>129.5618113064339</c:v>
                </c:pt>
                <c:pt idx="117">
                  <c:v>129.05978290219798</c:v>
                </c:pt>
                <c:pt idx="118">
                  <c:v>126.86060091304807</c:v>
                </c:pt>
                <c:pt idx="119">
                  <c:v>127.41013235235314</c:v>
                </c:pt>
                <c:pt idx="120">
                  <c:v>127.02243010524077</c:v>
                </c:pt>
                <c:pt idx="121">
                  <c:v>126.85555039479794</c:v>
                </c:pt>
                <c:pt idx="122">
                  <c:v>126.50970738873227</c:v>
                </c:pt>
                <c:pt idx="123">
                  <c:v>125.90816891019732</c:v>
                </c:pt>
                <c:pt idx="124">
                  <c:v>124.49306505176791</c:v>
                </c:pt>
                <c:pt idx="125">
                  <c:v>126.17407143422822</c:v>
                </c:pt>
                <c:pt idx="126">
                  <c:v>128.24083390348937</c:v>
                </c:pt>
                <c:pt idx="127">
                  <c:v>130.2148179428151</c:v>
                </c:pt>
                <c:pt idx="128">
                  <c:v>129.24824229313143</c:v>
                </c:pt>
                <c:pt idx="129">
                  <c:v>128.2339526460527</c:v>
                </c:pt>
                <c:pt idx="130">
                  <c:v>129.00927163043039</c:v>
                </c:pt>
                <c:pt idx="131">
                  <c:v>129.76054732041047</c:v>
                </c:pt>
                <c:pt idx="132">
                  <c:v>129.90867579908672</c:v>
                </c:pt>
                <c:pt idx="133">
                  <c:v>130.75986594624169</c:v>
                </c:pt>
                <c:pt idx="134">
                  <c:v>133.1810075791351</c:v>
                </c:pt>
                <c:pt idx="135">
                  <c:v>134.17739286666759</c:v>
                </c:pt>
                <c:pt idx="136">
                  <c:v>135.37450611077278</c:v>
                </c:pt>
                <c:pt idx="137">
                  <c:v>137.03178084548227</c:v>
                </c:pt>
                <c:pt idx="138">
                  <c:v>139.11777975055665</c:v>
                </c:pt>
                <c:pt idx="139">
                  <c:v>139.07325234596638</c:v>
                </c:pt>
                <c:pt idx="140">
                  <c:v>142.09986472625647</c:v>
                </c:pt>
                <c:pt idx="141">
                  <c:v>141.58631415241058</c:v>
                </c:pt>
                <c:pt idx="142">
                  <c:v>140.11902318900061</c:v>
                </c:pt>
                <c:pt idx="143">
                  <c:v>142.29234891336705</c:v>
                </c:pt>
                <c:pt idx="144">
                  <c:v>141.32465996451805</c:v>
                </c:pt>
                <c:pt idx="145">
                  <c:v>137.66327280058758</c:v>
                </c:pt>
                <c:pt idx="146">
                  <c:v>137.42183119851637</c:v>
                </c:pt>
                <c:pt idx="147">
                  <c:v>139.3124152906714</c:v>
                </c:pt>
                <c:pt idx="148">
                  <c:v>139.81161879131807</c:v>
                </c:pt>
                <c:pt idx="149">
                  <c:v>141.13478318642868</c:v>
                </c:pt>
                <c:pt idx="150">
                  <c:v>141.92054159985747</c:v>
                </c:pt>
                <c:pt idx="151">
                  <c:v>140.60748694564978</c:v>
                </c:pt>
                <c:pt idx="152">
                  <c:v>142.34744021204992</c:v>
                </c:pt>
                <c:pt idx="153">
                  <c:v>141.44804012962223</c:v>
                </c:pt>
                <c:pt idx="154">
                  <c:v>145.58413670215197</c:v>
                </c:pt>
                <c:pt idx="155">
                  <c:v>144.3573596701853</c:v>
                </c:pt>
                <c:pt idx="156">
                  <c:v>144.41188023083663</c:v>
                </c:pt>
                <c:pt idx="157">
                  <c:v>145.67731906917203</c:v>
                </c:pt>
                <c:pt idx="158">
                  <c:v>148.78132295719843</c:v>
                </c:pt>
                <c:pt idx="159">
                  <c:v>150.60736399300467</c:v>
                </c:pt>
                <c:pt idx="160">
                  <c:v>149.95764440121729</c:v>
                </c:pt>
                <c:pt idx="161">
                  <c:v>148.06232768501596</c:v>
                </c:pt>
                <c:pt idx="162">
                  <c:v>147.13025811515905</c:v>
                </c:pt>
                <c:pt idx="163">
                  <c:v>147.76707733687837</c:v>
                </c:pt>
                <c:pt idx="164">
                  <c:v>147.21409431114671</c:v>
                </c:pt>
                <c:pt idx="165">
                  <c:v>147.56178509130763</c:v>
                </c:pt>
                <c:pt idx="166">
                  <c:v>143.53799720708139</c:v>
                </c:pt>
                <c:pt idx="167">
                  <c:v>142.01964076126521</c:v>
                </c:pt>
                <c:pt idx="168">
                  <c:v>140.82291068192865</c:v>
                </c:pt>
                <c:pt idx="169">
                  <c:v>142.26905389114611</c:v>
                </c:pt>
                <c:pt idx="170">
                  <c:v>139.65434118832999</c:v>
                </c:pt>
                <c:pt idx="171">
                  <c:v>140.7296175249536</c:v>
                </c:pt>
                <c:pt idx="172">
                  <c:v>139.61966523529927</c:v>
                </c:pt>
                <c:pt idx="173">
                  <c:v>139.43433930889623</c:v>
                </c:pt>
                <c:pt idx="174">
                  <c:v>137.55234189510034</c:v>
                </c:pt>
                <c:pt idx="175">
                  <c:v>140.34325312348597</c:v>
                </c:pt>
                <c:pt idx="176">
                  <c:v>141.98799833640305</c:v>
                </c:pt>
                <c:pt idx="177">
                  <c:v>143.13608049832294</c:v>
                </c:pt>
                <c:pt idx="178">
                  <c:v>143.10822342320762</c:v>
                </c:pt>
                <c:pt idx="179">
                  <c:v>141.95215396266764</c:v>
                </c:pt>
                <c:pt idx="180">
                  <c:v>141.27035734342209</c:v>
                </c:pt>
                <c:pt idx="181">
                  <c:v>141.50457411848299</c:v>
                </c:pt>
                <c:pt idx="182">
                  <c:v>141.63456409648549</c:v>
                </c:pt>
                <c:pt idx="183">
                  <c:v>139.09956054829604</c:v>
                </c:pt>
                <c:pt idx="184">
                  <c:v>139.527959013881</c:v>
                </c:pt>
                <c:pt idx="185">
                  <c:v>139.25761901987065</c:v>
                </c:pt>
                <c:pt idx="186">
                  <c:v>140.1395648859438</c:v>
                </c:pt>
                <c:pt idx="187">
                  <c:v>139.3997725085309</c:v>
                </c:pt>
                <c:pt idx="188">
                  <c:v>138.91561187566302</c:v>
                </c:pt>
                <c:pt idx="189">
                  <c:v>137.77041147222019</c:v>
                </c:pt>
                <c:pt idx="190">
                  <c:v>137.85584494245913</c:v>
                </c:pt>
                <c:pt idx="191">
                  <c:v>139.5218495489973</c:v>
                </c:pt>
                <c:pt idx="192">
                  <c:v>139.97949919461118</c:v>
                </c:pt>
                <c:pt idx="193">
                  <c:v>140.11491557223263</c:v>
                </c:pt>
                <c:pt idx="194">
                  <c:v>140.95996460959964</c:v>
                </c:pt>
                <c:pt idx="195">
                  <c:v>139.55240222485</c:v>
                </c:pt>
                <c:pt idx="196">
                  <c:v>139.310385030167</c:v>
                </c:pt>
                <c:pt idx="197">
                  <c:v>139.65434118832999</c:v>
                </c:pt>
                <c:pt idx="198">
                  <c:v>140.36386062288005</c:v>
                </c:pt>
                <c:pt idx="199">
                  <c:v>139.67678774949587</c:v>
                </c:pt>
                <c:pt idx="200">
                  <c:v>140.07385264638651</c:v>
                </c:pt>
                <c:pt idx="201">
                  <c:v>140.11902318900061</c:v>
                </c:pt>
                <c:pt idx="202">
                  <c:v>144.93518307937231</c:v>
                </c:pt>
                <c:pt idx="203">
                  <c:v>146.08249155676452</c:v>
                </c:pt>
                <c:pt idx="204">
                  <c:v>147.0691405889412</c:v>
                </c:pt>
                <c:pt idx="205">
                  <c:v>146.08472400513477</c:v>
                </c:pt>
                <c:pt idx="206">
                  <c:v>144.84514212982606</c:v>
                </c:pt>
                <c:pt idx="207">
                  <c:v>146.10035305445595</c:v>
                </c:pt>
                <c:pt idx="208">
                  <c:v>145.33402256210661</c:v>
                </c:pt>
                <c:pt idx="209">
                  <c:v>145.09577729880695</c:v>
                </c:pt>
                <c:pt idx="210">
                  <c:v>144.88465852253779</c:v>
                </c:pt>
                <c:pt idx="211">
                  <c:v>144.6106833275343</c:v>
                </c:pt>
                <c:pt idx="212">
                  <c:v>144.61943448463666</c:v>
                </c:pt>
                <c:pt idx="213">
                  <c:v>144.23103037252741</c:v>
                </c:pt>
                <c:pt idx="214">
                  <c:v>141.80264641310148</c:v>
                </c:pt>
                <c:pt idx="215">
                  <c:v>141.97112814115133</c:v>
                </c:pt>
                <c:pt idx="216">
                  <c:v>141.59470308542311</c:v>
                </c:pt>
                <c:pt idx="217">
                  <c:v>141.02859166150304</c:v>
                </c:pt>
                <c:pt idx="218">
                  <c:v>141.40828402366864</c:v>
                </c:pt>
                <c:pt idx="219">
                  <c:v>142.21190752477014</c:v>
                </c:pt>
                <c:pt idx="220">
                  <c:v>139.83002501353073</c:v>
                </c:pt>
                <c:pt idx="221">
                  <c:v>139.1400541468953</c:v>
                </c:pt>
                <c:pt idx="222">
                  <c:v>139.89960338948325</c:v>
                </c:pt>
                <c:pt idx="223">
                  <c:v>140.84573449241194</c:v>
                </c:pt>
                <c:pt idx="224">
                  <c:v>140.00615141262796</c:v>
                </c:pt>
                <c:pt idx="225">
                  <c:v>139.86071282261366</c:v>
                </c:pt>
                <c:pt idx="226">
                  <c:v>140.08206330597889</c:v>
                </c:pt>
                <c:pt idx="227">
                  <c:v>140.48143902654084</c:v>
                </c:pt>
                <c:pt idx="228">
                  <c:v>139.88731982146777</c:v>
                </c:pt>
                <c:pt idx="229">
                  <c:v>139.71966031834194</c:v>
                </c:pt>
                <c:pt idx="230">
                  <c:v>139.12790359201256</c:v>
                </c:pt>
                <c:pt idx="231">
                  <c:v>138.61948955916475</c:v>
                </c:pt>
                <c:pt idx="232">
                  <c:v>138.70396703328592</c:v>
                </c:pt>
                <c:pt idx="233">
                  <c:v>138.47491018658013</c:v>
                </c:pt>
                <c:pt idx="234">
                  <c:v>139.38554410113585</c:v>
                </c:pt>
                <c:pt idx="235">
                  <c:v>138.99842959343914</c:v>
                </c:pt>
                <c:pt idx="236">
                  <c:v>139.90369839155824</c:v>
                </c:pt>
                <c:pt idx="237">
                  <c:v>137.4653072376652</c:v>
                </c:pt>
                <c:pt idx="238">
                  <c:v>136.86893273388506</c:v>
                </c:pt>
                <c:pt idx="239">
                  <c:v>136.77884615384613</c:v>
                </c:pt>
                <c:pt idx="240">
                  <c:v>137.16548765263806</c:v>
                </c:pt>
                <c:pt idx="241">
                  <c:v>137.17336088510052</c:v>
                </c:pt>
                <c:pt idx="242">
                  <c:v>136.45863073145662</c:v>
                </c:pt>
                <c:pt idx="243">
                  <c:v>135.37642327083216</c:v>
                </c:pt>
                <c:pt idx="244">
                  <c:v>134.83602510755341</c:v>
                </c:pt>
                <c:pt idx="245">
                  <c:v>133.91048539609162</c:v>
                </c:pt>
                <c:pt idx="246">
                  <c:v>134.76949104751162</c:v>
                </c:pt>
                <c:pt idx="247">
                  <c:v>135.47619047619048</c:v>
                </c:pt>
                <c:pt idx="248">
                  <c:v>137.55432123636572</c:v>
                </c:pt>
                <c:pt idx="249">
                  <c:v>138.13673212814842</c:v>
                </c:pt>
                <c:pt idx="250">
                  <c:v>136.86893273388506</c:v>
                </c:pt>
                <c:pt idx="251">
                  <c:v>138.18265922692186</c:v>
                </c:pt>
                <c:pt idx="252">
                  <c:v>139.85866654962032</c:v>
                </c:pt>
                <c:pt idx="253">
                  <c:v>140.7959466226765</c:v>
                </c:pt>
                <c:pt idx="254">
                  <c:v>140.66542078078785</c:v>
                </c:pt>
                <c:pt idx="255">
                  <c:v>139.67474685486349</c:v>
                </c:pt>
                <c:pt idx="256">
                  <c:v>139.24139136514594</c:v>
                </c:pt>
                <c:pt idx="257">
                  <c:v>139.48927477017367</c:v>
                </c:pt>
                <c:pt idx="258">
                  <c:v>140.08411612127961</c:v>
                </c:pt>
                <c:pt idx="259">
                  <c:v>139.18462434478741</c:v>
                </c:pt>
                <c:pt idx="260">
                  <c:v>138.43680757700827</c:v>
                </c:pt>
                <c:pt idx="261">
                  <c:v>137.2836811190418</c:v>
                </c:pt>
                <c:pt idx="262">
                  <c:v>135.472350556957</c:v>
                </c:pt>
                <c:pt idx="263">
                  <c:v>135.06464146944541</c:v>
                </c:pt>
                <c:pt idx="264">
                  <c:v>134.72200690578535</c:v>
                </c:pt>
                <c:pt idx="265">
                  <c:v>133.17358595709109</c:v>
                </c:pt>
                <c:pt idx="266">
                  <c:v>134.12844294153138</c:v>
                </c:pt>
                <c:pt idx="267">
                  <c:v>135.3821750768316</c:v>
                </c:pt>
                <c:pt idx="268">
                  <c:v>133.40031817801224</c:v>
                </c:pt>
                <c:pt idx="269">
                  <c:v>133.78866340097969</c:v>
                </c:pt>
                <c:pt idx="270">
                  <c:v>134.88929967403723</c:v>
                </c:pt>
                <c:pt idx="271">
                  <c:v>134.56649351746273</c:v>
                </c:pt>
                <c:pt idx="272">
                  <c:v>135.56649128529489</c:v>
                </c:pt>
                <c:pt idx="273">
                  <c:v>135.43396333342778</c:v>
                </c:pt>
                <c:pt idx="274">
                  <c:v>134.80750246791709</c:v>
                </c:pt>
                <c:pt idx="275">
                  <c:v>136.03529244343247</c:v>
                </c:pt>
                <c:pt idx="276">
                  <c:v>136.87873190429141</c:v>
                </c:pt>
                <c:pt idx="277">
                  <c:v>137.16351948573725</c:v>
                </c:pt>
                <c:pt idx="278">
                  <c:v>138.45284822501915</c:v>
                </c:pt>
                <c:pt idx="279">
                  <c:v>140.84780975113821</c:v>
                </c:pt>
                <c:pt idx="280">
                  <c:v>141.39782560461504</c:v>
                </c:pt>
                <c:pt idx="281">
                  <c:v>144.45552633964999</c:v>
                </c:pt>
                <c:pt idx="282">
                  <c:v>143.84037798877469</c:v>
                </c:pt>
                <c:pt idx="283">
                  <c:v>144.71795803433554</c:v>
                </c:pt>
                <c:pt idx="284">
                  <c:v>144.53634123108091</c:v>
                </c:pt>
                <c:pt idx="285">
                  <c:v>146.87706467126591</c:v>
                </c:pt>
                <c:pt idx="286">
                  <c:v>146.87706467126591</c:v>
                </c:pt>
                <c:pt idx="287">
                  <c:v>148.15411797526423</c:v>
                </c:pt>
                <c:pt idx="288">
                  <c:v>147.01485651010427</c:v>
                </c:pt>
                <c:pt idx="289">
                  <c:v>147.32980904088899</c:v>
                </c:pt>
                <c:pt idx="290">
                  <c:v>147.74880600936643</c:v>
                </c:pt>
                <c:pt idx="291">
                  <c:v>146.56853725850965</c:v>
                </c:pt>
                <c:pt idx="292">
                  <c:v>147.51624203330195</c:v>
                </c:pt>
                <c:pt idx="293">
                  <c:v>153.68982925495999</c:v>
                </c:pt>
                <c:pt idx="294">
                  <c:v>153.78130982448801</c:v>
                </c:pt>
                <c:pt idx="295">
                  <c:v>153.78130982448801</c:v>
                </c:pt>
                <c:pt idx="296">
                  <c:v>156.38517161273435</c:v>
                </c:pt>
                <c:pt idx="297">
                  <c:v>158.25704021323443</c:v>
                </c:pt>
                <c:pt idx="298">
                  <c:v>156.72104270841871</c:v>
                </c:pt>
                <c:pt idx="299">
                  <c:v>154.7071485215815</c:v>
                </c:pt>
                <c:pt idx="300">
                  <c:v>153.90262751159196</c:v>
                </c:pt>
                <c:pt idx="301">
                  <c:v>155.19441513109831</c:v>
                </c:pt>
                <c:pt idx="302">
                  <c:v>153.95963858332394</c:v>
                </c:pt>
                <c:pt idx="303">
                  <c:v>153.27336572225693</c:v>
                </c:pt>
                <c:pt idx="304">
                  <c:v>153.54664610639935</c:v>
                </c:pt>
                <c:pt idx="305">
                  <c:v>153.47022653202112</c:v>
                </c:pt>
                <c:pt idx="306">
                  <c:v>154.29761270640645</c:v>
                </c:pt>
                <c:pt idx="307">
                  <c:v>152.56639427987744</c:v>
                </c:pt>
                <c:pt idx="308">
                  <c:v>152.98636450931434</c:v>
                </c:pt>
                <c:pt idx="309">
                  <c:v>152.90805553778233</c:v>
                </c:pt>
                <c:pt idx="310">
                  <c:v>153.54911252108263</c:v>
                </c:pt>
                <c:pt idx="311">
                  <c:v>154.57456097797612</c:v>
                </c:pt>
                <c:pt idx="312">
                  <c:v>154.52958292919493</c:v>
                </c:pt>
                <c:pt idx="313">
                  <c:v>153.58365064828646</c:v>
                </c:pt>
                <c:pt idx="314">
                  <c:v>151.48086522462563</c:v>
                </c:pt>
                <c:pt idx="315">
                  <c:v>150.92599902110928</c:v>
                </c:pt>
                <c:pt idx="316">
                  <c:v>150.89979162720212</c:v>
                </c:pt>
                <c:pt idx="317">
                  <c:v>150.20505648874155</c:v>
                </c:pt>
                <c:pt idx="318">
                  <c:v>148.93431384768789</c:v>
                </c:pt>
                <c:pt idx="319">
                  <c:v>149.93647557054348</c:v>
                </c:pt>
                <c:pt idx="320">
                  <c:v>150.72372362902462</c:v>
                </c:pt>
                <c:pt idx="321">
                  <c:v>150.07064586015261</c:v>
                </c:pt>
                <c:pt idx="322">
                  <c:v>150.90217374145578</c:v>
                </c:pt>
                <c:pt idx="323">
                  <c:v>152.19474916015221</c:v>
                </c:pt>
                <c:pt idx="324">
                  <c:v>150.84264343874264</c:v>
                </c:pt>
                <c:pt idx="325">
                  <c:v>152.33784860557768</c:v>
                </c:pt>
                <c:pt idx="326">
                  <c:v>152.87382056612824</c:v>
                </c:pt>
                <c:pt idx="327">
                  <c:v>151.57213756798325</c:v>
                </c:pt>
                <c:pt idx="328">
                  <c:v>151.28907177336393</c:v>
                </c:pt>
                <c:pt idx="329">
                  <c:v>151.54090044388079</c:v>
                </c:pt>
                <c:pt idx="330">
                  <c:v>153.23405414936761</c:v>
                </c:pt>
                <c:pt idx="331">
                  <c:v>153.14567679712908</c:v>
                </c:pt>
                <c:pt idx="332">
                  <c:v>154.01669190861341</c:v>
                </c:pt>
                <c:pt idx="333">
                  <c:v>155.99216710182765</c:v>
                </c:pt>
                <c:pt idx="334">
                  <c:v>155.00818887933971</c:v>
                </c:pt>
                <c:pt idx="335">
                  <c:v>155.41140320928645</c:v>
                </c:pt>
                <c:pt idx="336">
                  <c:v>154.4422005008482</c:v>
                </c:pt>
                <c:pt idx="337">
                  <c:v>154.63457245462484</c:v>
                </c:pt>
                <c:pt idx="338">
                  <c:v>152.48121739962673</c:v>
                </c:pt>
                <c:pt idx="339">
                  <c:v>152.0640122170434</c:v>
                </c:pt>
                <c:pt idx="340">
                  <c:v>151.97939521129445</c:v>
                </c:pt>
                <c:pt idx="341">
                  <c:v>151.31780982381713</c:v>
                </c:pt>
                <c:pt idx="342">
                  <c:v>151.61300555114988</c:v>
                </c:pt>
                <c:pt idx="343">
                  <c:v>152.62973016126455</c:v>
                </c:pt>
                <c:pt idx="344">
                  <c:v>154.87257586313044</c:v>
                </c:pt>
                <c:pt idx="345">
                  <c:v>155.91075156576201</c:v>
                </c:pt>
                <c:pt idx="346">
                  <c:v>156.91656133554389</c:v>
                </c:pt>
                <c:pt idx="347">
                  <c:v>158.73268905051307</c:v>
                </c:pt>
                <c:pt idx="348">
                  <c:v>159.54868645057917</c:v>
                </c:pt>
                <c:pt idx="349">
                  <c:v>157.36344779903203</c:v>
                </c:pt>
                <c:pt idx="350">
                  <c:v>156.29823413996075</c:v>
                </c:pt>
                <c:pt idx="351">
                  <c:v>157.63852242744062</c:v>
                </c:pt>
                <c:pt idx="352">
                  <c:v>158.3776529648591</c:v>
                </c:pt>
                <c:pt idx="353">
                  <c:v>157.28318278296064</c:v>
                </c:pt>
                <c:pt idx="354">
                  <c:v>157.14097843240398</c:v>
                </c:pt>
                <c:pt idx="355">
                  <c:v>156.36470703700067</c:v>
                </c:pt>
                <c:pt idx="356">
                  <c:v>155.97944031981726</c:v>
                </c:pt>
                <c:pt idx="357">
                  <c:v>156.12974879952961</c:v>
                </c:pt>
                <c:pt idx="358">
                  <c:v>157.54499307798798</c:v>
                </c:pt>
                <c:pt idx="359">
                  <c:v>158.27014139541043</c:v>
                </c:pt>
                <c:pt idx="360">
                  <c:v>159.20855401219146</c:v>
                </c:pt>
                <c:pt idx="361">
                  <c:v>159.80741260845579</c:v>
                </c:pt>
                <c:pt idx="362">
                  <c:v>158.01375297540332</c:v>
                </c:pt>
                <c:pt idx="363">
                  <c:v>156.71590406085545</c:v>
                </c:pt>
                <c:pt idx="364">
                  <c:v>156.60293900820761</c:v>
                </c:pt>
                <c:pt idx="365">
                  <c:v>155.75325056212728</c:v>
                </c:pt>
                <c:pt idx="366">
                  <c:v>156.50807164609185</c:v>
                </c:pt>
                <c:pt idx="367">
                  <c:v>156.27012800183093</c:v>
                </c:pt>
                <c:pt idx="368">
                  <c:v>156.67994296110535</c:v>
                </c:pt>
                <c:pt idx="369">
                  <c:v>157.45676165376378</c:v>
                </c:pt>
                <c:pt idx="370">
                  <c:v>159.85016972960315</c:v>
                </c:pt>
                <c:pt idx="371">
                  <c:v>160.46195424101521</c:v>
                </c:pt>
                <c:pt idx="372">
                  <c:v>160.00803454855881</c:v>
                </c:pt>
                <c:pt idx="373">
                  <c:v>161.5794188739203</c:v>
                </c:pt>
                <c:pt idx="374">
                  <c:v>164.09516943042536</c:v>
                </c:pt>
                <c:pt idx="375">
                  <c:v>165.06138518122009</c:v>
                </c:pt>
                <c:pt idx="376">
                  <c:v>170.73048758706909</c:v>
                </c:pt>
                <c:pt idx="377">
                  <c:v>179.53572233491099</c:v>
                </c:pt>
                <c:pt idx="378">
                  <c:v>176.83556246184583</c:v>
                </c:pt>
                <c:pt idx="379">
                  <c:v>182.66103605755447</c:v>
                </c:pt>
                <c:pt idx="380">
                  <c:v>177.00255527163645</c:v>
                </c:pt>
                <c:pt idx="381">
                  <c:v>179.6436893933699</c:v>
                </c:pt>
                <c:pt idx="382">
                  <c:v>182.67848952759516</c:v>
                </c:pt>
                <c:pt idx="383">
                  <c:v>181.02145548885562</c:v>
                </c:pt>
                <c:pt idx="384">
                  <c:v>180.16510234083455</c:v>
                </c:pt>
                <c:pt idx="385">
                  <c:v>181.37178635803056</c:v>
                </c:pt>
                <c:pt idx="386">
                  <c:v>177.05828965159569</c:v>
                </c:pt>
                <c:pt idx="387">
                  <c:v>174.5239442791156</c:v>
                </c:pt>
                <c:pt idx="388">
                  <c:v>170.11977006994002</c:v>
                </c:pt>
                <c:pt idx="389">
                  <c:v>172.35584724676355</c:v>
                </c:pt>
                <c:pt idx="390">
                  <c:v>174.77602662083589</c:v>
                </c:pt>
                <c:pt idx="391">
                  <c:v>176.02799005616424</c:v>
                </c:pt>
                <c:pt idx="392">
                  <c:v>174.12656198768622</c:v>
                </c:pt>
                <c:pt idx="393">
                  <c:v>173.51024631078354</c:v>
                </c:pt>
                <c:pt idx="394">
                  <c:v>173.51969504447266</c:v>
                </c:pt>
                <c:pt idx="395">
                  <c:v>171.63479666038245</c:v>
                </c:pt>
                <c:pt idx="396">
                  <c:v>171.93424223892947</c:v>
                </c:pt>
                <c:pt idx="397">
                  <c:v>174.55262581257759</c:v>
                </c:pt>
                <c:pt idx="398">
                  <c:v>173.94912108308768</c:v>
                </c:pt>
                <c:pt idx="399">
                  <c:v>174.93915048588107</c:v>
                </c:pt>
                <c:pt idx="400">
                  <c:v>172.0921021837363</c:v>
                </c:pt>
                <c:pt idx="401">
                  <c:v>172.26266849275572</c:v>
                </c:pt>
                <c:pt idx="402">
                  <c:v>172.14168662548846</c:v>
                </c:pt>
                <c:pt idx="403">
                  <c:v>171.94352010072848</c:v>
                </c:pt>
                <c:pt idx="404">
                  <c:v>176.34622834689245</c:v>
                </c:pt>
                <c:pt idx="405">
                  <c:v>175.08975016484726</c:v>
                </c:pt>
                <c:pt idx="406">
                  <c:v>173.40952380952379</c:v>
                </c:pt>
                <c:pt idx="407">
                  <c:v>174.91354229565789</c:v>
                </c:pt>
                <c:pt idx="408">
                  <c:v>173.40952380952379</c:v>
                </c:pt>
                <c:pt idx="409">
                  <c:v>176.08311229000887</c:v>
                </c:pt>
                <c:pt idx="410">
                  <c:v>171.73655276490246</c:v>
                </c:pt>
                <c:pt idx="411">
                  <c:v>170.77318850936115</c:v>
                </c:pt>
                <c:pt idx="412">
                  <c:v>169.63975155279499</c:v>
                </c:pt>
                <c:pt idx="413">
                  <c:v>169.60965223562809</c:v>
                </c:pt>
                <c:pt idx="414">
                  <c:v>167.07506772699463</c:v>
                </c:pt>
                <c:pt idx="415">
                  <c:v>166.58592266002123</c:v>
                </c:pt>
                <c:pt idx="416">
                  <c:v>165.1754704266238</c:v>
                </c:pt>
                <c:pt idx="417">
                  <c:v>165.52727272727273</c:v>
                </c:pt>
                <c:pt idx="418">
                  <c:v>165.62765312310489</c:v>
                </c:pt>
                <c:pt idx="419">
                  <c:v>166.19493028269409</c:v>
                </c:pt>
                <c:pt idx="420">
                  <c:v>166.44089634878901</c:v>
                </c:pt>
                <c:pt idx="421">
                  <c:v>166.91170051160273</c:v>
                </c:pt>
                <c:pt idx="422">
                  <c:v>167.50543211607206</c:v>
                </c:pt>
                <c:pt idx="423">
                  <c:v>165.94104780752002</c:v>
                </c:pt>
                <c:pt idx="424">
                  <c:v>164.56977584960234</c:v>
                </c:pt>
                <c:pt idx="425">
                  <c:v>164.88202014626739</c:v>
                </c:pt>
                <c:pt idx="426">
                  <c:v>168.42624568327577</c:v>
                </c:pt>
                <c:pt idx="427">
                  <c:v>170.29251434068476</c:v>
                </c:pt>
                <c:pt idx="428">
                  <c:v>168.28096118299445</c:v>
                </c:pt>
                <c:pt idx="429">
                  <c:v>166.90004364906153</c:v>
                </c:pt>
                <c:pt idx="430">
                  <c:v>170.69085584700818</c:v>
                </c:pt>
                <c:pt idx="431">
                  <c:v>170.06831767719899</c:v>
                </c:pt>
                <c:pt idx="432">
                  <c:v>169.71203351915634</c:v>
                </c:pt>
                <c:pt idx="433">
                  <c:v>168.00885811202699</c:v>
                </c:pt>
                <c:pt idx="434">
                  <c:v>168.01181102362204</c:v>
                </c:pt>
                <c:pt idx="435">
                  <c:v>168.14184197565609</c:v>
                </c:pt>
                <c:pt idx="436">
                  <c:v>165.21543752916571</c:v>
                </c:pt>
                <c:pt idx="437">
                  <c:v>165.96985901798735</c:v>
                </c:pt>
                <c:pt idx="438">
                  <c:v>166.2007093678281</c:v>
                </c:pt>
                <c:pt idx="439">
                  <c:v>165.26399502091905</c:v>
                </c:pt>
                <c:pt idx="440">
                  <c:v>164.42540894783014</c:v>
                </c:pt>
                <c:pt idx="441">
                  <c:v>164.6207894193015</c:v>
                </c:pt>
                <c:pt idx="442">
                  <c:v>168.55097506788448</c:v>
                </c:pt>
                <c:pt idx="443">
                  <c:v>166.22093933123512</c:v>
                </c:pt>
                <c:pt idx="444">
                  <c:v>167.10135300492951</c:v>
                </c:pt>
                <c:pt idx="445">
                  <c:v>168.64018065062453</c:v>
                </c:pt>
                <c:pt idx="446">
                  <c:v>168.6669607410675</c:v>
                </c:pt>
                <c:pt idx="447">
                  <c:v>169.67889663986364</c:v>
                </c:pt>
                <c:pt idx="448">
                  <c:v>168.59259259259258</c:v>
                </c:pt>
                <c:pt idx="449">
                  <c:v>169.91414706980214</c:v>
                </c:pt>
                <c:pt idx="450">
                  <c:v>169.33023931411969</c:v>
                </c:pt>
                <c:pt idx="451">
                  <c:v>171.34560576457724</c:v>
                </c:pt>
                <c:pt idx="452">
                  <c:v>168.91134946018056</c:v>
                </c:pt>
                <c:pt idx="453">
                  <c:v>167.2065768759839</c:v>
                </c:pt>
                <c:pt idx="454">
                  <c:v>168.4410847385949</c:v>
                </c:pt>
                <c:pt idx="455">
                  <c:v>169.87187461127004</c:v>
                </c:pt>
                <c:pt idx="456">
                  <c:v>171.03596349973159</c:v>
                </c:pt>
                <c:pt idx="457">
                  <c:v>171.8538760247375</c:v>
                </c:pt>
                <c:pt idx="458">
                  <c:v>173.51024631078354</c:v>
                </c:pt>
                <c:pt idx="459">
                  <c:v>172.76078941661243</c:v>
                </c:pt>
                <c:pt idx="460">
                  <c:v>173.69941671360817</c:v>
                </c:pt>
                <c:pt idx="461">
                  <c:v>174.40931233921435</c:v>
                </c:pt>
                <c:pt idx="462">
                  <c:v>173.61423901198691</c:v>
                </c:pt>
                <c:pt idx="463">
                  <c:v>174.75046616211475</c:v>
                </c:pt>
                <c:pt idx="464">
                  <c:v>178.93751637901985</c:v>
                </c:pt>
                <c:pt idx="465">
                  <c:v>182.77629063097513</c:v>
                </c:pt>
                <c:pt idx="466">
                  <c:v>183.34420192565881</c:v>
                </c:pt>
                <c:pt idx="467">
                  <c:v>182.99322332401701</c:v>
                </c:pt>
                <c:pt idx="468">
                  <c:v>186.26293330215702</c:v>
                </c:pt>
                <c:pt idx="469">
                  <c:v>179.04141147384391</c:v>
                </c:pt>
                <c:pt idx="470">
                  <c:v>181.85138682798765</c:v>
                </c:pt>
                <c:pt idx="471">
                  <c:v>181.450969970768</c:v>
                </c:pt>
                <c:pt idx="472">
                  <c:v>179.94465674001844</c:v>
                </c:pt>
                <c:pt idx="473">
                  <c:v>179.3706490533466</c:v>
                </c:pt>
                <c:pt idx="474">
                  <c:v>181.07974995264254</c:v>
                </c:pt>
                <c:pt idx="475">
                  <c:v>179.74502651272985</c:v>
                </c:pt>
                <c:pt idx="476">
                  <c:v>179.42114944254664</c:v>
                </c:pt>
                <c:pt idx="477">
                  <c:v>178.25016782277913</c:v>
                </c:pt>
                <c:pt idx="478">
                  <c:v>180.31123266999904</c:v>
                </c:pt>
                <c:pt idx="479">
                  <c:v>188.97301571612138</c:v>
                </c:pt>
                <c:pt idx="480">
                  <c:v>190.69581870411744</c:v>
                </c:pt>
                <c:pt idx="481">
                  <c:v>185.15534206244672</c:v>
                </c:pt>
                <c:pt idx="482">
                  <c:v>182.46230196602403</c:v>
                </c:pt>
                <c:pt idx="483">
                  <c:v>179.0045316654807</c:v>
                </c:pt>
                <c:pt idx="484">
                  <c:v>179.92772172865529</c:v>
                </c:pt>
                <c:pt idx="485">
                  <c:v>180.34865293185419</c:v>
                </c:pt>
                <c:pt idx="486">
                  <c:v>182.12856761803147</c:v>
                </c:pt>
                <c:pt idx="487">
                  <c:v>183.60832068839673</c:v>
                </c:pt>
                <c:pt idx="488">
                  <c:v>184.07502262617703</c:v>
                </c:pt>
                <c:pt idx="489">
                  <c:v>185.11948565010263</c:v>
                </c:pt>
                <c:pt idx="490">
                  <c:v>181.91714084533848</c:v>
                </c:pt>
                <c:pt idx="491">
                  <c:v>181.92060290031588</c:v>
                </c:pt>
                <c:pt idx="492">
                  <c:v>180.94949647913984</c:v>
                </c:pt>
                <c:pt idx="493">
                  <c:v>183.75302756526085</c:v>
                </c:pt>
                <c:pt idx="494">
                  <c:v>185.73093961296337</c:v>
                </c:pt>
                <c:pt idx="495">
                  <c:v>184.92252335906215</c:v>
                </c:pt>
                <c:pt idx="496">
                  <c:v>187.41324550052934</c:v>
                </c:pt>
                <c:pt idx="497">
                  <c:v>192.25292627006152</c:v>
                </c:pt>
                <c:pt idx="498">
                  <c:v>191.49038461538461</c:v>
                </c:pt>
                <c:pt idx="499">
                  <c:v>191.29495107162157</c:v>
                </c:pt>
                <c:pt idx="500">
                  <c:v>189.59143197143987</c:v>
                </c:pt>
                <c:pt idx="501">
                  <c:v>189.66290351381915</c:v>
                </c:pt>
                <c:pt idx="502">
                  <c:v>186.84544868161294</c:v>
                </c:pt>
                <c:pt idx="503">
                  <c:v>191.11901953335862</c:v>
                </c:pt>
                <c:pt idx="504">
                  <c:v>190.33131570563876</c:v>
                </c:pt>
                <c:pt idx="505">
                  <c:v>190.52858167902414</c:v>
                </c:pt>
                <c:pt idx="506">
                  <c:v>190.66539013882237</c:v>
                </c:pt>
                <c:pt idx="507">
                  <c:v>192.51233511227468</c:v>
                </c:pt>
                <c:pt idx="508">
                  <c:v>195.33287016224608</c:v>
                </c:pt>
                <c:pt idx="509">
                  <c:v>197.36141220192007</c:v>
                </c:pt>
                <c:pt idx="510">
                  <c:v>196.78448648537372</c:v>
                </c:pt>
                <c:pt idx="511">
                  <c:v>197.96222664015903</c:v>
                </c:pt>
                <c:pt idx="512">
                  <c:v>196.23509124874263</c:v>
                </c:pt>
                <c:pt idx="513">
                  <c:v>195.85715163808467</c:v>
                </c:pt>
                <c:pt idx="514">
                  <c:v>193.35733646183098</c:v>
                </c:pt>
                <c:pt idx="515">
                  <c:v>191.02354022620995</c:v>
                </c:pt>
                <c:pt idx="516">
                  <c:v>192.91249596383594</c:v>
                </c:pt>
                <c:pt idx="517">
                  <c:v>192.54335609402381</c:v>
                </c:pt>
                <c:pt idx="518">
                  <c:v>190.63116960813636</c:v>
                </c:pt>
                <c:pt idx="519">
                  <c:v>190.95866877085038</c:v>
                </c:pt>
                <c:pt idx="520">
                  <c:v>192.27999597706929</c:v>
                </c:pt>
                <c:pt idx="521">
                  <c:v>191.13430508067904</c:v>
                </c:pt>
                <c:pt idx="522">
                  <c:v>191.56713426853707</c:v>
                </c:pt>
                <c:pt idx="523">
                  <c:v>190.07018869425167</c:v>
                </c:pt>
                <c:pt idx="524">
                  <c:v>186.38641371107687</c:v>
                </c:pt>
                <c:pt idx="525">
                  <c:v>187.10877096831021</c:v>
                </c:pt>
                <c:pt idx="526">
                  <c:v>186.50641901119914</c:v>
                </c:pt>
                <c:pt idx="527">
                  <c:v>187.67448709139097</c:v>
                </c:pt>
                <c:pt idx="528">
                  <c:v>189.00290645945785</c:v>
                </c:pt>
                <c:pt idx="529">
                  <c:v>188.47374751079477</c:v>
                </c:pt>
                <c:pt idx="530">
                  <c:v>191.09609579593385</c:v>
                </c:pt>
                <c:pt idx="531">
                  <c:v>188.76404494382024</c:v>
                </c:pt>
                <c:pt idx="532">
                  <c:v>190.22147931466776</c:v>
                </c:pt>
                <c:pt idx="533">
                  <c:v>192.33802816901405</c:v>
                </c:pt>
                <c:pt idx="534">
                  <c:v>190.26312646789538</c:v>
                </c:pt>
                <c:pt idx="535">
                  <c:v>188.08436958917048</c:v>
                </c:pt>
                <c:pt idx="536">
                  <c:v>189.60647413519516</c:v>
                </c:pt>
                <c:pt idx="537">
                  <c:v>188.11768178687396</c:v>
                </c:pt>
                <c:pt idx="538">
                  <c:v>189.10011671381375</c:v>
                </c:pt>
                <c:pt idx="539">
                  <c:v>188.74168262680911</c:v>
                </c:pt>
                <c:pt idx="540">
                  <c:v>187.38385541223977</c:v>
                </c:pt>
                <c:pt idx="541">
                  <c:v>188.39945603973277</c:v>
                </c:pt>
                <c:pt idx="542">
                  <c:v>190.78335495459532</c:v>
                </c:pt>
                <c:pt idx="543">
                  <c:v>190.77573991657852</c:v>
                </c:pt>
                <c:pt idx="544">
                  <c:v>191.67468719922999</c:v>
                </c:pt>
                <c:pt idx="545">
                  <c:v>191.92482984319469</c:v>
                </c:pt>
                <c:pt idx="546">
                  <c:v>191.17252964822109</c:v>
                </c:pt>
                <c:pt idx="547">
                  <c:v>193.39254283922392</c:v>
                </c:pt>
                <c:pt idx="548">
                  <c:v>194.76772616136918</c:v>
                </c:pt>
                <c:pt idx="549">
                  <c:v>196.48920863309354</c:v>
                </c:pt>
                <c:pt idx="550">
                  <c:v>193.38863038640503</c:v>
                </c:pt>
                <c:pt idx="551">
                  <c:v>194.97032368598173</c:v>
                </c:pt>
                <c:pt idx="552">
                  <c:v>194.720117330726</c:v>
                </c:pt>
                <c:pt idx="553">
                  <c:v>198.52134906130584</c:v>
                </c:pt>
                <c:pt idx="554">
                  <c:v>200.03348120867167</c:v>
                </c:pt>
                <c:pt idx="555">
                  <c:v>200.31012950002096</c:v>
                </c:pt>
                <c:pt idx="556">
                  <c:v>198.20439984241844</c:v>
                </c:pt>
                <c:pt idx="557">
                  <c:v>199.71168912566591</c:v>
                </c:pt>
                <c:pt idx="558">
                  <c:v>202.96834193260716</c:v>
                </c:pt>
                <c:pt idx="559">
                  <c:v>200.95440307763454</c:v>
                </c:pt>
                <c:pt idx="560">
                  <c:v>201.94355247591682</c:v>
                </c:pt>
                <c:pt idx="561">
                  <c:v>203.24885184555197</c:v>
                </c:pt>
                <c:pt idx="562">
                  <c:v>206.4532849552935</c:v>
                </c:pt>
                <c:pt idx="563">
                  <c:v>206.03056232083969</c:v>
                </c:pt>
                <c:pt idx="564">
                  <c:v>205.42399106030001</c:v>
                </c:pt>
                <c:pt idx="565">
                  <c:v>204.15171706817014</c:v>
                </c:pt>
                <c:pt idx="566">
                  <c:v>200.53284104973886</c:v>
                </c:pt>
                <c:pt idx="567">
                  <c:v>202.29826677671258</c:v>
                </c:pt>
                <c:pt idx="568">
                  <c:v>199.62410725472998</c:v>
                </c:pt>
                <c:pt idx="569">
                  <c:v>199.18734762768017</c:v>
                </c:pt>
                <c:pt idx="570">
                  <c:v>198.70704887022677</c:v>
                </c:pt>
                <c:pt idx="571">
                  <c:v>200.91216713255849</c:v>
                </c:pt>
                <c:pt idx="572">
                  <c:v>199.24547178856537</c:v>
                </c:pt>
                <c:pt idx="573">
                  <c:v>199.34103515869376</c:v>
                </c:pt>
                <c:pt idx="574">
                  <c:v>198.57496001163295</c:v>
                </c:pt>
                <c:pt idx="575">
                  <c:v>199.69500094006557</c:v>
                </c:pt>
                <c:pt idx="576">
                  <c:v>199.78264504263501</c:v>
                </c:pt>
                <c:pt idx="577">
                  <c:v>201.25902688590855</c:v>
                </c:pt>
                <c:pt idx="578">
                  <c:v>201.95635180529439</c:v>
                </c:pt>
                <c:pt idx="579">
                  <c:v>203.27046164969059</c:v>
                </c:pt>
                <c:pt idx="580">
                  <c:v>204.07762430349479</c:v>
                </c:pt>
                <c:pt idx="581">
                  <c:v>204.42676589465577</c:v>
                </c:pt>
                <c:pt idx="582">
                  <c:v>205.50790067720089</c:v>
                </c:pt>
                <c:pt idx="583">
                  <c:v>204.57113507960963</c:v>
                </c:pt>
                <c:pt idx="584">
                  <c:v>203.7296732806206</c:v>
                </c:pt>
                <c:pt idx="585">
                  <c:v>203.81220417039785</c:v>
                </c:pt>
                <c:pt idx="586">
                  <c:v>205.87969244685661</c:v>
                </c:pt>
                <c:pt idx="587">
                  <c:v>205.51231887173751</c:v>
                </c:pt>
                <c:pt idx="588">
                  <c:v>204.20841255260513</c:v>
                </c:pt>
                <c:pt idx="589">
                  <c:v>206.35969172981024</c:v>
                </c:pt>
                <c:pt idx="590">
                  <c:v>207.31744344921816</c:v>
                </c:pt>
                <c:pt idx="591">
                  <c:v>206.28398791540783</c:v>
                </c:pt>
                <c:pt idx="592">
                  <c:v>204.4573726312187</c:v>
                </c:pt>
                <c:pt idx="593">
                  <c:v>204.64120568590511</c:v>
                </c:pt>
                <c:pt idx="594">
                  <c:v>202.16991307658139</c:v>
                </c:pt>
                <c:pt idx="595">
                  <c:v>202.90802572647578</c:v>
                </c:pt>
                <c:pt idx="596">
                  <c:v>204.86926703814831</c:v>
                </c:pt>
                <c:pt idx="597">
                  <c:v>207.26350252596427</c:v>
                </c:pt>
                <c:pt idx="598">
                  <c:v>208.19340084939563</c:v>
                </c:pt>
                <c:pt idx="599">
                  <c:v>207.71838331160365</c:v>
                </c:pt>
                <c:pt idx="600">
                  <c:v>208.14806750136091</c:v>
                </c:pt>
                <c:pt idx="601">
                  <c:v>207.14672676447003</c:v>
                </c:pt>
                <c:pt idx="602">
                  <c:v>205.18588477719581</c:v>
                </c:pt>
                <c:pt idx="603">
                  <c:v>207.94883508451343</c:v>
                </c:pt>
                <c:pt idx="604">
                  <c:v>208.44763296190493</c:v>
                </c:pt>
                <c:pt idx="605">
                  <c:v>209.19575445891235</c:v>
                </c:pt>
                <c:pt idx="606">
                  <c:v>207.75449882639313</c:v>
                </c:pt>
                <c:pt idx="607">
                  <c:v>207.28147971463886</c:v>
                </c:pt>
                <c:pt idx="608">
                  <c:v>206.85983856657506</c:v>
                </c:pt>
                <c:pt idx="609">
                  <c:v>208.42490842490844</c:v>
                </c:pt>
                <c:pt idx="610">
                  <c:v>209.32401953270409</c:v>
                </c:pt>
                <c:pt idx="611">
                  <c:v>207.65521136551243</c:v>
                </c:pt>
                <c:pt idx="612">
                  <c:v>207.33093306727972</c:v>
                </c:pt>
                <c:pt idx="613">
                  <c:v>206.40424934683566</c:v>
                </c:pt>
                <c:pt idx="614">
                  <c:v>208.64326872708224</c:v>
                </c:pt>
                <c:pt idx="615">
                  <c:v>209.47998159226873</c:v>
                </c:pt>
                <c:pt idx="616">
                  <c:v>211.5475689910815</c:v>
                </c:pt>
                <c:pt idx="617">
                  <c:v>212.54947302886112</c:v>
                </c:pt>
                <c:pt idx="618">
                  <c:v>214.28379287155349</c:v>
                </c:pt>
                <c:pt idx="619">
                  <c:v>214.10621094362443</c:v>
                </c:pt>
                <c:pt idx="620">
                  <c:v>216.72750357086178</c:v>
                </c:pt>
                <c:pt idx="621">
                  <c:v>218.19675873088335</c:v>
                </c:pt>
                <c:pt idx="622">
                  <c:v>218.60092844565392</c:v>
                </c:pt>
                <c:pt idx="623">
                  <c:v>218.00269105338774</c:v>
                </c:pt>
                <c:pt idx="624">
                  <c:v>218.78104044126064</c:v>
                </c:pt>
                <c:pt idx="625">
                  <c:v>219.86291917751504</c:v>
                </c:pt>
                <c:pt idx="626">
                  <c:v>221.50851581508516</c:v>
                </c:pt>
                <c:pt idx="627">
                  <c:v>224.4417834753821</c:v>
                </c:pt>
                <c:pt idx="628">
                  <c:v>223.1580913250537</c:v>
                </c:pt>
                <c:pt idx="629">
                  <c:v>222.64871663483484</c:v>
                </c:pt>
                <c:pt idx="630">
                  <c:v>218.23162797068693</c:v>
                </c:pt>
                <c:pt idx="631">
                  <c:v>219.74667249028758</c:v>
                </c:pt>
                <c:pt idx="632">
                  <c:v>218.68094159632142</c:v>
                </c:pt>
                <c:pt idx="633">
                  <c:v>215.2342782518632</c:v>
                </c:pt>
                <c:pt idx="634">
                  <c:v>215.04544227481327</c:v>
                </c:pt>
                <c:pt idx="635">
                  <c:v>217.46212293552935</c:v>
                </c:pt>
                <c:pt idx="636">
                  <c:v>214.12059851267807</c:v>
                </c:pt>
                <c:pt idx="637">
                  <c:v>212.54474708171207</c:v>
                </c:pt>
                <c:pt idx="638">
                  <c:v>213.04212168486742</c:v>
                </c:pt>
                <c:pt idx="639">
                  <c:v>214.50979512151335</c:v>
                </c:pt>
                <c:pt idx="640">
                  <c:v>216.66364460562102</c:v>
                </c:pt>
                <c:pt idx="641">
                  <c:v>214.99707615491877</c:v>
                </c:pt>
                <c:pt idx="642">
                  <c:v>212.98041574761041</c:v>
                </c:pt>
                <c:pt idx="643">
                  <c:v>211.69748643561067</c:v>
                </c:pt>
                <c:pt idx="644">
                  <c:v>211.01055141053374</c:v>
                </c:pt>
                <c:pt idx="645">
                  <c:v>210.73144923063353</c:v>
                </c:pt>
                <c:pt idx="646">
                  <c:v>210.67107438016529</c:v>
                </c:pt>
                <c:pt idx="647">
                  <c:v>208.96710022953329</c:v>
                </c:pt>
                <c:pt idx="648">
                  <c:v>209.80641762872568</c:v>
                </c:pt>
                <c:pt idx="649">
                  <c:v>208.46127006280528</c:v>
                </c:pt>
                <c:pt idx="650">
                  <c:v>208.42490842490844</c:v>
                </c:pt>
                <c:pt idx="651">
                  <c:v>208.78453642022498</c:v>
                </c:pt>
                <c:pt idx="652">
                  <c:v>207.13774946369367</c:v>
                </c:pt>
                <c:pt idx="653">
                  <c:v>206.11052415964122</c:v>
                </c:pt>
                <c:pt idx="654">
                  <c:v>208.04387568555757</c:v>
                </c:pt>
                <c:pt idx="655">
                  <c:v>208.62960780462251</c:v>
                </c:pt>
                <c:pt idx="656">
                  <c:v>208.37038974627256</c:v>
                </c:pt>
                <c:pt idx="657">
                  <c:v>210.09230769230766</c:v>
                </c:pt>
                <c:pt idx="658">
                  <c:v>208.58863576852576</c:v>
                </c:pt>
                <c:pt idx="659">
                  <c:v>208.40218884213738</c:v>
                </c:pt>
                <c:pt idx="660">
                  <c:v>208.05746000652951</c:v>
                </c:pt>
                <c:pt idx="661">
                  <c:v>208.65693143867458</c:v>
                </c:pt>
                <c:pt idx="662">
                  <c:v>208.69793031176314</c:v>
                </c:pt>
                <c:pt idx="663">
                  <c:v>208.18433260012631</c:v>
                </c:pt>
                <c:pt idx="664">
                  <c:v>207.81321333072458</c:v>
                </c:pt>
                <c:pt idx="665">
                  <c:v>208.42945293591785</c:v>
                </c:pt>
                <c:pt idx="666">
                  <c:v>208.1118150349422</c:v>
                </c:pt>
                <c:pt idx="667">
                  <c:v>209.6959592857456</c:v>
                </c:pt>
                <c:pt idx="668">
                  <c:v>208.22514594406201</c:v>
                </c:pt>
                <c:pt idx="669">
                  <c:v>207.61462111504466</c:v>
                </c:pt>
                <c:pt idx="670">
                  <c:v>208.31136002092001</c:v>
                </c:pt>
                <c:pt idx="671">
                  <c:v>207.94431150750489</c:v>
                </c:pt>
                <c:pt idx="672">
                  <c:v>206.61839403436718</c:v>
                </c:pt>
                <c:pt idx="673">
                  <c:v>208.17073170731706</c:v>
                </c:pt>
                <c:pt idx="674">
                  <c:v>206.20389145347082</c:v>
                </c:pt>
                <c:pt idx="675">
                  <c:v>206.12830188679246</c:v>
                </c:pt>
                <c:pt idx="676">
                  <c:v>206.25283189850475</c:v>
                </c:pt>
                <c:pt idx="677">
                  <c:v>206.65859564164646</c:v>
                </c:pt>
                <c:pt idx="678">
                  <c:v>205.57419354838711</c:v>
                </c:pt>
                <c:pt idx="679">
                  <c:v>205.26959994846354</c:v>
                </c:pt>
                <c:pt idx="680">
                  <c:v>204.8780487804878</c:v>
                </c:pt>
                <c:pt idx="681">
                  <c:v>204.16915847928237</c:v>
                </c:pt>
                <c:pt idx="682">
                  <c:v>201.64961501951271</c:v>
                </c:pt>
                <c:pt idx="683">
                  <c:v>201.94355247591682</c:v>
                </c:pt>
                <c:pt idx="684">
                  <c:v>200.72232487821262</c:v>
                </c:pt>
                <c:pt idx="685">
                  <c:v>200.34371463302176</c:v>
                </c:pt>
                <c:pt idx="686">
                  <c:v>200.65912382711639</c:v>
                </c:pt>
                <c:pt idx="687">
                  <c:v>200.54125495625902</c:v>
                </c:pt>
                <c:pt idx="688">
                  <c:v>205.40633460827712</c:v>
                </c:pt>
                <c:pt idx="689">
                  <c:v>207.39840749821005</c:v>
                </c:pt>
                <c:pt idx="690">
                  <c:v>208.30228149310321</c:v>
                </c:pt>
                <c:pt idx="691">
                  <c:v>208.32043934011807</c:v>
                </c:pt>
                <c:pt idx="692">
                  <c:v>206.26173265724458</c:v>
                </c:pt>
                <c:pt idx="693">
                  <c:v>202.0203727968215</c:v>
                </c:pt>
                <c:pt idx="694">
                  <c:v>200.25977290819958</c:v>
                </c:pt>
                <c:pt idx="695">
                  <c:v>201.61984307770186</c:v>
                </c:pt>
                <c:pt idx="696">
                  <c:v>201.94781873877679</c:v>
                </c:pt>
                <c:pt idx="697">
                  <c:v>199.8578298139243</c:v>
                </c:pt>
                <c:pt idx="698">
                  <c:v>202.56834075015894</c:v>
                </c:pt>
                <c:pt idx="699">
                  <c:v>201.53907781830446</c:v>
                </c:pt>
                <c:pt idx="700">
                  <c:v>200.30593215011629</c:v>
                </c:pt>
                <c:pt idx="701">
                  <c:v>203.41753027046582</c:v>
                </c:pt>
                <c:pt idx="702">
                  <c:v>201.27173958815848</c:v>
                </c:pt>
                <c:pt idx="703">
                  <c:v>202.44393146826491</c:v>
                </c:pt>
                <c:pt idx="704">
                  <c:v>204.93075504866437</c:v>
                </c:pt>
                <c:pt idx="705">
                  <c:v>204.22586365287239</c:v>
                </c:pt>
                <c:pt idx="706">
                  <c:v>204.38742783835789</c:v>
                </c:pt>
                <c:pt idx="707">
                  <c:v>205.84865842628881</c:v>
                </c:pt>
                <c:pt idx="708">
                  <c:v>206.22168529145273</c:v>
                </c:pt>
                <c:pt idx="709">
                  <c:v>205.14625405068992</c:v>
                </c:pt>
                <c:pt idx="710">
                  <c:v>204.43988194533554</c:v>
                </c:pt>
                <c:pt idx="711">
                  <c:v>205.58303582949807</c:v>
                </c:pt>
              </c:numCache>
            </c:numRef>
          </c:val>
          <c:smooth val="0"/>
          <c:extLst>
            <c:ext xmlns:c16="http://schemas.microsoft.com/office/drawing/2014/chart" uri="{C3380CC4-5D6E-409C-BE32-E72D297353CC}">
              <c16:uniqueId val="{00000002-6C7D-4ABB-9C93-0EE4C6093474}"/>
            </c:ext>
          </c:extLst>
        </c:ser>
        <c:dLbls>
          <c:showLegendKey val="0"/>
          <c:showVal val="0"/>
          <c:showCatName val="0"/>
          <c:showSerName val="0"/>
          <c:showPercent val="0"/>
          <c:showBubbleSize val="0"/>
        </c:dLbls>
        <c:marker val="1"/>
        <c:smooth val="0"/>
        <c:axId val="531543439"/>
        <c:axId val="531543023"/>
      </c:lineChart>
      <c:dateAx>
        <c:axId val="143840096"/>
        <c:scaling>
          <c:orientation val="minMax"/>
        </c:scaling>
        <c:delete val="0"/>
        <c:axPos val="b"/>
        <c:numFmt formatCode="yy" sourceLinked="0"/>
        <c:majorTickMark val="none"/>
        <c:minorTickMark val="none"/>
        <c:tickLblPos val="low"/>
        <c:spPr>
          <a:noFill/>
          <a:ln w="9525" cap="flat" cmpd="sng" algn="ctr">
            <a:solidFill>
              <a:schemeClr val="bg1">
                <a:lumMod val="85000"/>
              </a:schemeClr>
            </a:solidFill>
            <a:prstDash val="solid"/>
            <a:roun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1899943056"/>
        <c:crosses val="autoZero"/>
        <c:auto val="0"/>
        <c:lblOffset val="100"/>
        <c:baseTimeUnit val="days"/>
        <c:majorUnit val="12"/>
        <c:majorTimeUnit val="months"/>
      </c:dateAx>
      <c:valAx>
        <c:axId val="1899943056"/>
        <c:scaling>
          <c:orientation val="minMax"/>
          <c:max val="6"/>
          <c:min val="1"/>
        </c:scaling>
        <c:delete val="0"/>
        <c:axPos val="l"/>
        <c:majorGridlines>
          <c:spPr>
            <a:ln w="9525" cap="flat" cmpd="sng" algn="ctr">
              <a:solidFill>
                <a:schemeClr val="bg1">
                  <a:lumMod val="85000"/>
                </a:schemeClr>
              </a:solidFill>
              <a:prstDash val="solid"/>
              <a:round/>
            </a:ln>
          </c:spPr>
        </c:majorGridlines>
        <c:numFmt formatCode="#,##0.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143840096"/>
        <c:crosses val="autoZero"/>
        <c:crossBetween val="between"/>
      </c:valAx>
      <c:catAx>
        <c:axId val="531543439"/>
        <c:scaling>
          <c:orientation val="minMax"/>
        </c:scaling>
        <c:delete val="1"/>
        <c:axPos val="b"/>
        <c:majorTickMark val="out"/>
        <c:minorTickMark val="none"/>
        <c:tickLblPos val="nextTo"/>
        <c:crossAx val="531543023"/>
        <c:crosses val="autoZero"/>
        <c:auto val="1"/>
        <c:lblAlgn val="ctr"/>
        <c:lblOffset val="100"/>
        <c:noMultiLvlLbl val="0"/>
      </c:catAx>
      <c:valAx>
        <c:axId val="531543023"/>
        <c:scaling>
          <c:orientation val="minMax"/>
          <c:max val="230"/>
          <c:min val="80"/>
        </c:scaling>
        <c:delete val="0"/>
        <c:axPos val="r"/>
        <c:numFmt formatCode="General" sourceLinked="1"/>
        <c:majorTickMark val="out"/>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crossAx val="531543439"/>
        <c:crosses val="max"/>
        <c:crossBetween val="between"/>
      </c:valAx>
    </c:plotArea>
    <c:legend>
      <c:legendPos val="b"/>
      <c:layout>
        <c:manualLayout>
          <c:xMode val="edge"/>
          <c:yMode val="edge"/>
          <c:x val="0.12850977537989419"/>
          <c:y val="0.79068784722222218"/>
          <c:w val="0.7285156759902679"/>
          <c:h val="0.1001378472222222"/>
        </c:manualLayout>
      </c:layout>
      <c:overlay val="0"/>
      <c:spPr>
        <a:noFill/>
        <a:ln>
          <a:noFill/>
          <a:prstDash val="solid"/>
        </a:ln>
      </c:spPr>
      <c:txPr>
        <a:bodyPr rot="0" spcFirstLastPara="1" vertOverflow="ellipsis" vert="horz" wrap="square" anchor="ctr" anchorCtr="1"/>
        <a:lstStyle/>
        <a:p>
          <a:pPr>
            <a:defRPr sz="900" b="0" i="0" strike="noStrike" kern="1200" baseline="0">
              <a:solidFill>
                <a:srgbClr val="000000"/>
              </a:solidFill>
              <a:latin typeface="Arial Narrow" panose="020B0606020202030204" pitchFamily="34" charset="0"/>
              <a:ea typeface="+mn-ea"/>
              <a:cs typeface="+mn-cs"/>
            </a:defRPr>
          </a:pPr>
          <a:endParaRPr lang="es-PE"/>
        </a:p>
      </c:txPr>
    </c:legend>
    <c:plotVisOnly val="1"/>
    <c:dispBlanksAs val="gap"/>
    <c:showDLblsOverMax val="0"/>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400" b="0" i="0" u="none" strike="noStrike" kern="1200" spc="0" baseline="0">
                <a:solidFill>
                  <a:srgbClr val="000000"/>
                </a:solidFill>
                <a:latin typeface="Trebuchet MS" panose="020B0603020202020204" pitchFamily="34" charset="0"/>
                <a:ea typeface="+mn-ea"/>
                <a:cs typeface="+mn-cs"/>
              </a:defRPr>
            </a:pPr>
            <a:r>
              <a:rPr lang="es-PE" sz="1200" dirty="0" err="1"/>
              <a:t>Yield</a:t>
            </a:r>
            <a:r>
              <a:rPr lang="es-PE" sz="1200" dirty="0"/>
              <a:t> (%)</a:t>
            </a:r>
          </a:p>
        </c:rich>
      </c:tx>
      <c:layout>
        <c:manualLayout>
          <c:xMode val="edge"/>
          <c:yMode val="edge"/>
          <c:x val="2.1409667541557317E-2"/>
          <c:y val="2.3148148148148147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1-EB0A-4BF5-8073-794DBCC43E70}"/>
              </c:ext>
            </c:extLst>
          </c:dPt>
          <c:dPt>
            <c:idx val="1"/>
            <c:invertIfNegative val="0"/>
            <c:bubble3D val="0"/>
            <c:spPr>
              <a:solidFill>
                <a:schemeClr val="tx1"/>
              </a:solidFill>
              <a:ln>
                <a:noFill/>
              </a:ln>
              <a:effectLst/>
            </c:spPr>
            <c:extLst>
              <c:ext xmlns:c16="http://schemas.microsoft.com/office/drawing/2014/chart" uri="{C3380CC4-5D6E-409C-BE32-E72D297353CC}">
                <c16:uniqueId val="{00000003-EB0A-4BF5-8073-794DBCC43E70}"/>
              </c:ext>
            </c:extLst>
          </c:dPt>
          <c:dPt>
            <c:idx val="2"/>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5-EB0A-4BF5-8073-794DBCC43E70}"/>
              </c:ext>
            </c:extLst>
          </c:dPt>
          <c:dPt>
            <c:idx val="3"/>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7-EB0A-4BF5-8073-794DBCC43E70}"/>
              </c:ext>
            </c:extLst>
          </c:dPt>
          <c:dPt>
            <c:idx val="4"/>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9-EB0A-4BF5-8073-794DBCC43E70}"/>
              </c:ext>
            </c:extLst>
          </c:dPt>
          <c:dPt>
            <c:idx val="5"/>
            <c:invertIfNegative val="0"/>
            <c:bubble3D val="0"/>
            <c:spPr>
              <a:solidFill>
                <a:schemeClr val="tx1"/>
              </a:solidFill>
              <a:ln>
                <a:noFill/>
              </a:ln>
              <a:effectLst/>
            </c:spPr>
            <c:extLst>
              <c:ext xmlns:c16="http://schemas.microsoft.com/office/drawing/2014/chart" uri="{C3380CC4-5D6E-409C-BE32-E72D297353CC}">
                <c16:uniqueId val="{0000000B-EB0A-4BF5-8073-794DBCC43E70}"/>
              </c:ext>
            </c:extLst>
          </c:dPt>
          <c:dPt>
            <c:idx val="6"/>
            <c:invertIfNegative val="0"/>
            <c:bubble3D val="0"/>
            <c:spPr>
              <a:solidFill>
                <a:schemeClr val="tx1"/>
              </a:solidFill>
              <a:ln>
                <a:noFill/>
              </a:ln>
              <a:effectLst/>
            </c:spPr>
            <c:extLst>
              <c:ext xmlns:c16="http://schemas.microsoft.com/office/drawing/2014/chart" uri="{C3380CC4-5D6E-409C-BE32-E72D297353CC}">
                <c16:uniqueId val="{0000000D-EB0A-4BF5-8073-794DBCC43E70}"/>
              </c:ext>
            </c:extLst>
          </c:dPt>
          <c:cat>
            <c:strRef>
              <c:f>Sheet1!$D$8:$J$8</c:f>
              <c:strCache>
                <c:ptCount val="7"/>
                <c:pt idx="0">
                  <c:v>JP Morgan NEXGEM</c:v>
                </c:pt>
                <c:pt idx="1">
                  <c:v>JP Morgan US High Yield</c:v>
                </c:pt>
                <c:pt idx="2">
                  <c:v>JP Morgan EMBI Global Diversified</c:v>
                </c:pt>
                <c:pt idx="3">
                  <c:v>JP Morgan CEMBI Broad Diversified</c:v>
                </c:pt>
                <c:pt idx="4">
                  <c:v>JP Morgan GBI EM Global Diversified</c:v>
                </c:pt>
                <c:pt idx="5">
                  <c:v>JP Morgan US Investment Grade</c:v>
                </c:pt>
                <c:pt idx="6">
                  <c:v>JP Morgan Aggregrate Global Bond Index</c:v>
                </c:pt>
              </c:strCache>
            </c:strRef>
          </c:cat>
          <c:val>
            <c:numRef>
              <c:f>Sheet1!$D$9:$J$9</c:f>
              <c:numCache>
                <c:formatCode>General</c:formatCode>
                <c:ptCount val="7"/>
                <c:pt idx="0">
                  <c:v>9.2829999999999995</c:v>
                </c:pt>
                <c:pt idx="1">
                  <c:v>7.4071999999999996</c:v>
                </c:pt>
                <c:pt idx="2">
                  <c:v>7.23</c:v>
                </c:pt>
                <c:pt idx="3">
                  <c:v>6.21</c:v>
                </c:pt>
                <c:pt idx="4">
                  <c:v>6.2495000000000003</c:v>
                </c:pt>
                <c:pt idx="5">
                  <c:v>4.9613670000000001</c:v>
                </c:pt>
                <c:pt idx="6">
                  <c:v>4.0199780000000001</c:v>
                </c:pt>
              </c:numCache>
            </c:numRef>
          </c:val>
          <c:extLst>
            <c:ext xmlns:c16="http://schemas.microsoft.com/office/drawing/2014/chart" uri="{C3380CC4-5D6E-409C-BE32-E72D297353CC}">
              <c16:uniqueId val="{0000000E-EB0A-4BF5-8073-794DBCC43E70}"/>
            </c:ext>
          </c:extLst>
        </c:ser>
        <c:dLbls>
          <c:showLegendKey val="0"/>
          <c:showVal val="0"/>
          <c:showCatName val="0"/>
          <c:showSerName val="0"/>
          <c:showPercent val="0"/>
          <c:showBubbleSize val="0"/>
        </c:dLbls>
        <c:gapWidth val="219"/>
        <c:overlap val="-27"/>
        <c:axId val="580340672"/>
        <c:axId val="580337792"/>
      </c:barChart>
      <c:catAx>
        <c:axId val="580340672"/>
        <c:scaling>
          <c:orientation val="minMax"/>
        </c:scaling>
        <c:delete val="0"/>
        <c:axPos val="b"/>
        <c:numFmt formatCode="General" sourceLinked="1"/>
        <c:majorTickMark val="none"/>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580337792"/>
        <c:crosses val="autoZero"/>
        <c:auto val="1"/>
        <c:lblAlgn val="ctr"/>
        <c:lblOffset val="100"/>
        <c:noMultiLvlLbl val="0"/>
      </c:catAx>
      <c:valAx>
        <c:axId val="580337792"/>
        <c:scaling>
          <c:orientation val="minMax"/>
        </c:scaling>
        <c:delete val="0"/>
        <c:axPos val="l"/>
        <c:majorGridlines>
          <c:spPr>
            <a:ln w="9525" cap="flat" cmpd="sng" algn="ctr">
              <a:solidFill>
                <a:schemeClr val="bg1">
                  <a:lumMod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Trebuchet MS" panose="020B0603020202020204" pitchFamily="34" charset="0"/>
                <a:ea typeface="+mn-ea"/>
                <a:cs typeface="+mn-cs"/>
              </a:defRPr>
            </a:pPr>
            <a:endParaRPr lang="es-PE"/>
          </a:p>
        </c:txPr>
        <c:crossAx val="580340672"/>
        <c:crosses val="autoZero"/>
        <c:crossBetween val="between"/>
        <c:majorUnit val="2"/>
      </c:valAx>
      <c:spPr>
        <a:noFill/>
        <a:ln>
          <a:noFill/>
        </a:ln>
        <a:effectLst/>
      </c:spPr>
    </c:plotArea>
    <c:plotVisOnly val="1"/>
    <c:dispBlanksAs val="gap"/>
    <c:showDLblsOverMax val="0"/>
  </c:chart>
  <c:spPr>
    <a:noFill/>
    <a:ln>
      <a:noFill/>
    </a:ln>
    <a:effectLst/>
  </c:spPr>
  <c:txPr>
    <a:bodyPr/>
    <a:lstStyle/>
    <a:p>
      <a:pPr>
        <a:defRPr>
          <a:solidFill>
            <a:srgbClr val="000000"/>
          </a:solidFill>
          <a:latin typeface="Trebuchet MS" panose="020B0603020202020204" pitchFamily="34" charset="0"/>
        </a:defRPr>
      </a:pPr>
      <a:endParaRPr lang="es-PE"/>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lang="es-PE" sz="1100" b="1" i="0" u="none" strike="noStrike" kern="1200" spc="0" baseline="0">
                <a:solidFill>
                  <a:srgbClr val="000000"/>
                </a:solidFill>
                <a:latin typeface="Trebuchet MS" panose="020B0603020202020204" pitchFamily="34" charset="0"/>
                <a:ea typeface="+mn-ea"/>
                <a:cs typeface="+mn-cs"/>
              </a:defRPr>
            </a:pPr>
            <a:r>
              <a:rPr lang="es-PE" sz="1100" b="1" i="0" u="none" strike="noStrike" kern="1200" baseline="0">
                <a:solidFill>
                  <a:srgbClr val="000000"/>
                </a:solidFill>
                <a:latin typeface="Trebuchet MS" panose="020B0603020202020204" pitchFamily="34" charset="0"/>
                <a:ea typeface="+mn-ea"/>
                <a:cs typeface="+mn-cs"/>
              </a:rPr>
              <a:t>Current Account (% of GDP)</a:t>
            </a:r>
          </a:p>
        </c:rich>
      </c:tx>
      <c:layout>
        <c:manualLayout>
          <c:xMode val="edge"/>
          <c:yMode val="edge"/>
          <c:x val="0.29709944352179779"/>
          <c:y val="3.2232268318389365E-2"/>
        </c:manualLayout>
      </c:layout>
      <c:overlay val="0"/>
      <c:spPr>
        <a:noFill/>
        <a:ln>
          <a:noFill/>
        </a:ln>
        <a:effectLst/>
      </c:spPr>
      <c:txPr>
        <a:bodyPr rot="0" spcFirstLastPara="1" vertOverflow="ellipsis" vert="horz" wrap="square" anchor="ctr" anchorCtr="1"/>
        <a:lstStyle/>
        <a:p>
          <a:pPr algn="l">
            <a:defRPr lang="es-PE" sz="1100" b="1" i="0" u="none" strike="noStrike" kern="1200" spc="0" baseline="0">
              <a:solidFill>
                <a:srgbClr val="000000"/>
              </a:solidFill>
              <a:latin typeface="Trebuchet MS" panose="020B0603020202020204" pitchFamily="34" charset="0"/>
              <a:ea typeface="+mn-ea"/>
              <a:cs typeface="+mn-cs"/>
            </a:defRPr>
          </a:pPr>
          <a:endParaRPr lang="es-PE"/>
        </a:p>
      </c:txPr>
    </c:title>
    <c:autoTitleDeleted val="0"/>
    <c:plotArea>
      <c:layout>
        <c:manualLayout>
          <c:layoutTarget val="inner"/>
          <c:xMode val="edge"/>
          <c:yMode val="edge"/>
          <c:x val="7.8270448850915872E-2"/>
          <c:y val="0.14886497710570146"/>
          <c:w val="0.89584727493165373"/>
          <c:h val="0.66098842284873538"/>
        </c:manualLayout>
      </c:layout>
      <c:barChart>
        <c:barDir val="col"/>
        <c:grouping val="clustered"/>
        <c:varyColors val="0"/>
        <c:ser>
          <c:idx val="0"/>
          <c:order val="0"/>
          <c:tx>
            <c:strRef>
              <c:f>'Current Account'!$B$1</c:f>
              <c:strCache>
                <c:ptCount val="1"/>
                <c:pt idx="0">
                  <c:v>2024</c:v>
                </c:pt>
              </c:strCache>
            </c:strRef>
          </c:tx>
          <c:spPr>
            <a:solidFill>
              <a:srgbClr val="002B67"/>
            </a:solidFill>
            <a:ln>
              <a:noFill/>
            </a:ln>
            <a:effectLst/>
          </c:spPr>
          <c:invertIfNegative val="0"/>
          <c:cat>
            <c:strRef>
              <c:f>'Current Account'!$A$2:$A$8</c:f>
              <c:strCache>
                <c:ptCount val="7"/>
                <c:pt idx="0">
                  <c:v>Pakistan</c:v>
                </c:pt>
                <c:pt idx="1">
                  <c:v>Zambia</c:v>
                </c:pt>
                <c:pt idx="2">
                  <c:v>Kenya</c:v>
                </c:pt>
                <c:pt idx="3">
                  <c:v>Uzbek</c:v>
                </c:pt>
                <c:pt idx="4">
                  <c:v>El Salvador</c:v>
                </c:pt>
                <c:pt idx="5">
                  <c:v>Ivory Coast</c:v>
                </c:pt>
                <c:pt idx="6">
                  <c:v>Benin</c:v>
                </c:pt>
              </c:strCache>
            </c:strRef>
          </c:cat>
          <c:val>
            <c:numRef>
              <c:f>'Current Account'!$B$2:$B$8</c:f>
              <c:numCache>
                <c:formatCode>General</c:formatCode>
                <c:ptCount val="7"/>
                <c:pt idx="0">
                  <c:v>-0.6</c:v>
                </c:pt>
                <c:pt idx="1">
                  <c:v>-4.4000000000000004</c:v>
                </c:pt>
                <c:pt idx="2">
                  <c:v>-2.2999999999999998</c:v>
                </c:pt>
                <c:pt idx="3">
                  <c:v>-4.7</c:v>
                </c:pt>
                <c:pt idx="4">
                  <c:v>-1.8</c:v>
                </c:pt>
                <c:pt idx="5">
                  <c:v>-4.5</c:v>
                </c:pt>
                <c:pt idx="6">
                  <c:v>-6</c:v>
                </c:pt>
              </c:numCache>
            </c:numRef>
          </c:val>
          <c:extLst>
            <c:ext xmlns:c16="http://schemas.microsoft.com/office/drawing/2014/chart" uri="{C3380CC4-5D6E-409C-BE32-E72D297353CC}">
              <c16:uniqueId val="{00000000-5503-4867-AE14-F9329FF9DBE7}"/>
            </c:ext>
          </c:extLst>
        </c:ser>
        <c:ser>
          <c:idx val="1"/>
          <c:order val="1"/>
          <c:tx>
            <c:strRef>
              <c:f>'Current Account'!$C$1</c:f>
              <c:strCache>
                <c:ptCount val="1"/>
                <c:pt idx="0">
                  <c:v>2025</c:v>
                </c:pt>
              </c:strCache>
            </c:strRef>
          </c:tx>
          <c:spPr>
            <a:solidFill>
              <a:schemeClr val="tx2">
                <a:lumMod val="50000"/>
                <a:lumOff val="50000"/>
              </a:schemeClr>
            </a:solidFill>
            <a:ln>
              <a:noFill/>
            </a:ln>
            <a:effectLst/>
          </c:spPr>
          <c:invertIfNegative val="0"/>
          <c:cat>
            <c:strRef>
              <c:f>'Current Account'!$A$2:$A$8</c:f>
              <c:strCache>
                <c:ptCount val="7"/>
                <c:pt idx="0">
                  <c:v>Pakistan</c:v>
                </c:pt>
                <c:pt idx="1">
                  <c:v>Zambia</c:v>
                </c:pt>
                <c:pt idx="2">
                  <c:v>Kenya</c:v>
                </c:pt>
                <c:pt idx="3">
                  <c:v>Uzbek</c:v>
                </c:pt>
                <c:pt idx="4">
                  <c:v>El Salvador</c:v>
                </c:pt>
                <c:pt idx="5">
                  <c:v>Ivory Coast</c:v>
                </c:pt>
                <c:pt idx="6">
                  <c:v>Benin</c:v>
                </c:pt>
              </c:strCache>
            </c:strRef>
          </c:cat>
          <c:val>
            <c:numRef>
              <c:f>'Current Account'!$C$2:$C$8</c:f>
              <c:numCache>
                <c:formatCode>General</c:formatCode>
                <c:ptCount val="7"/>
                <c:pt idx="0">
                  <c:v>0.5</c:v>
                </c:pt>
                <c:pt idx="1">
                  <c:v>-3.5</c:v>
                </c:pt>
                <c:pt idx="2">
                  <c:v>-2.7</c:v>
                </c:pt>
                <c:pt idx="3">
                  <c:v>-3.9</c:v>
                </c:pt>
                <c:pt idx="4">
                  <c:v>-3.9</c:v>
                </c:pt>
                <c:pt idx="5">
                  <c:v>-1.1000000000000001</c:v>
                </c:pt>
                <c:pt idx="6">
                  <c:v>-5.7</c:v>
                </c:pt>
              </c:numCache>
            </c:numRef>
          </c:val>
          <c:extLst>
            <c:ext xmlns:c16="http://schemas.microsoft.com/office/drawing/2014/chart" uri="{C3380CC4-5D6E-409C-BE32-E72D297353CC}">
              <c16:uniqueId val="{00000001-5503-4867-AE14-F9329FF9DBE7}"/>
            </c:ext>
          </c:extLst>
        </c:ser>
        <c:ser>
          <c:idx val="2"/>
          <c:order val="2"/>
          <c:tx>
            <c:strRef>
              <c:f>'Current Account'!$D$1</c:f>
              <c:strCache>
                <c:ptCount val="1"/>
                <c:pt idx="0">
                  <c:v>2026</c:v>
                </c:pt>
              </c:strCache>
            </c:strRef>
          </c:tx>
          <c:spPr>
            <a:solidFill>
              <a:srgbClr val="8E0000"/>
            </a:solidFill>
            <a:ln>
              <a:noFill/>
            </a:ln>
            <a:effectLst/>
          </c:spPr>
          <c:invertIfNegative val="0"/>
          <c:cat>
            <c:strRef>
              <c:f>'Current Account'!$A$2:$A$8</c:f>
              <c:strCache>
                <c:ptCount val="7"/>
                <c:pt idx="0">
                  <c:v>Pakistan</c:v>
                </c:pt>
                <c:pt idx="1">
                  <c:v>Zambia</c:v>
                </c:pt>
                <c:pt idx="2">
                  <c:v>Kenya</c:v>
                </c:pt>
                <c:pt idx="3">
                  <c:v>Uzbek</c:v>
                </c:pt>
                <c:pt idx="4">
                  <c:v>El Salvador</c:v>
                </c:pt>
                <c:pt idx="5">
                  <c:v>Ivory Coast</c:v>
                </c:pt>
                <c:pt idx="6">
                  <c:v>Benin</c:v>
                </c:pt>
              </c:strCache>
            </c:strRef>
          </c:cat>
          <c:val>
            <c:numRef>
              <c:f>'Current Account'!$D$2:$D$8</c:f>
              <c:numCache>
                <c:formatCode>General</c:formatCode>
                <c:ptCount val="7"/>
                <c:pt idx="0">
                  <c:v>-0.4</c:v>
                </c:pt>
                <c:pt idx="1">
                  <c:v>0.9</c:v>
                </c:pt>
                <c:pt idx="2">
                  <c:v>-4.0999999999999996</c:v>
                </c:pt>
                <c:pt idx="3">
                  <c:v>-1.3</c:v>
                </c:pt>
                <c:pt idx="4">
                  <c:v>-3.3</c:v>
                </c:pt>
                <c:pt idx="5">
                  <c:v>-1.1000000000000001</c:v>
                </c:pt>
                <c:pt idx="6">
                  <c:v>-5</c:v>
                </c:pt>
              </c:numCache>
            </c:numRef>
          </c:val>
          <c:extLst>
            <c:ext xmlns:c16="http://schemas.microsoft.com/office/drawing/2014/chart" uri="{C3380CC4-5D6E-409C-BE32-E72D297353CC}">
              <c16:uniqueId val="{00000002-5503-4867-AE14-F9329FF9DBE7}"/>
            </c:ext>
          </c:extLst>
        </c:ser>
        <c:dLbls>
          <c:showLegendKey val="0"/>
          <c:showVal val="0"/>
          <c:showCatName val="0"/>
          <c:showSerName val="0"/>
          <c:showPercent val="0"/>
          <c:showBubbleSize val="0"/>
        </c:dLbls>
        <c:gapWidth val="219"/>
        <c:axId val="1378283279"/>
        <c:axId val="1378281839"/>
      </c:barChart>
      <c:catAx>
        <c:axId val="1378283279"/>
        <c:scaling>
          <c:orientation val="minMax"/>
        </c:scaling>
        <c:delete val="0"/>
        <c:axPos val="b"/>
        <c:numFmt formatCode="General" sourceLinked="1"/>
        <c:majorTickMark val="none"/>
        <c:minorTickMark val="none"/>
        <c:tickLblPos val="low"/>
        <c:spPr>
          <a:noFill/>
          <a:ln w="9525" cap="flat" cmpd="sng" algn="ctr">
            <a:solidFill>
              <a:schemeClr val="bg1">
                <a:lumMod val="9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Trebuchet MS" panose="020B0603020202020204" pitchFamily="34" charset="0"/>
                <a:ea typeface="+mn-ea"/>
                <a:cs typeface="+mn-cs"/>
              </a:defRPr>
            </a:pPr>
            <a:endParaRPr lang="es-PE"/>
          </a:p>
        </c:txPr>
        <c:crossAx val="1378281839"/>
        <c:crosses val="autoZero"/>
        <c:auto val="1"/>
        <c:lblAlgn val="ctr"/>
        <c:lblOffset val="100"/>
        <c:noMultiLvlLbl val="0"/>
      </c:catAx>
      <c:valAx>
        <c:axId val="1378281839"/>
        <c:scaling>
          <c:orientation val="minMax"/>
        </c:scaling>
        <c:delete val="0"/>
        <c:axPos val="l"/>
        <c:majorGridlines>
          <c:spPr>
            <a:ln w="9525" cap="flat" cmpd="sng" algn="ctr">
              <a:solidFill>
                <a:schemeClr val="bg1">
                  <a:lumMod val="9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000000"/>
                </a:solidFill>
                <a:latin typeface="Trebuchet MS" panose="020B0603020202020204" pitchFamily="34" charset="0"/>
                <a:ea typeface="+mn-ea"/>
                <a:cs typeface="+mn-cs"/>
              </a:defRPr>
            </a:pPr>
            <a:endParaRPr lang="es-PE"/>
          </a:p>
        </c:txPr>
        <c:crossAx val="1378283279"/>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Trebuchet MS" panose="020B0603020202020204" pitchFamily="34" charset="0"/>
              <a:ea typeface="+mn-ea"/>
              <a:cs typeface="+mn-cs"/>
            </a:defRPr>
          </a:pPr>
          <a:endParaRPr lang="es-PE"/>
        </a:p>
      </c:txPr>
    </c:legend>
    <c:plotVisOnly val="1"/>
    <c:dispBlanksAs val="gap"/>
    <c:showDLblsOverMax val="0"/>
  </c:chart>
  <c:spPr>
    <a:noFill/>
    <a:ln>
      <a:noFill/>
    </a:ln>
    <a:effectLst/>
  </c:spPr>
  <c:txPr>
    <a:bodyPr/>
    <a:lstStyle/>
    <a:p>
      <a:pPr>
        <a:defRPr sz="1000">
          <a:solidFill>
            <a:srgbClr val="000000"/>
          </a:solidFill>
          <a:latin typeface="Trebuchet MS" panose="020B0603020202020204" pitchFamily="34" charset="0"/>
        </a:defRPr>
      </a:pPr>
      <a:endParaRPr lang="es-PE"/>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a:lstStyle/>
          <a:p>
            <a:pPr algn="l">
              <a:defRPr sz="1000" b="0"/>
            </a:pPr>
            <a:r>
              <a:rPr lang="es-PE" sz="1000" b="0" dirty="0"/>
              <a:t>Net </a:t>
            </a:r>
            <a:r>
              <a:rPr lang="es-PE" sz="1000" b="0" dirty="0" err="1"/>
              <a:t>exports</a:t>
            </a:r>
            <a:r>
              <a:rPr lang="es-PE" sz="1000" b="0" dirty="0"/>
              <a:t> </a:t>
            </a:r>
            <a:r>
              <a:rPr lang="es-PE" sz="1000" b="0" dirty="0" err="1"/>
              <a:t>by</a:t>
            </a:r>
            <a:r>
              <a:rPr lang="es-PE" sz="1000" b="0" dirty="0"/>
              <a:t> </a:t>
            </a:r>
            <a:r>
              <a:rPr lang="es-PE" sz="1000" b="0" dirty="0" err="1"/>
              <a:t>oil</a:t>
            </a:r>
            <a:r>
              <a:rPr lang="es-PE" sz="1000" b="0" dirty="0"/>
              <a:t> and gas (% </a:t>
            </a:r>
            <a:r>
              <a:rPr lang="es-PE" sz="1000" b="0" dirty="0" err="1"/>
              <a:t>of</a:t>
            </a:r>
            <a:r>
              <a:rPr lang="es-PE" sz="1000" b="0" dirty="0"/>
              <a:t> GDP)</a:t>
            </a:r>
          </a:p>
        </c:rich>
      </c:tx>
      <c:layout>
        <c:manualLayout>
          <c:xMode val="edge"/>
          <c:yMode val="edge"/>
          <c:x val="6.2338301050945981E-3"/>
          <c:y val="1.3039934800325998E-2"/>
        </c:manualLayout>
      </c:layout>
      <c:overlay val="0"/>
    </c:title>
    <c:autoTitleDeleted val="0"/>
    <c:plotArea>
      <c:layout/>
      <c:barChart>
        <c:barDir val="col"/>
        <c:grouping val="clustered"/>
        <c:varyColors val="0"/>
        <c:ser>
          <c:idx val="0"/>
          <c:order val="0"/>
          <c:tx>
            <c:strRef>
              <c:f>'Oil &amp; gas'!$B$1</c:f>
              <c:strCache>
                <c:ptCount val="1"/>
                <c:pt idx="0">
                  <c:v>% of GDP</c:v>
                </c:pt>
              </c:strCache>
            </c:strRef>
          </c:tx>
          <c:spPr>
            <a:solidFill>
              <a:srgbClr val="172331"/>
            </a:solidFill>
            <a:ln w="12600">
              <a:solidFill>
                <a:srgbClr val="172331"/>
              </a:solidFill>
              <a:round/>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172331"/>
                      </a:solidFill>
                    </a:ln>
                  </c:spPr>
                </c15:leaderLines>
              </c:ext>
            </c:extLst>
          </c:dLbls>
          <c:cat>
            <c:strRef>
              <c:f>'Oil &amp; gas'!$A$2:$A$25</c:f>
              <c:strCache>
                <c:ptCount val="24"/>
                <c:pt idx="0">
                  <c:v>Iraq</c:v>
                </c:pt>
                <c:pt idx="1">
                  <c:v>Angola</c:v>
                </c:pt>
                <c:pt idx="2">
                  <c:v>Gabon</c:v>
                </c:pt>
                <c:pt idx="3">
                  <c:v>Kazakhstan</c:v>
                </c:pt>
                <c:pt idx="4">
                  <c:v>Nigeria</c:v>
                </c:pt>
                <c:pt idx="5">
                  <c:v>Venezuela</c:v>
                </c:pt>
                <c:pt idx="6">
                  <c:v>Trinidad and Tobago</c:v>
                </c:pt>
                <c:pt idx="7">
                  <c:v>Ecuador</c:v>
                </c:pt>
                <c:pt idx="8">
                  <c:v>Argentina</c:v>
                </c:pt>
                <c:pt idx="9">
                  <c:v>Mozambique</c:v>
                </c:pt>
                <c:pt idx="10">
                  <c:v>Ghana</c:v>
                </c:pt>
                <c:pt idx="11">
                  <c:v>Côte d’Ivoire</c:v>
                </c:pt>
                <c:pt idx="12">
                  <c:v>Uzbekistan</c:v>
                </c:pt>
                <c:pt idx="13">
                  <c:v>Uruguay</c:v>
                </c:pt>
                <c:pt idx="14">
                  <c:v>Paraguay</c:v>
                </c:pt>
                <c:pt idx="15">
                  <c:v>Bolivia</c:v>
                </c:pt>
                <c:pt idx="16">
                  <c:v>Egypt</c:v>
                </c:pt>
                <c:pt idx="17">
                  <c:v>Guatemala</c:v>
                </c:pt>
                <c:pt idx="18">
                  <c:v>Dominican Republic</c:v>
                </c:pt>
                <c:pt idx="19">
                  <c:v>Suriname</c:v>
                </c:pt>
                <c:pt idx="20">
                  <c:v>Senegal</c:v>
                </c:pt>
                <c:pt idx="21">
                  <c:v>Ukraine</c:v>
                </c:pt>
                <c:pt idx="22">
                  <c:v>Mongolia</c:v>
                </c:pt>
                <c:pt idx="23">
                  <c:v>Zambia</c:v>
                </c:pt>
              </c:strCache>
            </c:strRef>
          </c:cat>
          <c:val>
            <c:numRef>
              <c:f>'Oil &amp; gas'!$B$2:$B$25</c:f>
              <c:numCache>
                <c:formatCode>0</c:formatCode>
                <c:ptCount val="24"/>
                <c:pt idx="0">
                  <c:v>45.5</c:v>
                </c:pt>
                <c:pt idx="1">
                  <c:v>33.5</c:v>
                </c:pt>
                <c:pt idx="2">
                  <c:v>25.5</c:v>
                </c:pt>
                <c:pt idx="3">
                  <c:v>14.8</c:v>
                </c:pt>
                <c:pt idx="4">
                  <c:v>12.2</c:v>
                </c:pt>
                <c:pt idx="5">
                  <c:v>6.8</c:v>
                </c:pt>
                <c:pt idx="6">
                  <c:v>5.9</c:v>
                </c:pt>
                <c:pt idx="7">
                  <c:v>1.5</c:v>
                </c:pt>
                <c:pt idx="8">
                  <c:v>0.5</c:v>
                </c:pt>
                <c:pt idx="9">
                  <c:v>0</c:v>
                </c:pt>
                <c:pt idx="10">
                  <c:v>-0.8</c:v>
                </c:pt>
                <c:pt idx="11">
                  <c:v>-1.7</c:v>
                </c:pt>
                <c:pt idx="12">
                  <c:v>-2</c:v>
                </c:pt>
                <c:pt idx="13">
                  <c:v>-2.1</c:v>
                </c:pt>
                <c:pt idx="14">
                  <c:v>-2.5</c:v>
                </c:pt>
                <c:pt idx="15">
                  <c:v>-2.6</c:v>
                </c:pt>
                <c:pt idx="16">
                  <c:v>-2.7</c:v>
                </c:pt>
                <c:pt idx="17">
                  <c:v>-3.7</c:v>
                </c:pt>
                <c:pt idx="18">
                  <c:v>-4</c:v>
                </c:pt>
                <c:pt idx="19">
                  <c:v>-4.0999999999999996</c:v>
                </c:pt>
                <c:pt idx="20">
                  <c:v>-4.2</c:v>
                </c:pt>
                <c:pt idx="21">
                  <c:v>-4.4000000000000004</c:v>
                </c:pt>
                <c:pt idx="22">
                  <c:v>-8.3000000000000007</c:v>
                </c:pt>
                <c:pt idx="23">
                  <c:v>-9</c:v>
                </c:pt>
              </c:numCache>
            </c:numRef>
          </c:val>
          <c:extLst>
            <c:ext xmlns:c16="http://schemas.microsoft.com/office/drawing/2014/chart" uri="{C3380CC4-5D6E-409C-BE32-E72D297353CC}">
              <c16:uniqueId val="{00000000-388B-44B1-88AF-4D1C9448F4DE}"/>
            </c:ext>
          </c:extLst>
        </c:ser>
        <c:dLbls>
          <c:showLegendKey val="0"/>
          <c:showVal val="0"/>
          <c:showCatName val="0"/>
          <c:showSerName val="0"/>
          <c:showPercent val="0"/>
          <c:showBubbleSize val="0"/>
        </c:dLbls>
        <c:gapWidth val="190"/>
        <c:axId val="83709322"/>
        <c:axId val="55783932"/>
      </c:barChart>
      <c:catAx>
        <c:axId val="83709322"/>
        <c:scaling>
          <c:orientation val="minMax"/>
        </c:scaling>
        <c:delete val="0"/>
        <c:axPos val="b"/>
        <c:numFmt formatCode="General" sourceLinked="1"/>
        <c:majorTickMark val="none"/>
        <c:minorTickMark val="none"/>
        <c:tickLblPos val="low"/>
        <c:spPr>
          <a:ln w="9360">
            <a:solidFill>
              <a:schemeClr val="bg1">
                <a:lumMod val="95000"/>
              </a:schemeClr>
            </a:solidFill>
            <a:round/>
          </a:ln>
        </c:spPr>
        <c:txPr>
          <a:bodyPr rot="-5400000" vert="horz"/>
          <a:lstStyle/>
          <a:p>
            <a:pPr>
              <a:defRPr/>
            </a:pPr>
            <a:endParaRPr lang="en-US"/>
          </a:p>
        </c:txPr>
        <c:crossAx val="55783932"/>
        <c:crosses val="autoZero"/>
        <c:auto val="1"/>
        <c:lblAlgn val="ctr"/>
        <c:lblOffset val="100"/>
        <c:noMultiLvlLbl val="0"/>
      </c:catAx>
      <c:valAx>
        <c:axId val="55783932"/>
        <c:scaling>
          <c:orientation val="minMax"/>
          <c:max val="50"/>
          <c:min val="-10"/>
        </c:scaling>
        <c:delete val="0"/>
        <c:axPos val="l"/>
        <c:majorGridlines>
          <c:spPr>
            <a:ln w="9360">
              <a:solidFill>
                <a:schemeClr val="bg1">
                  <a:lumMod val="95000"/>
                </a:schemeClr>
              </a:solidFill>
              <a:round/>
            </a:ln>
          </c:spPr>
        </c:majorGridlines>
        <c:numFmt formatCode="0" sourceLinked="1"/>
        <c:majorTickMark val="none"/>
        <c:minorTickMark val="none"/>
        <c:tickLblPos val="nextTo"/>
        <c:spPr>
          <a:ln w="9360">
            <a:noFill/>
            <a:round/>
          </a:ln>
        </c:spPr>
        <c:crossAx val="83709322"/>
        <c:crossesAt val="0"/>
        <c:crossBetween val="between"/>
        <c:majorUnit val="10"/>
      </c:valAx>
      <c:spPr>
        <a:solidFill>
          <a:srgbClr val="FFFFFF"/>
        </a:solidFill>
        <a:ln w="0">
          <a:noFill/>
        </a:ln>
      </c:spPr>
    </c:plotArea>
    <c:plotVisOnly val="1"/>
    <c:dispBlanksAs val="gap"/>
    <c:showDLblsOverMax val="1"/>
  </c:chart>
  <c:spPr>
    <a:solidFill>
      <a:srgbClr val="FFFFFF"/>
    </a:solidFill>
    <a:ln w="9360">
      <a:noFill/>
      <a:round/>
    </a:ln>
  </c:spPr>
  <c:txPr>
    <a:bodyPr/>
    <a:lstStyle/>
    <a:p>
      <a:pPr>
        <a:defRPr sz="900">
          <a:solidFill>
            <a:srgbClr val="000000"/>
          </a:solidFill>
          <a:latin typeface="Trebuchet MS" panose="020B0603020202020204" pitchFamily="34" charset="0"/>
        </a:defRPr>
      </a:pPr>
      <a:endParaRPr lang="es-PE"/>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rot="0"/>
          <a:lstStyle/>
          <a:p>
            <a:pPr algn="l" rtl="0">
              <a:defRPr/>
            </a:pPr>
            <a:r>
              <a:rPr lang="es-PE" sz="1000" b="0" dirty="0"/>
              <a:t>Net </a:t>
            </a:r>
            <a:r>
              <a:rPr lang="es-PE" sz="1000" b="0" dirty="0" err="1"/>
              <a:t>exports</a:t>
            </a:r>
            <a:r>
              <a:rPr lang="es-PE" sz="1000" b="0" dirty="0"/>
              <a:t> </a:t>
            </a:r>
            <a:r>
              <a:rPr lang="es-PE" sz="1000" b="0" dirty="0" err="1"/>
              <a:t>by</a:t>
            </a:r>
            <a:r>
              <a:rPr lang="es-PE" sz="1000" b="0" dirty="0"/>
              <a:t> </a:t>
            </a:r>
            <a:r>
              <a:rPr lang="es-PE" sz="1000" b="0" dirty="0" err="1"/>
              <a:t>all</a:t>
            </a:r>
            <a:r>
              <a:rPr lang="es-PE" sz="1000" b="0" dirty="0"/>
              <a:t> </a:t>
            </a:r>
            <a:r>
              <a:rPr lang="es-PE" sz="1000" b="0" dirty="0" err="1"/>
              <a:t>commodities</a:t>
            </a:r>
            <a:r>
              <a:rPr lang="es-PE" sz="1000" b="0" dirty="0"/>
              <a:t> (% </a:t>
            </a:r>
            <a:r>
              <a:rPr lang="es-PE" sz="1000" b="0" dirty="0" err="1"/>
              <a:t>of</a:t>
            </a:r>
            <a:r>
              <a:rPr lang="es-PE" sz="1000" b="0" dirty="0"/>
              <a:t> GDP)</a:t>
            </a:r>
          </a:p>
        </c:rich>
      </c:tx>
      <c:layout>
        <c:manualLayout>
          <c:xMode val="edge"/>
          <c:yMode val="edge"/>
          <c:x val="1.1163533073516314E-2"/>
          <c:y val="1.3967227970822057E-2"/>
        </c:manualLayout>
      </c:layout>
      <c:overlay val="0"/>
      <c:spPr>
        <a:noFill/>
        <a:ln w="0">
          <a:noFill/>
        </a:ln>
      </c:spPr>
    </c:title>
    <c:autoTitleDeleted val="0"/>
    <c:plotArea>
      <c:layout/>
      <c:barChart>
        <c:barDir val="col"/>
        <c:grouping val="clustered"/>
        <c:varyColors val="0"/>
        <c:ser>
          <c:idx val="0"/>
          <c:order val="0"/>
          <c:tx>
            <c:strRef>
              <c:f>'All commodities'!$B$1</c:f>
              <c:strCache>
                <c:ptCount val="1"/>
                <c:pt idx="0">
                  <c:v>% of GDP</c:v>
                </c:pt>
              </c:strCache>
            </c:strRef>
          </c:tx>
          <c:spPr>
            <a:solidFill>
              <a:srgbClr val="172331"/>
            </a:solidFill>
            <a:ln w="12600">
              <a:solidFill>
                <a:srgbClr val="172331"/>
              </a:solidFill>
              <a:round/>
            </a:ln>
          </c:spPr>
          <c:invertIfNegative val="0"/>
          <c:dLbls>
            <c:spPr>
              <a:noFill/>
              <a:ln>
                <a:noFill/>
              </a:ln>
              <a:effectLst/>
            </c:sp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172331"/>
                      </a:solidFill>
                    </a:ln>
                  </c:spPr>
                </c15:leaderLines>
              </c:ext>
            </c:extLst>
          </c:dLbls>
          <c:cat>
            <c:strRef>
              <c:f>'All commodities'!$A$2:$A$25</c:f>
              <c:strCache>
                <c:ptCount val="24"/>
                <c:pt idx="0">
                  <c:v>Mongolia</c:v>
                </c:pt>
                <c:pt idx="1">
                  <c:v>Iraq</c:v>
                </c:pt>
                <c:pt idx="2">
                  <c:v>Angola</c:v>
                </c:pt>
                <c:pt idx="3">
                  <c:v>Gabon</c:v>
                </c:pt>
                <c:pt idx="4">
                  <c:v>Zambia</c:v>
                </c:pt>
                <c:pt idx="5">
                  <c:v>Kazakhstan</c:v>
                </c:pt>
                <c:pt idx="6">
                  <c:v>Suriname</c:v>
                </c:pt>
                <c:pt idx="7">
                  <c:v>Nigeria</c:v>
                </c:pt>
                <c:pt idx="8">
                  <c:v>Ghana</c:v>
                </c:pt>
                <c:pt idx="9">
                  <c:v>Venezuela</c:v>
                </c:pt>
                <c:pt idx="10">
                  <c:v>Trinidad &amp; Tobago</c:v>
                </c:pt>
                <c:pt idx="11">
                  <c:v>Ecuador</c:v>
                </c:pt>
                <c:pt idx="12">
                  <c:v>Uzbekistan</c:v>
                </c:pt>
                <c:pt idx="13">
                  <c:v>Côte d’Ivoire</c:v>
                </c:pt>
                <c:pt idx="14">
                  <c:v>Argentina</c:v>
                </c:pt>
                <c:pt idx="15">
                  <c:v>Mozambique</c:v>
                </c:pt>
                <c:pt idx="16">
                  <c:v>Bolivia</c:v>
                </c:pt>
                <c:pt idx="17">
                  <c:v>Uruguay</c:v>
                </c:pt>
                <c:pt idx="18">
                  <c:v>Senegal</c:v>
                </c:pt>
                <c:pt idx="19">
                  <c:v>Paraguay</c:v>
                </c:pt>
                <c:pt idx="20">
                  <c:v>Egypt</c:v>
                </c:pt>
                <c:pt idx="21">
                  <c:v>Ukraine</c:v>
                </c:pt>
                <c:pt idx="22">
                  <c:v>Dom Rep</c:v>
                </c:pt>
                <c:pt idx="23">
                  <c:v>Guatemala</c:v>
                </c:pt>
              </c:strCache>
            </c:strRef>
          </c:cat>
          <c:val>
            <c:numRef>
              <c:f>'All commodities'!$B$2:$B$25</c:f>
              <c:numCache>
                <c:formatCode>0</c:formatCode>
                <c:ptCount val="24"/>
                <c:pt idx="0">
                  <c:v>42.5</c:v>
                </c:pt>
                <c:pt idx="1">
                  <c:v>38</c:v>
                </c:pt>
                <c:pt idx="2">
                  <c:v>34</c:v>
                </c:pt>
                <c:pt idx="3">
                  <c:v>24.5</c:v>
                </c:pt>
                <c:pt idx="4">
                  <c:v>20</c:v>
                </c:pt>
                <c:pt idx="5">
                  <c:v>18</c:v>
                </c:pt>
                <c:pt idx="6">
                  <c:v>16</c:v>
                </c:pt>
                <c:pt idx="7">
                  <c:v>12.2</c:v>
                </c:pt>
                <c:pt idx="8">
                  <c:v>12</c:v>
                </c:pt>
                <c:pt idx="9">
                  <c:v>7.5</c:v>
                </c:pt>
                <c:pt idx="10">
                  <c:v>7</c:v>
                </c:pt>
                <c:pt idx="11">
                  <c:v>2.5</c:v>
                </c:pt>
                <c:pt idx="12">
                  <c:v>2</c:v>
                </c:pt>
                <c:pt idx="13">
                  <c:v>0.8</c:v>
                </c:pt>
                <c:pt idx="14">
                  <c:v>0.6</c:v>
                </c:pt>
                <c:pt idx="15">
                  <c:v>0</c:v>
                </c:pt>
                <c:pt idx="16">
                  <c:v>-0.5</c:v>
                </c:pt>
                <c:pt idx="17">
                  <c:v>-2.6</c:v>
                </c:pt>
                <c:pt idx="18">
                  <c:v>-3</c:v>
                </c:pt>
                <c:pt idx="19">
                  <c:v>-3.5</c:v>
                </c:pt>
                <c:pt idx="20">
                  <c:v>-3.7</c:v>
                </c:pt>
                <c:pt idx="21">
                  <c:v>-4.0999999999999996</c:v>
                </c:pt>
                <c:pt idx="22">
                  <c:v>-4.5</c:v>
                </c:pt>
                <c:pt idx="23">
                  <c:v>-5.3</c:v>
                </c:pt>
              </c:numCache>
            </c:numRef>
          </c:val>
          <c:extLst>
            <c:ext xmlns:c16="http://schemas.microsoft.com/office/drawing/2014/chart" uri="{C3380CC4-5D6E-409C-BE32-E72D297353CC}">
              <c16:uniqueId val="{00000000-1C81-4079-9568-4ED48BA581E2}"/>
            </c:ext>
          </c:extLst>
        </c:ser>
        <c:dLbls>
          <c:showLegendKey val="0"/>
          <c:showVal val="0"/>
          <c:showCatName val="0"/>
          <c:showSerName val="0"/>
          <c:showPercent val="0"/>
          <c:showBubbleSize val="0"/>
        </c:dLbls>
        <c:gapWidth val="190"/>
        <c:axId val="69605980"/>
        <c:axId val="940268"/>
      </c:barChart>
      <c:catAx>
        <c:axId val="69605980"/>
        <c:scaling>
          <c:orientation val="minMax"/>
        </c:scaling>
        <c:delete val="0"/>
        <c:axPos val="b"/>
        <c:numFmt formatCode="General" sourceLinked="1"/>
        <c:majorTickMark val="none"/>
        <c:minorTickMark val="none"/>
        <c:tickLblPos val="low"/>
        <c:spPr>
          <a:ln w="9360">
            <a:solidFill>
              <a:srgbClr val="878787"/>
            </a:solidFill>
            <a:round/>
          </a:ln>
        </c:spPr>
        <c:txPr>
          <a:bodyPr rot="-5400000" vert="horz"/>
          <a:lstStyle/>
          <a:p>
            <a:pPr algn="ctr">
              <a:defRPr/>
            </a:pPr>
            <a:endParaRPr lang="en-US"/>
          </a:p>
        </c:txPr>
        <c:crossAx val="940268"/>
        <c:crosses val="autoZero"/>
        <c:auto val="1"/>
        <c:lblAlgn val="ctr"/>
        <c:lblOffset val="100"/>
        <c:noMultiLvlLbl val="0"/>
      </c:catAx>
      <c:valAx>
        <c:axId val="940268"/>
        <c:scaling>
          <c:orientation val="minMax"/>
          <c:max val="50"/>
          <c:min val="-10"/>
        </c:scaling>
        <c:delete val="0"/>
        <c:axPos val="l"/>
        <c:majorGridlines>
          <c:spPr>
            <a:ln w="9360">
              <a:solidFill>
                <a:schemeClr val="bg1">
                  <a:lumMod val="95000"/>
                </a:schemeClr>
              </a:solidFill>
              <a:round/>
            </a:ln>
          </c:spPr>
        </c:majorGridlines>
        <c:numFmt formatCode="0" sourceLinked="1"/>
        <c:majorTickMark val="none"/>
        <c:minorTickMark val="none"/>
        <c:tickLblPos val="nextTo"/>
        <c:spPr>
          <a:ln w="9360">
            <a:solidFill>
              <a:srgbClr val="878787"/>
            </a:solidFill>
            <a:round/>
          </a:ln>
        </c:spPr>
        <c:txPr>
          <a:bodyPr/>
          <a:lstStyle/>
          <a:p>
            <a:pPr algn="ctr">
              <a:defRPr/>
            </a:pPr>
            <a:endParaRPr lang="en-US"/>
          </a:p>
        </c:txPr>
        <c:crossAx val="69605980"/>
        <c:crossesAt val="0"/>
        <c:crossBetween val="between"/>
        <c:majorUnit val="10"/>
      </c:valAx>
      <c:spPr>
        <a:solidFill>
          <a:srgbClr val="FFFFFF"/>
        </a:solidFill>
        <a:ln w="0">
          <a:noFill/>
        </a:ln>
      </c:spPr>
    </c:plotArea>
    <c:plotVisOnly val="1"/>
    <c:dispBlanksAs val="gap"/>
    <c:showDLblsOverMax val="1"/>
  </c:chart>
  <c:spPr>
    <a:solidFill>
      <a:srgbClr val="FFFFFF"/>
    </a:solidFill>
    <a:ln w="9360">
      <a:noFill/>
      <a:round/>
    </a:ln>
  </c:spPr>
  <c:txPr>
    <a:bodyPr/>
    <a:lstStyle/>
    <a:p>
      <a:pPr>
        <a:defRPr lang="en-US" sz="900" b="0" i="0" u="none" strike="noStrike" kern="1200" baseline="0">
          <a:solidFill>
            <a:srgbClr val="000000"/>
          </a:solidFill>
          <a:latin typeface="Trebuchet MS" panose="020B0603020202020204" pitchFamily="34" charset="0"/>
          <a:ea typeface="+mn-ea"/>
          <a:cs typeface="+mn-cs"/>
        </a:defRPr>
      </a:pPr>
      <a:endParaRPr lang="es-PE"/>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US" sz="1100" b="1" kern="1200" dirty="0">
                <a:solidFill>
                  <a:srgbClr val="000000"/>
                </a:solidFill>
                <a:latin typeface="Trebuchet MS" panose="020B0603020202020204" pitchFamily="34" charset="0"/>
                <a:ea typeface="+mn-ea"/>
                <a:cs typeface="+mn-cs"/>
              </a:defRPr>
            </a:pPr>
            <a:r>
              <a:rPr lang="en-US" sz="1100" b="1" kern="1200" dirty="0">
                <a:solidFill>
                  <a:srgbClr val="000000"/>
                </a:solidFill>
                <a:latin typeface="Trebuchet MS" panose="020B0603020202020204" pitchFamily="34" charset="0"/>
                <a:ea typeface="+mn-ea"/>
                <a:cs typeface="+mn-cs"/>
              </a:rPr>
              <a:t>Frontier spreads remain at the wider end of the range vs US HY</a:t>
            </a:r>
          </a:p>
        </c:rich>
      </c:tx>
      <c:layout>
        <c:manualLayout>
          <c:xMode val="edge"/>
          <c:yMode val="edge"/>
          <c:x val="7.3879579034842255E-2"/>
          <c:y val="2.4224905448517339E-2"/>
        </c:manualLayout>
      </c:layout>
      <c:overlay val="0"/>
    </c:title>
    <c:autoTitleDeleted val="0"/>
    <c:plotArea>
      <c:layout/>
      <c:areaChart>
        <c:grouping val="standard"/>
        <c:varyColors val="0"/>
        <c:ser>
          <c:idx val="2"/>
          <c:order val="2"/>
          <c:tx>
            <c:v>Spread differential (rhs)</c:v>
          </c:tx>
          <c:spPr>
            <a:solidFill>
              <a:srgbClr val="EB5B22">
                <a:alpha val="95000"/>
              </a:srgbClr>
            </a:solidFill>
            <a:ln>
              <a:noFill/>
            </a:ln>
          </c:spPr>
          <c:cat>
            <c:numRef>
              <c:f>Data_Frontier!$A$2:$A$2777</c:f>
              <c:numCache>
                <c:formatCode>dd\-mmm\-yyyy</c:formatCode>
                <c:ptCount val="2776"/>
                <c:pt idx="0">
                  <c:v>42370</c:v>
                </c:pt>
                <c:pt idx="1">
                  <c:v>42373</c:v>
                </c:pt>
                <c:pt idx="2">
                  <c:v>42374</c:v>
                </c:pt>
                <c:pt idx="3">
                  <c:v>42375</c:v>
                </c:pt>
                <c:pt idx="4">
                  <c:v>42376</c:v>
                </c:pt>
                <c:pt idx="5">
                  <c:v>42377</c:v>
                </c:pt>
                <c:pt idx="6">
                  <c:v>42380</c:v>
                </c:pt>
                <c:pt idx="7">
                  <c:v>42381</c:v>
                </c:pt>
                <c:pt idx="8">
                  <c:v>42382</c:v>
                </c:pt>
                <c:pt idx="9">
                  <c:v>42383</c:v>
                </c:pt>
                <c:pt idx="10">
                  <c:v>42384</c:v>
                </c:pt>
                <c:pt idx="11">
                  <c:v>42387</c:v>
                </c:pt>
                <c:pt idx="12">
                  <c:v>42388</c:v>
                </c:pt>
                <c:pt idx="13">
                  <c:v>42389</c:v>
                </c:pt>
                <c:pt idx="14">
                  <c:v>42390</c:v>
                </c:pt>
                <c:pt idx="15">
                  <c:v>42391</c:v>
                </c:pt>
                <c:pt idx="16">
                  <c:v>42394</c:v>
                </c:pt>
                <c:pt idx="17">
                  <c:v>42395</c:v>
                </c:pt>
                <c:pt idx="18">
                  <c:v>42396</c:v>
                </c:pt>
                <c:pt idx="19">
                  <c:v>42397</c:v>
                </c:pt>
                <c:pt idx="20">
                  <c:v>42398</c:v>
                </c:pt>
                <c:pt idx="21">
                  <c:v>42401</c:v>
                </c:pt>
                <c:pt idx="22">
                  <c:v>42402</c:v>
                </c:pt>
                <c:pt idx="23">
                  <c:v>42403</c:v>
                </c:pt>
                <c:pt idx="24">
                  <c:v>42404</c:v>
                </c:pt>
                <c:pt idx="25">
                  <c:v>42405</c:v>
                </c:pt>
                <c:pt idx="26">
                  <c:v>42408</c:v>
                </c:pt>
                <c:pt idx="27">
                  <c:v>42409</c:v>
                </c:pt>
                <c:pt idx="28">
                  <c:v>42410</c:v>
                </c:pt>
                <c:pt idx="29">
                  <c:v>42411</c:v>
                </c:pt>
                <c:pt idx="30">
                  <c:v>42412</c:v>
                </c:pt>
                <c:pt idx="31">
                  <c:v>42415</c:v>
                </c:pt>
                <c:pt idx="32">
                  <c:v>42416</c:v>
                </c:pt>
                <c:pt idx="33">
                  <c:v>42417</c:v>
                </c:pt>
                <c:pt idx="34">
                  <c:v>42418</c:v>
                </c:pt>
                <c:pt idx="35">
                  <c:v>42419</c:v>
                </c:pt>
                <c:pt idx="36">
                  <c:v>42422</c:v>
                </c:pt>
                <c:pt idx="37">
                  <c:v>42423</c:v>
                </c:pt>
                <c:pt idx="38">
                  <c:v>42424</c:v>
                </c:pt>
                <c:pt idx="39">
                  <c:v>42425</c:v>
                </c:pt>
                <c:pt idx="40">
                  <c:v>42426</c:v>
                </c:pt>
                <c:pt idx="41">
                  <c:v>42429</c:v>
                </c:pt>
                <c:pt idx="42">
                  <c:v>42430</c:v>
                </c:pt>
                <c:pt idx="43">
                  <c:v>42431</c:v>
                </c:pt>
                <c:pt idx="44">
                  <c:v>42432</c:v>
                </c:pt>
                <c:pt idx="45">
                  <c:v>42433</c:v>
                </c:pt>
                <c:pt idx="46">
                  <c:v>42436</c:v>
                </c:pt>
                <c:pt idx="47">
                  <c:v>42437</c:v>
                </c:pt>
                <c:pt idx="48">
                  <c:v>42438</c:v>
                </c:pt>
                <c:pt idx="49">
                  <c:v>42439</c:v>
                </c:pt>
                <c:pt idx="50">
                  <c:v>42440</c:v>
                </c:pt>
                <c:pt idx="51">
                  <c:v>42443</c:v>
                </c:pt>
                <c:pt idx="52">
                  <c:v>42444</c:v>
                </c:pt>
                <c:pt idx="53">
                  <c:v>42445</c:v>
                </c:pt>
                <c:pt idx="54">
                  <c:v>42446</c:v>
                </c:pt>
                <c:pt idx="55">
                  <c:v>42447</c:v>
                </c:pt>
                <c:pt idx="56">
                  <c:v>42450</c:v>
                </c:pt>
                <c:pt idx="57">
                  <c:v>42451</c:v>
                </c:pt>
                <c:pt idx="58">
                  <c:v>42452</c:v>
                </c:pt>
                <c:pt idx="59">
                  <c:v>42453</c:v>
                </c:pt>
                <c:pt idx="60">
                  <c:v>42454</c:v>
                </c:pt>
                <c:pt idx="61">
                  <c:v>42457</c:v>
                </c:pt>
                <c:pt idx="62">
                  <c:v>42458</c:v>
                </c:pt>
                <c:pt idx="63">
                  <c:v>42459</c:v>
                </c:pt>
                <c:pt idx="64">
                  <c:v>42460</c:v>
                </c:pt>
                <c:pt idx="65">
                  <c:v>42461</c:v>
                </c:pt>
                <c:pt idx="66">
                  <c:v>42464</c:v>
                </c:pt>
                <c:pt idx="67">
                  <c:v>42465</c:v>
                </c:pt>
                <c:pt idx="68">
                  <c:v>42466</c:v>
                </c:pt>
                <c:pt idx="69">
                  <c:v>42467</c:v>
                </c:pt>
                <c:pt idx="70">
                  <c:v>42468</c:v>
                </c:pt>
                <c:pt idx="71">
                  <c:v>42471</c:v>
                </c:pt>
                <c:pt idx="72">
                  <c:v>42472</c:v>
                </c:pt>
                <c:pt idx="73">
                  <c:v>42473</c:v>
                </c:pt>
                <c:pt idx="74">
                  <c:v>42474</c:v>
                </c:pt>
                <c:pt idx="75">
                  <c:v>42475</c:v>
                </c:pt>
                <c:pt idx="76">
                  <c:v>42478</c:v>
                </c:pt>
                <c:pt idx="77">
                  <c:v>42479</c:v>
                </c:pt>
                <c:pt idx="78">
                  <c:v>42480</c:v>
                </c:pt>
                <c:pt idx="79">
                  <c:v>42481</c:v>
                </c:pt>
                <c:pt idx="80">
                  <c:v>42482</c:v>
                </c:pt>
                <c:pt idx="81">
                  <c:v>42485</c:v>
                </c:pt>
                <c:pt idx="82">
                  <c:v>42486</c:v>
                </c:pt>
                <c:pt idx="83">
                  <c:v>42487</c:v>
                </c:pt>
                <c:pt idx="84">
                  <c:v>42488</c:v>
                </c:pt>
                <c:pt idx="85">
                  <c:v>42489</c:v>
                </c:pt>
                <c:pt idx="86">
                  <c:v>42492</c:v>
                </c:pt>
                <c:pt idx="87">
                  <c:v>42493</c:v>
                </c:pt>
                <c:pt idx="88">
                  <c:v>42494</c:v>
                </c:pt>
                <c:pt idx="89">
                  <c:v>42495</c:v>
                </c:pt>
                <c:pt idx="90">
                  <c:v>42496</c:v>
                </c:pt>
                <c:pt idx="91">
                  <c:v>42499</c:v>
                </c:pt>
                <c:pt idx="92">
                  <c:v>42500</c:v>
                </c:pt>
                <c:pt idx="93">
                  <c:v>42501</c:v>
                </c:pt>
                <c:pt idx="94">
                  <c:v>42502</c:v>
                </c:pt>
                <c:pt idx="95">
                  <c:v>42503</c:v>
                </c:pt>
                <c:pt idx="96">
                  <c:v>42506</c:v>
                </c:pt>
                <c:pt idx="97">
                  <c:v>42507</c:v>
                </c:pt>
                <c:pt idx="98">
                  <c:v>42508</c:v>
                </c:pt>
                <c:pt idx="99">
                  <c:v>42509</c:v>
                </c:pt>
                <c:pt idx="100">
                  <c:v>42510</c:v>
                </c:pt>
                <c:pt idx="101">
                  <c:v>42513</c:v>
                </c:pt>
                <c:pt idx="102">
                  <c:v>42514</c:v>
                </c:pt>
                <c:pt idx="103">
                  <c:v>42515</c:v>
                </c:pt>
                <c:pt idx="104">
                  <c:v>42516</c:v>
                </c:pt>
                <c:pt idx="105">
                  <c:v>42517</c:v>
                </c:pt>
                <c:pt idx="106">
                  <c:v>42520</c:v>
                </c:pt>
                <c:pt idx="107">
                  <c:v>42521</c:v>
                </c:pt>
                <c:pt idx="108">
                  <c:v>42522</c:v>
                </c:pt>
                <c:pt idx="109">
                  <c:v>42523</c:v>
                </c:pt>
                <c:pt idx="110">
                  <c:v>42524</c:v>
                </c:pt>
                <c:pt idx="111">
                  <c:v>42527</c:v>
                </c:pt>
                <c:pt idx="112">
                  <c:v>42528</c:v>
                </c:pt>
                <c:pt idx="113">
                  <c:v>42529</c:v>
                </c:pt>
                <c:pt idx="114">
                  <c:v>42530</c:v>
                </c:pt>
                <c:pt idx="115">
                  <c:v>42531</c:v>
                </c:pt>
                <c:pt idx="116">
                  <c:v>42534</c:v>
                </c:pt>
                <c:pt idx="117">
                  <c:v>42535</c:v>
                </c:pt>
                <c:pt idx="118">
                  <c:v>42536</c:v>
                </c:pt>
                <c:pt idx="119">
                  <c:v>42537</c:v>
                </c:pt>
                <c:pt idx="120">
                  <c:v>42538</c:v>
                </c:pt>
                <c:pt idx="121">
                  <c:v>42541</c:v>
                </c:pt>
                <c:pt idx="122">
                  <c:v>42542</c:v>
                </c:pt>
                <c:pt idx="123">
                  <c:v>42543</c:v>
                </c:pt>
                <c:pt idx="124">
                  <c:v>42544</c:v>
                </c:pt>
                <c:pt idx="125">
                  <c:v>42545</c:v>
                </c:pt>
                <c:pt idx="126">
                  <c:v>42548</c:v>
                </c:pt>
                <c:pt idx="127">
                  <c:v>42549</c:v>
                </c:pt>
                <c:pt idx="128">
                  <c:v>42550</c:v>
                </c:pt>
                <c:pt idx="129">
                  <c:v>42551</c:v>
                </c:pt>
                <c:pt idx="130">
                  <c:v>42552</c:v>
                </c:pt>
                <c:pt idx="131">
                  <c:v>42555</c:v>
                </c:pt>
                <c:pt idx="132">
                  <c:v>42556</c:v>
                </c:pt>
                <c:pt idx="133">
                  <c:v>42557</c:v>
                </c:pt>
                <c:pt idx="134">
                  <c:v>42558</c:v>
                </c:pt>
                <c:pt idx="135">
                  <c:v>42559</c:v>
                </c:pt>
                <c:pt idx="136">
                  <c:v>42562</c:v>
                </c:pt>
                <c:pt idx="137">
                  <c:v>42563</c:v>
                </c:pt>
                <c:pt idx="138">
                  <c:v>42564</c:v>
                </c:pt>
                <c:pt idx="139">
                  <c:v>42565</c:v>
                </c:pt>
                <c:pt idx="140">
                  <c:v>42566</c:v>
                </c:pt>
                <c:pt idx="141">
                  <c:v>42569</c:v>
                </c:pt>
                <c:pt idx="142">
                  <c:v>42570</c:v>
                </c:pt>
                <c:pt idx="143">
                  <c:v>42571</c:v>
                </c:pt>
                <c:pt idx="144">
                  <c:v>42572</c:v>
                </c:pt>
                <c:pt idx="145">
                  <c:v>42573</c:v>
                </c:pt>
                <c:pt idx="146">
                  <c:v>42576</c:v>
                </c:pt>
                <c:pt idx="147">
                  <c:v>42577</c:v>
                </c:pt>
                <c:pt idx="148">
                  <c:v>42578</c:v>
                </c:pt>
                <c:pt idx="149">
                  <c:v>42579</c:v>
                </c:pt>
                <c:pt idx="150">
                  <c:v>42580</c:v>
                </c:pt>
                <c:pt idx="151">
                  <c:v>42583</c:v>
                </c:pt>
                <c:pt idx="152">
                  <c:v>42584</c:v>
                </c:pt>
                <c:pt idx="153">
                  <c:v>42585</c:v>
                </c:pt>
                <c:pt idx="154">
                  <c:v>42586</c:v>
                </c:pt>
                <c:pt idx="155">
                  <c:v>42587</c:v>
                </c:pt>
                <c:pt idx="156">
                  <c:v>42590</c:v>
                </c:pt>
                <c:pt idx="157">
                  <c:v>42591</c:v>
                </c:pt>
                <c:pt idx="158">
                  <c:v>42592</c:v>
                </c:pt>
                <c:pt idx="159">
                  <c:v>42593</c:v>
                </c:pt>
                <c:pt idx="160">
                  <c:v>42594</c:v>
                </c:pt>
                <c:pt idx="161">
                  <c:v>42597</c:v>
                </c:pt>
                <c:pt idx="162">
                  <c:v>42598</c:v>
                </c:pt>
                <c:pt idx="163">
                  <c:v>42599</c:v>
                </c:pt>
                <c:pt idx="164">
                  <c:v>42600</c:v>
                </c:pt>
                <c:pt idx="165">
                  <c:v>42601</c:v>
                </c:pt>
                <c:pt idx="166">
                  <c:v>42604</c:v>
                </c:pt>
                <c:pt idx="167">
                  <c:v>42605</c:v>
                </c:pt>
                <c:pt idx="168">
                  <c:v>42606</c:v>
                </c:pt>
                <c:pt idx="169">
                  <c:v>42607</c:v>
                </c:pt>
                <c:pt idx="170">
                  <c:v>42608</c:v>
                </c:pt>
                <c:pt idx="171">
                  <c:v>42611</c:v>
                </c:pt>
                <c:pt idx="172">
                  <c:v>42612</c:v>
                </c:pt>
                <c:pt idx="173">
                  <c:v>42613</c:v>
                </c:pt>
                <c:pt idx="174">
                  <c:v>42614</c:v>
                </c:pt>
                <c:pt idx="175">
                  <c:v>42615</c:v>
                </c:pt>
                <c:pt idx="176">
                  <c:v>42618</c:v>
                </c:pt>
                <c:pt idx="177">
                  <c:v>42619</c:v>
                </c:pt>
                <c:pt idx="178">
                  <c:v>42620</c:v>
                </c:pt>
                <c:pt idx="179">
                  <c:v>42621</c:v>
                </c:pt>
                <c:pt idx="180">
                  <c:v>42622</c:v>
                </c:pt>
                <c:pt idx="181">
                  <c:v>42625</c:v>
                </c:pt>
                <c:pt idx="182">
                  <c:v>42626</c:v>
                </c:pt>
                <c:pt idx="183">
                  <c:v>42627</c:v>
                </c:pt>
                <c:pt idx="184">
                  <c:v>42628</c:v>
                </c:pt>
                <c:pt idx="185">
                  <c:v>42629</c:v>
                </c:pt>
                <c:pt idx="186">
                  <c:v>42632</c:v>
                </c:pt>
                <c:pt idx="187">
                  <c:v>42633</c:v>
                </c:pt>
                <c:pt idx="188">
                  <c:v>42634</c:v>
                </c:pt>
                <c:pt idx="189">
                  <c:v>42635</c:v>
                </c:pt>
                <c:pt idx="190">
                  <c:v>42636</c:v>
                </c:pt>
                <c:pt idx="191">
                  <c:v>42639</c:v>
                </c:pt>
                <c:pt idx="192">
                  <c:v>42640</c:v>
                </c:pt>
                <c:pt idx="193">
                  <c:v>42641</c:v>
                </c:pt>
                <c:pt idx="194">
                  <c:v>42642</c:v>
                </c:pt>
                <c:pt idx="195">
                  <c:v>42643</c:v>
                </c:pt>
                <c:pt idx="196">
                  <c:v>42646</c:v>
                </c:pt>
                <c:pt idx="197">
                  <c:v>42647</c:v>
                </c:pt>
                <c:pt idx="198">
                  <c:v>42648</c:v>
                </c:pt>
                <c:pt idx="199">
                  <c:v>42649</c:v>
                </c:pt>
                <c:pt idx="200">
                  <c:v>42650</c:v>
                </c:pt>
                <c:pt idx="201">
                  <c:v>42653</c:v>
                </c:pt>
                <c:pt idx="202">
                  <c:v>42654</c:v>
                </c:pt>
                <c:pt idx="203">
                  <c:v>42655</c:v>
                </c:pt>
                <c:pt idx="204">
                  <c:v>42656</c:v>
                </c:pt>
                <c:pt idx="205">
                  <c:v>42657</c:v>
                </c:pt>
                <c:pt idx="206">
                  <c:v>42660</c:v>
                </c:pt>
                <c:pt idx="207">
                  <c:v>42661</c:v>
                </c:pt>
                <c:pt idx="208">
                  <c:v>42662</c:v>
                </c:pt>
                <c:pt idx="209">
                  <c:v>42663</c:v>
                </c:pt>
                <c:pt idx="210">
                  <c:v>42664</c:v>
                </c:pt>
                <c:pt idx="211">
                  <c:v>42667</c:v>
                </c:pt>
                <c:pt idx="212">
                  <c:v>42668</c:v>
                </c:pt>
                <c:pt idx="213">
                  <c:v>42669</c:v>
                </c:pt>
                <c:pt idx="214">
                  <c:v>42670</c:v>
                </c:pt>
                <c:pt idx="215">
                  <c:v>42671</c:v>
                </c:pt>
                <c:pt idx="216">
                  <c:v>42674</c:v>
                </c:pt>
                <c:pt idx="217">
                  <c:v>42675</c:v>
                </c:pt>
                <c:pt idx="218">
                  <c:v>42676</c:v>
                </c:pt>
                <c:pt idx="219">
                  <c:v>42677</c:v>
                </c:pt>
                <c:pt idx="220">
                  <c:v>42678</c:v>
                </c:pt>
                <c:pt idx="221">
                  <c:v>42681</c:v>
                </c:pt>
                <c:pt idx="222">
                  <c:v>42682</c:v>
                </c:pt>
                <c:pt idx="223">
                  <c:v>42683</c:v>
                </c:pt>
                <c:pt idx="224">
                  <c:v>42684</c:v>
                </c:pt>
                <c:pt idx="225">
                  <c:v>42685</c:v>
                </c:pt>
                <c:pt idx="226">
                  <c:v>42688</c:v>
                </c:pt>
                <c:pt idx="227">
                  <c:v>42689</c:v>
                </c:pt>
                <c:pt idx="228">
                  <c:v>42690</c:v>
                </c:pt>
                <c:pt idx="229">
                  <c:v>42691</c:v>
                </c:pt>
                <c:pt idx="230">
                  <c:v>42692</c:v>
                </c:pt>
                <c:pt idx="231">
                  <c:v>42695</c:v>
                </c:pt>
                <c:pt idx="232">
                  <c:v>42696</c:v>
                </c:pt>
                <c:pt idx="233">
                  <c:v>42697</c:v>
                </c:pt>
                <c:pt idx="234">
                  <c:v>42698</c:v>
                </c:pt>
                <c:pt idx="235">
                  <c:v>42699</c:v>
                </c:pt>
                <c:pt idx="236">
                  <c:v>42702</c:v>
                </c:pt>
                <c:pt idx="237">
                  <c:v>42703</c:v>
                </c:pt>
                <c:pt idx="238">
                  <c:v>42704</c:v>
                </c:pt>
                <c:pt idx="239">
                  <c:v>42705</c:v>
                </c:pt>
                <c:pt idx="240">
                  <c:v>42706</c:v>
                </c:pt>
                <c:pt idx="241">
                  <c:v>42709</c:v>
                </c:pt>
                <c:pt idx="242">
                  <c:v>42710</c:v>
                </c:pt>
                <c:pt idx="243">
                  <c:v>42711</c:v>
                </c:pt>
                <c:pt idx="244">
                  <c:v>42712</c:v>
                </c:pt>
                <c:pt idx="245">
                  <c:v>42713</c:v>
                </c:pt>
                <c:pt idx="246">
                  <c:v>42716</c:v>
                </c:pt>
                <c:pt idx="247">
                  <c:v>42717</c:v>
                </c:pt>
                <c:pt idx="248">
                  <c:v>42718</c:v>
                </c:pt>
                <c:pt idx="249">
                  <c:v>42719</c:v>
                </c:pt>
                <c:pt idx="250">
                  <c:v>42720</c:v>
                </c:pt>
                <c:pt idx="251">
                  <c:v>42723</c:v>
                </c:pt>
                <c:pt idx="252">
                  <c:v>42724</c:v>
                </c:pt>
                <c:pt idx="253">
                  <c:v>42725</c:v>
                </c:pt>
                <c:pt idx="254">
                  <c:v>42726</c:v>
                </c:pt>
                <c:pt idx="255">
                  <c:v>42727</c:v>
                </c:pt>
                <c:pt idx="256">
                  <c:v>42730</c:v>
                </c:pt>
                <c:pt idx="257">
                  <c:v>42731</c:v>
                </c:pt>
                <c:pt idx="258">
                  <c:v>42732</c:v>
                </c:pt>
                <c:pt idx="259">
                  <c:v>42733</c:v>
                </c:pt>
                <c:pt idx="260">
                  <c:v>42734</c:v>
                </c:pt>
                <c:pt idx="261">
                  <c:v>42737</c:v>
                </c:pt>
                <c:pt idx="262">
                  <c:v>42738</c:v>
                </c:pt>
                <c:pt idx="263">
                  <c:v>42739</c:v>
                </c:pt>
                <c:pt idx="264">
                  <c:v>42740</c:v>
                </c:pt>
                <c:pt idx="265">
                  <c:v>42741</c:v>
                </c:pt>
                <c:pt idx="266">
                  <c:v>42744</c:v>
                </c:pt>
                <c:pt idx="267">
                  <c:v>42745</c:v>
                </c:pt>
                <c:pt idx="268">
                  <c:v>42746</c:v>
                </c:pt>
                <c:pt idx="269">
                  <c:v>42747</c:v>
                </c:pt>
                <c:pt idx="270">
                  <c:v>42748</c:v>
                </c:pt>
                <c:pt idx="271">
                  <c:v>42751</c:v>
                </c:pt>
                <c:pt idx="272">
                  <c:v>42752</c:v>
                </c:pt>
                <c:pt idx="273">
                  <c:v>42753</c:v>
                </c:pt>
                <c:pt idx="274">
                  <c:v>42754</c:v>
                </c:pt>
                <c:pt idx="275">
                  <c:v>42755</c:v>
                </c:pt>
                <c:pt idx="276">
                  <c:v>42758</c:v>
                </c:pt>
                <c:pt idx="277">
                  <c:v>42759</c:v>
                </c:pt>
                <c:pt idx="278">
                  <c:v>42760</c:v>
                </c:pt>
                <c:pt idx="279">
                  <c:v>42761</c:v>
                </c:pt>
                <c:pt idx="280">
                  <c:v>42762</c:v>
                </c:pt>
                <c:pt idx="281">
                  <c:v>42765</c:v>
                </c:pt>
                <c:pt idx="282">
                  <c:v>42766</c:v>
                </c:pt>
                <c:pt idx="283">
                  <c:v>42767</c:v>
                </c:pt>
                <c:pt idx="284">
                  <c:v>42768</c:v>
                </c:pt>
                <c:pt idx="285">
                  <c:v>42769</c:v>
                </c:pt>
                <c:pt idx="286">
                  <c:v>42772</c:v>
                </c:pt>
                <c:pt idx="287">
                  <c:v>42773</c:v>
                </c:pt>
                <c:pt idx="288">
                  <c:v>42774</c:v>
                </c:pt>
                <c:pt idx="289">
                  <c:v>42775</c:v>
                </c:pt>
                <c:pt idx="290">
                  <c:v>42776</c:v>
                </c:pt>
                <c:pt idx="291">
                  <c:v>42779</c:v>
                </c:pt>
                <c:pt idx="292">
                  <c:v>42780</c:v>
                </c:pt>
                <c:pt idx="293">
                  <c:v>42781</c:v>
                </c:pt>
                <c:pt idx="294">
                  <c:v>42782</c:v>
                </c:pt>
                <c:pt idx="295">
                  <c:v>42783</c:v>
                </c:pt>
                <c:pt idx="296">
                  <c:v>42786</c:v>
                </c:pt>
                <c:pt idx="297">
                  <c:v>42787</c:v>
                </c:pt>
                <c:pt idx="298">
                  <c:v>42788</c:v>
                </c:pt>
                <c:pt idx="299">
                  <c:v>42789</c:v>
                </c:pt>
                <c:pt idx="300">
                  <c:v>42790</c:v>
                </c:pt>
                <c:pt idx="301">
                  <c:v>42793</c:v>
                </c:pt>
                <c:pt idx="302">
                  <c:v>42794</c:v>
                </c:pt>
                <c:pt idx="303">
                  <c:v>42795</c:v>
                </c:pt>
                <c:pt idx="304">
                  <c:v>42796</c:v>
                </c:pt>
                <c:pt idx="305">
                  <c:v>42797</c:v>
                </c:pt>
                <c:pt idx="306">
                  <c:v>42800</c:v>
                </c:pt>
                <c:pt idx="307">
                  <c:v>42801</c:v>
                </c:pt>
                <c:pt idx="308">
                  <c:v>42802</c:v>
                </c:pt>
                <c:pt idx="309">
                  <c:v>42803</c:v>
                </c:pt>
                <c:pt idx="310">
                  <c:v>42804</c:v>
                </c:pt>
                <c:pt idx="311">
                  <c:v>42807</c:v>
                </c:pt>
                <c:pt idx="312">
                  <c:v>42808</c:v>
                </c:pt>
                <c:pt idx="313">
                  <c:v>42809</c:v>
                </c:pt>
                <c:pt idx="314">
                  <c:v>42810</c:v>
                </c:pt>
                <c:pt idx="315">
                  <c:v>42811</c:v>
                </c:pt>
                <c:pt idx="316">
                  <c:v>42814</c:v>
                </c:pt>
                <c:pt idx="317">
                  <c:v>42815</c:v>
                </c:pt>
                <c:pt idx="318">
                  <c:v>42816</c:v>
                </c:pt>
                <c:pt idx="319">
                  <c:v>42817</c:v>
                </c:pt>
                <c:pt idx="320">
                  <c:v>42818</c:v>
                </c:pt>
                <c:pt idx="321">
                  <c:v>42821</c:v>
                </c:pt>
                <c:pt idx="322">
                  <c:v>42822</c:v>
                </c:pt>
                <c:pt idx="323">
                  <c:v>42823</c:v>
                </c:pt>
                <c:pt idx="324">
                  <c:v>42824</c:v>
                </c:pt>
                <c:pt idx="325">
                  <c:v>42825</c:v>
                </c:pt>
                <c:pt idx="326">
                  <c:v>42828</c:v>
                </c:pt>
                <c:pt idx="327">
                  <c:v>42829</c:v>
                </c:pt>
                <c:pt idx="328">
                  <c:v>42830</c:v>
                </c:pt>
                <c:pt idx="329">
                  <c:v>42831</c:v>
                </c:pt>
                <c:pt idx="330">
                  <c:v>42832</c:v>
                </c:pt>
                <c:pt idx="331">
                  <c:v>42835</c:v>
                </c:pt>
                <c:pt idx="332">
                  <c:v>42836</c:v>
                </c:pt>
                <c:pt idx="333">
                  <c:v>42837</c:v>
                </c:pt>
                <c:pt idx="334">
                  <c:v>42838</c:v>
                </c:pt>
                <c:pt idx="335">
                  <c:v>42839</c:v>
                </c:pt>
                <c:pt idx="336">
                  <c:v>42842</c:v>
                </c:pt>
                <c:pt idx="337">
                  <c:v>42843</c:v>
                </c:pt>
                <c:pt idx="338">
                  <c:v>42844</c:v>
                </c:pt>
                <c:pt idx="339">
                  <c:v>42845</c:v>
                </c:pt>
                <c:pt idx="340">
                  <c:v>42846</c:v>
                </c:pt>
                <c:pt idx="341">
                  <c:v>42849</c:v>
                </c:pt>
                <c:pt idx="342">
                  <c:v>42850</c:v>
                </c:pt>
                <c:pt idx="343">
                  <c:v>42851</c:v>
                </c:pt>
                <c:pt idx="344">
                  <c:v>42852</c:v>
                </c:pt>
                <c:pt idx="345">
                  <c:v>42853</c:v>
                </c:pt>
                <c:pt idx="346">
                  <c:v>42856</c:v>
                </c:pt>
                <c:pt idx="347">
                  <c:v>42857</c:v>
                </c:pt>
                <c:pt idx="348">
                  <c:v>42858</c:v>
                </c:pt>
                <c:pt idx="349">
                  <c:v>42859</c:v>
                </c:pt>
                <c:pt idx="350">
                  <c:v>42860</c:v>
                </c:pt>
                <c:pt idx="351">
                  <c:v>42863</c:v>
                </c:pt>
                <c:pt idx="352">
                  <c:v>42864</c:v>
                </c:pt>
                <c:pt idx="353">
                  <c:v>42865</c:v>
                </c:pt>
                <c:pt idx="354">
                  <c:v>42866</c:v>
                </c:pt>
                <c:pt idx="355">
                  <c:v>42867</c:v>
                </c:pt>
                <c:pt idx="356">
                  <c:v>42870</c:v>
                </c:pt>
                <c:pt idx="357">
                  <c:v>42871</c:v>
                </c:pt>
                <c:pt idx="358">
                  <c:v>42872</c:v>
                </c:pt>
                <c:pt idx="359">
                  <c:v>42873</c:v>
                </c:pt>
                <c:pt idx="360">
                  <c:v>42874</c:v>
                </c:pt>
                <c:pt idx="361">
                  <c:v>42877</c:v>
                </c:pt>
                <c:pt idx="362">
                  <c:v>42878</c:v>
                </c:pt>
                <c:pt idx="363">
                  <c:v>42879</c:v>
                </c:pt>
                <c:pt idx="364">
                  <c:v>42880</c:v>
                </c:pt>
                <c:pt idx="365">
                  <c:v>42881</c:v>
                </c:pt>
                <c:pt idx="366">
                  <c:v>42884</c:v>
                </c:pt>
                <c:pt idx="367">
                  <c:v>42885</c:v>
                </c:pt>
                <c:pt idx="368">
                  <c:v>42886</c:v>
                </c:pt>
                <c:pt idx="369">
                  <c:v>42887</c:v>
                </c:pt>
                <c:pt idx="370">
                  <c:v>42888</c:v>
                </c:pt>
                <c:pt idx="371">
                  <c:v>42891</c:v>
                </c:pt>
                <c:pt idx="372">
                  <c:v>42892</c:v>
                </c:pt>
                <c:pt idx="373">
                  <c:v>42893</c:v>
                </c:pt>
                <c:pt idx="374">
                  <c:v>42894</c:v>
                </c:pt>
                <c:pt idx="375">
                  <c:v>42895</c:v>
                </c:pt>
                <c:pt idx="376">
                  <c:v>42898</c:v>
                </c:pt>
                <c:pt idx="377">
                  <c:v>42899</c:v>
                </c:pt>
                <c:pt idx="378">
                  <c:v>42900</c:v>
                </c:pt>
                <c:pt idx="379">
                  <c:v>42901</c:v>
                </c:pt>
                <c:pt idx="380">
                  <c:v>42902</c:v>
                </c:pt>
                <c:pt idx="381">
                  <c:v>42905</c:v>
                </c:pt>
                <c:pt idx="382">
                  <c:v>42906</c:v>
                </c:pt>
                <c:pt idx="383">
                  <c:v>42907</c:v>
                </c:pt>
                <c:pt idx="384">
                  <c:v>42908</c:v>
                </c:pt>
                <c:pt idx="385">
                  <c:v>42909</c:v>
                </c:pt>
                <c:pt idx="386">
                  <c:v>42912</c:v>
                </c:pt>
                <c:pt idx="387">
                  <c:v>42913</c:v>
                </c:pt>
                <c:pt idx="388">
                  <c:v>42914</c:v>
                </c:pt>
                <c:pt idx="389">
                  <c:v>42915</c:v>
                </c:pt>
                <c:pt idx="390">
                  <c:v>42916</c:v>
                </c:pt>
                <c:pt idx="391">
                  <c:v>42919</c:v>
                </c:pt>
                <c:pt idx="392">
                  <c:v>42920</c:v>
                </c:pt>
                <c:pt idx="393">
                  <c:v>42921</c:v>
                </c:pt>
                <c:pt idx="394">
                  <c:v>42922</c:v>
                </c:pt>
                <c:pt idx="395">
                  <c:v>42923</c:v>
                </c:pt>
                <c:pt idx="396">
                  <c:v>42926</c:v>
                </c:pt>
                <c:pt idx="397">
                  <c:v>42927</c:v>
                </c:pt>
                <c:pt idx="398">
                  <c:v>42928</c:v>
                </c:pt>
                <c:pt idx="399">
                  <c:v>42929</c:v>
                </c:pt>
                <c:pt idx="400">
                  <c:v>42930</c:v>
                </c:pt>
                <c:pt idx="401">
                  <c:v>42933</c:v>
                </c:pt>
                <c:pt idx="402">
                  <c:v>42934</c:v>
                </c:pt>
                <c:pt idx="403">
                  <c:v>42935</c:v>
                </c:pt>
                <c:pt idx="404">
                  <c:v>42936</c:v>
                </c:pt>
                <c:pt idx="405">
                  <c:v>42937</c:v>
                </c:pt>
                <c:pt idx="406">
                  <c:v>42940</c:v>
                </c:pt>
                <c:pt idx="407">
                  <c:v>42941</c:v>
                </c:pt>
                <c:pt idx="408">
                  <c:v>42942</c:v>
                </c:pt>
                <c:pt idx="409">
                  <c:v>42943</c:v>
                </c:pt>
                <c:pt idx="410">
                  <c:v>42944</c:v>
                </c:pt>
                <c:pt idx="411">
                  <c:v>42947</c:v>
                </c:pt>
                <c:pt idx="412">
                  <c:v>42948</c:v>
                </c:pt>
                <c:pt idx="413">
                  <c:v>42949</c:v>
                </c:pt>
                <c:pt idx="414">
                  <c:v>42950</c:v>
                </c:pt>
                <c:pt idx="415">
                  <c:v>42951</c:v>
                </c:pt>
                <c:pt idx="416">
                  <c:v>42954</c:v>
                </c:pt>
                <c:pt idx="417">
                  <c:v>42955</c:v>
                </c:pt>
                <c:pt idx="418">
                  <c:v>42956</c:v>
                </c:pt>
                <c:pt idx="419">
                  <c:v>42957</c:v>
                </c:pt>
                <c:pt idx="420">
                  <c:v>42958</c:v>
                </c:pt>
                <c:pt idx="421">
                  <c:v>42961</c:v>
                </c:pt>
                <c:pt idx="422">
                  <c:v>42962</c:v>
                </c:pt>
                <c:pt idx="423">
                  <c:v>42963</c:v>
                </c:pt>
                <c:pt idx="424">
                  <c:v>42964</c:v>
                </c:pt>
                <c:pt idx="425">
                  <c:v>42965</c:v>
                </c:pt>
                <c:pt idx="426">
                  <c:v>42968</c:v>
                </c:pt>
                <c:pt idx="427">
                  <c:v>42969</c:v>
                </c:pt>
                <c:pt idx="428">
                  <c:v>42970</c:v>
                </c:pt>
                <c:pt idx="429">
                  <c:v>42971</c:v>
                </c:pt>
                <c:pt idx="430">
                  <c:v>42972</c:v>
                </c:pt>
                <c:pt idx="431">
                  <c:v>42975</c:v>
                </c:pt>
                <c:pt idx="432">
                  <c:v>42976</c:v>
                </c:pt>
                <c:pt idx="433">
                  <c:v>42977</c:v>
                </c:pt>
                <c:pt idx="434">
                  <c:v>42978</c:v>
                </c:pt>
                <c:pt idx="435">
                  <c:v>42979</c:v>
                </c:pt>
                <c:pt idx="436">
                  <c:v>42982</c:v>
                </c:pt>
                <c:pt idx="437">
                  <c:v>42983</c:v>
                </c:pt>
                <c:pt idx="438">
                  <c:v>42984</c:v>
                </c:pt>
                <c:pt idx="439">
                  <c:v>42985</c:v>
                </c:pt>
                <c:pt idx="440">
                  <c:v>42986</c:v>
                </c:pt>
                <c:pt idx="441">
                  <c:v>42989</c:v>
                </c:pt>
                <c:pt idx="442">
                  <c:v>42990</c:v>
                </c:pt>
                <c:pt idx="443">
                  <c:v>42991</c:v>
                </c:pt>
                <c:pt idx="444">
                  <c:v>42992</c:v>
                </c:pt>
                <c:pt idx="445">
                  <c:v>42993</c:v>
                </c:pt>
                <c:pt idx="446">
                  <c:v>42996</c:v>
                </c:pt>
                <c:pt idx="447">
                  <c:v>42997</c:v>
                </c:pt>
                <c:pt idx="448">
                  <c:v>42998</c:v>
                </c:pt>
                <c:pt idx="449">
                  <c:v>42999</c:v>
                </c:pt>
                <c:pt idx="450">
                  <c:v>43000</c:v>
                </c:pt>
                <c:pt idx="451">
                  <c:v>43003</c:v>
                </c:pt>
                <c:pt idx="452">
                  <c:v>43004</c:v>
                </c:pt>
                <c:pt idx="453">
                  <c:v>43005</c:v>
                </c:pt>
                <c:pt idx="454">
                  <c:v>43006</c:v>
                </c:pt>
                <c:pt idx="455">
                  <c:v>43007</c:v>
                </c:pt>
                <c:pt idx="456">
                  <c:v>43010</c:v>
                </c:pt>
                <c:pt idx="457">
                  <c:v>43011</c:v>
                </c:pt>
                <c:pt idx="458">
                  <c:v>43012</c:v>
                </c:pt>
                <c:pt idx="459">
                  <c:v>43013</c:v>
                </c:pt>
                <c:pt idx="460">
                  <c:v>43014</c:v>
                </c:pt>
                <c:pt idx="461">
                  <c:v>43017</c:v>
                </c:pt>
                <c:pt idx="462">
                  <c:v>43018</c:v>
                </c:pt>
                <c:pt idx="463">
                  <c:v>43019</c:v>
                </c:pt>
                <c:pt idx="464">
                  <c:v>43020</c:v>
                </c:pt>
                <c:pt idx="465">
                  <c:v>43021</c:v>
                </c:pt>
                <c:pt idx="466">
                  <c:v>43024</c:v>
                </c:pt>
                <c:pt idx="467">
                  <c:v>43025</c:v>
                </c:pt>
                <c:pt idx="468">
                  <c:v>43026</c:v>
                </c:pt>
                <c:pt idx="469">
                  <c:v>43027</c:v>
                </c:pt>
                <c:pt idx="470">
                  <c:v>43028</c:v>
                </c:pt>
                <c:pt idx="471">
                  <c:v>43031</c:v>
                </c:pt>
                <c:pt idx="472">
                  <c:v>43032</c:v>
                </c:pt>
                <c:pt idx="473">
                  <c:v>43033</c:v>
                </c:pt>
                <c:pt idx="474">
                  <c:v>43034</c:v>
                </c:pt>
                <c:pt idx="475">
                  <c:v>43035</c:v>
                </c:pt>
                <c:pt idx="476">
                  <c:v>43038</c:v>
                </c:pt>
                <c:pt idx="477">
                  <c:v>43039</c:v>
                </c:pt>
                <c:pt idx="478">
                  <c:v>43040</c:v>
                </c:pt>
                <c:pt idx="479">
                  <c:v>43041</c:v>
                </c:pt>
                <c:pt idx="480">
                  <c:v>43042</c:v>
                </c:pt>
                <c:pt idx="481">
                  <c:v>43045</c:v>
                </c:pt>
                <c:pt idx="482">
                  <c:v>43046</c:v>
                </c:pt>
                <c:pt idx="483">
                  <c:v>43047</c:v>
                </c:pt>
                <c:pt idx="484">
                  <c:v>43048</c:v>
                </c:pt>
                <c:pt idx="485">
                  <c:v>43049</c:v>
                </c:pt>
                <c:pt idx="486">
                  <c:v>43052</c:v>
                </c:pt>
                <c:pt idx="487">
                  <c:v>43053</c:v>
                </c:pt>
                <c:pt idx="488">
                  <c:v>43054</c:v>
                </c:pt>
                <c:pt idx="489">
                  <c:v>43055</c:v>
                </c:pt>
                <c:pt idx="490">
                  <c:v>43056</c:v>
                </c:pt>
                <c:pt idx="491">
                  <c:v>43059</c:v>
                </c:pt>
                <c:pt idx="492">
                  <c:v>43060</c:v>
                </c:pt>
                <c:pt idx="493">
                  <c:v>43061</c:v>
                </c:pt>
                <c:pt idx="494">
                  <c:v>43062</c:v>
                </c:pt>
                <c:pt idx="495">
                  <c:v>43063</c:v>
                </c:pt>
                <c:pt idx="496">
                  <c:v>43066</c:v>
                </c:pt>
                <c:pt idx="497">
                  <c:v>43067</c:v>
                </c:pt>
                <c:pt idx="498">
                  <c:v>43068</c:v>
                </c:pt>
                <c:pt idx="499">
                  <c:v>43069</c:v>
                </c:pt>
                <c:pt idx="500">
                  <c:v>43070</c:v>
                </c:pt>
                <c:pt idx="501">
                  <c:v>43073</c:v>
                </c:pt>
                <c:pt idx="502">
                  <c:v>43074</c:v>
                </c:pt>
                <c:pt idx="503">
                  <c:v>43075</c:v>
                </c:pt>
                <c:pt idx="504">
                  <c:v>43076</c:v>
                </c:pt>
                <c:pt idx="505">
                  <c:v>43077</c:v>
                </c:pt>
                <c:pt idx="506">
                  <c:v>43080</c:v>
                </c:pt>
                <c:pt idx="507">
                  <c:v>43081</c:v>
                </c:pt>
                <c:pt idx="508">
                  <c:v>43082</c:v>
                </c:pt>
                <c:pt idx="509">
                  <c:v>43083</c:v>
                </c:pt>
                <c:pt idx="510">
                  <c:v>43084</c:v>
                </c:pt>
                <c:pt idx="511">
                  <c:v>43087</c:v>
                </c:pt>
                <c:pt idx="512">
                  <c:v>43088</c:v>
                </c:pt>
                <c:pt idx="513">
                  <c:v>43089</c:v>
                </c:pt>
                <c:pt idx="514">
                  <c:v>43090</c:v>
                </c:pt>
                <c:pt idx="515">
                  <c:v>43091</c:v>
                </c:pt>
                <c:pt idx="516">
                  <c:v>43094</c:v>
                </c:pt>
                <c:pt idx="517">
                  <c:v>43095</c:v>
                </c:pt>
                <c:pt idx="518">
                  <c:v>43096</c:v>
                </c:pt>
                <c:pt idx="519">
                  <c:v>43097</c:v>
                </c:pt>
                <c:pt idx="520">
                  <c:v>43098</c:v>
                </c:pt>
                <c:pt idx="521">
                  <c:v>43101</c:v>
                </c:pt>
                <c:pt idx="522">
                  <c:v>43102</c:v>
                </c:pt>
                <c:pt idx="523">
                  <c:v>43103</c:v>
                </c:pt>
                <c:pt idx="524">
                  <c:v>43104</c:v>
                </c:pt>
                <c:pt idx="525">
                  <c:v>43105</c:v>
                </c:pt>
                <c:pt idx="526">
                  <c:v>43108</c:v>
                </c:pt>
                <c:pt idx="527">
                  <c:v>43109</c:v>
                </c:pt>
                <c:pt idx="528">
                  <c:v>43110</c:v>
                </c:pt>
                <c:pt idx="529">
                  <c:v>43111</c:v>
                </c:pt>
                <c:pt idx="530">
                  <c:v>43112</c:v>
                </c:pt>
                <c:pt idx="531">
                  <c:v>43115</c:v>
                </c:pt>
                <c:pt idx="532">
                  <c:v>43116</c:v>
                </c:pt>
                <c:pt idx="533">
                  <c:v>43117</c:v>
                </c:pt>
                <c:pt idx="534">
                  <c:v>43118</c:v>
                </c:pt>
                <c:pt idx="535">
                  <c:v>43119</c:v>
                </c:pt>
                <c:pt idx="536">
                  <c:v>43122</c:v>
                </c:pt>
                <c:pt idx="537">
                  <c:v>43123</c:v>
                </c:pt>
                <c:pt idx="538">
                  <c:v>43124</c:v>
                </c:pt>
                <c:pt idx="539">
                  <c:v>43125</c:v>
                </c:pt>
                <c:pt idx="540">
                  <c:v>43126</c:v>
                </c:pt>
                <c:pt idx="541">
                  <c:v>43129</c:v>
                </c:pt>
                <c:pt idx="542">
                  <c:v>43130</c:v>
                </c:pt>
                <c:pt idx="543">
                  <c:v>43131</c:v>
                </c:pt>
                <c:pt idx="544">
                  <c:v>43132</c:v>
                </c:pt>
                <c:pt idx="545">
                  <c:v>43133</c:v>
                </c:pt>
                <c:pt idx="546">
                  <c:v>43136</c:v>
                </c:pt>
                <c:pt idx="547">
                  <c:v>43137</c:v>
                </c:pt>
                <c:pt idx="548">
                  <c:v>43138</c:v>
                </c:pt>
                <c:pt idx="549">
                  <c:v>43139</c:v>
                </c:pt>
                <c:pt idx="550">
                  <c:v>43140</c:v>
                </c:pt>
                <c:pt idx="551">
                  <c:v>43143</c:v>
                </c:pt>
                <c:pt idx="552">
                  <c:v>43144</c:v>
                </c:pt>
                <c:pt idx="553">
                  <c:v>43145</c:v>
                </c:pt>
                <c:pt idx="554">
                  <c:v>43146</c:v>
                </c:pt>
                <c:pt idx="555">
                  <c:v>43147</c:v>
                </c:pt>
                <c:pt idx="556">
                  <c:v>43150</c:v>
                </c:pt>
                <c:pt idx="557">
                  <c:v>43151</c:v>
                </c:pt>
                <c:pt idx="558">
                  <c:v>43152</c:v>
                </c:pt>
                <c:pt idx="559">
                  <c:v>43153</c:v>
                </c:pt>
                <c:pt idx="560">
                  <c:v>43154</c:v>
                </c:pt>
                <c:pt idx="561">
                  <c:v>43157</c:v>
                </c:pt>
                <c:pt idx="562">
                  <c:v>43158</c:v>
                </c:pt>
                <c:pt idx="563">
                  <c:v>43159</c:v>
                </c:pt>
                <c:pt idx="564">
                  <c:v>43160</c:v>
                </c:pt>
                <c:pt idx="565">
                  <c:v>43161</c:v>
                </c:pt>
                <c:pt idx="566">
                  <c:v>43164</c:v>
                </c:pt>
                <c:pt idx="567">
                  <c:v>43165</c:v>
                </c:pt>
                <c:pt idx="568">
                  <c:v>43166</c:v>
                </c:pt>
                <c:pt idx="569">
                  <c:v>43167</c:v>
                </c:pt>
                <c:pt idx="570">
                  <c:v>43168</c:v>
                </c:pt>
                <c:pt idx="571">
                  <c:v>43171</c:v>
                </c:pt>
                <c:pt idx="572">
                  <c:v>43172</c:v>
                </c:pt>
                <c:pt idx="573">
                  <c:v>43173</c:v>
                </c:pt>
                <c:pt idx="574">
                  <c:v>43174</c:v>
                </c:pt>
                <c:pt idx="575">
                  <c:v>43175</c:v>
                </c:pt>
                <c:pt idx="576">
                  <c:v>43178</c:v>
                </c:pt>
                <c:pt idx="577">
                  <c:v>43179</c:v>
                </c:pt>
                <c:pt idx="578">
                  <c:v>43180</c:v>
                </c:pt>
                <c:pt idx="579">
                  <c:v>43181</c:v>
                </c:pt>
                <c:pt idx="580">
                  <c:v>43182</c:v>
                </c:pt>
                <c:pt idx="581">
                  <c:v>43185</c:v>
                </c:pt>
                <c:pt idx="582">
                  <c:v>43186</c:v>
                </c:pt>
                <c:pt idx="583">
                  <c:v>43187</c:v>
                </c:pt>
                <c:pt idx="584">
                  <c:v>43188</c:v>
                </c:pt>
                <c:pt idx="585">
                  <c:v>43189</c:v>
                </c:pt>
                <c:pt idx="586">
                  <c:v>43192</c:v>
                </c:pt>
                <c:pt idx="587">
                  <c:v>43193</c:v>
                </c:pt>
                <c:pt idx="588">
                  <c:v>43194</c:v>
                </c:pt>
                <c:pt idx="589">
                  <c:v>43195</c:v>
                </c:pt>
                <c:pt idx="590">
                  <c:v>43196</c:v>
                </c:pt>
                <c:pt idx="591">
                  <c:v>43199</c:v>
                </c:pt>
                <c:pt idx="592">
                  <c:v>43200</c:v>
                </c:pt>
                <c:pt idx="593">
                  <c:v>43201</c:v>
                </c:pt>
                <c:pt idx="594">
                  <c:v>43202</c:v>
                </c:pt>
                <c:pt idx="595">
                  <c:v>43203</c:v>
                </c:pt>
                <c:pt idx="596">
                  <c:v>43206</c:v>
                </c:pt>
                <c:pt idx="597">
                  <c:v>43207</c:v>
                </c:pt>
                <c:pt idx="598">
                  <c:v>43208</c:v>
                </c:pt>
                <c:pt idx="599">
                  <c:v>43209</c:v>
                </c:pt>
                <c:pt idx="600">
                  <c:v>43210</c:v>
                </c:pt>
                <c:pt idx="601">
                  <c:v>43213</c:v>
                </c:pt>
                <c:pt idx="602">
                  <c:v>43214</c:v>
                </c:pt>
                <c:pt idx="603">
                  <c:v>43215</c:v>
                </c:pt>
                <c:pt idx="604">
                  <c:v>43216</c:v>
                </c:pt>
                <c:pt idx="605">
                  <c:v>43217</c:v>
                </c:pt>
                <c:pt idx="606">
                  <c:v>43220</c:v>
                </c:pt>
                <c:pt idx="607">
                  <c:v>43221</c:v>
                </c:pt>
                <c:pt idx="608">
                  <c:v>43222</c:v>
                </c:pt>
                <c:pt idx="609">
                  <c:v>43223</c:v>
                </c:pt>
                <c:pt idx="610">
                  <c:v>43224</c:v>
                </c:pt>
                <c:pt idx="611">
                  <c:v>43227</c:v>
                </c:pt>
                <c:pt idx="612">
                  <c:v>43228</c:v>
                </c:pt>
                <c:pt idx="613">
                  <c:v>43229</c:v>
                </c:pt>
                <c:pt idx="614">
                  <c:v>43230</c:v>
                </c:pt>
                <c:pt idx="615">
                  <c:v>43231</c:v>
                </c:pt>
                <c:pt idx="616">
                  <c:v>43234</c:v>
                </c:pt>
                <c:pt idx="617">
                  <c:v>43235</c:v>
                </c:pt>
                <c:pt idx="618">
                  <c:v>43236</c:v>
                </c:pt>
                <c:pt idx="619">
                  <c:v>43237</c:v>
                </c:pt>
                <c:pt idx="620">
                  <c:v>43238</c:v>
                </c:pt>
                <c:pt idx="621">
                  <c:v>43241</c:v>
                </c:pt>
                <c:pt idx="622">
                  <c:v>43242</c:v>
                </c:pt>
                <c:pt idx="623">
                  <c:v>43243</c:v>
                </c:pt>
                <c:pt idx="624">
                  <c:v>43244</c:v>
                </c:pt>
                <c:pt idx="625">
                  <c:v>43245</c:v>
                </c:pt>
                <c:pt idx="626">
                  <c:v>43248</c:v>
                </c:pt>
                <c:pt idx="627">
                  <c:v>43249</c:v>
                </c:pt>
                <c:pt idx="628">
                  <c:v>43250</c:v>
                </c:pt>
                <c:pt idx="629">
                  <c:v>43251</c:v>
                </c:pt>
                <c:pt idx="630">
                  <c:v>43252</c:v>
                </c:pt>
                <c:pt idx="631">
                  <c:v>43255</c:v>
                </c:pt>
                <c:pt idx="632">
                  <c:v>43256</c:v>
                </c:pt>
                <c:pt idx="633">
                  <c:v>43257</c:v>
                </c:pt>
                <c:pt idx="634">
                  <c:v>43258</c:v>
                </c:pt>
                <c:pt idx="635">
                  <c:v>43259</c:v>
                </c:pt>
                <c:pt idx="636">
                  <c:v>43262</c:v>
                </c:pt>
                <c:pt idx="637">
                  <c:v>43263</c:v>
                </c:pt>
                <c:pt idx="638">
                  <c:v>43264</c:v>
                </c:pt>
                <c:pt idx="639">
                  <c:v>43265</c:v>
                </c:pt>
                <c:pt idx="640">
                  <c:v>43266</c:v>
                </c:pt>
                <c:pt idx="641">
                  <c:v>43269</c:v>
                </c:pt>
                <c:pt idx="642">
                  <c:v>43270</c:v>
                </c:pt>
                <c:pt idx="643">
                  <c:v>43271</c:v>
                </c:pt>
                <c:pt idx="644">
                  <c:v>43272</c:v>
                </c:pt>
                <c:pt idx="645">
                  <c:v>43273</c:v>
                </c:pt>
                <c:pt idx="646">
                  <c:v>43276</c:v>
                </c:pt>
                <c:pt idx="647">
                  <c:v>43277</c:v>
                </c:pt>
                <c:pt idx="648">
                  <c:v>43278</c:v>
                </c:pt>
                <c:pt idx="649">
                  <c:v>43279</c:v>
                </c:pt>
                <c:pt idx="650">
                  <c:v>43280</c:v>
                </c:pt>
                <c:pt idx="651">
                  <c:v>43283</c:v>
                </c:pt>
                <c:pt idx="652">
                  <c:v>43284</c:v>
                </c:pt>
                <c:pt idx="653">
                  <c:v>43285</c:v>
                </c:pt>
                <c:pt idx="654">
                  <c:v>43286</c:v>
                </c:pt>
                <c:pt idx="655">
                  <c:v>43287</c:v>
                </c:pt>
                <c:pt idx="656">
                  <c:v>43290</c:v>
                </c:pt>
                <c:pt idx="657">
                  <c:v>43291</c:v>
                </c:pt>
                <c:pt idx="658">
                  <c:v>43292</c:v>
                </c:pt>
                <c:pt idx="659">
                  <c:v>43293</c:v>
                </c:pt>
                <c:pt idx="660">
                  <c:v>43294</c:v>
                </c:pt>
                <c:pt idx="661">
                  <c:v>43297</c:v>
                </c:pt>
                <c:pt idx="662">
                  <c:v>43298</c:v>
                </c:pt>
                <c:pt idx="663">
                  <c:v>43299</c:v>
                </c:pt>
                <c:pt idx="664">
                  <c:v>43300</c:v>
                </c:pt>
                <c:pt idx="665">
                  <c:v>43301</c:v>
                </c:pt>
                <c:pt idx="666">
                  <c:v>43304</c:v>
                </c:pt>
                <c:pt idx="667">
                  <c:v>43305</c:v>
                </c:pt>
                <c:pt idx="668">
                  <c:v>43306</c:v>
                </c:pt>
                <c:pt idx="669">
                  <c:v>43307</c:v>
                </c:pt>
                <c:pt idx="670">
                  <c:v>43308</c:v>
                </c:pt>
                <c:pt idx="671">
                  <c:v>43311</c:v>
                </c:pt>
                <c:pt idx="672">
                  <c:v>43312</c:v>
                </c:pt>
                <c:pt idx="673">
                  <c:v>43313</c:v>
                </c:pt>
                <c:pt idx="674">
                  <c:v>43314</c:v>
                </c:pt>
                <c:pt idx="675">
                  <c:v>43315</c:v>
                </c:pt>
                <c:pt idx="676">
                  <c:v>43318</c:v>
                </c:pt>
                <c:pt idx="677">
                  <c:v>43319</c:v>
                </c:pt>
                <c:pt idx="678">
                  <c:v>43320</c:v>
                </c:pt>
                <c:pt idx="679">
                  <c:v>43321</c:v>
                </c:pt>
                <c:pt idx="680">
                  <c:v>43322</c:v>
                </c:pt>
                <c:pt idx="681">
                  <c:v>43325</c:v>
                </c:pt>
                <c:pt idx="682">
                  <c:v>43326</c:v>
                </c:pt>
                <c:pt idx="683">
                  <c:v>43327</c:v>
                </c:pt>
                <c:pt idx="684">
                  <c:v>43328</c:v>
                </c:pt>
                <c:pt idx="685">
                  <c:v>43329</c:v>
                </c:pt>
                <c:pt idx="686">
                  <c:v>43332</c:v>
                </c:pt>
                <c:pt idx="687">
                  <c:v>43333</c:v>
                </c:pt>
                <c:pt idx="688">
                  <c:v>43334</c:v>
                </c:pt>
                <c:pt idx="689">
                  <c:v>43335</c:v>
                </c:pt>
                <c:pt idx="690">
                  <c:v>43336</c:v>
                </c:pt>
                <c:pt idx="691">
                  <c:v>43339</c:v>
                </c:pt>
                <c:pt idx="692">
                  <c:v>43340</c:v>
                </c:pt>
                <c:pt idx="693">
                  <c:v>43341</c:v>
                </c:pt>
                <c:pt idx="694">
                  <c:v>43342</c:v>
                </c:pt>
                <c:pt idx="695">
                  <c:v>43343</c:v>
                </c:pt>
                <c:pt idx="696">
                  <c:v>43346</c:v>
                </c:pt>
                <c:pt idx="697">
                  <c:v>43347</c:v>
                </c:pt>
                <c:pt idx="698">
                  <c:v>43348</c:v>
                </c:pt>
                <c:pt idx="699">
                  <c:v>43349</c:v>
                </c:pt>
                <c:pt idx="700">
                  <c:v>43350</c:v>
                </c:pt>
                <c:pt idx="701">
                  <c:v>43353</c:v>
                </c:pt>
                <c:pt idx="702">
                  <c:v>43354</c:v>
                </c:pt>
                <c:pt idx="703">
                  <c:v>43355</c:v>
                </c:pt>
                <c:pt idx="704">
                  <c:v>43356</c:v>
                </c:pt>
                <c:pt idx="705">
                  <c:v>43357</c:v>
                </c:pt>
                <c:pt idx="706">
                  <c:v>43360</c:v>
                </c:pt>
                <c:pt idx="707">
                  <c:v>43361</c:v>
                </c:pt>
                <c:pt idx="708">
                  <c:v>43362</c:v>
                </c:pt>
                <c:pt idx="709">
                  <c:v>43363</c:v>
                </c:pt>
                <c:pt idx="710">
                  <c:v>43364</c:v>
                </c:pt>
                <c:pt idx="711">
                  <c:v>43367</c:v>
                </c:pt>
                <c:pt idx="712">
                  <c:v>43368</c:v>
                </c:pt>
                <c:pt idx="713">
                  <c:v>43369</c:v>
                </c:pt>
                <c:pt idx="714">
                  <c:v>43370</c:v>
                </c:pt>
                <c:pt idx="715">
                  <c:v>43371</c:v>
                </c:pt>
                <c:pt idx="716">
                  <c:v>43374</c:v>
                </c:pt>
                <c:pt idx="717">
                  <c:v>43375</c:v>
                </c:pt>
                <c:pt idx="718">
                  <c:v>43376</c:v>
                </c:pt>
                <c:pt idx="719">
                  <c:v>43377</c:v>
                </c:pt>
                <c:pt idx="720">
                  <c:v>43378</c:v>
                </c:pt>
                <c:pt idx="721">
                  <c:v>43381</c:v>
                </c:pt>
                <c:pt idx="722">
                  <c:v>43382</c:v>
                </c:pt>
                <c:pt idx="723">
                  <c:v>43383</c:v>
                </c:pt>
                <c:pt idx="724">
                  <c:v>43384</c:v>
                </c:pt>
                <c:pt idx="725">
                  <c:v>43385</c:v>
                </c:pt>
                <c:pt idx="726">
                  <c:v>43388</c:v>
                </c:pt>
                <c:pt idx="727">
                  <c:v>43389</c:v>
                </c:pt>
                <c:pt idx="728">
                  <c:v>43390</c:v>
                </c:pt>
                <c:pt idx="729">
                  <c:v>43391</c:v>
                </c:pt>
                <c:pt idx="730">
                  <c:v>43392</c:v>
                </c:pt>
                <c:pt idx="731">
                  <c:v>43395</c:v>
                </c:pt>
                <c:pt idx="732">
                  <c:v>43396</c:v>
                </c:pt>
                <c:pt idx="733">
                  <c:v>43397</c:v>
                </c:pt>
                <c:pt idx="734">
                  <c:v>43398</c:v>
                </c:pt>
                <c:pt idx="735">
                  <c:v>43399</c:v>
                </c:pt>
                <c:pt idx="736">
                  <c:v>43402</c:v>
                </c:pt>
                <c:pt idx="737">
                  <c:v>43403</c:v>
                </c:pt>
                <c:pt idx="738">
                  <c:v>43404</c:v>
                </c:pt>
                <c:pt idx="739">
                  <c:v>43405</c:v>
                </c:pt>
                <c:pt idx="740">
                  <c:v>43406</c:v>
                </c:pt>
                <c:pt idx="741">
                  <c:v>43409</c:v>
                </c:pt>
                <c:pt idx="742">
                  <c:v>43410</c:v>
                </c:pt>
                <c:pt idx="743">
                  <c:v>43411</c:v>
                </c:pt>
                <c:pt idx="744">
                  <c:v>43412</c:v>
                </c:pt>
                <c:pt idx="745">
                  <c:v>43413</c:v>
                </c:pt>
                <c:pt idx="746">
                  <c:v>43416</c:v>
                </c:pt>
                <c:pt idx="747">
                  <c:v>43417</c:v>
                </c:pt>
                <c:pt idx="748">
                  <c:v>43418</c:v>
                </c:pt>
                <c:pt idx="749">
                  <c:v>43419</c:v>
                </c:pt>
                <c:pt idx="750">
                  <c:v>43420</c:v>
                </c:pt>
                <c:pt idx="751">
                  <c:v>43423</c:v>
                </c:pt>
                <c:pt idx="752">
                  <c:v>43424</c:v>
                </c:pt>
                <c:pt idx="753">
                  <c:v>43425</c:v>
                </c:pt>
                <c:pt idx="754">
                  <c:v>43426</c:v>
                </c:pt>
                <c:pt idx="755">
                  <c:v>43427</c:v>
                </c:pt>
                <c:pt idx="756">
                  <c:v>43430</c:v>
                </c:pt>
                <c:pt idx="757">
                  <c:v>43431</c:v>
                </c:pt>
                <c:pt idx="758">
                  <c:v>43432</c:v>
                </c:pt>
                <c:pt idx="759">
                  <c:v>43433</c:v>
                </c:pt>
                <c:pt idx="760">
                  <c:v>43434</c:v>
                </c:pt>
                <c:pt idx="761">
                  <c:v>43437</c:v>
                </c:pt>
                <c:pt idx="762">
                  <c:v>43438</c:v>
                </c:pt>
                <c:pt idx="763">
                  <c:v>43439</c:v>
                </c:pt>
                <c:pt idx="764">
                  <c:v>43440</c:v>
                </c:pt>
                <c:pt idx="765">
                  <c:v>43441</c:v>
                </c:pt>
                <c:pt idx="766">
                  <c:v>43444</c:v>
                </c:pt>
                <c:pt idx="767">
                  <c:v>43445</c:v>
                </c:pt>
                <c:pt idx="768">
                  <c:v>43446</c:v>
                </c:pt>
                <c:pt idx="769">
                  <c:v>43447</c:v>
                </c:pt>
                <c:pt idx="770">
                  <c:v>43448</c:v>
                </c:pt>
                <c:pt idx="771">
                  <c:v>43451</c:v>
                </c:pt>
                <c:pt idx="772">
                  <c:v>43452</c:v>
                </c:pt>
                <c:pt idx="773">
                  <c:v>43453</c:v>
                </c:pt>
                <c:pt idx="774">
                  <c:v>43454</c:v>
                </c:pt>
                <c:pt idx="775">
                  <c:v>43455</c:v>
                </c:pt>
                <c:pt idx="776">
                  <c:v>43458</c:v>
                </c:pt>
                <c:pt idx="777">
                  <c:v>43459</c:v>
                </c:pt>
                <c:pt idx="778">
                  <c:v>43460</c:v>
                </c:pt>
                <c:pt idx="779">
                  <c:v>43461</c:v>
                </c:pt>
                <c:pt idx="780">
                  <c:v>43462</c:v>
                </c:pt>
                <c:pt idx="781">
                  <c:v>43465</c:v>
                </c:pt>
                <c:pt idx="782">
                  <c:v>43466</c:v>
                </c:pt>
                <c:pt idx="783">
                  <c:v>43467</c:v>
                </c:pt>
                <c:pt idx="784">
                  <c:v>43468</c:v>
                </c:pt>
                <c:pt idx="785">
                  <c:v>43469</c:v>
                </c:pt>
                <c:pt idx="786">
                  <c:v>43472</c:v>
                </c:pt>
                <c:pt idx="787">
                  <c:v>43473</c:v>
                </c:pt>
                <c:pt idx="788">
                  <c:v>43474</c:v>
                </c:pt>
                <c:pt idx="789">
                  <c:v>43475</c:v>
                </c:pt>
                <c:pt idx="790">
                  <c:v>43476</c:v>
                </c:pt>
                <c:pt idx="791">
                  <c:v>43479</c:v>
                </c:pt>
                <c:pt idx="792">
                  <c:v>43480</c:v>
                </c:pt>
                <c:pt idx="793">
                  <c:v>43481</c:v>
                </c:pt>
                <c:pt idx="794">
                  <c:v>43482</c:v>
                </c:pt>
                <c:pt idx="795">
                  <c:v>43483</c:v>
                </c:pt>
                <c:pt idx="796">
                  <c:v>43486</c:v>
                </c:pt>
                <c:pt idx="797">
                  <c:v>43487</c:v>
                </c:pt>
                <c:pt idx="798">
                  <c:v>43488</c:v>
                </c:pt>
                <c:pt idx="799">
                  <c:v>43489</c:v>
                </c:pt>
                <c:pt idx="800">
                  <c:v>43490</c:v>
                </c:pt>
                <c:pt idx="801">
                  <c:v>43493</c:v>
                </c:pt>
                <c:pt idx="802">
                  <c:v>43494</c:v>
                </c:pt>
                <c:pt idx="803">
                  <c:v>43495</c:v>
                </c:pt>
                <c:pt idx="804">
                  <c:v>43496</c:v>
                </c:pt>
                <c:pt idx="805">
                  <c:v>43497</c:v>
                </c:pt>
                <c:pt idx="806">
                  <c:v>43500</c:v>
                </c:pt>
                <c:pt idx="807">
                  <c:v>43501</c:v>
                </c:pt>
                <c:pt idx="808">
                  <c:v>43502</c:v>
                </c:pt>
                <c:pt idx="809">
                  <c:v>43503</c:v>
                </c:pt>
                <c:pt idx="810">
                  <c:v>43504</c:v>
                </c:pt>
                <c:pt idx="811">
                  <c:v>43507</c:v>
                </c:pt>
                <c:pt idx="812">
                  <c:v>43508</c:v>
                </c:pt>
                <c:pt idx="813">
                  <c:v>43509</c:v>
                </c:pt>
                <c:pt idx="814">
                  <c:v>43510</c:v>
                </c:pt>
                <c:pt idx="815">
                  <c:v>43511</c:v>
                </c:pt>
                <c:pt idx="816">
                  <c:v>43514</c:v>
                </c:pt>
                <c:pt idx="817">
                  <c:v>43515</c:v>
                </c:pt>
                <c:pt idx="818">
                  <c:v>43516</c:v>
                </c:pt>
                <c:pt idx="819">
                  <c:v>43517</c:v>
                </c:pt>
                <c:pt idx="820">
                  <c:v>43518</c:v>
                </c:pt>
                <c:pt idx="821">
                  <c:v>43521</c:v>
                </c:pt>
                <c:pt idx="822">
                  <c:v>43522</c:v>
                </c:pt>
                <c:pt idx="823">
                  <c:v>43523</c:v>
                </c:pt>
                <c:pt idx="824">
                  <c:v>43524</c:v>
                </c:pt>
                <c:pt idx="825">
                  <c:v>43525</c:v>
                </c:pt>
                <c:pt idx="826">
                  <c:v>43528</c:v>
                </c:pt>
                <c:pt idx="827">
                  <c:v>43529</c:v>
                </c:pt>
                <c:pt idx="828">
                  <c:v>43530</c:v>
                </c:pt>
                <c:pt idx="829">
                  <c:v>43531</c:v>
                </c:pt>
                <c:pt idx="830">
                  <c:v>43532</c:v>
                </c:pt>
                <c:pt idx="831">
                  <c:v>43535</c:v>
                </c:pt>
                <c:pt idx="832">
                  <c:v>43536</c:v>
                </c:pt>
                <c:pt idx="833">
                  <c:v>43537</c:v>
                </c:pt>
                <c:pt idx="834">
                  <c:v>43538</c:v>
                </c:pt>
                <c:pt idx="835">
                  <c:v>43539</c:v>
                </c:pt>
                <c:pt idx="836">
                  <c:v>43542</c:v>
                </c:pt>
                <c:pt idx="837">
                  <c:v>43543</c:v>
                </c:pt>
                <c:pt idx="838">
                  <c:v>43544</c:v>
                </c:pt>
                <c:pt idx="839">
                  <c:v>43545</c:v>
                </c:pt>
                <c:pt idx="840">
                  <c:v>43546</c:v>
                </c:pt>
                <c:pt idx="841">
                  <c:v>43549</c:v>
                </c:pt>
                <c:pt idx="842">
                  <c:v>43550</c:v>
                </c:pt>
                <c:pt idx="843">
                  <c:v>43551</c:v>
                </c:pt>
                <c:pt idx="844">
                  <c:v>43552</c:v>
                </c:pt>
                <c:pt idx="845">
                  <c:v>43553</c:v>
                </c:pt>
                <c:pt idx="846">
                  <c:v>43556</c:v>
                </c:pt>
                <c:pt idx="847">
                  <c:v>43557</c:v>
                </c:pt>
                <c:pt idx="848">
                  <c:v>43558</c:v>
                </c:pt>
                <c:pt idx="849">
                  <c:v>43559</c:v>
                </c:pt>
                <c:pt idx="850">
                  <c:v>43560</c:v>
                </c:pt>
                <c:pt idx="851">
                  <c:v>43563</c:v>
                </c:pt>
                <c:pt idx="852">
                  <c:v>43564</c:v>
                </c:pt>
                <c:pt idx="853">
                  <c:v>43565</c:v>
                </c:pt>
                <c:pt idx="854">
                  <c:v>43566</c:v>
                </c:pt>
                <c:pt idx="855">
                  <c:v>43567</c:v>
                </c:pt>
                <c:pt idx="856">
                  <c:v>43570</c:v>
                </c:pt>
                <c:pt idx="857">
                  <c:v>43571</c:v>
                </c:pt>
                <c:pt idx="858">
                  <c:v>43572</c:v>
                </c:pt>
                <c:pt idx="859">
                  <c:v>43573</c:v>
                </c:pt>
                <c:pt idx="860">
                  <c:v>43574</c:v>
                </c:pt>
                <c:pt idx="861">
                  <c:v>43577</c:v>
                </c:pt>
                <c:pt idx="862">
                  <c:v>43578</c:v>
                </c:pt>
                <c:pt idx="863">
                  <c:v>43579</c:v>
                </c:pt>
                <c:pt idx="864">
                  <c:v>43580</c:v>
                </c:pt>
                <c:pt idx="865">
                  <c:v>43581</c:v>
                </c:pt>
                <c:pt idx="866">
                  <c:v>43584</c:v>
                </c:pt>
                <c:pt idx="867">
                  <c:v>43585</c:v>
                </c:pt>
                <c:pt idx="868">
                  <c:v>43586</c:v>
                </c:pt>
                <c:pt idx="869">
                  <c:v>43587</c:v>
                </c:pt>
                <c:pt idx="870">
                  <c:v>43588</c:v>
                </c:pt>
                <c:pt idx="871">
                  <c:v>43591</c:v>
                </c:pt>
                <c:pt idx="872">
                  <c:v>43592</c:v>
                </c:pt>
                <c:pt idx="873">
                  <c:v>43593</c:v>
                </c:pt>
                <c:pt idx="874">
                  <c:v>43594</c:v>
                </c:pt>
                <c:pt idx="875">
                  <c:v>43595</c:v>
                </c:pt>
                <c:pt idx="876">
                  <c:v>43598</c:v>
                </c:pt>
                <c:pt idx="877">
                  <c:v>43599</c:v>
                </c:pt>
                <c:pt idx="878">
                  <c:v>43600</c:v>
                </c:pt>
                <c:pt idx="879">
                  <c:v>43601</c:v>
                </c:pt>
                <c:pt idx="880">
                  <c:v>43602</c:v>
                </c:pt>
                <c:pt idx="881">
                  <c:v>43605</c:v>
                </c:pt>
                <c:pt idx="882">
                  <c:v>43606</c:v>
                </c:pt>
                <c:pt idx="883">
                  <c:v>43607</c:v>
                </c:pt>
                <c:pt idx="884">
                  <c:v>43608</c:v>
                </c:pt>
                <c:pt idx="885">
                  <c:v>43609</c:v>
                </c:pt>
                <c:pt idx="886">
                  <c:v>43612</c:v>
                </c:pt>
                <c:pt idx="887">
                  <c:v>43613</c:v>
                </c:pt>
                <c:pt idx="888">
                  <c:v>43614</c:v>
                </c:pt>
                <c:pt idx="889">
                  <c:v>43615</c:v>
                </c:pt>
                <c:pt idx="890">
                  <c:v>43616</c:v>
                </c:pt>
                <c:pt idx="891">
                  <c:v>43619</c:v>
                </c:pt>
                <c:pt idx="892">
                  <c:v>43620</c:v>
                </c:pt>
                <c:pt idx="893">
                  <c:v>43621</c:v>
                </c:pt>
                <c:pt idx="894">
                  <c:v>43622</c:v>
                </c:pt>
                <c:pt idx="895">
                  <c:v>43623</c:v>
                </c:pt>
                <c:pt idx="896">
                  <c:v>43626</c:v>
                </c:pt>
                <c:pt idx="897">
                  <c:v>43627</c:v>
                </c:pt>
                <c:pt idx="898">
                  <c:v>43628</c:v>
                </c:pt>
                <c:pt idx="899">
                  <c:v>43629</c:v>
                </c:pt>
                <c:pt idx="900">
                  <c:v>43630</c:v>
                </c:pt>
                <c:pt idx="901">
                  <c:v>43633</c:v>
                </c:pt>
                <c:pt idx="902">
                  <c:v>43634</c:v>
                </c:pt>
                <c:pt idx="903">
                  <c:v>43635</c:v>
                </c:pt>
                <c:pt idx="904">
                  <c:v>43636</c:v>
                </c:pt>
                <c:pt idx="905">
                  <c:v>43637</c:v>
                </c:pt>
                <c:pt idx="906">
                  <c:v>43640</c:v>
                </c:pt>
                <c:pt idx="907">
                  <c:v>43641</c:v>
                </c:pt>
                <c:pt idx="908">
                  <c:v>43642</c:v>
                </c:pt>
                <c:pt idx="909">
                  <c:v>43643</c:v>
                </c:pt>
                <c:pt idx="910">
                  <c:v>43644</c:v>
                </c:pt>
                <c:pt idx="911">
                  <c:v>43647</c:v>
                </c:pt>
                <c:pt idx="912">
                  <c:v>43648</c:v>
                </c:pt>
                <c:pt idx="913">
                  <c:v>43649</c:v>
                </c:pt>
                <c:pt idx="914">
                  <c:v>43650</c:v>
                </c:pt>
                <c:pt idx="915">
                  <c:v>43651</c:v>
                </c:pt>
                <c:pt idx="916">
                  <c:v>43654</c:v>
                </c:pt>
                <c:pt idx="917">
                  <c:v>43655</c:v>
                </c:pt>
                <c:pt idx="918">
                  <c:v>43656</c:v>
                </c:pt>
                <c:pt idx="919">
                  <c:v>43657</c:v>
                </c:pt>
                <c:pt idx="920">
                  <c:v>43658</c:v>
                </c:pt>
                <c:pt idx="921">
                  <c:v>43661</c:v>
                </c:pt>
                <c:pt idx="922">
                  <c:v>43662</c:v>
                </c:pt>
                <c:pt idx="923">
                  <c:v>43663</c:v>
                </c:pt>
                <c:pt idx="924">
                  <c:v>43664</c:v>
                </c:pt>
                <c:pt idx="925">
                  <c:v>43665</c:v>
                </c:pt>
                <c:pt idx="926">
                  <c:v>43668</c:v>
                </c:pt>
                <c:pt idx="927">
                  <c:v>43669</c:v>
                </c:pt>
                <c:pt idx="928">
                  <c:v>43670</c:v>
                </c:pt>
                <c:pt idx="929">
                  <c:v>43671</c:v>
                </c:pt>
                <c:pt idx="930">
                  <c:v>43672</c:v>
                </c:pt>
                <c:pt idx="931">
                  <c:v>43675</c:v>
                </c:pt>
                <c:pt idx="932">
                  <c:v>43676</c:v>
                </c:pt>
                <c:pt idx="933">
                  <c:v>43677</c:v>
                </c:pt>
                <c:pt idx="934">
                  <c:v>43678</c:v>
                </c:pt>
                <c:pt idx="935">
                  <c:v>43679</c:v>
                </c:pt>
                <c:pt idx="936">
                  <c:v>43682</c:v>
                </c:pt>
                <c:pt idx="937">
                  <c:v>43683</c:v>
                </c:pt>
                <c:pt idx="938">
                  <c:v>43684</c:v>
                </c:pt>
                <c:pt idx="939">
                  <c:v>43685</c:v>
                </c:pt>
                <c:pt idx="940">
                  <c:v>43686</c:v>
                </c:pt>
                <c:pt idx="941">
                  <c:v>43689</c:v>
                </c:pt>
                <c:pt idx="942">
                  <c:v>43690</c:v>
                </c:pt>
                <c:pt idx="943">
                  <c:v>43691</c:v>
                </c:pt>
                <c:pt idx="944">
                  <c:v>43692</c:v>
                </c:pt>
                <c:pt idx="945">
                  <c:v>43693</c:v>
                </c:pt>
                <c:pt idx="946">
                  <c:v>43696</c:v>
                </c:pt>
                <c:pt idx="947">
                  <c:v>43697</c:v>
                </c:pt>
                <c:pt idx="948">
                  <c:v>43698</c:v>
                </c:pt>
                <c:pt idx="949">
                  <c:v>43699</c:v>
                </c:pt>
                <c:pt idx="950">
                  <c:v>43700</c:v>
                </c:pt>
                <c:pt idx="951">
                  <c:v>43703</c:v>
                </c:pt>
                <c:pt idx="952">
                  <c:v>43704</c:v>
                </c:pt>
                <c:pt idx="953">
                  <c:v>43705</c:v>
                </c:pt>
                <c:pt idx="954">
                  <c:v>43706</c:v>
                </c:pt>
                <c:pt idx="955">
                  <c:v>43707</c:v>
                </c:pt>
                <c:pt idx="956">
                  <c:v>43710</c:v>
                </c:pt>
                <c:pt idx="957">
                  <c:v>43711</c:v>
                </c:pt>
                <c:pt idx="958">
                  <c:v>43712</c:v>
                </c:pt>
                <c:pt idx="959">
                  <c:v>43713</c:v>
                </c:pt>
                <c:pt idx="960">
                  <c:v>43714</c:v>
                </c:pt>
                <c:pt idx="961">
                  <c:v>43717</c:v>
                </c:pt>
                <c:pt idx="962">
                  <c:v>43718</c:v>
                </c:pt>
                <c:pt idx="963">
                  <c:v>43719</c:v>
                </c:pt>
                <c:pt idx="964">
                  <c:v>43720</c:v>
                </c:pt>
                <c:pt idx="965">
                  <c:v>43721</c:v>
                </c:pt>
                <c:pt idx="966">
                  <c:v>43724</c:v>
                </c:pt>
                <c:pt idx="967">
                  <c:v>43725</c:v>
                </c:pt>
                <c:pt idx="968">
                  <c:v>43726</c:v>
                </c:pt>
                <c:pt idx="969">
                  <c:v>43727</c:v>
                </c:pt>
                <c:pt idx="970">
                  <c:v>43728</c:v>
                </c:pt>
                <c:pt idx="971">
                  <c:v>43731</c:v>
                </c:pt>
                <c:pt idx="972">
                  <c:v>43732</c:v>
                </c:pt>
                <c:pt idx="973">
                  <c:v>43733</c:v>
                </c:pt>
                <c:pt idx="974">
                  <c:v>43734</c:v>
                </c:pt>
                <c:pt idx="975">
                  <c:v>43735</c:v>
                </c:pt>
                <c:pt idx="976">
                  <c:v>43738</c:v>
                </c:pt>
                <c:pt idx="977">
                  <c:v>43739</c:v>
                </c:pt>
                <c:pt idx="978">
                  <c:v>43740</c:v>
                </c:pt>
                <c:pt idx="979">
                  <c:v>43741</c:v>
                </c:pt>
                <c:pt idx="980">
                  <c:v>43742</c:v>
                </c:pt>
                <c:pt idx="981">
                  <c:v>43745</c:v>
                </c:pt>
                <c:pt idx="982">
                  <c:v>43746</c:v>
                </c:pt>
                <c:pt idx="983">
                  <c:v>43747</c:v>
                </c:pt>
                <c:pt idx="984">
                  <c:v>43748</c:v>
                </c:pt>
                <c:pt idx="985">
                  <c:v>43749</c:v>
                </c:pt>
                <c:pt idx="986">
                  <c:v>43752</c:v>
                </c:pt>
                <c:pt idx="987">
                  <c:v>43753</c:v>
                </c:pt>
                <c:pt idx="988">
                  <c:v>43754</c:v>
                </c:pt>
                <c:pt idx="989">
                  <c:v>43755</c:v>
                </c:pt>
                <c:pt idx="990">
                  <c:v>43756</c:v>
                </c:pt>
                <c:pt idx="991">
                  <c:v>43759</c:v>
                </c:pt>
                <c:pt idx="992">
                  <c:v>43760</c:v>
                </c:pt>
                <c:pt idx="993">
                  <c:v>43761</c:v>
                </c:pt>
                <c:pt idx="994">
                  <c:v>43762</c:v>
                </c:pt>
                <c:pt idx="995">
                  <c:v>43763</c:v>
                </c:pt>
                <c:pt idx="996">
                  <c:v>43766</c:v>
                </c:pt>
                <c:pt idx="997">
                  <c:v>43767</c:v>
                </c:pt>
                <c:pt idx="998">
                  <c:v>43768</c:v>
                </c:pt>
                <c:pt idx="999">
                  <c:v>43769</c:v>
                </c:pt>
                <c:pt idx="1000">
                  <c:v>43770</c:v>
                </c:pt>
                <c:pt idx="1001">
                  <c:v>43773</c:v>
                </c:pt>
                <c:pt idx="1002">
                  <c:v>43774</c:v>
                </c:pt>
                <c:pt idx="1003">
                  <c:v>43775</c:v>
                </c:pt>
                <c:pt idx="1004">
                  <c:v>43776</c:v>
                </c:pt>
                <c:pt idx="1005">
                  <c:v>43777</c:v>
                </c:pt>
                <c:pt idx="1006">
                  <c:v>43780</c:v>
                </c:pt>
                <c:pt idx="1007">
                  <c:v>43781</c:v>
                </c:pt>
                <c:pt idx="1008">
                  <c:v>43782</c:v>
                </c:pt>
                <c:pt idx="1009">
                  <c:v>43783</c:v>
                </c:pt>
                <c:pt idx="1010">
                  <c:v>43784</c:v>
                </c:pt>
                <c:pt idx="1011">
                  <c:v>43787</c:v>
                </c:pt>
                <c:pt idx="1012">
                  <c:v>43788</c:v>
                </c:pt>
                <c:pt idx="1013">
                  <c:v>43789</c:v>
                </c:pt>
                <c:pt idx="1014">
                  <c:v>43790</c:v>
                </c:pt>
                <c:pt idx="1015">
                  <c:v>43791</c:v>
                </c:pt>
                <c:pt idx="1016">
                  <c:v>43794</c:v>
                </c:pt>
                <c:pt idx="1017">
                  <c:v>43795</c:v>
                </c:pt>
                <c:pt idx="1018">
                  <c:v>43796</c:v>
                </c:pt>
                <c:pt idx="1019">
                  <c:v>43797</c:v>
                </c:pt>
                <c:pt idx="1020">
                  <c:v>43798</c:v>
                </c:pt>
                <c:pt idx="1021">
                  <c:v>43801</c:v>
                </c:pt>
                <c:pt idx="1022">
                  <c:v>43802</c:v>
                </c:pt>
                <c:pt idx="1023">
                  <c:v>43803</c:v>
                </c:pt>
                <c:pt idx="1024">
                  <c:v>43804</c:v>
                </c:pt>
                <c:pt idx="1025">
                  <c:v>43805</c:v>
                </c:pt>
                <c:pt idx="1026">
                  <c:v>43808</c:v>
                </c:pt>
                <c:pt idx="1027">
                  <c:v>43809</c:v>
                </c:pt>
                <c:pt idx="1028">
                  <c:v>43810</c:v>
                </c:pt>
                <c:pt idx="1029">
                  <c:v>43811</c:v>
                </c:pt>
                <c:pt idx="1030">
                  <c:v>43812</c:v>
                </c:pt>
                <c:pt idx="1031">
                  <c:v>43815</c:v>
                </c:pt>
                <c:pt idx="1032">
                  <c:v>43816</c:v>
                </c:pt>
                <c:pt idx="1033">
                  <c:v>43817</c:v>
                </c:pt>
                <c:pt idx="1034">
                  <c:v>43818</c:v>
                </c:pt>
                <c:pt idx="1035">
                  <c:v>43819</c:v>
                </c:pt>
                <c:pt idx="1036">
                  <c:v>43822</c:v>
                </c:pt>
                <c:pt idx="1037">
                  <c:v>43823</c:v>
                </c:pt>
                <c:pt idx="1038">
                  <c:v>43824</c:v>
                </c:pt>
                <c:pt idx="1039">
                  <c:v>43825</c:v>
                </c:pt>
                <c:pt idx="1040">
                  <c:v>43826</c:v>
                </c:pt>
                <c:pt idx="1041">
                  <c:v>43829</c:v>
                </c:pt>
                <c:pt idx="1042">
                  <c:v>43830</c:v>
                </c:pt>
                <c:pt idx="1043">
                  <c:v>43831</c:v>
                </c:pt>
                <c:pt idx="1044">
                  <c:v>43832</c:v>
                </c:pt>
                <c:pt idx="1045">
                  <c:v>43833</c:v>
                </c:pt>
                <c:pt idx="1046">
                  <c:v>43836</c:v>
                </c:pt>
                <c:pt idx="1047">
                  <c:v>43837</c:v>
                </c:pt>
                <c:pt idx="1048">
                  <c:v>43838</c:v>
                </c:pt>
                <c:pt idx="1049">
                  <c:v>43839</c:v>
                </c:pt>
                <c:pt idx="1050">
                  <c:v>43840</c:v>
                </c:pt>
                <c:pt idx="1051">
                  <c:v>43843</c:v>
                </c:pt>
                <c:pt idx="1052">
                  <c:v>43844</c:v>
                </c:pt>
                <c:pt idx="1053">
                  <c:v>43845</c:v>
                </c:pt>
                <c:pt idx="1054">
                  <c:v>43846</c:v>
                </c:pt>
                <c:pt idx="1055">
                  <c:v>43847</c:v>
                </c:pt>
                <c:pt idx="1056">
                  <c:v>43850</c:v>
                </c:pt>
                <c:pt idx="1057">
                  <c:v>43851</c:v>
                </c:pt>
                <c:pt idx="1058">
                  <c:v>43852</c:v>
                </c:pt>
                <c:pt idx="1059">
                  <c:v>43853</c:v>
                </c:pt>
                <c:pt idx="1060">
                  <c:v>43854</c:v>
                </c:pt>
                <c:pt idx="1061">
                  <c:v>43857</c:v>
                </c:pt>
                <c:pt idx="1062">
                  <c:v>43858</c:v>
                </c:pt>
                <c:pt idx="1063">
                  <c:v>43859</c:v>
                </c:pt>
                <c:pt idx="1064">
                  <c:v>43860</c:v>
                </c:pt>
                <c:pt idx="1065">
                  <c:v>43861</c:v>
                </c:pt>
                <c:pt idx="1066">
                  <c:v>43864</c:v>
                </c:pt>
                <c:pt idx="1067">
                  <c:v>43865</c:v>
                </c:pt>
                <c:pt idx="1068">
                  <c:v>43866</c:v>
                </c:pt>
                <c:pt idx="1069">
                  <c:v>43867</c:v>
                </c:pt>
                <c:pt idx="1070">
                  <c:v>43868</c:v>
                </c:pt>
                <c:pt idx="1071">
                  <c:v>43871</c:v>
                </c:pt>
                <c:pt idx="1072">
                  <c:v>43872</c:v>
                </c:pt>
                <c:pt idx="1073">
                  <c:v>43873</c:v>
                </c:pt>
                <c:pt idx="1074">
                  <c:v>43874</c:v>
                </c:pt>
                <c:pt idx="1075">
                  <c:v>43875</c:v>
                </c:pt>
                <c:pt idx="1076">
                  <c:v>43878</c:v>
                </c:pt>
                <c:pt idx="1077">
                  <c:v>43879</c:v>
                </c:pt>
                <c:pt idx="1078">
                  <c:v>43880</c:v>
                </c:pt>
                <c:pt idx="1079">
                  <c:v>43881</c:v>
                </c:pt>
                <c:pt idx="1080">
                  <c:v>43882</c:v>
                </c:pt>
                <c:pt idx="1081">
                  <c:v>43885</c:v>
                </c:pt>
                <c:pt idx="1082">
                  <c:v>43886</c:v>
                </c:pt>
                <c:pt idx="1083">
                  <c:v>43887</c:v>
                </c:pt>
                <c:pt idx="1084">
                  <c:v>43888</c:v>
                </c:pt>
                <c:pt idx="1085">
                  <c:v>43889</c:v>
                </c:pt>
                <c:pt idx="1086">
                  <c:v>43892</c:v>
                </c:pt>
                <c:pt idx="1087">
                  <c:v>43893</c:v>
                </c:pt>
                <c:pt idx="1088">
                  <c:v>43894</c:v>
                </c:pt>
                <c:pt idx="1089">
                  <c:v>43895</c:v>
                </c:pt>
                <c:pt idx="1090">
                  <c:v>43896</c:v>
                </c:pt>
                <c:pt idx="1091">
                  <c:v>43899</c:v>
                </c:pt>
                <c:pt idx="1092">
                  <c:v>43900</c:v>
                </c:pt>
                <c:pt idx="1093">
                  <c:v>43901</c:v>
                </c:pt>
                <c:pt idx="1094">
                  <c:v>43902</c:v>
                </c:pt>
                <c:pt idx="1095">
                  <c:v>43903</c:v>
                </c:pt>
                <c:pt idx="1096">
                  <c:v>43906</c:v>
                </c:pt>
                <c:pt idx="1097">
                  <c:v>43907</c:v>
                </c:pt>
                <c:pt idx="1098">
                  <c:v>43908</c:v>
                </c:pt>
                <c:pt idx="1099">
                  <c:v>43909</c:v>
                </c:pt>
                <c:pt idx="1100">
                  <c:v>43910</c:v>
                </c:pt>
                <c:pt idx="1101">
                  <c:v>43913</c:v>
                </c:pt>
                <c:pt idx="1102">
                  <c:v>43914</c:v>
                </c:pt>
                <c:pt idx="1103">
                  <c:v>43915</c:v>
                </c:pt>
                <c:pt idx="1104">
                  <c:v>43916</c:v>
                </c:pt>
                <c:pt idx="1105">
                  <c:v>43917</c:v>
                </c:pt>
                <c:pt idx="1106">
                  <c:v>43920</c:v>
                </c:pt>
                <c:pt idx="1107">
                  <c:v>43921</c:v>
                </c:pt>
                <c:pt idx="1108">
                  <c:v>43922</c:v>
                </c:pt>
                <c:pt idx="1109">
                  <c:v>43923</c:v>
                </c:pt>
                <c:pt idx="1110">
                  <c:v>43924</c:v>
                </c:pt>
                <c:pt idx="1111">
                  <c:v>43927</c:v>
                </c:pt>
                <c:pt idx="1112">
                  <c:v>43928</c:v>
                </c:pt>
                <c:pt idx="1113">
                  <c:v>43929</c:v>
                </c:pt>
                <c:pt idx="1114">
                  <c:v>43930</c:v>
                </c:pt>
                <c:pt idx="1115">
                  <c:v>43931</c:v>
                </c:pt>
                <c:pt idx="1116">
                  <c:v>43934</c:v>
                </c:pt>
                <c:pt idx="1117">
                  <c:v>43935</c:v>
                </c:pt>
                <c:pt idx="1118">
                  <c:v>43936</c:v>
                </c:pt>
                <c:pt idx="1119">
                  <c:v>43937</c:v>
                </c:pt>
                <c:pt idx="1120">
                  <c:v>43938</c:v>
                </c:pt>
                <c:pt idx="1121">
                  <c:v>43941</c:v>
                </c:pt>
                <c:pt idx="1122">
                  <c:v>43942</c:v>
                </c:pt>
                <c:pt idx="1123">
                  <c:v>43943</c:v>
                </c:pt>
                <c:pt idx="1124">
                  <c:v>43944</c:v>
                </c:pt>
                <c:pt idx="1125">
                  <c:v>43945</c:v>
                </c:pt>
                <c:pt idx="1126">
                  <c:v>43948</c:v>
                </c:pt>
                <c:pt idx="1127">
                  <c:v>43949</c:v>
                </c:pt>
                <c:pt idx="1128">
                  <c:v>43950</c:v>
                </c:pt>
                <c:pt idx="1129">
                  <c:v>43951</c:v>
                </c:pt>
                <c:pt idx="1130">
                  <c:v>43952</c:v>
                </c:pt>
                <c:pt idx="1131">
                  <c:v>43955</c:v>
                </c:pt>
                <c:pt idx="1132">
                  <c:v>43956</c:v>
                </c:pt>
                <c:pt idx="1133">
                  <c:v>43957</c:v>
                </c:pt>
                <c:pt idx="1134">
                  <c:v>43958</c:v>
                </c:pt>
                <c:pt idx="1135">
                  <c:v>43959</c:v>
                </c:pt>
                <c:pt idx="1136">
                  <c:v>43962</c:v>
                </c:pt>
                <c:pt idx="1137">
                  <c:v>43963</c:v>
                </c:pt>
                <c:pt idx="1138">
                  <c:v>43964</c:v>
                </c:pt>
                <c:pt idx="1139">
                  <c:v>43965</c:v>
                </c:pt>
                <c:pt idx="1140">
                  <c:v>43966</c:v>
                </c:pt>
                <c:pt idx="1141">
                  <c:v>43969</c:v>
                </c:pt>
                <c:pt idx="1142">
                  <c:v>43970</c:v>
                </c:pt>
                <c:pt idx="1143">
                  <c:v>43971</c:v>
                </c:pt>
                <c:pt idx="1144">
                  <c:v>43972</c:v>
                </c:pt>
                <c:pt idx="1145">
                  <c:v>43973</c:v>
                </c:pt>
                <c:pt idx="1146">
                  <c:v>43976</c:v>
                </c:pt>
                <c:pt idx="1147">
                  <c:v>43977</c:v>
                </c:pt>
                <c:pt idx="1148">
                  <c:v>43978</c:v>
                </c:pt>
                <c:pt idx="1149">
                  <c:v>43979</c:v>
                </c:pt>
                <c:pt idx="1150">
                  <c:v>43980</c:v>
                </c:pt>
                <c:pt idx="1151">
                  <c:v>43983</c:v>
                </c:pt>
                <c:pt idx="1152">
                  <c:v>43984</c:v>
                </c:pt>
                <c:pt idx="1153">
                  <c:v>43985</c:v>
                </c:pt>
                <c:pt idx="1154">
                  <c:v>43986</c:v>
                </c:pt>
                <c:pt idx="1155">
                  <c:v>43987</c:v>
                </c:pt>
                <c:pt idx="1156">
                  <c:v>43990</c:v>
                </c:pt>
                <c:pt idx="1157">
                  <c:v>43991</c:v>
                </c:pt>
                <c:pt idx="1158">
                  <c:v>43992</c:v>
                </c:pt>
                <c:pt idx="1159">
                  <c:v>43993</c:v>
                </c:pt>
                <c:pt idx="1160">
                  <c:v>43994</c:v>
                </c:pt>
                <c:pt idx="1161">
                  <c:v>43997</c:v>
                </c:pt>
                <c:pt idx="1162">
                  <c:v>43998</c:v>
                </c:pt>
                <c:pt idx="1163">
                  <c:v>43999</c:v>
                </c:pt>
                <c:pt idx="1164">
                  <c:v>44000</c:v>
                </c:pt>
                <c:pt idx="1165">
                  <c:v>44001</c:v>
                </c:pt>
                <c:pt idx="1166">
                  <c:v>44004</c:v>
                </c:pt>
                <c:pt idx="1167">
                  <c:v>44005</c:v>
                </c:pt>
                <c:pt idx="1168">
                  <c:v>44006</c:v>
                </c:pt>
                <c:pt idx="1169">
                  <c:v>44007</c:v>
                </c:pt>
                <c:pt idx="1170">
                  <c:v>44008</c:v>
                </c:pt>
                <c:pt idx="1171">
                  <c:v>44011</c:v>
                </c:pt>
                <c:pt idx="1172">
                  <c:v>44012</c:v>
                </c:pt>
                <c:pt idx="1173">
                  <c:v>44013</c:v>
                </c:pt>
                <c:pt idx="1174">
                  <c:v>44014</c:v>
                </c:pt>
                <c:pt idx="1175">
                  <c:v>44015</c:v>
                </c:pt>
                <c:pt idx="1176">
                  <c:v>44018</c:v>
                </c:pt>
                <c:pt idx="1177">
                  <c:v>44019</c:v>
                </c:pt>
                <c:pt idx="1178">
                  <c:v>44020</c:v>
                </c:pt>
                <c:pt idx="1179">
                  <c:v>44021</c:v>
                </c:pt>
                <c:pt idx="1180">
                  <c:v>44022</c:v>
                </c:pt>
                <c:pt idx="1181">
                  <c:v>44025</c:v>
                </c:pt>
                <c:pt idx="1182">
                  <c:v>44026</c:v>
                </c:pt>
                <c:pt idx="1183">
                  <c:v>44027</c:v>
                </c:pt>
                <c:pt idx="1184">
                  <c:v>44028</c:v>
                </c:pt>
                <c:pt idx="1185">
                  <c:v>44029</c:v>
                </c:pt>
                <c:pt idx="1186">
                  <c:v>44032</c:v>
                </c:pt>
                <c:pt idx="1187">
                  <c:v>44033</c:v>
                </c:pt>
                <c:pt idx="1188">
                  <c:v>44034</c:v>
                </c:pt>
                <c:pt idx="1189">
                  <c:v>44035</c:v>
                </c:pt>
                <c:pt idx="1190">
                  <c:v>44036</c:v>
                </c:pt>
                <c:pt idx="1191">
                  <c:v>44039</c:v>
                </c:pt>
                <c:pt idx="1192">
                  <c:v>44040</c:v>
                </c:pt>
                <c:pt idx="1193">
                  <c:v>44041</c:v>
                </c:pt>
                <c:pt idx="1194">
                  <c:v>44042</c:v>
                </c:pt>
                <c:pt idx="1195">
                  <c:v>44043</c:v>
                </c:pt>
                <c:pt idx="1196">
                  <c:v>44046</c:v>
                </c:pt>
                <c:pt idx="1197">
                  <c:v>44047</c:v>
                </c:pt>
                <c:pt idx="1198">
                  <c:v>44048</c:v>
                </c:pt>
                <c:pt idx="1199">
                  <c:v>44049</c:v>
                </c:pt>
                <c:pt idx="1200">
                  <c:v>44050</c:v>
                </c:pt>
                <c:pt idx="1201">
                  <c:v>44053</c:v>
                </c:pt>
                <c:pt idx="1202">
                  <c:v>44054</c:v>
                </c:pt>
                <c:pt idx="1203">
                  <c:v>44055</c:v>
                </c:pt>
                <c:pt idx="1204">
                  <c:v>44056</c:v>
                </c:pt>
                <c:pt idx="1205">
                  <c:v>44057</c:v>
                </c:pt>
                <c:pt idx="1206">
                  <c:v>44060</c:v>
                </c:pt>
                <c:pt idx="1207">
                  <c:v>44061</c:v>
                </c:pt>
                <c:pt idx="1208">
                  <c:v>44062</c:v>
                </c:pt>
                <c:pt idx="1209">
                  <c:v>44063</c:v>
                </c:pt>
                <c:pt idx="1210">
                  <c:v>44064</c:v>
                </c:pt>
                <c:pt idx="1211">
                  <c:v>44067</c:v>
                </c:pt>
                <c:pt idx="1212">
                  <c:v>44068</c:v>
                </c:pt>
                <c:pt idx="1213">
                  <c:v>44069</c:v>
                </c:pt>
                <c:pt idx="1214">
                  <c:v>44070</c:v>
                </c:pt>
                <c:pt idx="1215">
                  <c:v>44071</c:v>
                </c:pt>
                <c:pt idx="1216">
                  <c:v>44074</c:v>
                </c:pt>
                <c:pt idx="1217">
                  <c:v>44075</c:v>
                </c:pt>
                <c:pt idx="1218">
                  <c:v>44076</c:v>
                </c:pt>
                <c:pt idx="1219">
                  <c:v>44077</c:v>
                </c:pt>
                <c:pt idx="1220">
                  <c:v>44078</c:v>
                </c:pt>
                <c:pt idx="1221">
                  <c:v>44081</c:v>
                </c:pt>
                <c:pt idx="1222">
                  <c:v>44082</c:v>
                </c:pt>
                <c:pt idx="1223">
                  <c:v>44083</c:v>
                </c:pt>
                <c:pt idx="1224">
                  <c:v>44084</c:v>
                </c:pt>
                <c:pt idx="1225">
                  <c:v>44085</c:v>
                </c:pt>
                <c:pt idx="1226">
                  <c:v>44088</c:v>
                </c:pt>
                <c:pt idx="1227">
                  <c:v>44089</c:v>
                </c:pt>
                <c:pt idx="1228">
                  <c:v>44090</c:v>
                </c:pt>
                <c:pt idx="1229">
                  <c:v>44091</c:v>
                </c:pt>
                <c:pt idx="1230">
                  <c:v>44092</c:v>
                </c:pt>
                <c:pt idx="1231">
                  <c:v>44095</c:v>
                </c:pt>
                <c:pt idx="1232">
                  <c:v>44096</c:v>
                </c:pt>
                <c:pt idx="1233">
                  <c:v>44097</c:v>
                </c:pt>
                <c:pt idx="1234">
                  <c:v>44098</c:v>
                </c:pt>
                <c:pt idx="1235">
                  <c:v>44099</c:v>
                </c:pt>
                <c:pt idx="1236">
                  <c:v>44102</c:v>
                </c:pt>
                <c:pt idx="1237">
                  <c:v>44103</c:v>
                </c:pt>
                <c:pt idx="1238">
                  <c:v>44104</c:v>
                </c:pt>
                <c:pt idx="1239">
                  <c:v>44105</c:v>
                </c:pt>
                <c:pt idx="1240">
                  <c:v>44106</c:v>
                </c:pt>
                <c:pt idx="1241">
                  <c:v>44109</c:v>
                </c:pt>
                <c:pt idx="1242">
                  <c:v>44110</c:v>
                </c:pt>
                <c:pt idx="1243">
                  <c:v>44111</c:v>
                </c:pt>
                <c:pt idx="1244">
                  <c:v>44112</c:v>
                </c:pt>
                <c:pt idx="1245">
                  <c:v>44113</c:v>
                </c:pt>
                <c:pt idx="1246">
                  <c:v>44116</c:v>
                </c:pt>
                <c:pt idx="1247">
                  <c:v>44117</c:v>
                </c:pt>
                <c:pt idx="1248">
                  <c:v>44118</c:v>
                </c:pt>
                <c:pt idx="1249">
                  <c:v>44119</c:v>
                </c:pt>
                <c:pt idx="1250">
                  <c:v>44120</c:v>
                </c:pt>
                <c:pt idx="1251">
                  <c:v>44123</c:v>
                </c:pt>
                <c:pt idx="1252">
                  <c:v>44124</c:v>
                </c:pt>
                <c:pt idx="1253">
                  <c:v>44125</c:v>
                </c:pt>
                <c:pt idx="1254">
                  <c:v>44126</c:v>
                </c:pt>
                <c:pt idx="1255">
                  <c:v>44127</c:v>
                </c:pt>
                <c:pt idx="1256">
                  <c:v>44130</c:v>
                </c:pt>
                <c:pt idx="1257">
                  <c:v>44131</c:v>
                </c:pt>
                <c:pt idx="1258">
                  <c:v>44132</c:v>
                </c:pt>
                <c:pt idx="1259">
                  <c:v>44133</c:v>
                </c:pt>
                <c:pt idx="1260">
                  <c:v>44134</c:v>
                </c:pt>
                <c:pt idx="1261">
                  <c:v>44137</c:v>
                </c:pt>
                <c:pt idx="1262">
                  <c:v>44138</c:v>
                </c:pt>
                <c:pt idx="1263">
                  <c:v>44139</c:v>
                </c:pt>
                <c:pt idx="1264">
                  <c:v>44140</c:v>
                </c:pt>
                <c:pt idx="1265">
                  <c:v>44141</c:v>
                </c:pt>
                <c:pt idx="1266">
                  <c:v>44144</c:v>
                </c:pt>
                <c:pt idx="1267">
                  <c:v>44145</c:v>
                </c:pt>
                <c:pt idx="1268">
                  <c:v>44146</c:v>
                </c:pt>
                <c:pt idx="1269">
                  <c:v>44147</c:v>
                </c:pt>
                <c:pt idx="1270">
                  <c:v>44148</c:v>
                </c:pt>
                <c:pt idx="1271">
                  <c:v>44151</c:v>
                </c:pt>
                <c:pt idx="1272">
                  <c:v>44152</c:v>
                </c:pt>
                <c:pt idx="1273">
                  <c:v>44153</c:v>
                </c:pt>
                <c:pt idx="1274">
                  <c:v>44154</c:v>
                </c:pt>
                <c:pt idx="1275">
                  <c:v>44155</c:v>
                </c:pt>
                <c:pt idx="1276">
                  <c:v>44158</c:v>
                </c:pt>
                <c:pt idx="1277">
                  <c:v>44159</c:v>
                </c:pt>
                <c:pt idx="1278">
                  <c:v>44160</c:v>
                </c:pt>
                <c:pt idx="1279">
                  <c:v>44161</c:v>
                </c:pt>
                <c:pt idx="1280">
                  <c:v>44162</c:v>
                </c:pt>
                <c:pt idx="1281">
                  <c:v>44165</c:v>
                </c:pt>
                <c:pt idx="1282">
                  <c:v>44166</c:v>
                </c:pt>
                <c:pt idx="1283">
                  <c:v>44167</c:v>
                </c:pt>
                <c:pt idx="1284">
                  <c:v>44168</c:v>
                </c:pt>
                <c:pt idx="1285">
                  <c:v>44169</c:v>
                </c:pt>
                <c:pt idx="1286">
                  <c:v>44172</c:v>
                </c:pt>
                <c:pt idx="1287">
                  <c:v>44173</c:v>
                </c:pt>
                <c:pt idx="1288">
                  <c:v>44174</c:v>
                </c:pt>
                <c:pt idx="1289">
                  <c:v>44175</c:v>
                </c:pt>
                <c:pt idx="1290">
                  <c:v>44176</c:v>
                </c:pt>
                <c:pt idx="1291">
                  <c:v>44179</c:v>
                </c:pt>
                <c:pt idx="1292">
                  <c:v>44180</c:v>
                </c:pt>
                <c:pt idx="1293">
                  <c:v>44181</c:v>
                </c:pt>
                <c:pt idx="1294">
                  <c:v>44182</c:v>
                </c:pt>
                <c:pt idx="1295">
                  <c:v>44183</c:v>
                </c:pt>
                <c:pt idx="1296">
                  <c:v>44186</c:v>
                </c:pt>
                <c:pt idx="1297">
                  <c:v>44187</c:v>
                </c:pt>
                <c:pt idx="1298">
                  <c:v>44188</c:v>
                </c:pt>
                <c:pt idx="1299">
                  <c:v>44189</c:v>
                </c:pt>
                <c:pt idx="1300">
                  <c:v>44190</c:v>
                </c:pt>
                <c:pt idx="1301">
                  <c:v>44193</c:v>
                </c:pt>
                <c:pt idx="1302">
                  <c:v>44194</c:v>
                </c:pt>
                <c:pt idx="1303">
                  <c:v>44195</c:v>
                </c:pt>
                <c:pt idx="1304">
                  <c:v>44196</c:v>
                </c:pt>
                <c:pt idx="1305">
                  <c:v>44197</c:v>
                </c:pt>
                <c:pt idx="1306">
                  <c:v>44200</c:v>
                </c:pt>
                <c:pt idx="1307">
                  <c:v>44201</c:v>
                </c:pt>
                <c:pt idx="1308">
                  <c:v>44202</c:v>
                </c:pt>
                <c:pt idx="1309">
                  <c:v>44203</c:v>
                </c:pt>
                <c:pt idx="1310">
                  <c:v>44204</c:v>
                </c:pt>
                <c:pt idx="1311">
                  <c:v>44207</c:v>
                </c:pt>
                <c:pt idx="1312">
                  <c:v>44208</c:v>
                </c:pt>
                <c:pt idx="1313">
                  <c:v>44209</c:v>
                </c:pt>
                <c:pt idx="1314">
                  <c:v>44210</c:v>
                </c:pt>
                <c:pt idx="1315">
                  <c:v>44211</c:v>
                </c:pt>
                <c:pt idx="1316">
                  <c:v>44214</c:v>
                </c:pt>
                <c:pt idx="1317">
                  <c:v>44215</c:v>
                </c:pt>
                <c:pt idx="1318">
                  <c:v>44216</c:v>
                </c:pt>
                <c:pt idx="1319">
                  <c:v>44217</c:v>
                </c:pt>
                <c:pt idx="1320">
                  <c:v>44218</c:v>
                </c:pt>
                <c:pt idx="1321">
                  <c:v>44221</c:v>
                </c:pt>
                <c:pt idx="1322">
                  <c:v>44222</c:v>
                </c:pt>
                <c:pt idx="1323">
                  <c:v>44223</c:v>
                </c:pt>
                <c:pt idx="1324">
                  <c:v>44224</c:v>
                </c:pt>
                <c:pt idx="1325">
                  <c:v>44225</c:v>
                </c:pt>
                <c:pt idx="1326">
                  <c:v>44228</c:v>
                </c:pt>
                <c:pt idx="1327">
                  <c:v>44229</c:v>
                </c:pt>
                <c:pt idx="1328">
                  <c:v>44230</c:v>
                </c:pt>
                <c:pt idx="1329">
                  <c:v>44231</c:v>
                </c:pt>
                <c:pt idx="1330">
                  <c:v>44232</c:v>
                </c:pt>
                <c:pt idx="1331">
                  <c:v>44235</c:v>
                </c:pt>
                <c:pt idx="1332">
                  <c:v>44236</c:v>
                </c:pt>
                <c:pt idx="1333">
                  <c:v>44237</c:v>
                </c:pt>
                <c:pt idx="1334">
                  <c:v>44238</c:v>
                </c:pt>
                <c:pt idx="1335">
                  <c:v>44239</c:v>
                </c:pt>
                <c:pt idx="1336">
                  <c:v>44242</c:v>
                </c:pt>
                <c:pt idx="1337">
                  <c:v>44243</c:v>
                </c:pt>
                <c:pt idx="1338">
                  <c:v>44244</c:v>
                </c:pt>
                <c:pt idx="1339">
                  <c:v>44245</c:v>
                </c:pt>
                <c:pt idx="1340">
                  <c:v>44246</c:v>
                </c:pt>
                <c:pt idx="1341">
                  <c:v>44249</c:v>
                </c:pt>
                <c:pt idx="1342">
                  <c:v>44250</c:v>
                </c:pt>
                <c:pt idx="1343">
                  <c:v>44251</c:v>
                </c:pt>
                <c:pt idx="1344">
                  <c:v>44252</c:v>
                </c:pt>
                <c:pt idx="1345">
                  <c:v>44253</c:v>
                </c:pt>
                <c:pt idx="1346">
                  <c:v>44256</c:v>
                </c:pt>
                <c:pt idx="1347">
                  <c:v>44257</c:v>
                </c:pt>
                <c:pt idx="1348">
                  <c:v>44258</c:v>
                </c:pt>
                <c:pt idx="1349">
                  <c:v>44259</c:v>
                </c:pt>
                <c:pt idx="1350">
                  <c:v>44260</c:v>
                </c:pt>
                <c:pt idx="1351">
                  <c:v>44263</c:v>
                </c:pt>
                <c:pt idx="1352">
                  <c:v>44264</c:v>
                </c:pt>
                <c:pt idx="1353">
                  <c:v>44265</c:v>
                </c:pt>
                <c:pt idx="1354">
                  <c:v>44266</c:v>
                </c:pt>
                <c:pt idx="1355">
                  <c:v>44267</c:v>
                </c:pt>
                <c:pt idx="1356">
                  <c:v>44270</c:v>
                </c:pt>
                <c:pt idx="1357">
                  <c:v>44271</c:v>
                </c:pt>
                <c:pt idx="1358">
                  <c:v>44272</c:v>
                </c:pt>
                <c:pt idx="1359">
                  <c:v>44273</c:v>
                </c:pt>
                <c:pt idx="1360">
                  <c:v>44274</c:v>
                </c:pt>
                <c:pt idx="1361">
                  <c:v>44277</c:v>
                </c:pt>
                <c:pt idx="1362">
                  <c:v>44278</c:v>
                </c:pt>
                <c:pt idx="1363">
                  <c:v>44279</c:v>
                </c:pt>
                <c:pt idx="1364">
                  <c:v>44280</c:v>
                </c:pt>
                <c:pt idx="1365">
                  <c:v>44281</c:v>
                </c:pt>
                <c:pt idx="1366">
                  <c:v>44284</c:v>
                </c:pt>
                <c:pt idx="1367">
                  <c:v>44285</c:v>
                </c:pt>
                <c:pt idx="1368">
                  <c:v>44286</c:v>
                </c:pt>
                <c:pt idx="1369">
                  <c:v>44287</c:v>
                </c:pt>
                <c:pt idx="1370">
                  <c:v>44288</c:v>
                </c:pt>
                <c:pt idx="1371">
                  <c:v>44291</c:v>
                </c:pt>
                <c:pt idx="1372">
                  <c:v>44292</c:v>
                </c:pt>
                <c:pt idx="1373">
                  <c:v>44293</c:v>
                </c:pt>
                <c:pt idx="1374">
                  <c:v>44294</c:v>
                </c:pt>
                <c:pt idx="1375">
                  <c:v>44295</c:v>
                </c:pt>
                <c:pt idx="1376">
                  <c:v>44298</c:v>
                </c:pt>
                <c:pt idx="1377">
                  <c:v>44299</c:v>
                </c:pt>
                <c:pt idx="1378">
                  <c:v>44300</c:v>
                </c:pt>
                <c:pt idx="1379">
                  <c:v>44301</c:v>
                </c:pt>
                <c:pt idx="1380">
                  <c:v>44302</c:v>
                </c:pt>
                <c:pt idx="1381">
                  <c:v>44305</c:v>
                </c:pt>
                <c:pt idx="1382">
                  <c:v>44306</c:v>
                </c:pt>
                <c:pt idx="1383">
                  <c:v>44307</c:v>
                </c:pt>
                <c:pt idx="1384">
                  <c:v>44308</c:v>
                </c:pt>
                <c:pt idx="1385">
                  <c:v>44309</c:v>
                </c:pt>
                <c:pt idx="1386">
                  <c:v>44312</c:v>
                </c:pt>
                <c:pt idx="1387">
                  <c:v>44313</c:v>
                </c:pt>
                <c:pt idx="1388">
                  <c:v>44314</c:v>
                </c:pt>
                <c:pt idx="1389">
                  <c:v>44315</c:v>
                </c:pt>
                <c:pt idx="1390">
                  <c:v>44316</c:v>
                </c:pt>
                <c:pt idx="1391">
                  <c:v>44319</c:v>
                </c:pt>
                <c:pt idx="1392">
                  <c:v>44320</c:v>
                </c:pt>
                <c:pt idx="1393">
                  <c:v>44321</c:v>
                </c:pt>
                <c:pt idx="1394">
                  <c:v>44322</c:v>
                </c:pt>
                <c:pt idx="1395">
                  <c:v>44323</c:v>
                </c:pt>
                <c:pt idx="1396">
                  <c:v>44326</c:v>
                </c:pt>
                <c:pt idx="1397">
                  <c:v>44327</c:v>
                </c:pt>
                <c:pt idx="1398">
                  <c:v>44328</c:v>
                </c:pt>
                <c:pt idx="1399">
                  <c:v>44329</c:v>
                </c:pt>
                <c:pt idx="1400">
                  <c:v>44330</c:v>
                </c:pt>
                <c:pt idx="1401">
                  <c:v>44333</c:v>
                </c:pt>
                <c:pt idx="1402">
                  <c:v>44334</c:v>
                </c:pt>
                <c:pt idx="1403">
                  <c:v>44335</c:v>
                </c:pt>
                <c:pt idx="1404">
                  <c:v>44336</c:v>
                </c:pt>
                <c:pt idx="1405">
                  <c:v>44337</c:v>
                </c:pt>
                <c:pt idx="1406">
                  <c:v>44340</c:v>
                </c:pt>
                <c:pt idx="1407">
                  <c:v>44341</c:v>
                </c:pt>
                <c:pt idx="1408">
                  <c:v>44342</c:v>
                </c:pt>
                <c:pt idx="1409">
                  <c:v>44343</c:v>
                </c:pt>
                <c:pt idx="1410">
                  <c:v>44344</c:v>
                </c:pt>
                <c:pt idx="1411">
                  <c:v>44347</c:v>
                </c:pt>
                <c:pt idx="1412">
                  <c:v>44348</c:v>
                </c:pt>
                <c:pt idx="1413">
                  <c:v>44349</c:v>
                </c:pt>
                <c:pt idx="1414">
                  <c:v>44350</c:v>
                </c:pt>
                <c:pt idx="1415">
                  <c:v>44351</c:v>
                </c:pt>
                <c:pt idx="1416">
                  <c:v>44354</c:v>
                </c:pt>
                <c:pt idx="1417">
                  <c:v>44355</c:v>
                </c:pt>
                <c:pt idx="1418">
                  <c:v>44356</c:v>
                </c:pt>
                <c:pt idx="1419">
                  <c:v>44357</c:v>
                </c:pt>
                <c:pt idx="1420">
                  <c:v>44358</c:v>
                </c:pt>
                <c:pt idx="1421">
                  <c:v>44361</c:v>
                </c:pt>
                <c:pt idx="1422">
                  <c:v>44362</c:v>
                </c:pt>
                <c:pt idx="1423">
                  <c:v>44363</c:v>
                </c:pt>
                <c:pt idx="1424">
                  <c:v>44364</c:v>
                </c:pt>
                <c:pt idx="1425">
                  <c:v>44365</c:v>
                </c:pt>
                <c:pt idx="1426">
                  <c:v>44368</c:v>
                </c:pt>
                <c:pt idx="1427">
                  <c:v>44369</c:v>
                </c:pt>
                <c:pt idx="1428">
                  <c:v>44370</c:v>
                </c:pt>
                <c:pt idx="1429">
                  <c:v>44371</c:v>
                </c:pt>
                <c:pt idx="1430">
                  <c:v>44372</c:v>
                </c:pt>
                <c:pt idx="1431">
                  <c:v>44375</c:v>
                </c:pt>
                <c:pt idx="1432">
                  <c:v>44376</c:v>
                </c:pt>
                <c:pt idx="1433">
                  <c:v>44377</c:v>
                </c:pt>
                <c:pt idx="1434">
                  <c:v>44378</c:v>
                </c:pt>
                <c:pt idx="1435">
                  <c:v>44379</c:v>
                </c:pt>
                <c:pt idx="1436">
                  <c:v>44382</c:v>
                </c:pt>
                <c:pt idx="1437">
                  <c:v>44383</c:v>
                </c:pt>
                <c:pt idx="1438">
                  <c:v>44384</c:v>
                </c:pt>
                <c:pt idx="1439">
                  <c:v>44385</c:v>
                </c:pt>
                <c:pt idx="1440">
                  <c:v>44386</c:v>
                </c:pt>
                <c:pt idx="1441">
                  <c:v>44389</c:v>
                </c:pt>
                <c:pt idx="1442">
                  <c:v>44390</c:v>
                </c:pt>
                <c:pt idx="1443">
                  <c:v>44391</c:v>
                </c:pt>
                <c:pt idx="1444">
                  <c:v>44392</c:v>
                </c:pt>
                <c:pt idx="1445">
                  <c:v>44393</c:v>
                </c:pt>
                <c:pt idx="1446">
                  <c:v>44396</c:v>
                </c:pt>
                <c:pt idx="1447">
                  <c:v>44397</c:v>
                </c:pt>
                <c:pt idx="1448">
                  <c:v>44398</c:v>
                </c:pt>
                <c:pt idx="1449">
                  <c:v>44399</c:v>
                </c:pt>
                <c:pt idx="1450">
                  <c:v>44400</c:v>
                </c:pt>
                <c:pt idx="1451">
                  <c:v>44403</c:v>
                </c:pt>
                <c:pt idx="1452">
                  <c:v>44404</c:v>
                </c:pt>
                <c:pt idx="1453">
                  <c:v>44405</c:v>
                </c:pt>
                <c:pt idx="1454">
                  <c:v>44406</c:v>
                </c:pt>
                <c:pt idx="1455">
                  <c:v>44407</c:v>
                </c:pt>
                <c:pt idx="1456">
                  <c:v>44410</c:v>
                </c:pt>
                <c:pt idx="1457">
                  <c:v>44411</c:v>
                </c:pt>
                <c:pt idx="1458">
                  <c:v>44412</c:v>
                </c:pt>
                <c:pt idx="1459">
                  <c:v>44413</c:v>
                </c:pt>
                <c:pt idx="1460">
                  <c:v>44414</c:v>
                </c:pt>
                <c:pt idx="1461">
                  <c:v>44417</c:v>
                </c:pt>
                <c:pt idx="1462">
                  <c:v>44418</c:v>
                </c:pt>
                <c:pt idx="1463">
                  <c:v>44419</c:v>
                </c:pt>
                <c:pt idx="1464">
                  <c:v>44420</c:v>
                </c:pt>
                <c:pt idx="1465">
                  <c:v>44421</c:v>
                </c:pt>
                <c:pt idx="1466">
                  <c:v>44424</c:v>
                </c:pt>
                <c:pt idx="1467">
                  <c:v>44425</c:v>
                </c:pt>
                <c:pt idx="1468">
                  <c:v>44426</c:v>
                </c:pt>
                <c:pt idx="1469">
                  <c:v>44427</c:v>
                </c:pt>
                <c:pt idx="1470">
                  <c:v>44428</c:v>
                </c:pt>
                <c:pt idx="1471">
                  <c:v>44431</c:v>
                </c:pt>
                <c:pt idx="1472">
                  <c:v>44432</c:v>
                </c:pt>
                <c:pt idx="1473">
                  <c:v>44433</c:v>
                </c:pt>
                <c:pt idx="1474">
                  <c:v>44434</c:v>
                </c:pt>
                <c:pt idx="1475">
                  <c:v>44435</c:v>
                </c:pt>
                <c:pt idx="1476">
                  <c:v>44438</c:v>
                </c:pt>
                <c:pt idx="1477">
                  <c:v>44439</c:v>
                </c:pt>
                <c:pt idx="1478">
                  <c:v>44440</c:v>
                </c:pt>
                <c:pt idx="1479">
                  <c:v>44441</c:v>
                </c:pt>
                <c:pt idx="1480">
                  <c:v>44442</c:v>
                </c:pt>
                <c:pt idx="1481">
                  <c:v>44445</c:v>
                </c:pt>
                <c:pt idx="1482">
                  <c:v>44446</c:v>
                </c:pt>
                <c:pt idx="1483">
                  <c:v>44447</c:v>
                </c:pt>
                <c:pt idx="1484">
                  <c:v>44448</c:v>
                </c:pt>
                <c:pt idx="1485">
                  <c:v>44449</c:v>
                </c:pt>
                <c:pt idx="1486">
                  <c:v>44452</c:v>
                </c:pt>
                <c:pt idx="1487">
                  <c:v>44453</c:v>
                </c:pt>
                <c:pt idx="1488">
                  <c:v>44454</c:v>
                </c:pt>
                <c:pt idx="1489">
                  <c:v>44455</c:v>
                </c:pt>
                <c:pt idx="1490">
                  <c:v>44456</c:v>
                </c:pt>
                <c:pt idx="1491">
                  <c:v>44459</c:v>
                </c:pt>
                <c:pt idx="1492">
                  <c:v>44460</c:v>
                </c:pt>
                <c:pt idx="1493">
                  <c:v>44461</c:v>
                </c:pt>
                <c:pt idx="1494">
                  <c:v>44462</c:v>
                </c:pt>
                <c:pt idx="1495">
                  <c:v>44463</c:v>
                </c:pt>
                <c:pt idx="1496">
                  <c:v>44466</c:v>
                </c:pt>
                <c:pt idx="1497">
                  <c:v>44467</c:v>
                </c:pt>
                <c:pt idx="1498">
                  <c:v>44468</c:v>
                </c:pt>
                <c:pt idx="1499">
                  <c:v>44469</c:v>
                </c:pt>
                <c:pt idx="1500">
                  <c:v>44470</c:v>
                </c:pt>
                <c:pt idx="1501">
                  <c:v>44473</c:v>
                </c:pt>
                <c:pt idx="1502">
                  <c:v>44474</c:v>
                </c:pt>
                <c:pt idx="1503">
                  <c:v>44475</c:v>
                </c:pt>
                <c:pt idx="1504">
                  <c:v>44476</c:v>
                </c:pt>
                <c:pt idx="1505">
                  <c:v>44477</c:v>
                </c:pt>
                <c:pt idx="1506">
                  <c:v>44480</c:v>
                </c:pt>
                <c:pt idx="1507">
                  <c:v>44481</c:v>
                </c:pt>
                <c:pt idx="1508">
                  <c:v>44482</c:v>
                </c:pt>
                <c:pt idx="1509">
                  <c:v>44483</c:v>
                </c:pt>
                <c:pt idx="1510">
                  <c:v>44484</c:v>
                </c:pt>
                <c:pt idx="1511">
                  <c:v>44487</c:v>
                </c:pt>
                <c:pt idx="1512">
                  <c:v>44488</c:v>
                </c:pt>
                <c:pt idx="1513">
                  <c:v>44489</c:v>
                </c:pt>
                <c:pt idx="1514">
                  <c:v>44490</c:v>
                </c:pt>
                <c:pt idx="1515">
                  <c:v>44491</c:v>
                </c:pt>
                <c:pt idx="1516">
                  <c:v>44494</c:v>
                </c:pt>
                <c:pt idx="1517">
                  <c:v>44495</c:v>
                </c:pt>
                <c:pt idx="1518">
                  <c:v>44496</c:v>
                </c:pt>
                <c:pt idx="1519">
                  <c:v>44497</c:v>
                </c:pt>
                <c:pt idx="1520">
                  <c:v>44498</c:v>
                </c:pt>
                <c:pt idx="1521">
                  <c:v>44501</c:v>
                </c:pt>
                <c:pt idx="1522">
                  <c:v>44502</c:v>
                </c:pt>
                <c:pt idx="1523">
                  <c:v>44503</c:v>
                </c:pt>
                <c:pt idx="1524">
                  <c:v>44504</c:v>
                </c:pt>
                <c:pt idx="1525">
                  <c:v>44505</c:v>
                </c:pt>
                <c:pt idx="1526">
                  <c:v>44508</c:v>
                </c:pt>
                <c:pt idx="1527">
                  <c:v>44509</c:v>
                </c:pt>
                <c:pt idx="1528">
                  <c:v>44510</c:v>
                </c:pt>
                <c:pt idx="1529">
                  <c:v>44511</c:v>
                </c:pt>
                <c:pt idx="1530">
                  <c:v>44512</c:v>
                </c:pt>
                <c:pt idx="1531">
                  <c:v>44515</c:v>
                </c:pt>
                <c:pt idx="1532">
                  <c:v>44516</c:v>
                </c:pt>
                <c:pt idx="1533">
                  <c:v>44517</c:v>
                </c:pt>
                <c:pt idx="1534">
                  <c:v>44518</c:v>
                </c:pt>
                <c:pt idx="1535">
                  <c:v>44519</c:v>
                </c:pt>
                <c:pt idx="1536">
                  <c:v>44522</c:v>
                </c:pt>
                <c:pt idx="1537">
                  <c:v>44523</c:v>
                </c:pt>
                <c:pt idx="1538">
                  <c:v>44524</c:v>
                </c:pt>
                <c:pt idx="1539">
                  <c:v>44525</c:v>
                </c:pt>
                <c:pt idx="1540">
                  <c:v>44526</c:v>
                </c:pt>
                <c:pt idx="1541">
                  <c:v>44529</c:v>
                </c:pt>
                <c:pt idx="1542">
                  <c:v>44530</c:v>
                </c:pt>
                <c:pt idx="1543">
                  <c:v>44531</c:v>
                </c:pt>
                <c:pt idx="1544">
                  <c:v>44532</c:v>
                </c:pt>
                <c:pt idx="1545">
                  <c:v>44533</c:v>
                </c:pt>
                <c:pt idx="1546">
                  <c:v>44536</c:v>
                </c:pt>
                <c:pt idx="1547">
                  <c:v>44537</c:v>
                </c:pt>
                <c:pt idx="1548">
                  <c:v>44538</c:v>
                </c:pt>
                <c:pt idx="1549">
                  <c:v>44539</c:v>
                </c:pt>
                <c:pt idx="1550">
                  <c:v>44540</c:v>
                </c:pt>
                <c:pt idx="1551">
                  <c:v>44543</c:v>
                </c:pt>
                <c:pt idx="1552">
                  <c:v>44544</c:v>
                </c:pt>
                <c:pt idx="1553">
                  <c:v>44545</c:v>
                </c:pt>
                <c:pt idx="1554">
                  <c:v>44546</c:v>
                </c:pt>
                <c:pt idx="1555">
                  <c:v>44547</c:v>
                </c:pt>
                <c:pt idx="1556">
                  <c:v>44550</c:v>
                </c:pt>
                <c:pt idx="1557">
                  <c:v>44551</c:v>
                </c:pt>
                <c:pt idx="1558">
                  <c:v>44552</c:v>
                </c:pt>
                <c:pt idx="1559">
                  <c:v>44553</c:v>
                </c:pt>
                <c:pt idx="1560">
                  <c:v>44554</c:v>
                </c:pt>
                <c:pt idx="1561">
                  <c:v>44557</c:v>
                </c:pt>
                <c:pt idx="1562">
                  <c:v>44558</c:v>
                </c:pt>
                <c:pt idx="1563">
                  <c:v>44559</c:v>
                </c:pt>
                <c:pt idx="1564">
                  <c:v>44560</c:v>
                </c:pt>
                <c:pt idx="1565">
                  <c:v>44561</c:v>
                </c:pt>
                <c:pt idx="1566">
                  <c:v>44564</c:v>
                </c:pt>
                <c:pt idx="1567">
                  <c:v>44565</c:v>
                </c:pt>
                <c:pt idx="1568">
                  <c:v>44566</c:v>
                </c:pt>
                <c:pt idx="1569">
                  <c:v>44567</c:v>
                </c:pt>
                <c:pt idx="1570">
                  <c:v>44568</c:v>
                </c:pt>
                <c:pt idx="1571">
                  <c:v>44571</c:v>
                </c:pt>
                <c:pt idx="1572">
                  <c:v>44572</c:v>
                </c:pt>
                <c:pt idx="1573">
                  <c:v>44573</c:v>
                </c:pt>
                <c:pt idx="1574">
                  <c:v>44574</c:v>
                </c:pt>
                <c:pt idx="1575">
                  <c:v>44575</c:v>
                </c:pt>
                <c:pt idx="1576">
                  <c:v>44578</c:v>
                </c:pt>
                <c:pt idx="1577">
                  <c:v>44579</c:v>
                </c:pt>
                <c:pt idx="1578">
                  <c:v>44580</c:v>
                </c:pt>
                <c:pt idx="1579">
                  <c:v>44581</c:v>
                </c:pt>
                <c:pt idx="1580">
                  <c:v>44582</c:v>
                </c:pt>
                <c:pt idx="1581">
                  <c:v>44585</c:v>
                </c:pt>
                <c:pt idx="1582">
                  <c:v>44586</c:v>
                </c:pt>
                <c:pt idx="1583">
                  <c:v>44587</c:v>
                </c:pt>
                <c:pt idx="1584">
                  <c:v>44588</c:v>
                </c:pt>
                <c:pt idx="1585">
                  <c:v>44589</c:v>
                </c:pt>
                <c:pt idx="1586">
                  <c:v>44592</c:v>
                </c:pt>
                <c:pt idx="1587">
                  <c:v>44593</c:v>
                </c:pt>
                <c:pt idx="1588">
                  <c:v>44594</c:v>
                </c:pt>
                <c:pt idx="1589">
                  <c:v>44595</c:v>
                </c:pt>
                <c:pt idx="1590">
                  <c:v>44596</c:v>
                </c:pt>
                <c:pt idx="1591">
                  <c:v>44599</c:v>
                </c:pt>
                <c:pt idx="1592">
                  <c:v>44600</c:v>
                </c:pt>
                <c:pt idx="1593">
                  <c:v>44601</c:v>
                </c:pt>
                <c:pt idx="1594">
                  <c:v>44602</c:v>
                </c:pt>
                <c:pt idx="1595">
                  <c:v>44603</c:v>
                </c:pt>
                <c:pt idx="1596">
                  <c:v>44606</c:v>
                </c:pt>
                <c:pt idx="1597">
                  <c:v>44607</c:v>
                </c:pt>
                <c:pt idx="1598">
                  <c:v>44608</c:v>
                </c:pt>
                <c:pt idx="1599">
                  <c:v>44609</c:v>
                </c:pt>
                <c:pt idx="1600">
                  <c:v>44610</c:v>
                </c:pt>
                <c:pt idx="1601">
                  <c:v>44613</c:v>
                </c:pt>
                <c:pt idx="1602">
                  <c:v>44614</c:v>
                </c:pt>
                <c:pt idx="1603">
                  <c:v>44615</c:v>
                </c:pt>
                <c:pt idx="1604">
                  <c:v>44616</c:v>
                </c:pt>
                <c:pt idx="1605">
                  <c:v>44617</c:v>
                </c:pt>
                <c:pt idx="1606">
                  <c:v>44620</c:v>
                </c:pt>
                <c:pt idx="1607">
                  <c:v>44621</c:v>
                </c:pt>
                <c:pt idx="1608">
                  <c:v>44622</c:v>
                </c:pt>
                <c:pt idx="1609">
                  <c:v>44623</c:v>
                </c:pt>
                <c:pt idx="1610">
                  <c:v>44624</c:v>
                </c:pt>
                <c:pt idx="1611">
                  <c:v>44627</c:v>
                </c:pt>
                <c:pt idx="1612">
                  <c:v>44628</c:v>
                </c:pt>
                <c:pt idx="1613">
                  <c:v>44629</c:v>
                </c:pt>
                <c:pt idx="1614">
                  <c:v>44630</c:v>
                </c:pt>
                <c:pt idx="1615">
                  <c:v>44631</c:v>
                </c:pt>
                <c:pt idx="1616">
                  <c:v>44634</c:v>
                </c:pt>
                <c:pt idx="1617">
                  <c:v>44635</c:v>
                </c:pt>
                <c:pt idx="1618">
                  <c:v>44636</c:v>
                </c:pt>
                <c:pt idx="1619">
                  <c:v>44637</c:v>
                </c:pt>
                <c:pt idx="1620">
                  <c:v>44638</c:v>
                </c:pt>
                <c:pt idx="1621">
                  <c:v>44641</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44656</c:v>
                </c:pt>
                <c:pt idx="1633">
                  <c:v>44657</c:v>
                </c:pt>
                <c:pt idx="1634">
                  <c:v>44658</c:v>
                </c:pt>
                <c:pt idx="1635">
                  <c:v>44659</c:v>
                </c:pt>
                <c:pt idx="1636">
                  <c:v>44662</c:v>
                </c:pt>
                <c:pt idx="1637">
                  <c:v>44663</c:v>
                </c:pt>
                <c:pt idx="1638">
                  <c:v>44664</c:v>
                </c:pt>
                <c:pt idx="1639">
                  <c:v>44665</c:v>
                </c:pt>
                <c:pt idx="1640">
                  <c:v>44666</c:v>
                </c:pt>
                <c:pt idx="1641">
                  <c:v>44669</c:v>
                </c:pt>
                <c:pt idx="1642">
                  <c:v>44670</c:v>
                </c:pt>
                <c:pt idx="1643">
                  <c:v>44671</c:v>
                </c:pt>
                <c:pt idx="1644">
                  <c:v>44672</c:v>
                </c:pt>
                <c:pt idx="1645">
                  <c:v>44673</c:v>
                </c:pt>
                <c:pt idx="1646">
                  <c:v>44676</c:v>
                </c:pt>
                <c:pt idx="1647">
                  <c:v>44677</c:v>
                </c:pt>
                <c:pt idx="1648">
                  <c:v>44678</c:v>
                </c:pt>
                <c:pt idx="1649">
                  <c:v>44679</c:v>
                </c:pt>
                <c:pt idx="1650">
                  <c:v>44680</c:v>
                </c:pt>
                <c:pt idx="1651">
                  <c:v>44683</c:v>
                </c:pt>
                <c:pt idx="1652">
                  <c:v>44684</c:v>
                </c:pt>
                <c:pt idx="1653">
                  <c:v>44685</c:v>
                </c:pt>
                <c:pt idx="1654">
                  <c:v>44686</c:v>
                </c:pt>
                <c:pt idx="1655">
                  <c:v>44687</c:v>
                </c:pt>
                <c:pt idx="1656">
                  <c:v>44690</c:v>
                </c:pt>
                <c:pt idx="1657">
                  <c:v>44691</c:v>
                </c:pt>
                <c:pt idx="1658">
                  <c:v>44692</c:v>
                </c:pt>
                <c:pt idx="1659">
                  <c:v>44693</c:v>
                </c:pt>
                <c:pt idx="1660">
                  <c:v>44694</c:v>
                </c:pt>
                <c:pt idx="1661">
                  <c:v>44697</c:v>
                </c:pt>
                <c:pt idx="1662">
                  <c:v>44698</c:v>
                </c:pt>
                <c:pt idx="1663">
                  <c:v>44699</c:v>
                </c:pt>
                <c:pt idx="1664">
                  <c:v>44700</c:v>
                </c:pt>
                <c:pt idx="1665">
                  <c:v>44701</c:v>
                </c:pt>
                <c:pt idx="1666">
                  <c:v>44704</c:v>
                </c:pt>
                <c:pt idx="1667">
                  <c:v>44705</c:v>
                </c:pt>
                <c:pt idx="1668">
                  <c:v>44706</c:v>
                </c:pt>
                <c:pt idx="1669">
                  <c:v>44707</c:v>
                </c:pt>
                <c:pt idx="1670">
                  <c:v>44708</c:v>
                </c:pt>
                <c:pt idx="1671">
                  <c:v>44711</c:v>
                </c:pt>
                <c:pt idx="1672">
                  <c:v>44712</c:v>
                </c:pt>
                <c:pt idx="1673">
                  <c:v>44713</c:v>
                </c:pt>
                <c:pt idx="1674">
                  <c:v>44714</c:v>
                </c:pt>
                <c:pt idx="1675">
                  <c:v>44715</c:v>
                </c:pt>
                <c:pt idx="1676">
                  <c:v>44718</c:v>
                </c:pt>
                <c:pt idx="1677">
                  <c:v>44719</c:v>
                </c:pt>
                <c:pt idx="1678">
                  <c:v>44720</c:v>
                </c:pt>
                <c:pt idx="1679">
                  <c:v>44721</c:v>
                </c:pt>
                <c:pt idx="1680">
                  <c:v>44722</c:v>
                </c:pt>
                <c:pt idx="1681">
                  <c:v>44725</c:v>
                </c:pt>
                <c:pt idx="1682">
                  <c:v>44726</c:v>
                </c:pt>
                <c:pt idx="1683">
                  <c:v>44727</c:v>
                </c:pt>
                <c:pt idx="1684">
                  <c:v>44728</c:v>
                </c:pt>
                <c:pt idx="1685">
                  <c:v>44729</c:v>
                </c:pt>
                <c:pt idx="1686">
                  <c:v>44732</c:v>
                </c:pt>
                <c:pt idx="1687">
                  <c:v>44733</c:v>
                </c:pt>
                <c:pt idx="1688">
                  <c:v>44734</c:v>
                </c:pt>
                <c:pt idx="1689">
                  <c:v>44735</c:v>
                </c:pt>
                <c:pt idx="1690">
                  <c:v>44736</c:v>
                </c:pt>
                <c:pt idx="1691">
                  <c:v>44739</c:v>
                </c:pt>
                <c:pt idx="1692">
                  <c:v>44740</c:v>
                </c:pt>
                <c:pt idx="1693">
                  <c:v>44741</c:v>
                </c:pt>
                <c:pt idx="1694">
                  <c:v>44742</c:v>
                </c:pt>
                <c:pt idx="1695">
                  <c:v>44743</c:v>
                </c:pt>
                <c:pt idx="1696">
                  <c:v>44746</c:v>
                </c:pt>
                <c:pt idx="1697">
                  <c:v>44747</c:v>
                </c:pt>
                <c:pt idx="1698">
                  <c:v>44748</c:v>
                </c:pt>
                <c:pt idx="1699">
                  <c:v>44749</c:v>
                </c:pt>
                <c:pt idx="1700">
                  <c:v>44750</c:v>
                </c:pt>
                <c:pt idx="1701">
                  <c:v>44753</c:v>
                </c:pt>
                <c:pt idx="1702">
                  <c:v>44754</c:v>
                </c:pt>
                <c:pt idx="1703">
                  <c:v>44755</c:v>
                </c:pt>
                <c:pt idx="1704">
                  <c:v>44756</c:v>
                </c:pt>
                <c:pt idx="1705">
                  <c:v>44757</c:v>
                </c:pt>
                <c:pt idx="1706">
                  <c:v>44760</c:v>
                </c:pt>
                <c:pt idx="1707">
                  <c:v>44761</c:v>
                </c:pt>
                <c:pt idx="1708">
                  <c:v>44762</c:v>
                </c:pt>
                <c:pt idx="1709">
                  <c:v>44763</c:v>
                </c:pt>
                <c:pt idx="1710">
                  <c:v>44764</c:v>
                </c:pt>
                <c:pt idx="1711">
                  <c:v>44767</c:v>
                </c:pt>
                <c:pt idx="1712">
                  <c:v>44768</c:v>
                </c:pt>
                <c:pt idx="1713">
                  <c:v>44769</c:v>
                </c:pt>
                <c:pt idx="1714">
                  <c:v>44770</c:v>
                </c:pt>
                <c:pt idx="1715">
                  <c:v>44771</c:v>
                </c:pt>
                <c:pt idx="1716">
                  <c:v>44774</c:v>
                </c:pt>
                <c:pt idx="1717">
                  <c:v>44775</c:v>
                </c:pt>
                <c:pt idx="1718">
                  <c:v>44776</c:v>
                </c:pt>
                <c:pt idx="1719">
                  <c:v>44777</c:v>
                </c:pt>
                <c:pt idx="1720">
                  <c:v>44778</c:v>
                </c:pt>
                <c:pt idx="1721">
                  <c:v>44781</c:v>
                </c:pt>
                <c:pt idx="1722">
                  <c:v>44782</c:v>
                </c:pt>
                <c:pt idx="1723">
                  <c:v>44783</c:v>
                </c:pt>
                <c:pt idx="1724">
                  <c:v>44784</c:v>
                </c:pt>
                <c:pt idx="1725">
                  <c:v>44785</c:v>
                </c:pt>
                <c:pt idx="1726">
                  <c:v>44788</c:v>
                </c:pt>
                <c:pt idx="1727">
                  <c:v>44789</c:v>
                </c:pt>
                <c:pt idx="1728">
                  <c:v>44790</c:v>
                </c:pt>
                <c:pt idx="1729">
                  <c:v>44791</c:v>
                </c:pt>
                <c:pt idx="1730">
                  <c:v>44792</c:v>
                </c:pt>
                <c:pt idx="1731">
                  <c:v>44795</c:v>
                </c:pt>
                <c:pt idx="1732">
                  <c:v>44796</c:v>
                </c:pt>
                <c:pt idx="1733">
                  <c:v>44797</c:v>
                </c:pt>
                <c:pt idx="1734">
                  <c:v>44798</c:v>
                </c:pt>
                <c:pt idx="1735">
                  <c:v>44799</c:v>
                </c:pt>
                <c:pt idx="1736">
                  <c:v>44802</c:v>
                </c:pt>
                <c:pt idx="1737">
                  <c:v>44803</c:v>
                </c:pt>
                <c:pt idx="1738">
                  <c:v>44804</c:v>
                </c:pt>
                <c:pt idx="1739">
                  <c:v>44805</c:v>
                </c:pt>
                <c:pt idx="1740">
                  <c:v>44806</c:v>
                </c:pt>
                <c:pt idx="1741">
                  <c:v>44809</c:v>
                </c:pt>
                <c:pt idx="1742">
                  <c:v>44810</c:v>
                </c:pt>
                <c:pt idx="1743">
                  <c:v>44811</c:v>
                </c:pt>
                <c:pt idx="1744">
                  <c:v>44812</c:v>
                </c:pt>
                <c:pt idx="1745">
                  <c:v>44813</c:v>
                </c:pt>
                <c:pt idx="1746">
                  <c:v>44816</c:v>
                </c:pt>
                <c:pt idx="1747">
                  <c:v>44817</c:v>
                </c:pt>
                <c:pt idx="1748">
                  <c:v>44818</c:v>
                </c:pt>
                <c:pt idx="1749">
                  <c:v>44819</c:v>
                </c:pt>
                <c:pt idx="1750">
                  <c:v>44820</c:v>
                </c:pt>
                <c:pt idx="1751">
                  <c:v>44823</c:v>
                </c:pt>
                <c:pt idx="1752">
                  <c:v>44824</c:v>
                </c:pt>
                <c:pt idx="1753">
                  <c:v>44825</c:v>
                </c:pt>
                <c:pt idx="1754">
                  <c:v>44826</c:v>
                </c:pt>
                <c:pt idx="1755">
                  <c:v>44827</c:v>
                </c:pt>
                <c:pt idx="1756">
                  <c:v>44830</c:v>
                </c:pt>
                <c:pt idx="1757">
                  <c:v>44831</c:v>
                </c:pt>
                <c:pt idx="1758">
                  <c:v>44832</c:v>
                </c:pt>
                <c:pt idx="1759">
                  <c:v>44833</c:v>
                </c:pt>
                <c:pt idx="1760">
                  <c:v>44834</c:v>
                </c:pt>
                <c:pt idx="1761">
                  <c:v>44837</c:v>
                </c:pt>
                <c:pt idx="1762">
                  <c:v>44838</c:v>
                </c:pt>
                <c:pt idx="1763">
                  <c:v>44839</c:v>
                </c:pt>
                <c:pt idx="1764">
                  <c:v>44840</c:v>
                </c:pt>
                <c:pt idx="1765">
                  <c:v>44841</c:v>
                </c:pt>
                <c:pt idx="1766">
                  <c:v>44844</c:v>
                </c:pt>
                <c:pt idx="1767">
                  <c:v>44845</c:v>
                </c:pt>
                <c:pt idx="1768">
                  <c:v>44846</c:v>
                </c:pt>
                <c:pt idx="1769">
                  <c:v>44847</c:v>
                </c:pt>
                <c:pt idx="1770">
                  <c:v>44848</c:v>
                </c:pt>
                <c:pt idx="1771">
                  <c:v>44851</c:v>
                </c:pt>
                <c:pt idx="1772">
                  <c:v>44852</c:v>
                </c:pt>
                <c:pt idx="1773">
                  <c:v>44853</c:v>
                </c:pt>
                <c:pt idx="1774">
                  <c:v>44854</c:v>
                </c:pt>
                <c:pt idx="1775">
                  <c:v>44855</c:v>
                </c:pt>
                <c:pt idx="1776">
                  <c:v>44858</c:v>
                </c:pt>
                <c:pt idx="1777">
                  <c:v>44859</c:v>
                </c:pt>
                <c:pt idx="1778">
                  <c:v>44860</c:v>
                </c:pt>
                <c:pt idx="1779">
                  <c:v>44861</c:v>
                </c:pt>
                <c:pt idx="1780">
                  <c:v>44862</c:v>
                </c:pt>
                <c:pt idx="1781">
                  <c:v>44865</c:v>
                </c:pt>
                <c:pt idx="1782">
                  <c:v>44866</c:v>
                </c:pt>
                <c:pt idx="1783">
                  <c:v>44867</c:v>
                </c:pt>
                <c:pt idx="1784">
                  <c:v>44868</c:v>
                </c:pt>
                <c:pt idx="1785">
                  <c:v>44869</c:v>
                </c:pt>
                <c:pt idx="1786">
                  <c:v>44872</c:v>
                </c:pt>
                <c:pt idx="1787">
                  <c:v>44873</c:v>
                </c:pt>
                <c:pt idx="1788">
                  <c:v>44874</c:v>
                </c:pt>
                <c:pt idx="1789">
                  <c:v>44875</c:v>
                </c:pt>
                <c:pt idx="1790">
                  <c:v>44876</c:v>
                </c:pt>
                <c:pt idx="1791">
                  <c:v>44879</c:v>
                </c:pt>
                <c:pt idx="1792">
                  <c:v>44880</c:v>
                </c:pt>
                <c:pt idx="1793">
                  <c:v>44881</c:v>
                </c:pt>
                <c:pt idx="1794">
                  <c:v>44882</c:v>
                </c:pt>
                <c:pt idx="1795">
                  <c:v>44883</c:v>
                </c:pt>
                <c:pt idx="1796">
                  <c:v>44886</c:v>
                </c:pt>
                <c:pt idx="1797">
                  <c:v>44887</c:v>
                </c:pt>
                <c:pt idx="1798">
                  <c:v>44888</c:v>
                </c:pt>
                <c:pt idx="1799">
                  <c:v>44889</c:v>
                </c:pt>
                <c:pt idx="1800">
                  <c:v>44890</c:v>
                </c:pt>
                <c:pt idx="1801">
                  <c:v>44893</c:v>
                </c:pt>
                <c:pt idx="1802">
                  <c:v>44894</c:v>
                </c:pt>
                <c:pt idx="1803">
                  <c:v>44895</c:v>
                </c:pt>
                <c:pt idx="1804">
                  <c:v>44896</c:v>
                </c:pt>
                <c:pt idx="1805">
                  <c:v>44897</c:v>
                </c:pt>
                <c:pt idx="1806">
                  <c:v>44900</c:v>
                </c:pt>
                <c:pt idx="1807">
                  <c:v>44901</c:v>
                </c:pt>
                <c:pt idx="1808">
                  <c:v>44902</c:v>
                </c:pt>
                <c:pt idx="1809">
                  <c:v>44903</c:v>
                </c:pt>
                <c:pt idx="1810">
                  <c:v>44904</c:v>
                </c:pt>
                <c:pt idx="1811">
                  <c:v>44907</c:v>
                </c:pt>
                <c:pt idx="1812">
                  <c:v>44908</c:v>
                </c:pt>
                <c:pt idx="1813">
                  <c:v>44909</c:v>
                </c:pt>
                <c:pt idx="1814">
                  <c:v>44910</c:v>
                </c:pt>
                <c:pt idx="1815">
                  <c:v>44911</c:v>
                </c:pt>
                <c:pt idx="1816">
                  <c:v>44914</c:v>
                </c:pt>
                <c:pt idx="1817">
                  <c:v>44915</c:v>
                </c:pt>
                <c:pt idx="1818">
                  <c:v>44916</c:v>
                </c:pt>
                <c:pt idx="1819">
                  <c:v>44917</c:v>
                </c:pt>
                <c:pt idx="1820">
                  <c:v>44918</c:v>
                </c:pt>
                <c:pt idx="1821">
                  <c:v>44921</c:v>
                </c:pt>
                <c:pt idx="1822">
                  <c:v>44922</c:v>
                </c:pt>
                <c:pt idx="1823">
                  <c:v>44923</c:v>
                </c:pt>
                <c:pt idx="1824">
                  <c:v>44924</c:v>
                </c:pt>
                <c:pt idx="1825">
                  <c:v>44925</c:v>
                </c:pt>
                <c:pt idx="1826">
                  <c:v>44928</c:v>
                </c:pt>
                <c:pt idx="1827">
                  <c:v>44929</c:v>
                </c:pt>
                <c:pt idx="1828">
                  <c:v>44930</c:v>
                </c:pt>
                <c:pt idx="1829">
                  <c:v>44931</c:v>
                </c:pt>
                <c:pt idx="1830">
                  <c:v>44932</c:v>
                </c:pt>
                <c:pt idx="1831">
                  <c:v>44935</c:v>
                </c:pt>
                <c:pt idx="1832">
                  <c:v>44936</c:v>
                </c:pt>
                <c:pt idx="1833">
                  <c:v>44937</c:v>
                </c:pt>
                <c:pt idx="1834">
                  <c:v>44938</c:v>
                </c:pt>
                <c:pt idx="1835">
                  <c:v>44939</c:v>
                </c:pt>
                <c:pt idx="1836">
                  <c:v>44942</c:v>
                </c:pt>
                <c:pt idx="1837">
                  <c:v>44943</c:v>
                </c:pt>
                <c:pt idx="1838">
                  <c:v>44944</c:v>
                </c:pt>
                <c:pt idx="1839">
                  <c:v>44945</c:v>
                </c:pt>
                <c:pt idx="1840">
                  <c:v>44946</c:v>
                </c:pt>
                <c:pt idx="1841">
                  <c:v>44949</c:v>
                </c:pt>
                <c:pt idx="1842">
                  <c:v>44950</c:v>
                </c:pt>
                <c:pt idx="1843">
                  <c:v>44951</c:v>
                </c:pt>
                <c:pt idx="1844">
                  <c:v>44952</c:v>
                </c:pt>
                <c:pt idx="1845">
                  <c:v>44953</c:v>
                </c:pt>
                <c:pt idx="1846">
                  <c:v>44956</c:v>
                </c:pt>
                <c:pt idx="1847">
                  <c:v>44957</c:v>
                </c:pt>
                <c:pt idx="1848">
                  <c:v>44958</c:v>
                </c:pt>
                <c:pt idx="1849">
                  <c:v>44959</c:v>
                </c:pt>
                <c:pt idx="1850">
                  <c:v>44960</c:v>
                </c:pt>
                <c:pt idx="1851">
                  <c:v>44963</c:v>
                </c:pt>
                <c:pt idx="1852">
                  <c:v>44964</c:v>
                </c:pt>
                <c:pt idx="1853">
                  <c:v>44965</c:v>
                </c:pt>
                <c:pt idx="1854">
                  <c:v>44966</c:v>
                </c:pt>
                <c:pt idx="1855">
                  <c:v>44967</c:v>
                </c:pt>
                <c:pt idx="1856">
                  <c:v>44970</c:v>
                </c:pt>
                <c:pt idx="1857">
                  <c:v>44971</c:v>
                </c:pt>
                <c:pt idx="1858">
                  <c:v>44972</c:v>
                </c:pt>
                <c:pt idx="1859">
                  <c:v>44973</c:v>
                </c:pt>
                <c:pt idx="1860">
                  <c:v>44974</c:v>
                </c:pt>
                <c:pt idx="1861">
                  <c:v>44977</c:v>
                </c:pt>
                <c:pt idx="1862">
                  <c:v>44978</c:v>
                </c:pt>
                <c:pt idx="1863">
                  <c:v>44979</c:v>
                </c:pt>
                <c:pt idx="1864">
                  <c:v>44980</c:v>
                </c:pt>
                <c:pt idx="1865">
                  <c:v>44981</c:v>
                </c:pt>
                <c:pt idx="1866">
                  <c:v>44984</c:v>
                </c:pt>
                <c:pt idx="1867">
                  <c:v>44985</c:v>
                </c:pt>
                <c:pt idx="1868">
                  <c:v>44986</c:v>
                </c:pt>
                <c:pt idx="1869">
                  <c:v>44987</c:v>
                </c:pt>
                <c:pt idx="1870">
                  <c:v>44988</c:v>
                </c:pt>
                <c:pt idx="1871">
                  <c:v>44991</c:v>
                </c:pt>
                <c:pt idx="1872">
                  <c:v>44992</c:v>
                </c:pt>
                <c:pt idx="1873">
                  <c:v>44993</c:v>
                </c:pt>
                <c:pt idx="1874">
                  <c:v>44994</c:v>
                </c:pt>
                <c:pt idx="1875">
                  <c:v>44995</c:v>
                </c:pt>
                <c:pt idx="1876">
                  <c:v>44998</c:v>
                </c:pt>
                <c:pt idx="1877">
                  <c:v>44999</c:v>
                </c:pt>
                <c:pt idx="1878">
                  <c:v>45000</c:v>
                </c:pt>
                <c:pt idx="1879">
                  <c:v>45001</c:v>
                </c:pt>
                <c:pt idx="1880">
                  <c:v>45002</c:v>
                </c:pt>
                <c:pt idx="1881">
                  <c:v>45005</c:v>
                </c:pt>
                <c:pt idx="1882">
                  <c:v>45006</c:v>
                </c:pt>
                <c:pt idx="1883">
                  <c:v>45007</c:v>
                </c:pt>
                <c:pt idx="1884">
                  <c:v>45008</c:v>
                </c:pt>
                <c:pt idx="1885">
                  <c:v>45009</c:v>
                </c:pt>
                <c:pt idx="1886">
                  <c:v>45012</c:v>
                </c:pt>
                <c:pt idx="1887">
                  <c:v>45013</c:v>
                </c:pt>
                <c:pt idx="1888">
                  <c:v>45014</c:v>
                </c:pt>
                <c:pt idx="1889">
                  <c:v>45015</c:v>
                </c:pt>
                <c:pt idx="1890">
                  <c:v>45016</c:v>
                </c:pt>
                <c:pt idx="1891">
                  <c:v>45019</c:v>
                </c:pt>
                <c:pt idx="1892">
                  <c:v>45020</c:v>
                </c:pt>
                <c:pt idx="1893">
                  <c:v>45021</c:v>
                </c:pt>
                <c:pt idx="1894">
                  <c:v>45022</c:v>
                </c:pt>
                <c:pt idx="1895">
                  <c:v>45023</c:v>
                </c:pt>
                <c:pt idx="1896">
                  <c:v>45026</c:v>
                </c:pt>
                <c:pt idx="1897">
                  <c:v>45027</c:v>
                </c:pt>
                <c:pt idx="1898">
                  <c:v>45028</c:v>
                </c:pt>
                <c:pt idx="1899">
                  <c:v>45029</c:v>
                </c:pt>
                <c:pt idx="1900">
                  <c:v>45030</c:v>
                </c:pt>
                <c:pt idx="1901">
                  <c:v>45033</c:v>
                </c:pt>
                <c:pt idx="1902">
                  <c:v>45034</c:v>
                </c:pt>
                <c:pt idx="1903">
                  <c:v>45035</c:v>
                </c:pt>
                <c:pt idx="1904">
                  <c:v>45036</c:v>
                </c:pt>
                <c:pt idx="1905">
                  <c:v>45037</c:v>
                </c:pt>
                <c:pt idx="1906">
                  <c:v>45040</c:v>
                </c:pt>
                <c:pt idx="1907">
                  <c:v>45041</c:v>
                </c:pt>
                <c:pt idx="1908">
                  <c:v>45042</c:v>
                </c:pt>
                <c:pt idx="1909">
                  <c:v>45043</c:v>
                </c:pt>
                <c:pt idx="1910">
                  <c:v>45044</c:v>
                </c:pt>
                <c:pt idx="1911">
                  <c:v>45047</c:v>
                </c:pt>
                <c:pt idx="1912">
                  <c:v>45048</c:v>
                </c:pt>
                <c:pt idx="1913">
                  <c:v>45049</c:v>
                </c:pt>
                <c:pt idx="1914">
                  <c:v>45050</c:v>
                </c:pt>
                <c:pt idx="1915">
                  <c:v>45051</c:v>
                </c:pt>
                <c:pt idx="1916">
                  <c:v>45054</c:v>
                </c:pt>
                <c:pt idx="1917">
                  <c:v>45055</c:v>
                </c:pt>
                <c:pt idx="1918">
                  <c:v>45056</c:v>
                </c:pt>
                <c:pt idx="1919">
                  <c:v>45057</c:v>
                </c:pt>
                <c:pt idx="1920">
                  <c:v>45058</c:v>
                </c:pt>
                <c:pt idx="1921">
                  <c:v>45061</c:v>
                </c:pt>
                <c:pt idx="1922">
                  <c:v>45062</c:v>
                </c:pt>
                <c:pt idx="1923">
                  <c:v>45063</c:v>
                </c:pt>
                <c:pt idx="1924">
                  <c:v>45064</c:v>
                </c:pt>
                <c:pt idx="1925">
                  <c:v>45065</c:v>
                </c:pt>
                <c:pt idx="1926">
                  <c:v>45068</c:v>
                </c:pt>
                <c:pt idx="1927">
                  <c:v>45069</c:v>
                </c:pt>
                <c:pt idx="1928">
                  <c:v>45070</c:v>
                </c:pt>
                <c:pt idx="1929">
                  <c:v>45071</c:v>
                </c:pt>
                <c:pt idx="1930">
                  <c:v>45072</c:v>
                </c:pt>
                <c:pt idx="1931">
                  <c:v>45075</c:v>
                </c:pt>
                <c:pt idx="1932">
                  <c:v>45076</c:v>
                </c:pt>
                <c:pt idx="1933">
                  <c:v>45077</c:v>
                </c:pt>
                <c:pt idx="1934">
                  <c:v>45078</c:v>
                </c:pt>
                <c:pt idx="1935">
                  <c:v>45079</c:v>
                </c:pt>
                <c:pt idx="1936">
                  <c:v>45082</c:v>
                </c:pt>
                <c:pt idx="1937">
                  <c:v>45083</c:v>
                </c:pt>
                <c:pt idx="1938">
                  <c:v>45084</c:v>
                </c:pt>
                <c:pt idx="1939">
                  <c:v>45085</c:v>
                </c:pt>
                <c:pt idx="1940">
                  <c:v>45086</c:v>
                </c:pt>
                <c:pt idx="1941">
                  <c:v>45089</c:v>
                </c:pt>
                <c:pt idx="1942">
                  <c:v>45090</c:v>
                </c:pt>
                <c:pt idx="1943">
                  <c:v>45091</c:v>
                </c:pt>
                <c:pt idx="1944">
                  <c:v>45092</c:v>
                </c:pt>
                <c:pt idx="1945">
                  <c:v>45093</c:v>
                </c:pt>
                <c:pt idx="1946">
                  <c:v>45096</c:v>
                </c:pt>
                <c:pt idx="1947">
                  <c:v>45097</c:v>
                </c:pt>
                <c:pt idx="1948">
                  <c:v>45098</c:v>
                </c:pt>
                <c:pt idx="1949">
                  <c:v>45099</c:v>
                </c:pt>
                <c:pt idx="1950">
                  <c:v>45100</c:v>
                </c:pt>
                <c:pt idx="1951">
                  <c:v>45103</c:v>
                </c:pt>
                <c:pt idx="1952">
                  <c:v>45104</c:v>
                </c:pt>
                <c:pt idx="1953">
                  <c:v>45105</c:v>
                </c:pt>
                <c:pt idx="1954">
                  <c:v>45106</c:v>
                </c:pt>
                <c:pt idx="1955">
                  <c:v>45107</c:v>
                </c:pt>
                <c:pt idx="1956">
                  <c:v>45110</c:v>
                </c:pt>
                <c:pt idx="1957">
                  <c:v>45111</c:v>
                </c:pt>
                <c:pt idx="1958">
                  <c:v>45112</c:v>
                </c:pt>
                <c:pt idx="1959">
                  <c:v>45113</c:v>
                </c:pt>
                <c:pt idx="1960">
                  <c:v>45114</c:v>
                </c:pt>
                <c:pt idx="1961">
                  <c:v>45117</c:v>
                </c:pt>
                <c:pt idx="1962">
                  <c:v>45118</c:v>
                </c:pt>
                <c:pt idx="1963">
                  <c:v>45119</c:v>
                </c:pt>
                <c:pt idx="1964">
                  <c:v>45120</c:v>
                </c:pt>
                <c:pt idx="1965">
                  <c:v>45121</c:v>
                </c:pt>
                <c:pt idx="1966">
                  <c:v>45124</c:v>
                </c:pt>
                <c:pt idx="1967">
                  <c:v>45125</c:v>
                </c:pt>
                <c:pt idx="1968">
                  <c:v>45126</c:v>
                </c:pt>
                <c:pt idx="1969">
                  <c:v>45127</c:v>
                </c:pt>
                <c:pt idx="1970">
                  <c:v>45128</c:v>
                </c:pt>
                <c:pt idx="1971">
                  <c:v>45131</c:v>
                </c:pt>
                <c:pt idx="1972">
                  <c:v>45132</c:v>
                </c:pt>
                <c:pt idx="1973">
                  <c:v>45133</c:v>
                </c:pt>
                <c:pt idx="1974">
                  <c:v>45134</c:v>
                </c:pt>
                <c:pt idx="1975">
                  <c:v>45135</c:v>
                </c:pt>
                <c:pt idx="1976">
                  <c:v>45138</c:v>
                </c:pt>
                <c:pt idx="1977">
                  <c:v>45139</c:v>
                </c:pt>
                <c:pt idx="1978">
                  <c:v>45140</c:v>
                </c:pt>
                <c:pt idx="1979">
                  <c:v>45141</c:v>
                </c:pt>
                <c:pt idx="1980">
                  <c:v>45142</c:v>
                </c:pt>
                <c:pt idx="1981">
                  <c:v>45145</c:v>
                </c:pt>
                <c:pt idx="1982">
                  <c:v>45146</c:v>
                </c:pt>
                <c:pt idx="1983">
                  <c:v>45147</c:v>
                </c:pt>
                <c:pt idx="1984">
                  <c:v>45148</c:v>
                </c:pt>
                <c:pt idx="1985">
                  <c:v>45149</c:v>
                </c:pt>
                <c:pt idx="1986">
                  <c:v>45152</c:v>
                </c:pt>
                <c:pt idx="1987">
                  <c:v>45153</c:v>
                </c:pt>
                <c:pt idx="1988">
                  <c:v>45154</c:v>
                </c:pt>
                <c:pt idx="1989">
                  <c:v>45155</c:v>
                </c:pt>
                <c:pt idx="1990">
                  <c:v>45156</c:v>
                </c:pt>
                <c:pt idx="1991">
                  <c:v>45159</c:v>
                </c:pt>
                <c:pt idx="1992">
                  <c:v>45160</c:v>
                </c:pt>
                <c:pt idx="1993">
                  <c:v>45161</c:v>
                </c:pt>
                <c:pt idx="1994">
                  <c:v>45162</c:v>
                </c:pt>
                <c:pt idx="1995">
                  <c:v>45163</c:v>
                </c:pt>
                <c:pt idx="1996">
                  <c:v>45166</c:v>
                </c:pt>
                <c:pt idx="1997">
                  <c:v>45167</c:v>
                </c:pt>
                <c:pt idx="1998">
                  <c:v>45168</c:v>
                </c:pt>
                <c:pt idx="1999">
                  <c:v>45169</c:v>
                </c:pt>
                <c:pt idx="2000">
                  <c:v>45170</c:v>
                </c:pt>
                <c:pt idx="2001">
                  <c:v>45173</c:v>
                </c:pt>
                <c:pt idx="2002">
                  <c:v>45174</c:v>
                </c:pt>
                <c:pt idx="2003">
                  <c:v>45175</c:v>
                </c:pt>
                <c:pt idx="2004">
                  <c:v>45176</c:v>
                </c:pt>
                <c:pt idx="2005">
                  <c:v>45177</c:v>
                </c:pt>
                <c:pt idx="2006">
                  <c:v>45180</c:v>
                </c:pt>
                <c:pt idx="2007">
                  <c:v>45181</c:v>
                </c:pt>
                <c:pt idx="2008">
                  <c:v>45182</c:v>
                </c:pt>
                <c:pt idx="2009">
                  <c:v>45183</c:v>
                </c:pt>
                <c:pt idx="2010">
                  <c:v>45184</c:v>
                </c:pt>
                <c:pt idx="2011">
                  <c:v>45187</c:v>
                </c:pt>
                <c:pt idx="2012">
                  <c:v>45188</c:v>
                </c:pt>
                <c:pt idx="2013">
                  <c:v>45189</c:v>
                </c:pt>
                <c:pt idx="2014">
                  <c:v>45190</c:v>
                </c:pt>
                <c:pt idx="2015">
                  <c:v>45191</c:v>
                </c:pt>
                <c:pt idx="2016">
                  <c:v>45194</c:v>
                </c:pt>
                <c:pt idx="2017">
                  <c:v>45195</c:v>
                </c:pt>
                <c:pt idx="2018">
                  <c:v>45196</c:v>
                </c:pt>
                <c:pt idx="2019">
                  <c:v>45197</c:v>
                </c:pt>
                <c:pt idx="2020">
                  <c:v>45198</c:v>
                </c:pt>
                <c:pt idx="2021">
                  <c:v>45201</c:v>
                </c:pt>
                <c:pt idx="2022">
                  <c:v>45202</c:v>
                </c:pt>
                <c:pt idx="2023">
                  <c:v>45203</c:v>
                </c:pt>
                <c:pt idx="2024">
                  <c:v>45204</c:v>
                </c:pt>
                <c:pt idx="2025">
                  <c:v>45205</c:v>
                </c:pt>
                <c:pt idx="2026">
                  <c:v>45208</c:v>
                </c:pt>
                <c:pt idx="2027">
                  <c:v>45209</c:v>
                </c:pt>
                <c:pt idx="2028">
                  <c:v>45210</c:v>
                </c:pt>
                <c:pt idx="2029">
                  <c:v>45211</c:v>
                </c:pt>
                <c:pt idx="2030">
                  <c:v>45212</c:v>
                </c:pt>
                <c:pt idx="2031">
                  <c:v>45215</c:v>
                </c:pt>
                <c:pt idx="2032">
                  <c:v>45216</c:v>
                </c:pt>
                <c:pt idx="2033">
                  <c:v>45217</c:v>
                </c:pt>
                <c:pt idx="2034">
                  <c:v>45218</c:v>
                </c:pt>
                <c:pt idx="2035">
                  <c:v>45219</c:v>
                </c:pt>
                <c:pt idx="2036">
                  <c:v>45222</c:v>
                </c:pt>
                <c:pt idx="2037">
                  <c:v>45223</c:v>
                </c:pt>
                <c:pt idx="2038">
                  <c:v>45224</c:v>
                </c:pt>
                <c:pt idx="2039">
                  <c:v>45225</c:v>
                </c:pt>
                <c:pt idx="2040">
                  <c:v>45226</c:v>
                </c:pt>
                <c:pt idx="2041">
                  <c:v>45229</c:v>
                </c:pt>
                <c:pt idx="2042">
                  <c:v>45230</c:v>
                </c:pt>
                <c:pt idx="2043">
                  <c:v>45231</c:v>
                </c:pt>
                <c:pt idx="2044">
                  <c:v>45232</c:v>
                </c:pt>
                <c:pt idx="2045">
                  <c:v>45233</c:v>
                </c:pt>
                <c:pt idx="2046">
                  <c:v>45236</c:v>
                </c:pt>
                <c:pt idx="2047">
                  <c:v>45237</c:v>
                </c:pt>
                <c:pt idx="2048">
                  <c:v>45238</c:v>
                </c:pt>
                <c:pt idx="2049">
                  <c:v>45239</c:v>
                </c:pt>
                <c:pt idx="2050">
                  <c:v>45240</c:v>
                </c:pt>
                <c:pt idx="2051">
                  <c:v>45243</c:v>
                </c:pt>
                <c:pt idx="2052">
                  <c:v>45244</c:v>
                </c:pt>
                <c:pt idx="2053">
                  <c:v>45245</c:v>
                </c:pt>
                <c:pt idx="2054">
                  <c:v>45246</c:v>
                </c:pt>
                <c:pt idx="2055">
                  <c:v>45247</c:v>
                </c:pt>
                <c:pt idx="2056">
                  <c:v>45250</c:v>
                </c:pt>
                <c:pt idx="2057">
                  <c:v>45251</c:v>
                </c:pt>
                <c:pt idx="2058">
                  <c:v>45252</c:v>
                </c:pt>
                <c:pt idx="2059">
                  <c:v>45253</c:v>
                </c:pt>
                <c:pt idx="2060">
                  <c:v>45254</c:v>
                </c:pt>
                <c:pt idx="2061">
                  <c:v>45257</c:v>
                </c:pt>
                <c:pt idx="2062">
                  <c:v>45258</c:v>
                </c:pt>
                <c:pt idx="2063">
                  <c:v>45259</c:v>
                </c:pt>
                <c:pt idx="2064">
                  <c:v>45260</c:v>
                </c:pt>
                <c:pt idx="2065">
                  <c:v>45261</c:v>
                </c:pt>
                <c:pt idx="2066">
                  <c:v>45264</c:v>
                </c:pt>
                <c:pt idx="2067">
                  <c:v>45265</c:v>
                </c:pt>
                <c:pt idx="2068">
                  <c:v>45266</c:v>
                </c:pt>
                <c:pt idx="2069">
                  <c:v>45267</c:v>
                </c:pt>
                <c:pt idx="2070">
                  <c:v>45268</c:v>
                </c:pt>
                <c:pt idx="2071">
                  <c:v>45271</c:v>
                </c:pt>
                <c:pt idx="2072">
                  <c:v>45272</c:v>
                </c:pt>
                <c:pt idx="2073">
                  <c:v>45273</c:v>
                </c:pt>
                <c:pt idx="2074">
                  <c:v>45274</c:v>
                </c:pt>
                <c:pt idx="2075">
                  <c:v>45275</c:v>
                </c:pt>
                <c:pt idx="2076">
                  <c:v>45278</c:v>
                </c:pt>
                <c:pt idx="2077">
                  <c:v>45279</c:v>
                </c:pt>
                <c:pt idx="2078">
                  <c:v>45280</c:v>
                </c:pt>
                <c:pt idx="2079">
                  <c:v>45281</c:v>
                </c:pt>
                <c:pt idx="2080">
                  <c:v>45282</c:v>
                </c:pt>
                <c:pt idx="2081">
                  <c:v>45285</c:v>
                </c:pt>
                <c:pt idx="2082">
                  <c:v>45286</c:v>
                </c:pt>
                <c:pt idx="2083">
                  <c:v>45287</c:v>
                </c:pt>
                <c:pt idx="2084">
                  <c:v>45288</c:v>
                </c:pt>
                <c:pt idx="2085">
                  <c:v>45289</c:v>
                </c:pt>
                <c:pt idx="2086">
                  <c:v>45292</c:v>
                </c:pt>
                <c:pt idx="2087">
                  <c:v>45293</c:v>
                </c:pt>
                <c:pt idx="2088">
                  <c:v>45294</c:v>
                </c:pt>
                <c:pt idx="2089">
                  <c:v>45295</c:v>
                </c:pt>
                <c:pt idx="2090">
                  <c:v>45296</c:v>
                </c:pt>
                <c:pt idx="2091">
                  <c:v>45299</c:v>
                </c:pt>
                <c:pt idx="2092">
                  <c:v>45300</c:v>
                </c:pt>
                <c:pt idx="2093">
                  <c:v>45301</c:v>
                </c:pt>
                <c:pt idx="2094">
                  <c:v>45302</c:v>
                </c:pt>
                <c:pt idx="2095">
                  <c:v>45303</c:v>
                </c:pt>
                <c:pt idx="2096">
                  <c:v>45306</c:v>
                </c:pt>
                <c:pt idx="2097">
                  <c:v>45307</c:v>
                </c:pt>
                <c:pt idx="2098">
                  <c:v>45308</c:v>
                </c:pt>
                <c:pt idx="2099">
                  <c:v>45309</c:v>
                </c:pt>
                <c:pt idx="2100">
                  <c:v>45310</c:v>
                </c:pt>
                <c:pt idx="2101">
                  <c:v>45313</c:v>
                </c:pt>
                <c:pt idx="2102">
                  <c:v>45314</c:v>
                </c:pt>
                <c:pt idx="2103">
                  <c:v>45315</c:v>
                </c:pt>
                <c:pt idx="2104">
                  <c:v>45316</c:v>
                </c:pt>
                <c:pt idx="2105">
                  <c:v>45317</c:v>
                </c:pt>
                <c:pt idx="2106">
                  <c:v>45320</c:v>
                </c:pt>
                <c:pt idx="2107">
                  <c:v>45321</c:v>
                </c:pt>
                <c:pt idx="2108">
                  <c:v>45322</c:v>
                </c:pt>
                <c:pt idx="2109">
                  <c:v>45323</c:v>
                </c:pt>
                <c:pt idx="2110">
                  <c:v>45324</c:v>
                </c:pt>
                <c:pt idx="2111">
                  <c:v>45327</c:v>
                </c:pt>
                <c:pt idx="2112">
                  <c:v>45328</c:v>
                </c:pt>
                <c:pt idx="2113">
                  <c:v>45329</c:v>
                </c:pt>
                <c:pt idx="2114">
                  <c:v>45330</c:v>
                </c:pt>
                <c:pt idx="2115">
                  <c:v>45331</c:v>
                </c:pt>
                <c:pt idx="2116">
                  <c:v>45334</c:v>
                </c:pt>
                <c:pt idx="2117">
                  <c:v>45335</c:v>
                </c:pt>
                <c:pt idx="2118">
                  <c:v>45336</c:v>
                </c:pt>
                <c:pt idx="2119">
                  <c:v>45337</c:v>
                </c:pt>
                <c:pt idx="2120">
                  <c:v>45338</c:v>
                </c:pt>
                <c:pt idx="2121">
                  <c:v>45341</c:v>
                </c:pt>
                <c:pt idx="2122">
                  <c:v>45342</c:v>
                </c:pt>
                <c:pt idx="2123">
                  <c:v>45343</c:v>
                </c:pt>
                <c:pt idx="2124">
                  <c:v>45344</c:v>
                </c:pt>
                <c:pt idx="2125">
                  <c:v>45345</c:v>
                </c:pt>
                <c:pt idx="2126">
                  <c:v>45348</c:v>
                </c:pt>
                <c:pt idx="2127">
                  <c:v>45349</c:v>
                </c:pt>
                <c:pt idx="2128">
                  <c:v>45350</c:v>
                </c:pt>
                <c:pt idx="2129">
                  <c:v>45351</c:v>
                </c:pt>
                <c:pt idx="2130">
                  <c:v>45352</c:v>
                </c:pt>
                <c:pt idx="2131">
                  <c:v>45355</c:v>
                </c:pt>
                <c:pt idx="2132">
                  <c:v>45356</c:v>
                </c:pt>
                <c:pt idx="2133">
                  <c:v>45357</c:v>
                </c:pt>
                <c:pt idx="2134">
                  <c:v>45358</c:v>
                </c:pt>
                <c:pt idx="2135">
                  <c:v>45359</c:v>
                </c:pt>
                <c:pt idx="2136">
                  <c:v>45362</c:v>
                </c:pt>
                <c:pt idx="2137">
                  <c:v>45363</c:v>
                </c:pt>
                <c:pt idx="2138">
                  <c:v>45364</c:v>
                </c:pt>
                <c:pt idx="2139">
                  <c:v>45365</c:v>
                </c:pt>
                <c:pt idx="2140">
                  <c:v>45366</c:v>
                </c:pt>
                <c:pt idx="2141">
                  <c:v>45369</c:v>
                </c:pt>
                <c:pt idx="2142">
                  <c:v>45370</c:v>
                </c:pt>
                <c:pt idx="2143">
                  <c:v>45371</c:v>
                </c:pt>
                <c:pt idx="2144">
                  <c:v>45372</c:v>
                </c:pt>
                <c:pt idx="2145">
                  <c:v>45373</c:v>
                </c:pt>
                <c:pt idx="2146">
                  <c:v>45376</c:v>
                </c:pt>
                <c:pt idx="2147">
                  <c:v>45377</c:v>
                </c:pt>
                <c:pt idx="2148">
                  <c:v>45378</c:v>
                </c:pt>
                <c:pt idx="2149">
                  <c:v>45379</c:v>
                </c:pt>
                <c:pt idx="2150">
                  <c:v>45380</c:v>
                </c:pt>
                <c:pt idx="2151">
                  <c:v>45383</c:v>
                </c:pt>
                <c:pt idx="2152">
                  <c:v>45384</c:v>
                </c:pt>
                <c:pt idx="2153">
                  <c:v>45385</c:v>
                </c:pt>
                <c:pt idx="2154">
                  <c:v>45386</c:v>
                </c:pt>
                <c:pt idx="2155">
                  <c:v>45387</c:v>
                </c:pt>
                <c:pt idx="2156">
                  <c:v>45390</c:v>
                </c:pt>
                <c:pt idx="2157">
                  <c:v>45391</c:v>
                </c:pt>
                <c:pt idx="2158">
                  <c:v>45392</c:v>
                </c:pt>
                <c:pt idx="2159">
                  <c:v>45393</c:v>
                </c:pt>
                <c:pt idx="2160">
                  <c:v>45394</c:v>
                </c:pt>
                <c:pt idx="2161">
                  <c:v>45397</c:v>
                </c:pt>
                <c:pt idx="2162">
                  <c:v>45398</c:v>
                </c:pt>
                <c:pt idx="2163">
                  <c:v>45399</c:v>
                </c:pt>
                <c:pt idx="2164">
                  <c:v>45400</c:v>
                </c:pt>
                <c:pt idx="2165">
                  <c:v>45401</c:v>
                </c:pt>
                <c:pt idx="2166">
                  <c:v>45404</c:v>
                </c:pt>
                <c:pt idx="2167">
                  <c:v>45405</c:v>
                </c:pt>
                <c:pt idx="2168">
                  <c:v>45406</c:v>
                </c:pt>
                <c:pt idx="2169">
                  <c:v>45407</c:v>
                </c:pt>
                <c:pt idx="2170">
                  <c:v>45408</c:v>
                </c:pt>
                <c:pt idx="2171">
                  <c:v>45411</c:v>
                </c:pt>
                <c:pt idx="2172">
                  <c:v>45412</c:v>
                </c:pt>
                <c:pt idx="2173">
                  <c:v>45413</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45432</c:v>
                </c:pt>
                <c:pt idx="2187">
                  <c:v>45433</c:v>
                </c:pt>
                <c:pt idx="2188">
                  <c:v>45434</c:v>
                </c:pt>
                <c:pt idx="2189">
                  <c:v>45435</c:v>
                </c:pt>
                <c:pt idx="2190">
                  <c:v>45436</c:v>
                </c:pt>
                <c:pt idx="2191">
                  <c:v>45439</c:v>
                </c:pt>
                <c:pt idx="2192">
                  <c:v>45440</c:v>
                </c:pt>
                <c:pt idx="2193">
                  <c:v>45441</c:v>
                </c:pt>
                <c:pt idx="2194">
                  <c:v>45442</c:v>
                </c:pt>
                <c:pt idx="2195">
                  <c:v>45443</c:v>
                </c:pt>
                <c:pt idx="2196">
                  <c:v>45446</c:v>
                </c:pt>
                <c:pt idx="2197">
                  <c:v>45447</c:v>
                </c:pt>
                <c:pt idx="2198">
                  <c:v>45448</c:v>
                </c:pt>
                <c:pt idx="2199">
                  <c:v>45449</c:v>
                </c:pt>
                <c:pt idx="2200">
                  <c:v>45450</c:v>
                </c:pt>
                <c:pt idx="2201">
                  <c:v>45453</c:v>
                </c:pt>
                <c:pt idx="2202">
                  <c:v>45454</c:v>
                </c:pt>
                <c:pt idx="2203">
                  <c:v>45455</c:v>
                </c:pt>
                <c:pt idx="2204">
                  <c:v>45456</c:v>
                </c:pt>
                <c:pt idx="2205">
                  <c:v>45457</c:v>
                </c:pt>
                <c:pt idx="2206">
                  <c:v>45460</c:v>
                </c:pt>
                <c:pt idx="2207">
                  <c:v>45461</c:v>
                </c:pt>
                <c:pt idx="2208">
                  <c:v>45462</c:v>
                </c:pt>
                <c:pt idx="2209">
                  <c:v>45463</c:v>
                </c:pt>
                <c:pt idx="2210">
                  <c:v>45464</c:v>
                </c:pt>
                <c:pt idx="2211">
                  <c:v>45467</c:v>
                </c:pt>
                <c:pt idx="2212">
                  <c:v>45468</c:v>
                </c:pt>
                <c:pt idx="2213">
                  <c:v>45469</c:v>
                </c:pt>
                <c:pt idx="2214">
                  <c:v>45470</c:v>
                </c:pt>
                <c:pt idx="2215">
                  <c:v>45471</c:v>
                </c:pt>
                <c:pt idx="2216">
                  <c:v>45474</c:v>
                </c:pt>
                <c:pt idx="2217">
                  <c:v>45475</c:v>
                </c:pt>
                <c:pt idx="2218">
                  <c:v>45476</c:v>
                </c:pt>
                <c:pt idx="2219">
                  <c:v>45477</c:v>
                </c:pt>
                <c:pt idx="2220">
                  <c:v>45478</c:v>
                </c:pt>
                <c:pt idx="2221">
                  <c:v>45481</c:v>
                </c:pt>
                <c:pt idx="2222">
                  <c:v>45482</c:v>
                </c:pt>
                <c:pt idx="2223">
                  <c:v>45483</c:v>
                </c:pt>
                <c:pt idx="2224">
                  <c:v>45484</c:v>
                </c:pt>
                <c:pt idx="2225">
                  <c:v>45485</c:v>
                </c:pt>
                <c:pt idx="2226">
                  <c:v>45488</c:v>
                </c:pt>
                <c:pt idx="2227">
                  <c:v>45489</c:v>
                </c:pt>
                <c:pt idx="2228">
                  <c:v>45490</c:v>
                </c:pt>
                <c:pt idx="2229">
                  <c:v>45491</c:v>
                </c:pt>
                <c:pt idx="2230">
                  <c:v>45492</c:v>
                </c:pt>
                <c:pt idx="2231">
                  <c:v>45495</c:v>
                </c:pt>
                <c:pt idx="2232">
                  <c:v>45496</c:v>
                </c:pt>
                <c:pt idx="2233">
                  <c:v>45497</c:v>
                </c:pt>
                <c:pt idx="2234">
                  <c:v>45498</c:v>
                </c:pt>
                <c:pt idx="2235">
                  <c:v>45499</c:v>
                </c:pt>
                <c:pt idx="2236">
                  <c:v>45502</c:v>
                </c:pt>
                <c:pt idx="2237">
                  <c:v>45503</c:v>
                </c:pt>
                <c:pt idx="2238">
                  <c:v>45504</c:v>
                </c:pt>
                <c:pt idx="2239">
                  <c:v>45505</c:v>
                </c:pt>
                <c:pt idx="2240">
                  <c:v>45506</c:v>
                </c:pt>
                <c:pt idx="2241">
                  <c:v>45509</c:v>
                </c:pt>
                <c:pt idx="2242">
                  <c:v>45510</c:v>
                </c:pt>
                <c:pt idx="2243">
                  <c:v>45511</c:v>
                </c:pt>
                <c:pt idx="2244">
                  <c:v>45512</c:v>
                </c:pt>
                <c:pt idx="2245">
                  <c:v>45513</c:v>
                </c:pt>
                <c:pt idx="2246">
                  <c:v>45516</c:v>
                </c:pt>
                <c:pt idx="2247">
                  <c:v>45517</c:v>
                </c:pt>
                <c:pt idx="2248">
                  <c:v>45518</c:v>
                </c:pt>
                <c:pt idx="2249">
                  <c:v>45519</c:v>
                </c:pt>
                <c:pt idx="2250">
                  <c:v>45520</c:v>
                </c:pt>
                <c:pt idx="2251">
                  <c:v>45523</c:v>
                </c:pt>
                <c:pt idx="2252">
                  <c:v>45524</c:v>
                </c:pt>
                <c:pt idx="2253">
                  <c:v>45525</c:v>
                </c:pt>
                <c:pt idx="2254">
                  <c:v>45526</c:v>
                </c:pt>
                <c:pt idx="2255">
                  <c:v>45527</c:v>
                </c:pt>
                <c:pt idx="2256">
                  <c:v>45530</c:v>
                </c:pt>
                <c:pt idx="2257">
                  <c:v>45531</c:v>
                </c:pt>
                <c:pt idx="2258">
                  <c:v>45532</c:v>
                </c:pt>
                <c:pt idx="2259">
                  <c:v>45533</c:v>
                </c:pt>
                <c:pt idx="2260">
                  <c:v>45534</c:v>
                </c:pt>
                <c:pt idx="2261">
                  <c:v>45537</c:v>
                </c:pt>
                <c:pt idx="2262">
                  <c:v>45538</c:v>
                </c:pt>
                <c:pt idx="2263">
                  <c:v>45539</c:v>
                </c:pt>
                <c:pt idx="2264">
                  <c:v>45540</c:v>
                </c:pt>
                <c:pt idx="2265">
                  <c:v>45541</c:v>
                </c:pt>
                <c:pt idx="2266">
                  <c:v>45544</c:v>
                </c:pt>
                <c:pt idx="2267">
                  <c:v>45545</c:v>
                </c:pt>
                <c:pt idx="2268">
                  <c:v>45546</c:v>
                </c:pt>
                <c:pt idx="2269">
                  <c:v>45547</c:v>
                </c:pt>
                <c:pt idx="2270">
                  <c:v>45548</c:v>
                </c:pt>
                <c:pt idx="2271">
                  <c:v>45551</c:v>
                </c:pt>
                <c:pt idx="2272">
                  <c:v>45552</c:v>
                </c:pt>
                <c:pt idx="2273">
                  <c:v>45553</c:v>
                </c:pt>
                <c:pt idx="2274">
                  <c:v>45554</c:v>
                </c:pt>
                <c:pt idx="2275">
                  <c:v>45555</c:v>
                </c:pt>
                <c:pt idx="2276">
                  <c:v>45558</c:v>
                </c:pt>
                <c:pt idx="2277">
                  <c:v>45559</c:v>
                </c:pt>
                <c:pt idx="2278">
                  <c:v>45560</c:v>
                </c:pt>
                <c:pt idx="2279">
                  <c:v>45561</c:v>
                </c:pt>
                <c:pt idx="2280">
                  <c:v>45562</c:v>
                </c:pt>
                <c:pt idx="2281">
                  <c:v>45565</c:v>
                </c:pt>
                <c:pt idx="2282">
                  <c:v>45566</c:v>
                </c:pt>
                <c:pt idx="2283">
                  <c:v>45567</c:v>
                </c:pt>
                <c:pt idx="2284">
                  <c:v>45568</c:v>
                </c:pt>
                <c:pt idx="2285">
                  <c:v>45569</c:v>
                </c:pt>
                <c:pt idx="2286">
                  <c:v>45572</c:v>
                </c:pt>
                <c:pt idx="2287">
                  <c:v>45573</c:v>
                </c:pt>
                <c:pt idx="2288">
                  <c:v>45574</c:v>
                </c:pt>
                <c:pt idx="2289">
                  <c:v>45575</c:v>
                </c:pt>
                <c:pt idx="2290">
                  <c:v>45576</c:v>
                </c:pt>
                <c:pt idx="2291">
                  <c:v>45579</c:v>
                </c:pt>
                <c:pt idx="2292">
                  <c:v>45580</c:v>
                </c:pt>
                <c:pt idx="2293">
                  <c:v>45581</c:v>
                </c:pt>
                <c:pt idx="2294">
                  <c:v>45582</c:v>
                </c:pt>
                <c:pt idx="2295">
                  <c:v>45583</c:v>
                </c:pt>
                <c:pt idx="2296">
                  <c:v>45586</c:v>
                </c:pt>
                <c:pt idx="2297">
                  <c:v>45587</c:v>
                </c:pt>
                <c:pt idx="2298">
                  <c:v>45588</c:v>
                </c:pt>
                <c:pt idx="2299">
                  <c:v>45589</c:v>
                </c:pt>
                <c:pt idx="2300">
                  <c:v>45590</c:v>
                </c:pt>
                <c:pt idx="2301">
                  <c:v>45593</c:v>
                </c:pt>
                <c:pt idx="2302">
                  <c:v>45594</c:v>
                </c:pt>
                <c:pt idx="2303">
                  <c:v>45595</c:v>
                </c:pt>
                <c:pt idx="2304">
                  <c:v>45596</c:v>
                </c:pt>
                <c:pt idx="2305">
                  <c:v>45597</c:v>
                </c:pt>
                <c:pt idx="2306">
                  <c:v>45600</c:v>
                </c:pt>
                <c:pt idx="2307">
                  <c:v>45601</c:v>
                </c:pt>
                <c:pt idx="2308">
                  <c:v>45602</c:v>
                </c:pt>
                <c:pt idx="2309">
                  <c:v>45603</c:v>
                </c:pt>
                <c:pt idx="2310">
                  <c:v>45604</c:v>
                </c:pt>
                <c:pt idx="2311">
                  <c:v>45607</c:v>
                </c:pt>
                <c:pt idx="2312">
                  <c:v>45608</c:v>
                </c:pt>
                <c:pt idx="2313">
                  <c:v>45609</c:v>
                </c:pt>
                <c:pt idx="2314">
                  <c:v>45610</c:v>
                </c:pt>
                <c:pt idx="2315">
                  <c:v>45611</c:v>
                </c:pt>
                <c:pt idx="2316">
                  <c:v>45614</c:v>
                </c:pt>
                <c:pt idx="2317">
                  <c:v>45615</c:v>
                </c:pt>
                <c:pt idx="2318">
                  <c:v>45616</c:v>
                </c:pt>
                <c:pt idx="2319">
                  <c:v>45617</c:v>
                </c:pt>
                <c:pt idx="2320">
                  <c:v>45618</c:v>
                </c:pt>
                <c:pt idx="2321">
                  <c:v>45621</c:v>
                </c:pt>
                <c:pt idx="2322">
                  <c:v>45622</c:v>
                </c:pt>
                <c:pt idx="2323">
                  <c:v>45623</c:v>
                </c:pt>
                <c:pt idx="2324">
                  <c:v>45624</c:v>
                </c:pt>
                <c:pt idx="2325">
                  <c:v>45625</c:v>
                </c:pt>
                <c:pt idx="2326">
                  <c:v>45628</c:v>
                </c:pt>
                <c:pt idx="2327">
                  <c:v>45629</c:v>
                </c:pt>
                <c:pt idx="2328">
                  <c:v>45630</c:v>
                </c:pt>
                <c:pt idx="2329">
                  <c:v>45631</c:v>
                </c:pt>
                <c:pt idx="2330">
                  <c:v>45632</c:v>
                </c:pt>
                <c:pt idx="2331">
                  <c:v>45635</c:v>
                </c:pt>
                <c:pt idx="2332">
                  <c:v>45636</c:v>
                </c:pt>
                <c:pt idx="2333">
                  <c:v>45637</c:v>
                </c:pt>
                <c:pt idx="2334">
                  <c:v>45638</c:v>
                </c:pt>
                <c:pt idx="2335">
                  <c:v>45639</c:v>
                </c:pt>
                <c:pt idx="2336">
                  <c:v>45642</c:v>
                </c:pt>
                <c:pt idx="2337">
                  <c:v>45643</c:v>
                </c:pt>
                <c:pt idx="2338">
                  <c:v>45644</c:v>
                </c:pt>
                <c:pt idx="2339">
                  <c:v>45645</c:v>
                </c:pt>
                <c:pt idx="2340">
                  <c:v>45646</c:v>
                </c:pt>
                <c:pt idx="2341">
                  <c:v>45649</c:v>
                </c:pt>
                <c:pt idx="2342">
                  <c:v>45650</c:v>
                </c:pt>
                <c:pt idx="2343">
                  <c:v>45651</c:v>
                </c:pt>
                <c:pt idx="2344">
                  <c:v>45652</c:v>
                </c:pt>
                <c:pt idx="2345">
                  <c:v>45653</c:v>
                </c:pt>
                <c:pt idx="2346">
                  <c:v>45656</c:v>
                </c:pt>
                <c:pt idx="2347">
                  <c:v>45657</c:v>
                </c:pt>
                <c:pt idx="2348">
                  <c:v>45658</c:v>
                </c:pt>
                <c:pt idx="2349">
                  <c:v>45659</c:v>
                </c:pt>
                <c:pt idx="2350">
                  <c:v>45660</c:v>
                </c:pt>
                <c:pt idx="2351">
                  <c:v>45663</c:v>
                </c:pt>
                <c:pt idx="2352">
                  <c:v>45664</c:v>
                </c:pt>
                <c:pt idx="2353">
                  <c:v>45665</c:v>
                </c:pt>
                <c:pt idx="2354">
                  <c:v>45666</c:v>
                </c:pt>
                <c:pt idx="2355">
                  <c:v>45667</c:v>
                </c:pt>
                <c:pt idx="2356">
                  <c:v>45670</c:v>
                </c:pt>
                <c:pt idx="2357">
                  <c:v>45671</c:v>
                </c:pt>
                <c:pt idx="2358">
                  <c:v>45672</c:v>
                </c:pt>
                <c:pt idx="2359">
                  <c:v>45673</c:v>
                </c:pt>
                <c:pt idx="2360">
                  <c:v>45674</c:v>
                </c:pt>
                <c:pt idx="2361">
                  <c:v>45677</c:v>
                </c:pt>
                <c:pt idx="2362">
                  <c:v>45678</c:v>
                </c:pt>
                <c:pt idx="2363">
                  <c:v>45679</c:v>
                </c:pt>
                <c:pt idx="2364">
                  <c:v>45680</c:v>
                </c:pt>
                <c:pt idx="2365">
                  <c:v>45681</c:v>
                </c:pt>
                <c:pt idx="2366">
                  <c:v>45684</c:v>
                </c:pt>
                <c:pt idx="2367">
                  <c:v>45685</c:v>
                </c:pt>
                <c:pt idx="2368">
                  <c:v>45686</c:v>
                </c:pt>
                <c:pt idx="2369">
                  <c:v>45687</c:v>
                </c:pt>
                <c:pt idx="2370">
                  <c:v>45688</c:v>
                </c:pt>
                <c:pt idx="2371">
                  <c:v>45691</c:v>
                </c:pt>
                <c:pt idx="2372">
                  <c:v>45692</c:v>
                </c:pt>
                <c:pt idx="2373">
                  <c:v>45693</c:v>
                </c:pt>
                <c:pt idx="2374">
                  <c:v>45694</c:v>
                </c:pt>
                <c:pt idx="2375">
                  <c:v>45695</c:v>
                </c:pt>
                <c:pt idx="2376">
                  <c:v>45698</c:v>
                </c:pt>
                <c:pt idx="2377">
                  <c:v>45699</c:v>
                </c:pt>
                <c:pt idx="2378">
                  <c:v>45700</c:v>
                </c:pt>
                <c:pt idx="2379">
                  <c:v>45701</c:v>
                </c:pt>
                <c:pt idx="2380">
                  <c:v>45702</c:v>
                </c:pt>
                <c:pt idx="2381">
                  <c:v>45705</c:v>
                </c:pt>
                <c:pt idx="2382">
                  <c:v>45706</c:v>
                </c:pt>
                <c:pt idx="2383">
                  <c:v>45707</c:v>
                </c:pt>
                <c:pt idx="2384">
                  <c:v>45708</c:v>
                </c:pt>
                <c:pt idx="2385">
                  <c:v>45709</c:v>
                </c:pt>
                <c:pt idx="2386">
                  <c:v>45712</c:v>
                </c:pt>
                <c:pt idx="2387">
                  <c:v>45713</c:v>
                </c:pt>
                <c:pt idx="2388">
                  <c:v>45714</c:v>
                </c:pt>
                <c:pt idx="2389">
                  <c:v>45715</c:v>
                </c:pt>
                <c:pt idx="2390">
                  <c:v>45716</c:v>
                </c:pt>
                <c:pt idx="2391">
                  <c:v>45719</c:v>
                </c:pt>
                <c:pt idx="2392">
                  <c:v>45720</c:v>
                </c:pt>
                <c:pt idx="2393">
                  <c:v>45721</c:v>
                </c:pt>
                <c:pt idx="2394">
                  <c:v>45722</c:v>
                </c:pt>
                <c:pt idx="2395">
                  <c:v>45723</c:v>
                </c:pt>
                <c:pt idx="2396">
                  <c:v>45726</c:v>
                </c:pt>
                <c:pt idx="2397">
                  <c:v>45727</c:v>
                </c:pt>
                <c:pt idx="2398">
                  <c:v>45728</c:v>
                </c:pt>
                <c:pt idx="2399">
                  <c:v>45729</c:v>
                </c:pt>
                <c:pt idx="2400">
                  <c:v>45730</c:v>
                </c:pt>
                <c:pt idx="2401">
                  <c:v>45733</c:v>
                </c:pt>
                <c:pt idx="2402">
                  <c:v>45734</c:v>
                </c:pt>
                <c:pt idx="2403">
                  <c:v>45735</c:v>
                </c:pt>
                <c:pt idx="2404">
                  <c:v>45736</c:v>
                </c:pt>
                <c:pt idx="2405">
                  <c:v>45737</c:v>
                </c:pt>
                <c:pt idx="2406">
                  <c:v>45740</c:v>
                </c:pt>
                <c:pt idx="2407">
                  <c:v>45741</c:v>
                </c:pt>
                <c:pt idx="2408">
                  <c:v>45742</c:v>
                </c:pt>
                <c:pt idx="2409">
                  <c:v>45743</c:v>
                </c:pt>
                <c:pt idx="2410">
                  <c:v>45744</c:v>
                </c:pt>
                <c:pt idx="2411">
                  <c:v>45747</c:v>
                </c:pt>
                <c:pt idx="2412">
                  <c:v>45748</c:v>
                </c:pt>
                <c:pt idx="2413">
                  <c:v>45749</c:v>
                </c:pt>
                <c:pt idx="2414">
                  <c:v>45750</c:v>
                </c:pt>
                <c:pt idx="2415">
                  <c:v>45751</c:v>
                </c:pt>
                <c:pt idx="2416">
                  <c:v>45754</c:v>
                </c:pt>
                <c:pt idx="2417">
                  <c:v>45755</c:v>
                </c:pt>
                <c:pt idx="2418">
                  <c:v>45756</c:v>
                </c:pt>
                <c:pt idx="2419">
                  <c:v>45757</c:v>
                </c:pt>
                <c:pt idx="2420">
                  <c:v>45758</c:v>
                </c:pt>
                <c:pt idx="2421">
                  <c:v>45761</c:v>
                </c:pt>
                <c:pt idx="2422">
                  <c:v>45762</c:v>
                </c:pt>
                <c:pt idx="2423">
                  <c:v>45763</c:v>
                </c:pt>
                <c:pt idx="2424">
                  <c:v>45764</c:v>
                </c:pt>
                <c:pt idx="2425">
                  <c:v>45765</c:v>
                </c:pt>
                <c:pt idx="2426">
                  <c:v>45768</c:v>
                </c:pt>
                <c:pt idx="2427">
                  <c:v>45769</c:v>
                </c:pt>
                <c:pt idx="2428">
                  <c:v>45770</c:v>
                </c:pt>
                <c:pt idx="2429">
                  <c:v>45771</c:v>
                </c:pt>
                <c:pt idx="2430">
                  <c:v>45772</c:v>
                </c:pt>
                <c:pt idx="2431">
                  <c:v>45775</c:v>
                </c:pt>
                <c:pt idx="2432">
                  <c:v>45776</c:v>
                </c:pt>
                <c:pt idx="2433">
                  <c:v>45777</c:v>
                </c:pt>
                <c:pt idx="2434">
                  <c:v>45778</c:v>
                </c:pt>
                <c:pt idx="2435">
                  <c:v>45779</c:v>
                </c:pt>
                <c:pt idx="2436">
                  <c:v>45782</c:v>
                </c:pt>
                <c:pt idx="2437">
                  <c:v>45783</c:v>
                </c:pt>
                <c:pt idx="2438">
                  <c:v>45784</c:v>
                </c:pt>
                <c:pt idx="2439">
                  <c:v>45785</c:v>
                </c:pt>
                <c:pt idx="2440">
                  <c:v>45786</c:v>
                </c:pt>
                <c:pt idx="2441">
                  <c:v>45789</c:v>
                </c:pt>
                <c:pt idx="2442">
                  <c:v>45790</c:v>
                </c:pt>
                <c:pt idx="2443">
                  <c:v>45791</c:v>
                </c:pt>
                <c:pt idx="2444">
                  <c:v>45792</c:v>
                </c:pt>
                <c:pt idx="2445">
                  <c:v>45793</c:v>
                </c:pt>
                <c:pt idx="2446">
                  <c:v>45796</c:v>
                </c:pt>
                <c:pt idx="2447">
                  <c:v>45797</c:v>
                </c:pt>
                <c:pt idx="2448">
                  <c:v>45798</c:v>
                </c:pt>
                <c:pt idx="2449">
                  <c:v>45799</c:v>
                </c:pt>
                <c:pt idx="2450">
                  <c:v>45800</c:v>
                </c:pt>
                <c:pt idx="2451">
                  <c:v>45803</c:v>
                </c:pt>
                <c:pt idx="2452">
                  <c:v>45804</c:v>
                </c:pt>
                <c:pt idx="2453">
                  <c:v>45805</c:v>
                </c:pt>
                <c:pt idx="2454">
                  <c:v>45806</c:v>
                </c:pt>
                <c:pt idx="2455">
                  <c:v>45807</c:v>
                </c:pt>
                <c:pt idx="2456">
                  <c:v>45810</c:v>
                </c:pt>
                <c:pt idx="2457">
                  <c:v>45811</c:v>
                </c:pt>
                <c:pt idx="2458">
                  <c:v>45812</c:v>
                </c:pt>
                <c:pt idx="2459">
                  <c:v>45813</c:v>
                </c:pt>
                <c:pt idx="2460">
                  <c:v>45814</c:v>
                </c:pt>
                <c:pt idx="2461">
                  <c:v>45817</c:v>
                </c:pt>
                <c:pt idx="2462">
                  <c:v>45818</c:v>
                </c:pt>
                <c:pt idx="2463">
                  <c:v>45819</c:v>
                </c:pt>
                <c:pt idx="2464">
                  <c:v>45820</c:v>
                </c:pt>
                <c:pt idx="2465">
                  <c:v>45821</c:v>
                </c:pt>
                <c:pt idx="2466">
                  <c:v>45824</c:v>
                </c:pt>
                <c:pt idx="2467">
                  <c:v>45825</c:v>
                </c:pt>
                <c:pt idx="2468">
                  <c:v>45826</c:v>
                </c:pt>
                <c:pt idx="2469">
                  <c:v>45827</c:v>
                </c:pt>
                <c:pt idx="2470">
                  <c:v>45828</c:v>
                </c:pt>
                <c:pt idx="2471">
                  <c:v>45831</c:v>
                </c:pt>
                <c:pt idx="2472">
                  <c:v>45832</c:v>
                </c:pt>
                <c:pt idx="2473">
                  <c:v>45833</c:v>
                </c:pt>
                <c:pt idx="2474">
                  <c:v>45834</c:v>
                </c:pt>
                <c:pt idx="2475">
                  <c:v>45835</c:v>
                </c:pt>
                <c:pt idx="2476">
                  <c:v>45838</c:v>
                </c:pt>
                <c:pt idx="2477">
                  <c:v>45839</c:v>
                </c:pt>
                <c:pt idx="2478">
                  <c:v>45840</c:v>
                </c:pt>
                <c:pt idx="2479">
                  <c:v>45841</c:v>
                </c:pt>
                <c:pt idx="2480">
                  <c:v>45842</c:v>
                </c:pt>
                <c:pt idx="2481">
                  <c:v>45845</c:v>
                </c:pt>
                <c:pt idx="2482">
                  <c:v>45846</c:v>
                </c:pt>
                <c:pt idx="2483">
                  <c:v>45847</c:v>
                </c:pt>
                <c:pt idx="2484">
                  <c:v>45848</c:v>
                </c:pt>
                <c:pt idx="2485">
                  <c:v>45849</c:v>
                </c:pt>
                <c:pt idx="2486">
                  <c:v>45852</c:v>
                </c:pt>
                <c:pt idx="2487">
                  <c:v>45853</c:v>
                </c:pt>
                <c:pt idx="2488">
                  <c:v>45854</c:v>
                </c:pt>
                <c:pt idx="2489">
                  <c:v>45855</c:v>
                </c:pt>
                <c:pt idx="2490">
                  <c:v>45856</c:v>
                </c:pt>
                <c:pt idx="2491">
                  <c:v>45859</c:v>
                </c:pt>
                <c:pt idx="2492">
                  <c:v>45860</c:v>
                </c:pt>
                <c:pt idx="2493">
                  <c:v>45861</c:v>
                </c:pt>
                <c:pt idx="2494">
                  <c:v>45862</c:v>
                </c:pt>
                <c:pt idx="2495">
                  <c:v>45863</c:v>
                </c:pt>
                <c:pt idx="2496">
                  <c:v>45866</c:v>
                </c:pt>
                <c:pt idx="2497">
                  <c:v>45867</c:v>
                </c:pt>
                <c:pt idx="2498">
                  <c:v>45868</c:v>
                </c:pt>
                <c:pt idx="2499">
                  <c:v>45869</c:v>
                </c:pt>
                <c:pt idx="2500">
                  <c:v>45870</c:v>
                </c:pt>
                <c:pt idx="2501">
                  <c:v>45873</c:v>
                </c:pt>
                <c:pt idx="2502">
                  <c:v>45874</c:v>
                </c:pt>
                <c:pt idx="2503">
                  <c:v>45875</c:v>
                </c:pt>
                <c:pt idx="2504">
                  <c:v>45876</c:v>
                </c:pt>
                <c:pt idx="2505">
                  <c:v>45877</c:v>
                </c:pt>
                <c:pt idx="2506">
                  <c:v>45880</c:v>
                </c:pt>
                <c:pt idx="2507">
                  <c:v>45881</c:v>
                </c:pt>
                <c:pt idx="2508">
                  <c:v>45882</c:v>
                </c:pt>
                <c:pt idx="2509">
                  <c:v>45883</c:v>
                </c:pt>
                <c:pt idx="2510">
                  <c:v>45884</c:v>
                </c:pt>
                <c:pt idx="2511">
                  <c:v>45887</c:v>
                </c:pt>
                <c:pt idx="2512">
                  <c:v>45888</c:v>
                </c:pt>
                <c:pt idx="2513">
                  <c:v>45889</c:v>
                </c:pt>
                <c:pt idx="2514">
                  <c:v>45890</c:v>
                </c:pt>
                <c:pt idx="2515">
                  <c:v>45891</c:v>
                </c:pt>
                <c:pt idx="2516">
                  <c:v>45894</c:v>
                </c:pt>
                <c:pt idx="2517">
                  <c:v>45895</c:v>
                </c:pt>
                <c:pt idx="2518">
                  <c:v>45896</c:v>
                </c:pt>
                <c:pt idx="2519">
                  <c:v>45897</c:v>
                </c:pt>
                <c:pt idx="2520">
                  <c:v>45898</c:v>
                </c:pt>
                <c:pt idx="2521">
                  <c:v>45901</c:v>
                </c:pt>
                <c:pt idx="2522">
                  <c:v>45902</c:v>
                </c:pt>
                <c:pt idx="2523">
                  <c:v>45903</c:v>
                </c:pt>
                <c:pt idx="2524">
                  <c:v>45904</c:v>
                </c:pt>
                <c:pt idx="2525">
                  <c:v>45905</c:v>
                </c:pt>
                <c:pt idx="2526">
                  <c:v>45908</c:v>
                </c:pt>
                <c:pt idx="2527">
                  <c:v>45909</c:v>
                </c:pt>
                <c:pt idx="2528">
                  <c:v>45910</c:v>
                </c:pt>
                <c:pt idx="2529">
                  <c:v>45911</c:v>
                </c:pt>
                <c:pt idx="2530">
                  <c:v>45912</c:v>
                </c:pt>
                <c:pt idx="2531">
                  <c:v>45915</c:v>
                </c:pt>
                <c:pt idx="2532">
                  <c:v>45916</c:v>
                </c:pt>
                <c:pt idx="2533">
                  <c:v>45917</c:v>
                </c:pt>
                <c:pt idx="2534">
                  <c:v>45918</c:v>
                </c:pt>
                <c:pt idx="2535">
                  <c:v>45919</c:v>
                </c:pt>
                <c:pt idx="2536">
                  <c:v>45922</c:v>
                </c:pt>
                <c:pt idx="2537">
                  <c:v>45923</c:v>
                </c:pt>
                <c:pt idx="2538">
                  <c:v>45924</c:v>
                </c:pt>
                <c:pt idx="2539">
                  <c:v>45925</c:v>
                </c:pt>
                <c:pt idx="2540">
                  <c:v>45926</c:v>
                </c:pt>
                <c:pt idx="2541">
                  <c:v>45929</c:v>
                </c:pt>
                <c:pt idx="2542">
                  <c:v>45930</c:v>
                </c:pt>
                <c:pt idx="2543">
                  <c:v>45931</c:v>
                </c:pt>
                <c:pt idx="2544">
                  <c:v>45932</c:v>
                </c:pt>
                <c:pt idx="2545">
                  <c:v>45933</c:v>
                </c:pt>
                <c:pt idx="2546">
                  <c:v>45936</c:v>
                </c:pt>
                <c:pt idx="2547">
                  <c:v>45937</c:v>
                </c:pt>
                <c:pt idx="2548">
                  <c:v>45938</c:v>
                </c:pt>
                <c:pt idx="2549">
                  <c:v>45939</c:v>
                </c:pt>
                <c:pt idx="2550">
                  <c:v>45940</c:v>
                </c:pt>
                <c:pt idx="2551">
                  <c:v>45943</c:v>
                </c:pt>
                <c:pt idx="2552">
                  <c:v>45944</c:v>
                </c:pt>
                <c:pt idx="2553">
                  <c:v>45945</c:v>
                </c:pt>
                <c:pt idx="2554">
                  <c:v>45946</c:v>
                </c:pt>
                <c:pt idx="2555">
                  <c:v>45947</c:v>
                </c:pt>
                <c:pt idx="2556">
                  <c:v>45950</c:v>
                </c:pt>
                <c:pt idx="2557">
                  <c:v>45951</c:v>
                </c:pt>
                <c:pt idx="2558">
                  <c:v>45952</c:v>
                </c:pt>
                <c:pt idx="2559">
                  <c:v>45953</c:v>
                </c:pt>
                <c:pt idx="2560">
                  <c:v>45954</c:v>
                </c:pt>
                <c:pt idx="2561">
                  <c:v>45957</c:v>
                </c:pt>
                <c:pt idx="2562">
                  <c:v>45958</c:v>
                </c:pt>
                <c:pt idx="2563">
                  <c:v>45959</c:v>
                </c:pt>
                <c:pt idx="2564">
                  <c:v>45960</c:v>
                </c:pt>
                <c:pt idx="2565">
                  <c:v>45961</c:v>
                </c:pt>
                <c:pt idx="2566">
                  <c:v>45964</c:v>
                </c:pt>
                <c:pt idx="2567">
                  <c:v>45965</c:v>
                </c:pt>
                <c:pt idx="2568">
                  <c:v>45966</c:v>
                </c:pt>
                <c:pt idx="2569">
                  <c:v>45967</c:v>
                </c:pt>
                <c:pt idx="2570">
                  <c:v>45968</c:v>
                </c:pt>
                <c:pt idx="2571">
                  <c:v>45971</c:v>
                </c:pt>
                <c:pt idx="2572">
                  <c:v>45972</c:v>
                </c:pt>
                <c:pt idx="2573">
                  <c:v>45973</c:v>
                </c:pt>
                <c:pt idx="2574">
                  <c:v>45974</c:v>
                </c:pt>
                <c:pt idx="2575">
                  <c:v>45975</c:v>
                </c:pt>
                <c:pt idx="2576">
                  <c:v>45978</c:v>
                </c:pt>
                <c:pt idx="2577">
                  <c:v>45979</c:v>
                </c:pt>
                <c:pt idx="2578">
                  <c:v>45980</c:v>
                </c:pt>
                <c:pt idx="2579">
                  <c:v>45981</c:v>
                </c:pt>
                <c:pt idx="2580">
                  <c:v>45982</c:v>
                </c:pt>
                <c:pt idx="2581">
                  <c:v>45985</c:v>
                </c:pt>
                <c:pt idx="2582">
                  <c:v>45986</c:v>
                </c:pt>
                <c:pt idx="2583">
                  <c:v>45987</c:v>
                </c:pt>
                <c:pt idx="2584">
                  <c:v>45988</c:v>
                </c:pt>
                <c:pt idx="2585">
                  <c:v>45989</c:v>
                </c:pt>
                <c:pt idx="2586">
                  <c:v>45992</c:v>
                </c:pt>
                <c:pt idx="2587">
                  <c:v>45993</c:v>
                </c:pt>
                <c:pt idx="2588">
                  <c:v>45994</c:v>
                </c:pt>
                <c:pt idx="2589">
                  <c:v>45995</c:v>
                </c:pt>
                <c:pt idx="2590">
                  <c:v>45996</c:v>
                </c:pt>
                <c:pt idx="2591">
                  <c:v>45999</c:v>
                </c:pt>
                <c:pt idx="2592">
                  <c:v>46000</c:v>
                </c:pt>
                <c:pt idx="2593">
                  <c:v>46001</c:v>
                </c:pt>
                <c:pt idx="2594">
                  <c:v>46002</c:v>
                </c:pt>
                <c:pt idx="2595">
                  <c:v>46003</c:v>
                </c:pt>
                <c:pt idx="2596">
                  <c:v>46006</c:v>
                </c:pt>
                <c:pt idx="2597">
                  <c:v>46007</c:v>
                </c:pt>
                <c:pt idx="2598">
                  <c:v>46008</c:v>
                </c:pt>
                <c:pt idx="2599">
                  <c:v>46009</c:v>
                </c:pt>
                <c:pt idx="2600">
                  <c:v>46010</c:v>
                </c:pt>
                <c:pt idx="2601">
                  <c:v>46013</c:v>
                </c:pt>
                <c:pt idx="2602">
                  <c:v>46014</c:v>
                </c:pt>
                <c:pt idx="2603">
                  <c:v>46015</c:v>
                </c:pt>
                <c:pt idx="2604">
                  <c:v>46016</c:v>
                </c:pt>
                <c:pt idx="2605">
                  <c:v>46017</c:v>
                </c:pt>
                <c:pt idx="2606">
                  <c:v>46020</c:v>
                </c:pt>
                <c:pt idx="2607">
                  <c:v>46021</c:v>
                </c:pt>
                <c:pt idx="2608">
                  <c:v>46022</c:v>
                </c:pt>
                <c:pt idx="2609">
                  <c:v>46023</c:v>
                </c:pt>
                <c:pt idx="2610">
                  <c:v>46024</c:v>
                </c:pt>
                <c:pt idx="2611">
                  <c:v>46027</c:v>
                </c:pt>
                <c:pt idx="2612">
                  <c:v>46028</c:v>
                </c:pt>
                <c:pt idx="2613">
                  <c:v>46029</c:v>
                </c:pt>
                <c:pt idx="2614">
                  <c:v>46030</c:v>
                </c:pt>
                <c:pt idx="2615">
                  <c:v>46031</c:v>
                </c:pt>
                <c:pt idx="2616">
                  <c:v>46034</c:v>
                </c:pt>
                <c:pt idx="2617">
                  <c:v>46035</c:v>
                </c:pt>
                <c:pt idx="2618">
                  <c:v>46036</c:v>
                </c:pt>
                <c:pt idx="2619">
                  <c:v>46037</c:v>
                </c:pt>
                <c:pt idx="2620">
                  <c:v>46038</c:v>
                </c:pt>
                <c:pt idx="2621">
                  <c:v>46041</c:v>
                </c:pt>
                <c:pt idx="2622">
                  <c:v>46042</c:v>
                </c:pt>
                <c:pt idx="2623">
                  <c:v>46043</c:v>
                </c:pt>
                <c:pt idx="2624">
                  <c:v>46044</c:v>
                </c:pt>
                <c:pt idx="2625">
                  <c:v>46045</c:v>
                </c:pt>
                <c:pt idx="2626">
                  <c:v>46048</c:v>
                </c:pt>
                <c:pt idx="2627">
                  <c:v>46049</c:v>
                </c:pt>
                <c:pt idx="2628">
                  <c:v>46050</c:v>
                </c:pt>
                <c:pt idx="2629">
                  <c:v>46051</c:v>
                </c:pt>
                <c:pt idx="2630">
                  <c:v>46052</c:v>
                </c:pt>
                <c:pt idx="2631">
                  <c:v>46055</c:v>
                </c:pt>
                <c:pt idx="2632">
                  <c:v>46056</c:v>
                </c:pt>
                <c:pt idx="2633">
                  <c:v>46057</c:v>
                </c:pt>
                <c:pt idx="2634">
                  <c:v>46058</c:v>
                </c:pt>
                <c:pt idx="2635">
                  <c:v>46059</c:v>
                </c:pt>
                <c:pt idx="2636">
                  <c:v>46062</c:v>
                </c:pt>
                <c:pt idx="2637">
                  <c:v>46063</c:v>
                </c:pt>
                <c:pt idx="2638">
                  <c:v>46064</c:v>
                </c:pt>
                <c:pt idx="2639">
                  <c:v>46065</c:v>
                </c:pt>
                <c:pt idx="2640">
                  <c:v>46066</c:v>
                </c:pt>
                <c:pt idx="2641">
                  <c:v>46069</c:v>
                </c:pt>
                <c:pt idx="2642">
                  <c:v>46070</c:v>
                </c:pt>
                <c:pt idx="2643">
                  <c:v>46071</c:v>
                </c:pt>
                <c:pt idx="2644">
                  <c:v>46072</c:v>
                </c:pt>
                <c:pt idx="2645">
                  <c:v>46073</c:v>
                </c:pt>
                <c:pt idx="2646">
                  <c:v>46076</c:v>
                </c:pt>
                <c:pt idx="2647">
                  <c:v>46077</c:v>
                </c:pt>
                <c:pt idx="2648">
                  <c:v>46078</c:v>
                </c:pt>
                <c:pt idx="2649">
                  <c:v>46079</c:v>
                </c:pt>
                <c:pt idx="2650">
                  <c:v>46080</c:v>
                </c:pt>
                <c:pt idx="2651">
                  <c:v>46083</c:v>
                </c:pt>
                <c:pt idx="2652">
                  <c:v>46084</c:v>
                </c:pt>
                <c:pt idx="2653">
                  <c:v>46085</c:v>
                </c:pt>
                <c:pt idx="2654">
                  <c:v>46086</c:v>
                </c:pt>
                <c:pt idx="2655">
                  <c:v>46087</c:v>
                </c:pt>
                <c:pt idx="2656">
                  <c:v>46090</c:v>
                </c:pt>
                <c:pt idx="2657">
                  <c:v>46091</c:v>
                </c:pt>
                <c:pt idx="2658">
                  <c:v>46092</c:v>
                </c:pt>
                <c:pt idx="2659">
                  <c:v>46093</c:v>
                </c:pt>
                <c:pt idx="2660">
                  <c:v>46094</c:v>
                </c:pt>
                <c:pt idx="2661">
                  <c:v>46097</c:v>
                </c:pt>
                <c:pt idx="2662">
                  <c:v>46098</c:v>
                </c:pt>
                <c:pt idx="2663">
                  <c:v>46099</c:v>
                </c:pt>
                <c:pt idx="2664">
                  <c:v>46100</c:v>
                </c:pt>
                <c:pt idx="2665">
                  <c:v>46101</c:v>
                </c:pt>
                <c:pt idx="2666">
                  <c:v>46104</c:v>
                </c:pt>
                <c:pt idx="2667">
                  <c:v>46105</c:v>
                </c:pt>
                <c:pt idx="2668">
                  <c:v>46106</c:v>
                </c:pt>
                <c:pt idx="2669">
                  <c:v>46107</c:v>
                </c:pt>
                <c:pt idx="2670">
                  <c:v>46108</c:v>
                </c:pt>
                <c:pt idx="2671">
                  <c:v>46111</c:v>
                </c:pt>
                <c:pt idx="2672">
                  <c:v>46112</c:v>
                </c:pt>
                <c:pt idx="2673">
                  <c:v>46113</c:v>
                </c:pt>
                <c:pt idx="2674">
                  <c:v>46114</c:v>
                </c:pt>
                <c:pt idx="2675">
                  <c:v>46115</c:v>
                </c:pt>
                <c:pt idx="2676">
                  <c:v>46118</c:v>
                </c:pt>
                <c:pt idx="2677">
                  <c:v>46119</c:v>
                </c:pt>
                <c:pt idx="2678">
                  <c:v>46120</c:v>
                </c:pt>
                <c:pt idx="2679">
                  <c:v>46121</c:v>
                </c:pt>
                <c:pt idx="2680">
                  <c:v>46122</c:v>
                </c:pt>
                <c:pt idx="2681">
                  <c:v>46125</c:v>
                </c:pt>
                <c:pt idx="2682">
                  <c:v>46126</c:v>
                </c:pt>
                <c:pt idx="2683">
                  <c:v>46127</c:v>
                </c:pt>
                <c:pt idx="2684">
                  <c:v>46128</c:v>
                </c:pt>
                <c:pt idx="2685">
                  <c:v>46129</c:v>
                </c:pt>
                <c:pt idx="2686">
                  <c:v>46132</c:v>
                </c:pt>
                <c:pt idx="2687">
                  <c:v>46133</c:v>
                </c:pt>
                <c:pt idx="2688">
                  <c:v>46134</c:v>
                </c:pt>
                <c:pt idx="2689">
                  <c:v>46135</c:v>
                </c:pt>
                <c:pt idx="2690">
                  <c:v>46136</c:v>
                </c:pt>
                <c:pt idx="2691">
                  <c:v>46139</c:v>
                </c:pt>
                <c:pt idx="2692">
                  <c:v>46140</c:v>
                </c:pt>
                <c:pt idx="2693">
                  <c:v>46141</c:v>
                </c:pt>
                <c:pt idx="2694">
                  <c:v>46142</c:v>
                </c:pt>
                <c:pt idx="2695">
                  <c:v>46143</c:v>
                </c:pt>
                <c:pt idx="2696">
                  <c:v>46146</c:v>
                </c:pt>
                <c:pt idx="2697">
                  <c:v>46147</c:v>
                </c:pt>
                <c:pt idx="2698">
                  <c:v>46148</c:v>
                </c:pt>
                <c:pt idx="2699">
                  <c:v>46149</c:v>
                </c:pt>
                <c:pt idx="2700">
                  <c:v>46150</c:v>
                </c:pt>
                <c:pt idx="2701">
                  <c:v>46153</c:v>
                </c:pt>
                <c:pt idx="2702">
                  <c:v>46154</c:v>
                </c:pt>
                <c:pt idx="2703">
                  <c:v>46155</c:v>
                </c:pt>
                <c:pt idx="2704">
                  <c:v>46156</c:v>
                </c:pt>
                <c:pt idx="2705">
                  <c:v>46157</c:v>
                </c:pt>
                <c:pt idx="2706">
                  <c:v>46160</c:v>
                </c:pt>
                <c:pt idx="2707">
                  <c:v>46161</c:v>
                </c:pt>
                <c:pt idx="2708">
                  <c:v>46162</c:v>
                </c:pt>
                <c:pt idx="2709">
                  <c:v>46163</c:v>
                </c:pt>
                <c:pt idx="2710">
                  <c:v>46164</c:v>
                </c:pt>
                <c:pt idx="2711">
                  <c:v>46167</c:v>
                </c:pt>
                <c:pt idx="2712">
                  <c:v>46168</c:v>
                </c:pt>
                <c:pt idx="2713">
                  <c:v>46169</c:v>
                </c:pt>
                <c:pt idx="2714">
                  <c:v>46170</c:v>
                </c:pt>
                <c:pt idx="2715">
                  <c:v>46171</c:v>
                </c:pt>
                <c:pt idx="2716">
                  <c:v>46174</c:v>
                </c:pt>
                <c:pt idx="2717">
                  <c:v>46175</c:v>
                </c:pt>
                <c:pt idx="2718">
                  <c:v>46176</c:v>
                </c:pt>
                <c:pt idx="2719">
                  <c:v>46177</c:v>
                </c:pt>
                <c:pt idx="2720">
                  <c:v>46178</c:v>
                </c:pt>
                <c:pt idx="2721">
                  <c:v>46181</c:v>
                </c:pt>
                <c:pt idx="2722">
                  <c:v>46182</c:v>
                </c:pt>
                <c:pt idx="2723">
                  <c:v>46183</c:v>
                </c:pt>
                <c:pt idx="2724">
                  <c:v>46184</c:v>
                </c:pt>
                <c:pt idx="2725">
                  <c:v>46185</c:v>
                </c:pt>
                <c:pt idx="2726">
                  <c:v>46188</c:v>
                </c:pt>
                <c:pt idx="2727">
                  <c:v>46189</c:v>
                </c:pt>
                <c:pt idx="2728">
                  <c:v>46190</c:v>
                </c:pt>
                <c:pt idx="2729">
                  <c:v>46191</c:v>
                </c:pt>
                <c:pt idx="2730">
                  <c:v>46192</c:v>
                </c:pt>
                <c:pt idx="2731">
                  <c:v>46195</c:v>
                </c:pt>
                <c:pt idx="2732">
                  <c:v>46196</c:v>
                </c:pt>
                <c:pt idx="2733">
                  <c:v>46197</c:v>
                </c:pt>
                <c:pt idx="2734">
                  <c:v>46198</c:v>
                </c:pt>
                <c:pt idx="2735">
                  <c:v>46199</c:v>
                </c:pt>
                <c:pt idx="2736">
                  <c:v>46202</c:v>
                </c:pt>
                <c:pt idx="2737">
                  <c:v>46203</c:v>
                </c:pt>
                <c:pt idx="2738">
                  <c:v>46204</c:v>
                </c:pt>
                <c:pt idx="2739">
                  <c:v>46205</c:v>
                </c:pt>
                <c:pt idx="2740">
                  <c:v>46206</c:v>
                </c:pt>
                <c:pt idx="2741">
                  <c:v>46209</c:v>
                </c:pt>
                <c:pt idx="2742">
                  <c:v>46210</c:v>
                </c:pt>
                <c:pt idx="2743">
                  <c:v>46211</c:v>
                </c:pt>
                <c:pt idx="2744">
                  <c:v>46212</c:v>
                </c:pt>
                <c:pt idx="2745">
                  <c:v>46213</c:v>
                </c:pt>
                <c:pt idx="2746">
                  <c:v>46216</c:v>
                </c:pt>
                <c:pt idx="2747">
                  <c:v>46217</c:v>
                </c:pt>
                <c:pt idx="2748">
                  <c:v>46218</c:v>
                </c:pt>
                <c:pt idx="2749">
                  <c:v>46219</c:v>
                </c:pt>
                <c:pt idx="2750">
                  <c:v>46220</c:v>
                </c:pt>
                <c:pt idx="2751">
                  <c:v>46223</c:v>
                </c:pt>
                <c:pt idx="2752">
                  <c:v>46224</c:v>
                </c:pt>
                <c:pt idx="2753">
                  <c:v>46225</c:v>
                </c:pt>
                <c:pt idx="2754">
                  <c:v>46226</c:v>
                </c:pt>
                <c:pt idx="2755">
                  <c:v>46227</c:v>
                </c:pt>
                <c:pt idx="2756">
                  <c:v>46230</c:v>
                </c:pt>
                <c:pt idx="2757">
                  <c:v>46231</c:v>
                </c:pt>
                <c:pt idx="2758">
                  <c:v>46232</c:v>
                </c:pt>
                <c:pt idx="2759">
                  <c:v>46233</c:v>
                </c:pt>
                <c:pt idx="2760">
                  <c:v>46234</c:v>
                </c:pt>
                <c:pt idx="2761">
                  <c:v>46237</c:v>
                </c:pt>
                <c:pt idx="2762">
                  <c:v>46238</c:v>
                </c:pt>
                <c:pt idx="2763">
                  <c:v>46239</c:v>
                </c:pt>
                <c:pt idx="2764">
                  <c:v>46240</c:v>
                </c:pt>
                <c:pt idx="2765">
                  <c:v>46241</c:v>
                </c:pt>
                <c:pt idx="2766">
                  <c:v>46244</c:v>
                </c:pt>
                <c:pt idx="2767">
                  <c:v>46245</c:v>
                </c:pt>
                <c:pt idx="2768">
                  <c:v>46246</c:v>
                </c:pt>
                <c:pt idx="2769">
                  <c:v>46247</c:v>
                </c:pt>
                <c:pt idx="2770">
                  <c:v>46248</c:v>
                </c:pt>
                <c:pt idx="2771">
                  <c:v>46251</c:v>
                </c:pt>
                <c:pt idx="2772">
                  <c:v>46252</c:v>
                </c:pt>
                <c:pt idx="2773">
                  <c:v>46253</c:v>
                </c:pt>
                <c:pt idx="2774">
                  <c:v>46254</c:v>
                </c:pt>
                <c:pt idx="2775">
                  <c:v>46255</c:v>
                </c:pt>
              </c:numCache>
            </c:numRef>
          </c:cat>
          <c:val>
            <c:numRef>
              <c:f>Data_Frontier!$G$2:$G$2777</c:f>
              <c:numCache>
                <c:formatCode>0.00</c:formatCode>
                <c:ptCount val="2776"/>
                <c:pt idx="0">
                  <c:v>-65.450000000000045</c:v>
                </c:pt>
                <c:pt idx="1">
                  <c:v>-71.630000000000038</c:v>
                </c:pt>
                <c:pt idx="2">
                  <c:v>-63.319999999999951</c:v>
                </c:pt>
                <c:pt idx="3">
                  <c:v>-58.620000000000161</c:v>
                </c:pt>
                <c:pt idx="4">
                  <c:v>-61.399999999999899</c:v>
                </c:pt>
                <c:pt idx="5">
                  <c:v>-55.990000000000073</c:v>
                </c:pt>
                <c:pt idx="6">
                  <c:v>-56.930000000000014</c:v>
                </c:pt>
                <c:pt idx="7">
                  <c:v>-52.720000000000056</c:v>
                </c:pt>
                <c:pt idx="8">
                  <c:v>-54.049999999999976</c:v>
                </c:pt>
                <c:pt idx="9">
                  <c:v>-56.600000000000072</c:v>
                </c:pt>
                <c:pt idx="10">
                  <c:v>-65.840000000000032</c:v>
                </c:pt>
                <c:pt idx="11">
                  <c:v>-65.840000000000032</c:v>
                </c:pt>
                <c:pt idx="12">
                  <c:v>-66.789999999999949</c:v>
                </c:pt>
                <c:pt idx="13">
                  <c:v>-84.089999999999947</c:v>
                </c:pt>
                <c:pt idx="14">
                  <c:v>-79.150000000000091</c:v>
                </c:pt>
                <c:pt idx="15">
                  <c:v>-72.229999999999876</c:v>
                </c:pt>
                <c:pt idx="16">
                  <c:v>-67.400000000000119</c:v>
                </c:pt>
                <c:pt idx="17">
                  <c:v>-62.079999999999913</c:v>
                </c:pt>
                <c:pt idx="18">
                  <c:v>-61.370000000000147</c:v>
                </c:pt>
                <c:pt idx="19">
                  <c:v>-64.089999999999847</c:v>
                </c:pt>
                <c:pt idx="20">
                  <c:v>-30.060000000000109</c:v>
                </c:pt>
                <c:pt idx="21">
                  <c:v>-33.940000000000133</c:v>
                </c:pt>
                <c:pt idx="22">
                  <c:v>-36.099999999999888</c:v>
                </c:pt>
                <c:pt idx="23">
                  <c:v>-39.429999999999936</c:v>
                </c:pt>
                <c:pt idx="24">
                  <c:v>-36.730000000000018</c:v>
                </c:pt>
                <c:pt idx="25">
                  <c:v>-37.669999999999959</c:v>
                </c:pt>
                <c:pt idx="26">
                  <c:v>-53.59000000000016</c:v>
                </c:pt>
                <c:pt idx="27">
                  <c:v>-63.039999999999985</c:v>
                </c:pt>
                <c:pt idx="28">
                  <c:v>-54.989999999999917</c:v>
                </c:pt>
                <c:pt idx="29">
                  <c:v>-70.20999999999998</c:v>
                </c:pt>
                <c:pt idx="30">
                  <c:v>-60.9</c:v>
                </c:pt>
                <c:pt idx="31">
                  <c:v>-60.9</c:v>
                </c:pt>
                <c:pt idx="32">
                  <c:v>-59.520000000000017</c:v>
                </c:pt>
                <c:pt idx="33">
                  <c:v>-55.620000000000047</c:v>
                </c:pt>
                <c:pt idx="34">
                  <c:v>-52.199999999999847</c:v>
                </c:pt>
                <c:pt idx="35">
                  <c:v>-58.610000000000007</c:v>
                </c:pt>
                <c:pt idx="36">
                  <c:v>-53.000000000000114</c:v>
                </c:pt>
                <c:pt idx="37">
                  <c:v>-58.319999999999972</c:v>
                </c:pt>
                <c:pt idx="38">
                  <c:v>-63.13999999999993</c:v>
                </c:pt>
                <c:pt idx="39">
                  <c:v>-56.289999999999907</c:v>
                </c:pt>
                <c:pt idx="40">
                  <c:v>-53.190000000000026</c:v>
                </c:pt>
                <c:pt idx="41">
                  <c:v>-55.209999999999937</c:v>
                </c:pt>
                <c:pt idx="42">
                  <c:v>-46.37999999999991</c:v>
                </c:pt>
                <c:pt idx="43">
                  <c:v>-37.180000000000042</c:v>
                </c:pt>
                <c:pt idx="44">
                  <c:v>-42.019999999999953</c:v>
                </c:pt>
                <c:pt idx="45">
                  <c:v>-30.710000000000022</c:v>
                </c:pt>
                <c:pt idx="46">
                  <c:v>-31.179999999999993</c:v>
                </c:pt>
                <c:pt idx="47">
                  <c:v>-34.630000000000123</c:v>
                </c:pt>
                <c:pt idx="48">
                  <c:v>-38.640000000000008</c:v>
                </c:pt>
                <c:pt idx="49">
                  <c:v>-31.630000000000003</c:v>
                </c:pt>
                <c:pt idx="50">
                  <c:v>-18.599999999999987</c:v>
                </c:pt>
                <c:pt idx="51">
                  <c:v>-14.609999999999971</c:v>
                </c:pt>
                <c:pt idx="52">
                  <c:v>-21.22999999999999</c:v>
                </c:pt>
                <c:pt idx="53">
                  <c:v>-29.689999999999987</c:v>
                </c:pt>
                <c:pt idx="54">
                  <c:v>-30.330000000000013</c:v>
                </c:pt>
                <c:pt idx="55">
                  <c:v>-36.869999999999962</c:v>
                </c:pt>
                <c:pt idx="56">
                  <c:v>-37.700000000000074</c:v>
                </c:pt>
                <c:pt idx="57">
                  <c:v>-37.149999999999928</c:v>
                </c:pt>
                <c:pt idx="58">
                  <c:v>-37.62999999999996</c:v>
                </c:pt>
                <c:pt idx="59">
                  <c:v>-46.239999999999966</c:v>
                </c:pt>
                <c:pt idx="60">
                  <c:v>-46.239999999999966</c:v>
                </c:pt>
                <c:pt idx="61">
                  <c:v>-47.950000000000074</c:v>
                </c:pt>
                <c:pt idx="62">
                  <c:v>-48.110000000000056</c:v>
                </c:pt>
                <c:pt idx="63">
                  <c:v>-43.89999999999992</c:v>
                </c:pt>
                <c:pt idx="64">
                  <c:v>-44.650000000000027</c:v>
                </c:pt>
                <c:pt idx="65">
                  <c:v>-48.559999999999981</c:v>
                </c:pt>
                <c:pt idx="66">
                  <c:v>-45.600000000000037</c:v>
                </c:pt>
                <c:pt idx="67">
                  <c:v>-48.050000000000097</c:v>
                </c:pt>
                <c:pt idx="68">
                  <c:v>-44.260000000000048</c:v>
                </c:pt>
                <c:pt idx="69">
                  <c:v>-46.57</c:v>
                </c:pt>
                <c:pt idx="70">
                  <c:v>-40.569999999999951</c:v>
                </c:pt>
                <c:pt idx="71">
                  <c:v>-40.689999999999941</c:v>
                </c:pt>
                <c:pt idx="72">
                  <c:v>-38.399999999999949</c:v>
                </c:pt>
                <c:pt idx="73">
                  <c:v>-22.010000000000041</c:v>
                </c:pt>
                <c:pt idx="74">
                  <c:v>-18.52999999999998</c:v>
                </c:pt>
                <c:pt idx="75">
                  <c:v>-19.510000000000012</c:v>
                </c:pt>
                <c:pt idx="76">
                  <c:v>-18.580000000000041</c:v>
                </c:pt>
                <c:pt idx="77">
                  <c:v>-12.85999999999996</c:v>
                </c:pt>
                <c:pt idx="78">
                  <c:v>-4.1999999999999824</c:v>
                </c:pt>
                <c:pt idx="79">
                  <c:v>-3.1099999999999461</c:v>
                </c:pt>
                <c:pt idx="80">
                  <c:v>1.1400000000000081</c:v>
                </c:pt>
                <c:pt idx="81">
                  <c:v>3.3999999999999808</c:v>
                </c:pt>
                <c:pt idx="82">
                  <c:v>7.0800000000000196</c:v>
                </c:pt>
                <c:pt idx="83">
                  <c:v>14.650000000000048</c:v>
                </c:pt>
                <c:pt idx="84">
                  <c:v>14.98999999999997</c:v>
                </c:pt>
                <c:pt idx="85">
                  <c:v>12.009999999999991</c:v>
                </c:pt>
                <c:pt idx="86">
                  <c:v>14.84000000000005</c:v>
                </c:pt>
                <c:pt idx="87">
                  <c:v>13.510000000000039</c:v>
                </c:pt>
                <c:pt idx="88">
                  <c:v>15.179999999999971</c:v>
                </c:pt>
                <c:pt idx="89">
                  <c:v>15.77999999999999</c:v>
                </c:pt>
                <c:pt idx="90">
                  <c:v>6.8000000000000504</c:v>
                </c:pt>
                <c:pt idx="91">
                  <c:v>4.3400000000000114</c:v>
                </c:pt>
                <c:pt idx="92">
                  <c:v>10.48</c:v>
                </c:pt>
                <c:pt idx="93">
                  <c:v>13.56999999999999</c:v>
                </c:pt>
                <c:pt idx="94">
                  <c:v>15.519999999999982</c:v>
                </c:pt>
                <c:pt idx="95">
                  <c:v>11.74999999999997</c:v>
                </c:pt>
                <c:pt idx="96">
                  <c:v>16.570000000000022</c:v>
                </c:pt>
                <c:pt idx="97">
                  <c:v>13.979999999999931</c:v>
                </c:pt>
                <c:pt idx="98">
                  <c:v>17.260000000000009</c:v>
                </c:pt>
                <c:pt idx="99">
                  <c:v>16.77</c:v>
                </c:pt>
                <c:pt idx="100">
                  <c:v>22.16000000000005</c:v>
                </c:pt>
                <c:pt idx="101">
                  <c:v>23.720000000000049</c:v>
                </c:pt>
                <c:pt idx="102">
                  <c:v>31.86</c:v>
                </c:pt>
                <c:pt idx="103">
                  <c:v>37.599999999999937</c:v>
                </c:pt>
                <c:pt idx="104">
                  <c:v>37.379999999999917</c:v>
                </c:pt>
                <c:pt idx="105">
                  <c:v>36.32999999999997</c:v>
                </c:pt>
                <c:pt idx="106">
                  <c:v>36.32999999999997</c:v>
                </c:pt>
                <c:pt idx="107">
                  <c:v>33.46</c:v>
                </c:pt>
                <c:pt idx="108">
                  <c:v>28.409999999999958</c:v>
                </c:pt>
                <c:pt idx="109">
                  <c:v>28.310000000000006</c:v>
                </c:pt>
                <c:pt idx="110">
                  <c:v>24.440000000000058</c:v>
                </c:pt>
                <c:pt idx="111">
                  <c:v>27.689999999999948</c:v>
                </c:pt>
                <c:pt idx="112">
                  <c:v>32.210000000000072</c:v>
                </c:pt>
                <c:pt idx="113">
                  <c:v>29.97999999999994</c:v>
                </c:pt>
                <c:pt idx="114">
                  <c:v>30.670000000000019</c:v>
                </c:pt>
                <c:pt idx="115">
                  <c:v>25.410000000000021</c:v>
                </c:pt>
                <c:pt idx="116">
                  <c:v>25.569999999999997</c:v>
                </c:pt>
                <c:pt idx="117">
                  <c:v>22.86999999999999</c:v>
                </c:pt>
                <c:pt idx="118">
                  <c:v>25.329999999999941</c:v>
                </c:pt>
                <c:pt idx="119">
                  <c:v>17.659999999999958</c:v>
                </c:pt>
                <c:pt idx="120">
                  <c:v>23.430000000000021</c:v>
                </c:pt>
                <c:pt idx="121">
                  <c:v>31.740000000000013</c:v>
                </c:pt>
                <c:pt idx="122">
                  <c:v>26.470000000000038</c:v>
                </c:pt>
                <c:pt idx="123">
                  <c:v>32.479999999999983</c:v>
                </c:pt>
                <c:pt idx="124">
                  <c:v>36.07000000000005</c:v>
                </c:pt>
                <c:pt idx="125">
                  <c:v>14.34000000000006</c:v>
                </c:pt>
                <c:pt idx="126">
                  <c:v>3.76000000000003</c:v>
                </c:pt>
                <c:pt idx="127">
                  <c:v>3.010000000000002</c:v>
                </c:pt>
                <c:pt idx="128">
                  <c:v>9.9099999999999966</c:v>
                </c:pt>
                <c:pt idx="129">
                  <c:v>12.27</c:v>
                </c:pt>
                <c:pt idx="130">
                  <c:v>13.549999999999951</c:v>
                </c:pt>
                <c:pt idx="131">
                  <c:v>13.549999999999951</c:v>
                </c:pt>
                <c:pt idx="132">
                  <c:v>6.8300000000000693</c:v>
                </c:pt>
                <c:pt idx="133">
                  <c:v>8.089999999999975</c:v>
                </c:pt>
                <c:pt idx="134">
                  <c:v>8.599999999999941</c:v>
                </c:pt>
                <c:pt idx="135">
                  <c:v>14.299999999999979</c:v>
                </c:pt>
                <c:pt idx="136">
                  <c:v>16.400000000000059</c:v>
                </c:pt>
                <c:pt idx="137">
                  <c:v>22.340000000000071</c:v>
                </c:pt>
                <c:pt idx="138">
                  <c:v>9.7100000000000186</c:v>
                </c:pt>
                <c:pt idx="139">
                  <c:v>13.879999999999981</c:v>
                </c:pt>
                <c:pt idx="140">
                  <c:v>9.7199999999999953</c:v>
                </c:pt>
                <c:pt idx="141">
                  <c:v>8.4900000000000198</c:v>
                </c:pt>
                <c:pt idx="142">
                  <c:v>10.350000000000041</c:v>
                </c:pt>
                <c:pt idx="143">
                  <c:v>14.25999999999998</c:v>
                </c:pt>
                <c:pt idx="144">
                  <c:v>13.509999999999961</c:v>
                </c:pt>
                <c:pt idx="145">
                  <c:v>11.01000000000001</c:v>
                </c:pt>
                <c:pt idx="146">
                  <c:v>7.7399999999999913</c:v>
                </c:pt>
                <c:pt idx="147">
                  <c:v>8.9599999999999902</c:v>
                </c:pt>
                <c:pt idx="148">
                  <c:v>7.0399999999999352</c:v>
                </c:pt>
                <c:pt idx="149">
                  <c:v>9.9499999999999922</c:v>
                </c:pt>
                <c:pt idx="150">
                  <c:v>6.0999999999999943</c:v>
                </c:pt>
                <c:pt idx="151">
                  <c:v>2.629999999999999</c:v>
                </c:pt>
                <c:pt idx="152">
                  <c:v>-3.1900000000000261</c:v>
                </c:pt>
                <c:pt idx="153">
                  <c:v>-3.3800000000000265</c:v>
                </c:pt>
                <c:pt idx="154">
                  <c:v>2.6800000000000601</c:v>
                </c:pt>
                <c:pt idx="155">
                  <c:v>6.4599999999999547</c:v>
                </c:pt>
                <c:pt idx="156">
                  <c:v>5.1200000000000578</c:v>
                </c:pt>
                <c:pt idx="157">
                  <c:v>5.8699999999999966</c:v>
                </c:pt>
                <c:pt idx="158">
                  <c:v>8.6999999999999744</c:v>
                </c:pt>
                <c:pt idx="159">
                  <c:v>5.5799999999999628</c:v>
                </c:pt>
                <c:pt idx="160">
                  <c:v>5.3600000000000305</c:v>
                </c:pt>
                <c:pt idx="161">
                  <c:v>3.9100000000000357</c:v>
                </c:pt>
                <c:pt idx="162">
                  <c:v>2.5199999999999889</c:v>
                </c:pt>
                <c:pt idx="163">
                  <c:v>1.7900000000000031</c:v>
                </c:pt>
                <c:pt idx="164">
                  <c:v>2.7199999999999669</c:v>
                </c:pt>
                <c:pt idx="165">
                  <c:v>2.1800000000000712</c:v>
                </c:pt>
                <c:pt idx="166">
                  <c:v>3.2000000000000028</c:v>
                </c:pt>
                <c:pt idx="167">
                  <c:v>4.5099999999999705</c:v>
                </c:pt>
                <c:pt idx="168">
                  <c:v>4.3900000000000725</c:v>
                </c:pt>
                <c:pt idx="169">
                  <c:v>2.9399999999999871</c:v>
                </c:pt>
                <c:pt idx="170">
                  <c:v>4.1900000000000048</c:v>
                </c:pt>
                <c:pt idx="171">
                  <c:v>6.25</c:v>
                </c:pt>
                <c:pt idx="172">
                  <c:v>9.4400000000000261</c:v>
                </c:pt>
                <c:pt idx="173">
                  <c:v>15.050000000000011</c:v>
                </c:pt>
                <c:pt idx="174">
                  <c:v>16.340000000000021</c:v>
                </c:pt>
                <c:pt idx="175">
                  <c:v>12.26000000000003</c:v>
                </c:pt>
                <c:pt idx="176">
                  <c:v>12.26000000000003</c:v>
                </c:pt>
                <c:pt idx="177">
                  <c:v>14.760000000000058</c:v>
                </c:pt>
                <c:pt idx="178">
                  <c:v>10.55000000000001</c:v>
                </c:pt>
                <c:pt idx="179">
                  <c:v>6.7199999999999704</c:v>
                </c:pt>
                <c:pt idx="180">
                  <c:v>2.82</c:v>
                </c:pt>
                <c:pt idx="181">
                  <c:v>4.7699999999999845</c:v>
                </c:pt>
                <c:pt idx="182">
                  <c:v>0.45999999999999364</c:v>
                </c:pt>
                <c:pt idx="183">
                  <c:v>9.7599999999999909</c:v>
                </c:pt>
                <c:pt idx="184">
                  <c:v>11.32999999999997</c:v>
                </c:pt>
                <c:pt idx="185">
                  <c:v>11.380000000000031</c:v>
                </c:pt>
                <c:pt idx="186">
                  <c:v>11.52000000000006</c:v>
                </c:pt>
                <c:pt idx="187">
                  <c:v>7.0500000000000007</c:v>
                </c:pt>
                <c:pt idx="188">
                  <c:v>1.6299999999999319</c:v>
                </c:pt>
                <c:pt idx="189">
                  <c:v>4.6399999999999331</c:v>
                </c:pt>
                <c:pt idx="190">
                  <c:v>6.3800000000000523</c:v>
                </c:pt>
                <c:pt idx="191">
                  <c:v>6.1100000000000598</c:v>
                </c:pt>
                <c:pt idx="192">
                  <c:v>8.6199999999999832</c:v>
                </c:pt>
                <c:pt idx="193">
                  <c:v>12.779999999999969</c:v>
                </c:pt>
                <c:pt idx="194">
                  <c:v>15.60999999999995</c:v>
                </c:pt>
                <c:pt idx="195">
                  <c:v>20.16</c:v>
                </c:pt>
                <c:pt idx="196">
                  <c:v>19.43000000000001</c:v>
                </c:pt>
                <c:pt idx="197">
                  <c:v>22.090000000000028</c:v>
                </c:pt>
                <c:pt idx="198">
                  <c:v>27.280000000000022</c:v>
                </c:pt>
                <c:pt idx="199">
                  <c:v>31.200000000000028</c:v>
                </c:pt>
                <c:pt idx="200">
                  <c:v>34.03</c:v>
                </c:pt>
                <c:pt idx="201">
                  <c:v>34.03</c:v>
                </c:pt>
                <c:pt idx="202">
                  <c:v>39.000000000000064</c:v>
                </c:pt>
                <c:pt idx="203">
                  <c:v>38.320000000000036</c:v>
                </c:pt>
                <c:pt idx="204">
                  <c:v>35.389999999999937</c:v>
                </c:pt>
                <c:pt idx="205">
                  <c:v>39.449999999999989</c:v>
                </c:pt>
                <c:pt idx="206">
                  <c:v>39.71</c:v>
                </c:pt>
                <c:pt idx="207">
                  <c:v>41.190000000000019</c:v>
                </c:pt>
                <c:pt idx="208">
                  <c:v>44.000000000000043</c:v>
                </c:pt>
                <c:pt idx="209">
                  <c:v>43.430000000000042</c:v>
                </c:pt>
                <c:pt idx="210">
                  <c:v>39.360000000000021</c:v>
                </c:pt>
                <c:pt idx="211">
                  <c:v>38.689999999999984</c:v>
                </c:pt>
                <c:pt idx="212">
                  <c:v>40.129999999999995</c:v>
                </c:pt>
                <c:pt idx="213">
                  <c:v>34.370000000000012</c:v>
                </c:pt>
                <c:pt idx="214">
                  <c:v>36.130000000000003</c:v>
                </c:pt>
                <c:pt idx="215">
                  <c:v>35.339999999999975</c:v>
                </c:pt>
                <c:pt idx="216">
                  <c:v>33.180000000000035</c:v>
                </c:pt>
                <c:pt idx="217">
                  <c:v>24.88000000000001</c:v>
                </c:pt>
                <c:pt idx="218">
                  <c:v>20.659999999999989</c:v>
                </c:pt>
                <c:pt idx="219">
                  <c:v>18.86999999999999</c:v>
                </c:pt>
                <c:pt idx="220">
                  <c:v>18.85000000000003</c:v>
                </c:pt>
                <c:pt idx="221">
                  <c:v>28.849999999999998</c:v>
                </c:pt>
                <c:pt idx="222">
                  <c:v>19.909999999999961</c:v>
                </c:pt>
                <c:pt idx="223">
                  <c:v>28.990000000000034</c:v>
                </c:pt>
                <c:pt idx="224">
                  <c:v>46.740000000000052</c:v>
                </c:pt>
                <c:pt idx="225">
                  <c:v>46.740000000000052</c:v>
                </c:pt>
                <c:pt idx="226">
                  <c:v>78.019999999999982</c:v>
                </c:pt>
                <c:pt idx="227">
                  <c:v>66.809999999999988</c:v>
                </c:pt>
                <c:pt idx="228">
                  <c:v>63.079999999999984</c:v>
                </c:pt>
                <c:pt idx="229">
                  <c:v>60.04999999999994</c:v>
                </c:pt>
                <c:pt idx="230">
                  <c:v>58.570000000000007</c:v>
                </c:pt>
                <c:pt idx="231">
                  <c:v>57.910000000000039</c:v>
                </c:pt>
                <c:pt idx="232">
                  <c:v>69.000000000000043</c:v>
                </c:pt>
                <c:pt idx="233">
                  <c:v>73.460000000000036</c:v>
                </c:pt>
                <c:pt idx="234">
                  <c:v>73.460000000000036</c:v>
                </c:pt>
                <c:pt idx="235">
                  <c:v>75.789999999999935</c:v>
                </c:pt>
                <c:pt idx="236">
                  <c:v>78.169999999999987</c:v>
                </c:pt>
                <c:pt idx="237">
                  <c:v>83.110000000000014</c:v>
                </c:pt>
                <c:pt idx="238">
                  <c:v>86.150000000000034</c:v>
                </c:pt>
                <c:pt idx="239">
                  <c:v>92.980000000000018</c:v>
                </c:pt>
                <c:pt idx="240">
                  <c:v>98.989999999999952</c:v>
                </c:pt>
                <c:pt idx="241">
                  <c:v>101.0899999999999</c:v>
                </c:pt>
                <c:pt idx="242">
                  <c:v>102.25999999999999</c:v>
                </c:pt>
                <c:pt idx="243">
                  <c:v>100.28999999999999</c:v>
                </c:pt>
                <c:pt idx="244">
                  <c:v>103.05</c:v>
                </c:pt>
                <c:pt idx="245">
                  <c:v>104.80000000000001</c:v>
                </c:pt>
                <c:pt idx="246">
                  <c:v>105.72999999999999</c:v>
                </c:pt>
                <c:pt idx="247">
                  <c:v>104.42</c:v>
                </c:pt>
                <c:pt idx="248">
                  <c:v>102.10000000000011</c:v>
                </c:pt>
                <c:pt idx="249">
                  <c:v>97.56</c:v>
                </c:pt>
                <c:pt idx="250">
                  <c:v>98.290000000000077</c:v>
                </c:pt>
                <c:pt idx="251">
                  <c:v>100.27999999999999</c:v>
                </c:pt>
                <c:pt idx="252">
                  <c:v>98.869999999999976</c:v>
                </c:pt>
                <c:pt idx="253">
                  <c:v>97.539999999999964</c:v>
                </c:pt>
                <c:pt idx="254">
                  <c:v>96.479999999999947</c:v>
                </c:pt>
                <c:pt idx="255">
                  <c:v>99.709999999999965</c:v>
                </c:pt>
                <c:pt idx="256">
                  <c:v>99.709999999999965</c:v>
                </c:pt>
                <c:pt idx="257">
                  <c:v>99.749999999999957</c:v>
                </c:pt>
                <c:pt idx="258">
                  <c:v>101.07</c:v>
                </c:pt>
                <c:pt idx="259">
                  <c:v>102.71</c:v>
                </c:pt>
                <c:pt idx="260">
                  <c:v>107.2</c:v>
                </c:pt>
                <c:pt idx="261">
                  <c:v>107.2</c:v>
                </c:pt>
                <c:pt idx="262">
                  <c:v>84.119999999999976</c:v>
                </c:pt>
                <c:pt idx="263">
                  <c:v>85.489999999999981</c:v>
                </c:pt>
                <c:pt idx="264">
                  <c:v>74.90999999999994</c:v>
                </c:pt>
                <c:pt idx="265">
                  <c:v>74.369999999999962</c:v>
                </c:pt>
                <c:pt idx="266">
                  <c:v>74.060000000000059</c:v>
                </c:pt>
                <c:pt idx="267">
                  <c:v>77.379999999999967</c:v>
                </c:pt>
                <c:pt idx="268">
                  <c:v>79.249999999999957</c:v>
                </c:pt>
                <c:pt idx="269">
                  <c:v>71.890000000000057</c:v>
                </c:pt>
                <c:pt idx="270">
                  <c:v>74.099999999999966</c:v>
                </c:pt>
                <c:pt idx="271">
                  <c:v>74.099999999999966</c:v>
                </c:pt>
                <c:pt idx="272">
                  <c:v>71.150000000000006</c:v>
                </c:pt>
                <c:pt idx="273">
                  <c:v>74.949999999999932</c:v>
                </c:pt>
                <c:pt idx="274">
                  <c:v>81.63</c:v>
                </c:pt>
                <c:pt idx="275">
                  <c:v>82.389999999999915</c:v>
                </c:pt>
                <c:pt idx="276">
                  <c:v>80.430000000000049</c:v>
                </c:pt>
                <c:pt idx="277">
                  <c:v>81.02000000000001</c:v>
                </c:pt>
                <c:pt idx="278">
                  <c:v>88.22999999999999</c:v>
                </c:pt>
                <c:pt idx="279">
                  <c:v>93.700000000000031</c:v>
                </c:pt>
                <c:pt idx="280">
                  <c:v>91.539999999999992</c:v>
                </c:pt>
                <c:pt idx="281">
                  <c:v>88.839999999999989</c:v>
                </c:pt>
                <c:pt idx="282">
                  <c:v>89.969999999999928</c:v>
                </c:pt>
                <c:pt idx="283">
                  <c:v>93.540000000000049</c:v>
                </c:pt>
                <c:pt idx="284">
                  <c:v>91.340000000000018</c:v>
                </c:pt>
                <c:pt idx="285">
                  <c:v>98.44</c:v>
                </c:pt>
                <c:pt idx="286">
                  <c:v>96.689999999999984</c:v>
                </c:pt>
                <c:pt idx="287">
                  <c:v>98.850000000000023</c:v>
                </c:pt>
                <c:pt idx="288">
                  <c:v>92.34999999999998</c:v>
                </c:pt>
                <c:pt idx="289">
                  <c:v>87.640000000000029</c:v>
                </c:pt>
                <c:pt idx="290">
                  <c:v>86.490000000000038</c:v>
                </c:pt>
                <c:pt idx="291">
                  <c:v>83.589999999999961</c:v>
                </c:pt>
                <c:pt idx="292">
                  <c:v>79.089999999999975</c:v>
                </c:pt>
                <c:pt idx="293">
                  <c:v>87.069999999999936</c:v>
                </c:pt>
                <c:pt idx="294">
                  <c:v>84.72</c:v>
                </c:pt>
                <c:pt idx="295">
                  <c:v>85.299999999999983</c:v>
                </c:pt>
                <c:pt idx="296">
                  <c:v>85.299999999999983</c:v>
                </c:pt>
                <c:pt idx="297">
                  <c:v>87.17999999999995</c:v>
                </c:pt>
                <c:pt idx="298">
                  <c:v>86.850000000000009</c:v>
                </c:pt>
                <c:pt idx="299">
                  <c:v>87.629999999999967</c:v>
                </c:pt>
                <c:pt idx="300">
                  <c:v>85.890000000000015</c:v>
                </c:pt>
                <c:pt idx="301">
                  <c:v>83.40999999999994</c:v>
                </c:pt>
                <c:pt idx="302">
                  <c:v>79.84</c:v>
                </c:pt>
                <c:pt idx="303">
                  <c:v>90.649999999999949</c:v>
                </c:pt>
                <c:pt idx="304">
                  <c:v>90.960000000000022</c:v>
                </c:pt>
                <c:pt idx="305">
                  <c:v>86.54000000000002</c:v>
                </c:pt>
                <c:pt idx="306">
                  <c:v>76.320000000000036</c:v>
                </c:pt>
                <c:pt idx="307">
                  <c:v>62.049999999999983</c:v>
                </c:pt>
                <c:pt idx="308">
                  <c:v>64.639999999999986</c:v>
                </c:pt>
                <c:pt idx="309">
                  <c:v>61.590000000000074</c:v>
                </c:pt>
                <c:pt idx="310">
                  <c:v>61.080000000000027</c:v>
                </c:pt>
                <c:pt idx="311">
                  <c:v>52.939999999999984</c:v>
                </c:pt>
                <c:pt idx="312">
                  <c:v>46.429999999999971</c:v>
                </c:pt>
                <c:pt idx="313">
                  <c:v>53.260000000000041</c:v>
                </c:pt>
                <c:pt idx="314">
                  <c:v>55.600000000000009</c:v>
                </c:pt>
                <c:pt idx="315">
                  <c:v>47.170000000000016</c:v>
                </c:pt>
                <c:pt idx="316">
                  <c:v>42.57999999999997</c:v>
                </c:pt>
                <c:pt idx="317">
                  <c:v>31.679999999999968</c:v>
                </c:pt>
                <c:pt idx="318">
                  <c:v>29.980000000000029</c:v>
                </c:pt>
                <c:pt idx="319">
                  <c:v>30.41999999999998</c:v>
                </c:pt>
                <c:pt idx="320">
                  <c:v>34.839999999999982</c:v>
                </c:pt>
                <c:pt idx="321">
                  <c:v>30.049999999999947</c:v>
                </c:pt>
                <c:pt idx="322">
                  <c:v>35.87999999999996</c:v>
                </c:pt>
                <c:pt idx="323">
                  <c:v>47.52000000000001</c:v>
                </c:pt>
                <c:pt idx="324">
                  <c:v>54.680000000000021</c:v>
                </c:pt>
                <c:pt idx="325">
                  <c:v>74.719999999999942</c:v>
                </c:pt>
                <c:pt idx="326">
                  <c:v>75.479999999999947</c:v>
                </c:pt>
                <c:pt idx="327">
                  <c:v>70.840000000000018</c:v>
                </c:pt>
                <c:pt idx="328">
                  <c:v>75.179999999999936</c:v>
                </c:pt>
                <c:pt idx="329">
                  <c:v>69.939999999999984</c:v>
                </c:pt>
                <c:pt idx="330">
                  <c:v>73.059999999999988</c:v>
                </c:pt>
                <c:pt idx="331">
                  <c:v>77.59999999999998</c:v>
                </c:pt>
                <c:pt idx="332">
                  <c:v>74.889999999999986</c:v>
                </c:pt>
                <c:pt idx="333">
                  <c:v>73.750000000000071</c:v>
                </c:pt>
                <c:pt idx="334">
                  <c:v>71.290000000000035</c:v>
                </c:pt>
                <c:pt idx="335">
                  <c:v>71.290000000000035</c:v>
                </c:pt>
                <c:pt idx="336">
                  <c:v>67.620000000000061</c:v>
                </c:pt>
                <c:pt idx="337">
                  <c:v>63.609999999999985</c:v>
                </c:pt>
                <c:pt idx="338">
                  <c:v>66.799999999999926</c:v>
                </c:pt>
                <c:pt idx="339">
                  <c:v>69.750000000000071</c:v>
                </c:pt>
                <c:pt idx="340">
                  <c:v>72.670000000000016</c:v>
                </c:pt>
                <c:pt idx="341">
                  <c:v>73.099999999999994</c:v>
                </c:pt>
                <c:pt idx="342">
                  <c:v>75.070000000000022</c:v>
                </c:pt>
                <c:pt idx="343">
                  <c:v>75.8</c:v>
                </c:pt>
                <c:pt idx="344">
                  <c:v>75.42</c:v>
                </c:pt>
                <c:pt idx="345">
                  <c:v>73.230000000000047</c:v>
                </c:pt>
                <c:pt idx="346">
                  <c:v>72.05000000000004</c:v>
                </c:pt>
                <c:pt idx="347">
                  <c:v>72.459999999999965</c:v>
                </c:pt>
                <c:pt idx="348">
                  <c:v>68.470000000000027</c:v>
                </c:pt>
                <c:pt idx="349">
                  <c:v>62.370000000000033</c:v>
                </c:pt>
                <c:pt idx="350">
                  <c:v>62.779999999999973</c:v>
                </c:pt>
                <c:pt idx="351">
                  <c:v>61.730000000000018</c:v>
                </c:pt>
                <c:pt idx="352">
                  <c:v>64.730000000000047</c:v>
                </c:pt>
                <c:pt idx="353">
                  <c:v>66.250000000000057</c:v>
                </c:pt>
                <c:pt idx="354">
                  <c:v>65.650000000000034</c:v>
                </c:pt>
                <c:pt idx="355">
                  <c:v>62.88</c:v>
                </c:pt>
                <c:pt idx="356">
                  <c:v>65.749999999999972</c:v>
                </c:pt>
                <c:pt idx="357">
                  <c:v>64.660000000000025</c:v>
                </c:pt>
                <c:pt idx="358">
                  <c:v>63.129999999999953</c:v>
                </c:pt>
                <c:pt idx="359">
                  <c:v>67.749999999999929</c:v>
                </c:pt>
                <c:pt idx="360">
                  <c:v>71.53</c:v>
                </c:pt>
                <c:pt idx="361">
                  <c:v>71.030000000000015</c:v>
                </c:pt>
                <c:pt idx="362">
                  <c:v>70.980000000000047</c:v>
                </c:pt>
                <c:pt idx="363">
                  <c:v>68.860000000000014</c:v>
                </c:pt>
                <c:pt idx="364">
                  <c:v>68.259999999999991</c:v>
                </c:pt>
                <c:pt idx="365">
                  <c:v>66.950000000000017</c:v>
                </c:pt>
                <c:pt idx="366">
                  <c:v>66.950000000000017</c:v>
                </c:pt>
                <c:pt idx="367">
                  <c:v>68.029999999999987</c:v>
                </c:pt>
                <c:pt idx="368">
                  <c:v>61.829999999999963</c:v>
                </c:pt>
                <c:pt idx="369">
                  <c:v>64.33</c:v>
                </c:pt>
                <c:pt idx="370">
                  <c:v>65.30000000000004</c:v>
                </c:pt>
                <c:pt idx="371">
                  <c:v>63.3</c:v>
                </c:pt>
                <c:pt idx="372">
                  <c:v>59.830000000000005</c:v>
                </c:pt>
                <c:pt idx="373">
                  <c:v>53.43</c:v>
                </c:pt>
                <c:pt idx="374">
                  <c:v>51.630000000000024</c:v>
                </c:pt>
                <c:pt idx="375">
                  <c:v>55.109999999999992</c:v>
                </c:pt>
                <c:pt idx="376">
                  <c:v>53.45999999999993</c:v>
                </c:pt>
                <c:pt idx="377">
                  <c:v>56.850000000000023</c:v>
                </c:pt>
                <c:pt idx="378">
                  <c:v>60.789999999999992</c:v>
                </c:pt>
                <c:pt idx="379">
                  <c:v>57.77000000000001</c:v>
                </c:pt>
                <c:pt idx="380">
                  <c:v>58.000000000000007</c:v>
                </c:pt>
                <c:pt idx="381">
                  <c:v>60.350000000000037</c:v>
                </c:pt>
                <c:pt idx="382">
                  <c:v>62.520000000000039</c:v>
                </c:pt>
                <c:pt idx="383">
                  <c:v>55.759999999999991</c:v>
                </c:pt>
                <c:pt idx="384">
                  <c:v>57.629999999999981</c:v>
                </c:pt>
                <c:pt idx="385">
                  <c:v>56.180000000000078</c:v>
                </c:pt>
                <c:pt idx="386">
                  <c:v>54.910000000000011</c:v>
                </c:pt>
                <c:pt idx="387">
                  <c:v>52.420000000000044</c:v>
                </c:pt>
                <c:pt idx="388">
                  <c:v>58.480000000000047</c:v>
                </c:pt>
                <c:pt idx="389">
                  <c:v>58.570000000000007</c:v>
                </c:pt>
                <c:pt idx="390">
                  <c:v>67.989999999999995</c:v>
                </c:pt>
                <c:pt idx="391">
                  <c:v>69.040000000000035</c:v>
                </c:pt>
                <c:pt idx="392">
                  <c:v>69.040000000000035</c:v>
                </c:pt>
                <c:pt idx="393">
                  <c:v>77.679999999999978</c:v>
                </c:pt>
                <c:pt idx="394">
                  <c:v>79.430000000000064</c:v>
                </c:pt>
                <c:pt idx="395">
                  <c:v>76.619999999999948</c:v>
                </c:pt>
                <c:pt idx="396">
                  <c:v>72.349999999999966</c:v>
                </c:pt>
                <c:pt idx="397">
                  <c:v>71.030000000000015</c:v>
                </c:pt>
                <c:pt idx="398">
                  <c:v>68.620000000000033</c:v>
                </c:pt>
                <c:pt idx="399">
                  <c:v>69.770000000000024</c:v>
                </c:pt>
                <c:pt idx="400">
                  <c:v>72.920000000000044</c:v>
                </c:pt>
                <c:pt idx="401">
                  <c:v>74.65000000000002</c:v>
                </c:pt>
                <c:pt idx="402">
                  <c:v>75.100000000000037</c:v>
                </c:pt>
                <c:pt idx="403">
                  <c:v>76.83</c:v>
                </c:pt>
                <c:pt idx="404">
                  <c:v>78.580000000000013</c:v>
                </c:pt>
                <c:pt idx="405">
                  <c:v>71.610000000000085</c:v>
                </c:pt>
                <c:pt idx="406">
                  <c:v>71.919999999999987</c:v>
                </c:pt>
                <c:pt idx="407">
                  <c:v>77.38999999999993</c:v>
                </c:pt>
                <c:pt idx="408">
                  <c:v>71.899999999999949</c:v>
                </c:pt>
                <c:pt idx="409">
                  <c:v>74.749999999999957</c:v>
                </c:pt>
                <c:pt idx="410">
                  <c:v>75.549999999999955</c:v>
                </c:pt>
                <c:pt idx="411">
                  <c:v>71.869999999999919</c:v>
                </c:pt>
                <c:pt idx="412">
                  <c:v>71.239999999999966</c:v>
                </c:pt>
                <c:pt idx="413">
                  <c:v>66.789999999999949</c:v>
                </c:pt>
                <c:pt idx="414">
                  <c:v>64.06</c:v>
                </c:pt>
                <c:pt idx="415">
                  <c:v>63.089999999999961</c:v>
                </c:pt>
                <c:pt idx="416">
                  <c:v>61.990000000000038</c:v>
                </c:pt>
                <c:pt idx="417">
                  <c:v>57.479999999999976</c:v>
                </c:pt>
                <c:pt idx="418">
                  <c:v>44.160000000000025</c:v>
                </c:pt>
                <c:pt idx="419">
                  <c:v>38.170000000000037</c:v>
                </c:pt>
                <c:pt idx="420">
                  <c:v>36.610000000000028</c:v>
                </c:pt>
                <c:pt idx="421">
                  <c:v>37.750000000000043</c:v>
                </c:pt>
                <c:pt idx="422">
                  <c:v>37.000000000000014</c:v>
                </c:pt>
                <c:pt idx="423">
                  <c:v>36.240000000000009</c:v>
                </c:pt>
                <c:pt idx="424">
                  <c:v>30.569999999999993</c:v>
                </c:pt>
                <c:pt idx="425">
                  <c:v>25.689999999999991</c:v>
                </c:pt>
                <c:pt idx="426">
                  <c:v>23.459999999999951</c:v>
                </c:pt>
                <c:pt idx="427">
                  <c:v>25.300000000000011</c:v>
                </c:pt>
                <c:pt idx="428">
                  <c:v>26.709999999999923</c:v>
                </c:pt>
                <c:pt idx="429">
                  <c:v>26.060000000000024</c:v>
                </c:pt>
                <c:pt idx="430">
                  <c:v>27.789999999999981</c:v>
                </c:pt>
                <c:pt idx="431">
                  <c:v>30.279999999999951</c:v>
                </c:pt>
                <c:pt idx="432">
                  <c:v>29.00999999999998</c:v>
                </c:pt>
                <c:pt idx="433">
                  <c:v>28.140000000000047</c:v>
                </c:pt>
                <c:pt idx="434">
                  <c:v>27.600000000000069</c:v>
                </c:pt>
                <c:pt idx="435">
                  <c:v>27.969999999999924</c:v>
                </c:pt>
                <c:pt idx="436">
                  <c:v>27.969999999999924</c:v>
                </c:pt>
                <c:pt idx="437">
                  <c:v>23.93999999999998</c:v>
                </c:pt>
                <c:pt idx="438">
                  <c:v>24.51999999999996</c:v>
                </c:pt>
                <c:pt idx="439">
                  <c:v>22.99999999999995</c:v>
                </c:pt>
                <c:pt idx="440">
                  <c:v>17.65000000000008</c:v>
                </c:pt>
                <c:pt idx="441">
                  <c:v>20.77</c:v>
                </c:pt>
                <c:pt idx="442">
                  <c:v>22.849999999999952</c:v>
                </c:pt>
                <c:pt idx="443">
                  <c:v>26.259999999999987</c:v>
                </c:pt>
                <c:pt idx="444">
                  <c:v>27.82</c:v>
                </c:pt>
                <c:pt idx="445">
                  <c:v>27.760000000000051</c:v>
                </c:pt>
                <c:pt idx="446">
                  <c:v>32.580000000000013</c:v>
                </c:pt>
                <c:pt idx="447">
                  <c:v>38.350000000000065</c:v>
                </c:pt>
                <c:pt idx="448">
                  <c:v>40.949999999999946</c:v>
                </c:pt>
                <c:pt idx="449">
                  <c:v>43.929999999999943</c:v>
                </c:pt>
                <c:pt idx="450">
                  <c:v>43.390000000000043</c:v>
                </c:pt>
                <c:pt idx="451">
                  <c:v>45.989999999999931</c:v>
                </c:pt>
                <c:pt idx="452">
                  <c:v>47.060000000000009</c:v>
                </c:pt>
                <c:pt idx="453">
                  <c:v>48.890000000000015</c:v>
                </c:pt>
                <c:pt idx="454">
                  <c:v>46.870000000000012</c:v>
                </c:pt>
                <c:pt idx="455">
                  <c:v>43.420000000000059</c:v>
                </c:pt>
                <c:pt idx="456">
                  <c:v>40.810000000000009</c:v>
                </c:pt>
                <c:pt idx="457">
                  <c:v>38.47999999999994</c:v>
                </c:pt>
                <c:pt idx="458">
                  <c:v>37.01999999999996</c:v>
                </c:pt>
                <c:pt idx="459">
                  <c:v>39.380000000000059</c:v>
                </c:pt>
                <c:pt idx="460">
                  <c:v>42.199999999999974</c:v>
                </c:pt>
                <c:pt idx="461">
                  <c:v>42.199999999999974</c:v>
                </c:pt>
                <c:pt idx="462">
                  <c:v>39.449999999999989</c:v>
                </c:pt>
                <c:pt idx="463">
                  <c:v>38.350000000000065</c:v>
                </c:pt>
                <c:pt idx="464">
                  <c:v>35.71999999999997</c:v>
                </c:pt>
                <c:pt idx="465">
                  <c:v>33.809999999999981</c:v>
                </c:pt>
                <c:pt idx="466">
                  <c:v>33.590000000000046</c:v>
                </c:pt>
                <c:pt idx="467">
                  <c:v>34.45999999999998</c:v>
                </c:pt>
                <c:pt idx="468">
                  <c:v>36.500000000000021</c:v>
                </c:pt>
                <c:pt idx="469">
                  <c:v>34.79999999999999</c:v>
                </c:pt>
                <c:pt idx="470">
                  <c:v>38.940000000000019</c:v>
                </c:pt>
                <c:pt idx="471">
                  <c:v>39.660000000000025</c:v>
                </c:pt>
                <c:pt idx="472">
                  <c:v>42.119999999999976</c:v>
                </c:pt>
                <c:pt idx="473">
                  <c:v>39.700000000000017</c:v>
                </c:pt>
                <c:pt idx="474">
                  <c:v>40.390000000000008</c:v>
                </c:pt>
                <c:pt idx="475">
                  <c:v>37.69</c:v>
                </c:pt>
                <c:pt idx="476">
                  <c:v>31.430000000000017</c:v>
                </c:pt>
                <c:pt idx="477">
                  <c:v>33.289999999999949</c:v>
                </c:pt>
                <c:pt idx="478">
                  <c:v>30.020000000000017</c:v>
                </c:pt>
                <c:pt idx="479">
                  <c:v>25.750000000000028</c:v>
                </c:pt>
                <c:pt idx="480">
                  <c:v>28.340000000000032</c:v>
                </c:pt>
                <c:pt idx="481">
                  <c:v>28.720000000000027</c:v>
                </c:pt>
                <c:pt idx="482">
                  <c:v>30.260000000000094</c:v>
                </c:pt>
                <c:pt idx="483">
                  <c:v>23.500000000000028</c:v>
                </c:pt>
                <c:pt idx="484">
                  <c:v>11.54999999999999</c:v>
                </c:pt>
                <c:pt idx="485">
                  <c:v>13.280000000000051</c:v>
                </c:pt>
                <c:pt idx="486">
                  <c:v>12.110000000000019</c:v>
                </c:pt>
                <c:pt idx="487">
                  <c:v>1.6299999999999319</c:v>
                </c:pt>
                <c:pt idx="488">
                  <c:v>-6.8599999999999994</c:v>
                </c:pt>
                <c:pt idx="489">
                  <c:v>5.4100000000000037</c:v>
                </c:pt>
                <c:pt idx="490">
                  <c:v>2.4200000000000439</c:v>
                </c:pt>
                <c:pt idx="491">
                  <c:v>3.9500000000000313</c:v>
                </c:pt>
                <c:pt idx="492">
                  <c:v>4.5099999999999705</c:v>
                </c:pt>
                <c:pt idx="493">
                  <c:v>1.0199999999999321</c:v>
                </c:pt>
                <c:pt idx="494">
                  <c:v>1.0199999999999321</c:v>
                </c:pt>
                <c:pt idx="495">
                  <c:v>0.67000000000003723</c:v>
                </c:pt>
                <c:pt idx="496">
                  <c:v>-0.68999999999999062</c:v>
                </c:pt>
                <c:pt idx="497">
                  <c:v>-1.710000000000012</c:v>
                </c:pt>
                <c:pt idx="498">
                  <c:v>1.9199999999999657</c:v>
                </c:pt>
                <c:pt idx="499">
                  <c:v>10.03999999999996</c:v>
                </c:pt>
                <c:pt idx="500">
                  <c:v>8.170000000000055</c:v>
                </c:pt>
                <c:pt idx="501">
                  <c:v>11.690000000000019</c:v>
                </c:pt>
                <c:pt idx="502">
                  <c:v>9.5900000000000318</c:v>
                </c:pt>
                <c:pt idx="503">
                  <c:v>2.9199999999999449</c:v>
                </c:pt>
                <c:pt idx="504">
                  <c:v>4.2599999999999314</c:v>
                </c:pt>
                <c:pt idx="505">
                  <c:v>5.0899999999999501</c:v>
                </c:pt>
                <c:pt idx="506">
                  <c:v>4.809999999999981</c:v>
                </c:pt>
                <c:pt idx="507">
                  <c:v>5.909999999999993</c:v>
                </c:pt>
                <c:pt idx="508">
                  <c:v>3.0499999999999972</c:v>
                </c:pt>
                <c:pt idx="509">
                  <c:v>-3.010000000000002</c:v>
                </c:pt>
                <c:pt idx="510">
                  <c:v>-7.66</c:v>
                </c:pt>
                <c:pt idx="511">
                  <c:v>-9.3299999999999272</c:v>
                </c:pt>
                <c:pt idx="512">
                  <c:v>-8.2999999999999297</c:v>
                </c:pt>
                <c:pt idx="513">
                  <c:v>-7.040000000000024</c:v>
                </c:pt>
                <c:pt idx="514">
                  <c:v>-6.5999999999999837</c:v>
                </c:pt>
                <c:pt idx="515">
                  <c:v>-6.0100000000000255</c:v>
                </c:pt>
                <c:pt idx="516">
                  <c:v>-6.0100000000000255</c:v>
                </c:pt>
                <c:pt idx="517">
                  <c:v>-7.7599999999999447</c:v>
                </c:pt>
                <c:pt idx="518">
                  <c:v>-6.6500000000000448</c:v>
                </c:pt>
                <c:pt idx="519">
                  <c:v>-4.0000000000000044</c:v>
                </c:pt>
                <c:pt idx="520">
                  <c:v>-0.73999999999996291</c:v>
                </c:pt>
                <c:pt idx="521">
                  <c:v>-0.73999999999996291</c:v>
                </c:pt>
                <c:pt idx="522">
                  <c:v>1.499999999999968</c:v>
                </c:pt>
                <c:pt idx="523">
                  <c:v>2.4000000000000021</c:v>
                </c:pt>
                <c:pt idx="524">
                  <c:v>4.0099999999999802</c:v>
                </c:pt>
                <c:pt idx="525">
                  <c:v>2.6799999999999708</c:v>
                </c:pt>
                <c:pt idx="526">
                  <c:v>4.3199999999999683</c:v>
                </c:pt>
                <c:pt idx="527">
                  <c:v>6.2399999999999336</c:v>
                </c:pt>
                <c:pt idx="528">
                  <c:v>1.6899999999999689</c:v>
                </c:pt>
                <c:pt idx="529">
                  <c:v>5.1899999999999844</c:v>
                </c:pt>
                <c:pt idx="530">
                  <c:v>6.2700000000000422</c:v>
                </c:pt>
                <c:pt idx="531">
                  <c:v>6.2700000000000422</c:v>
                </c:pt>
                <c:pt idx="532">
                  <c:v>1.9599999999999622</c:v>
                </c:pt>
                <c:pt idx="533">
                  <c:v>-1.980000000000004</c:v>
                </c:pt>
                <c:pt idx="534">
                  <c:v>-4.2999999999999261</c:v>
                </c:pt>
                <c:pt idx="535">
                  <c:v>-0.70000000000005613</c:v>
                </c:pt>
                <c:pt idx="536">
                  <c:v>0.22999999999999693</c:v>
                </c:pt>
                <c:pt idx="537">
                  <c:v>2.5999999999999801</c:v>
                </c:pt>
                <c:pt idx="538">
                  <c:v>5.1400000000000112</c:v>
                </c:pt>
                <c:pt idx="539">
                  <c:v>2.9399999999999871</c:v>
                </c:pt>
                <c:pt idx="540">
                  <c:v>-7.9999999999991189E-2</c:v>
                </c:pt>
                <c:pt idx="541">
                  <c:v>0.17000000000004789</c:v>
                </c:pt>
                <c:pt idx="542">
                  <c:v>-5.5600000000000085</c:v>
                </c:pt>
                <c:pt idx="543">
                  <c:v>-3.8800000000000168</c:v>
                </c:pt>
                <c:pt idx="544">
                  <c:v>-7.299999999999951</c:v>
                </c:pt>
                <c:pt idx="545">
                  <c:v>-13.489999999999998</c:v>
                </c:pt>
                <c:pt idx="546">
                  <c:v>-11.43999999999998</c:v>
                </c:pt>
                <c:pt idx="547">
                  <c:v>-19.529999999999962</c:v>
                </c:pt>
                <c:pt idx="548">
                  <c:v>-12.61999999999999</c:v>
                </c:pt>
                <c:pt idx="549">
                  <c:v>-14.489999999999981</c:v>
                </c:pt>
                <c:pt idx="550">
                  <c:v>-13.830000000000009</c:v>
                </c:pt>
                <c:pt idx="551">
                  <c:v>-8.3899999999999864</c:v>
                </c:pt>
                <c:pt idx="552">
                  <c:v>-9.7199999999999953</c:v>
                </c:pt>
                <c:pt idx="553">
                  <c:v>-1.6100000000000669</c:v>
                </c:pt>
                <c:pt idx="554">
                  <c:v>10.570000000000061</c:v>
                </c:pt>
                <c:pt idx="555">
                  <c:v>9.3099999999999739</c:v>
                </c:pt>
                <c:pt idx="556">
                  <c:v>9.3099999999999739</c:v>
                </c:pt>
                <c:pt idx="557">
                  <c:v>9.2699999999999783</c:v>
                </c:pt>
                <c:pt idx="558">
                  <c:v>9.9599999999999689</c:v>
                </c:pt>
                <c:pt idx="559">
                  <c:v>3.1499999999999417</c:v>
                </c:pt>
                <c:pt idx="560">
                  <c:v>0.63999999999992951</c:v>
                </c:pt>
                <c:pt idx="561">
                  <c:v>4.669999999999952</c:v>
                </c:pt>
                <c:pt idx="562">
                  <c:v>1.440000000000019</c:v>
                </c:pt>
                <c:pt idx="563">
                  <c:v>7.8100000000000058</c:v>
                </c:pt>
                <c:pt idx="564">
                  <c:v>5.7000000000000375</c:v>
                </c:pt>
                <c:pt idx="565">
                  <c:v>-0.20999999999995472</c:v>
                </c:pt>
                <c:pt idx="566">
                  <c:v>3.2500000000000639</c:v>
                </c:pt>
                <c:pt idx="567">
                  <c:v>6.8299999999999805</c:v>
                </c:pt>
                <c:pt idx="568">
                  <c:v>6.2800000000000189</c:v>
                </c:pt>
                <c:pt idx="569">
                  <c:v>10.079999999999959</c:v>
                </c:pt>
                <c:pt idx="570">
                  <c:v>12.420000000000011</c:v>
                </c:pt>
                <c:pt idx="571">
                  <c:v>8.3400000000000141</c:v>
                </c:pt>
                <c:pt idx="572">
                  <c:v>7.9600000000000115</c:v>
                </c:pt>
                <c:pt idx="573">
                  <c:v>4.5399999999999876</c:v>
                </c:pt>
                <c:pt idx="574">
                  <c:v>8.1199999999999939</c:v>
                </c:pt>
                <c:pt idx="575">
                  <c:v>14.940000000000001</c:v>
                </c:pt>
                <c:pt idx="576">
                  <c:v>17.150000000000002</c:v>
                </c:pt>
                <c:pt idx="577">
                  <c:v>20.500000000000011</c:v>
                </c:pt>
                <c:pt idx="578">
                  <c:v>21.370000000000019</c:v>
                </c:pt>
                <c:pt idx="579">
                  <c:v>16.009999999999991</c:v>
                </c:pt>
                <c:pt idx="580">
                  <c:v>17.839999999999989</c:v>
                </c:pt>
                <c:pt idx="581">
                  <c:v>14.499999999999961</c:v>
                </c:pt>
                <c:pt idx="582">
                  <c:v>9.1999999999999638</c:v>
                </c:pt>
                <c:pt idx="583">
                  <c:v>6.1300000000000132</c:v>
                </c:pt>
                <c:pt idx="584">
                  <c:v>5.4699999999999527</c:v>
                </c:pt>
                <c:pt idx="585">
                  <c:v>5.4699999999999527</c:v>
                </c:pt>
                <c:pt idx="586">
                  <c:v>4.84</c:v>
                </c:pt>
                <c:pt idx="587">
                  <c:v>4.2200000000000237</c:v>
                </c:pt>
                <c:pt idx="588">
                  <c:v>2.7000000000000139</c:v>
                </c:pt>
                <c:pt idx="589">
                  <c:v>4.7199999999999243</c:v>
                </c:pt>
                <c:pt idx="590">
                  <c:v>1.6799999999999931</c:v>
                </c:pt>
                <c:pt idx="591">
                  <c:v>8.73999999999997</c:v>
                </c:pt>
                <c:pt idx="592">
                  <c:v>17.559999999999931</c:v>
                </c:pt>
                <c:pt idx="593">
                  <c:v>20.239999999999991</c:v>
                </c:pt>
                <c:pt idx="594">
                  <c:v>24.019999999999968</c:v>
                </c:pt>
                <c:pt idx="595">
                  <c:v>29.429999999999978</c:v>
                </c:pt>
                <c:pt idx="596">
                  <c:v>35.44</c:v>
                </c:pt>
                <c:pt idx="597">
                  <c:v>44.199999999999932</c:v>
                </c:pt>
                <c:pt idx="598">
                  <c:v>41.959999999999994</c:v>
                </c:pt>
                <c:pt idx="599">
                  <c:v>35.520000000000003</c:v>
                </c:pt>
                <c:pt idx="600">
                  <c:v>38.850000000000051</c:v>
                </c:pt>
                <c:pt idx="601">
                  <c:v>39.94</c:v>
                </c:pt>
                <c:pt idx="602">
                  <c:v>33.970000000000063</c:v>
                </c:pt>
                <c:pt idx="603">
                  <c:v>32.340000000000039</c:v>
                </c:pt>
                <c:pt idx="604">
                  <c:v>37.760000000000019</c:v>
                </c:pt>
                <c:pt idx="605">
                  <c:v>42.169999999999952</c:v>
                </c:pt>
                <c:pt idx="606">
                  <c:v>45.669999999999973</c:v>
                </c:pt>
                <c:pt idx="607">
                  <c:v>47.75</c:v>
                </c:pt>
                <c:pt idx="608">
                  <c:v>63.090000000000046</c:v>
                </c:pt>
                <c:pt idx="609">
                  <c:v>66.05999999999996</c:v>
                </c:pt>
                <c:pt idx="610">
                  <c:v>71.100000000000023</c:v>
                </c:pt>
                <c:pt idx="611">
                  <c:v>74.350000000000009</c:v>
                </c:pt>
                <c:pt idx="612">
                  <c:v>85.810000000000031</c:v>
                </c:pt>
                <c:pt idx="613">
                  <c:v>97.29</c:v>
                </c:pt>
                <c:pt idx="614">
                  <c:v>79.70000000000006</c:v>
                </c:pt>
                <c:pt idx="615">
                  <c:v>73.289999999999992</c:v>
                </c:pt>
                <c:pt idx="616">
                  <c:v>69.120000000000033</c:v>
                </c:pt>
                <c:pt idx="617">
                  <c:v>70.690000000000012</c:v>
                </c:pt>
                <c:pt idx="618">
                  <c:v>64.75</c:v>
                </c:pt>
                <c:pt idx="619">
                  <c:v>69.339999999999961</c:v>
                </c:pt>
                <c:pt idx="620">
                  <c:v>71.470000000000056</c:v>
                </c:pt>
                <c:pt idx="621">
                  <c:v>73.78</c:v>
                </c:pt>
                <c:pt idx="622">
                  <c:v>67.000000000000085</c:v>
                </c:pt>
                <c:pt idx="623">
                  <c:v>58.760000000000012</c:v>
                </c:pt>
                <c:pt idx="624">
                  <c:v>51.900000000000013</c:v>
                </c:pt>
                <c:pt idx="625">
                  <c:v>47.009999999999948</c:v>
                </c:pt>
                <c:pt idx="626">
                  <c:v>47.009999999999948</c:v>
                </c:pt>
                <c:pt idx="627">
                  <c:v>42.490000000000009</c:v>
                </c:pt>
                <c:pt idx="628">
                  <c:v>48.13000000000001</c:v>
                </c:pt>
                <c:pt idx="629">
                  <c:v>62.049999999999983</c:v>
                </c:pt>
                <c:pt idx="630">
                  <c:v>71.44000000000004</c:v>
                </c:pt>
                <c:pt idx="631">
                  <c:v>70.690000000000012</c:v>
                </c:pt>
                <c:pt idx="632">
                  <c:v>71.53</c:v>
                </c:pt>
                <c:pt idx="633">
                  <c:v>78.540000000000006</c:v>
                </c:pt>
                <c:pt idx="634">
                  <c:v>80.109999999999985</c:v>
                </c:pt>
                <c:pt idx="635">
                  <c:v>83.15</c:v>
                </c:pt>
                <c:pt idx="636">
                  <c:v>87.65</c:v>
                </c:pt>
                <c:pt idx="637">
                  <c:v>97.820000000000022</c:v>
                </c:pt>
                <c:pt idx="638">
                  <c:v>107.72</c:v>
                </c:pt>
                <c:pt idx="639">
                  <c:v>105.05</c:v>
                </c:pt>
                <c:pt idx="640">
                  <c:v>113.62</c:v>
                </c:pt>
                <c:pt idx="641">
                  <c:v>127.45</c:v>
                </c:pt>
                <c:pt idx="642">
                  <c:v>141.33999999999992</c:v>
                </c:pt>
                <c:pt idx="643">
                  <c:v>127.77000000000001</c:v>
                </c:pt>
                <c:pt idx="644">
                  <c:v>123.98</c:v>
                </c:pt>
                <c:pt idx="645">
                  <c:v>108.76999999999998</c:v>
                </c:pt>
                <c:pt idx="646">
                  <c:v>110.16999999999999</c:v>
                </c:pt>
                <c:pt idx="647">
                  <c:v>112.57</c:v>
                </c:pt>
                <c:pt idx="648">
                  <c:v>108.88</c:v>
                </c:pt>
                <c:pt idx="649">
                  <c:v>106.62</c:v>
                </c:pt>
                <c:pt idx="650">
                  <c:v>106.66</c:v>
                </c:pt>
                <c:pt idx="651">
                  <c:v>101.86999999999999</c:v>
                </c:pt>
                <c:pt idx="652">
                  <c:v>95.009999999999991</c:v>
                </c:pt>
                <c:pt idx="653">
                  <c:v>95.009999999999991</c:v>
                </c:pt>
                <c:pt idx="654">
                  <c:v>84.240000000000052</c:v>
                </c:pt>
                <c:pt idx="655">
                  <c:v>73.78</c:v>
                </c:pt>
                <c:pt idx="656">
                  <c:v>66.509999999999977</c:v>
                </c:pt>
                <c:pt idx="657">
                  <c:v>70.779999999999973</c:v>
                </c:pt>
                <c:pt idx="658">
                  <c:v>70.16</c:v>
                </c:pt>
                <c:pt idx="659">
                  <c:v>71.919999999999987</c:v>
                </c:pt>
                <c:pt idx="660">
                  <c:v>63.520000000000024</c:v>
                </c:pt>
                <c:pt idx="661">
                  <c:v>65.710000000000065</c:v>
                </c:pt>
                <c:pt idx="662">
                  <c:v>69.97</c:v>
                </c:pt>
                <c:pt idx="663">
                  <c:v>68.33</c:v>
                </c:pt>
                <c:pt idx="664">
                  <c:v>70.069999999999936</c:v>
                </c:pt>
                <c:pt idx="665">
                  <c:v>65.859999999999985</c:v>
                </c:pt>
                <c:pt idx="666">
                  <c:v>67.630000000000038</c:v>
                </c:pt>
                <c:pt idx="667">
                  <c:v>67.72</c:v>
                </c:pt>
                <c:pt idx="668">
                  <c:v>60.440000000000005</c:v>
                </c:pt>
                <c:pt idx="669">
                  <c:v>52.620000000000019</c:v>
                </c:pt>
                <c:pt idx="670">
                  <c:v>50.280000000000058</c:v>
                </c:pt>
                <c:pt idx="671">
                  <c:v>53.450000000000045</c:v>
                </c:pt>
                <c:pt idx="672">
                  <c:v>57.570000000000036</c:v>
                </c:pt>
                <c:pt idx="673">
                  <c:v>65.510000000000005</c:v>
                </c:pt>
                <c:pt idx="674">
                  <c:v>73.09</c:v>
                </c:pt>
                <c:pt idx="675">
                  <c:v>72.860000000000014</c:v>
                </c:pt>
                <c:pt idx="676">
                  <c:v>76.84000000000006</c:v>
                </c:pt>
                <c:pt idx="677">
                  <c:v>83.450000000000017</c:v>
                </c:pt>
                <c:pt idx="678">
                  <c:v>85.289999999999992</c:v>
                </c:pt>
                <c:pt idx="679">
                  <c:v>91.96999999999997</c:v>
                </c:pt>
                <c:pt idx="680">
                  <c:v>104.32999999999998</c:v>
                </c:pt>
                <c:pt idx="681">
                  <c:v>124.4800000000001</c:v>
                </c:pt>
                <c:pt idx="682">
                  <c:v>112.88</c:v>
                </c:pt>
                <c:pt idx="683">
                  <c:v>111.32</c:v>
                </c:pt>
                <c:pt idx="684">
                  <c:v>113.68</c:v>
                </c:pt>
                <c:pt idx="685">
                  <c:v>113.04</c:v>
                </c:pt>
                <c:pt idx="686">
                  <c:v>113.71</c:v>
                </c:pt>
                <c:pt idx="687">
                  <c:v>112.01</c:v>
                </c:pt>
                <c:pt idx="688">
                  <c:v>102.07</c:v>
                </c:pt>
                <c:pt idx="689">
                  <c:v>101.73</c:v>
                </c:pt>
                <c:pt idx="690">
                  <c:v>103.66</c:v>
                </c:pt>
                <c:pt idx="691">
                  <c:v>105.92999999999999</c:v>
                </c:pt>
                <c:pt idx="692">
                  <c:v>104.56999999999989</c:v>
                </c:pt>
                <c:pt idx="693">
                  <c:v>107.86000000000008</c:v>
                </c:pt>
                <c:pt idx="694">
                  <c:v>111.46000000000001</c:v>
                </c:pt>
                <c:pt idx="695">
                  <c:v>118.05000000000001</c:v>
                </c:pt>
                <c:pt idx="696">
                  <c:v>118.05000000000001</c:v>
                </c:pt>
                <c:pt idx="697">
                  <c:v>131.94999999999999</c:v>
                </c:pt>
                <c:pt idx="698">
                  <c:v>133.32</c:v>
                </c:pt>
                <c:pt idx="699">
                  <c:v>124.21000000000011</c:v>
                </c:pt>
                <c:pt idx="700">
                  <c:v>123.19</c:v>
                </c:pt>
                <c:pt idx="701">
                  <c:v>128.21000000000009</c:v>
                </c:pt>
                <c:pt idx="702">
                  <c:v>136.4800000000001</c:v>
                </c:pt>
                <c:pt idx="703">
                  <c:v>133.27000000000001</c:v>
                </c:pt>
                <c:pt idx="704">
                  <c:v>124.79</c:v>
                </c:pt>
                <c:pt idx="705">
                  <c:v>119.57999999999991</c:v>
                </c:pt>
                <c:pt idx="706">
                  <c:v>123.15</c:v>
                </c:pt>
                <c:pt idx="707">
                  <c:v>128.01</c:v>
                </c:pt>
                <c:pt idx="708">
                  <c:v>124.44</c:v>
                </c:pt>
                <c:pt idx="709">
                  <c:v>114.47</c:v>
                </c:pt>
                <c:pt idx="710">
                  <c:v>106.97000000000001</c:v>
                </c:pt>
                <c:pt idx="711">
                  <c:v>100.53</c:v>
                </c:pt>
                <c:pt idx="712">
                  <c:v>98.349999999999937</c:v>
                </c:pt>
                <c:pt idx="713">
                  <c:v>95.519999999999953</c:v>
                </c:pt>
                <c:pt idx="714">
                  <c:v>89.06</c:v>
                </c:pt>
                <c:pt idx="715">
                  <c:v>95.690000000000012</c:v>
                </c:pt>
                <c:pt idx="716">
                  <c:v>102.15000000000009</c:v>
                </c:pt>
                <c:pt idx="717">
                  <c:v>106.08</c:v>
                </c:pt>
                <c:pt idx="718">
                  <c:v>102.86999999999999</c:v>
                </c:pt>
                <c:pt idx="719">
                  <c:v>104.94000000000001</c:v>
                </c:pt>
                <c:pt idx="720">
                  <c:v>105.50999999999999</c:v>
                </c:pt>
                <c:pt idx="721">
                  <c:v>105.50999999999999</c:v>
                </c:pt>
                <c:pt idx="722">
                  <c:v>99.31</c:v>
                </c:pt>
                <c:pt idx="723">
                  <c:v>93.529999999999973</c:v>
                </c:pt>
                <c:pt idx="724">
                  <c:v>99.570000000000022</c:v>
                </c:pt>
                <c:pt idx="725">
                  <c:v>98.280000000000015</c:v>
                </c:pt>
                <c:pt idx="726">
                  <c:v>101.29999999999998</c:v>
                </c:pt>
                <c:pt idx="727">
                  <c:v>98.71999999999997</c:v>
                </c:pt>
                <c:pt idx="728">
                  <c:v>95.779999999999973</c:v>
                </c:pt>
                <c:pt idx="729">
                  <c:v>94.200000000000017</c:v>
                </c:pt>
                <c:pt idx="730">
                  <c:v>100.12</c:v>
                </c:pt>
                <c:pt idx="731">
                  <c:v>100.17</c:v>
                </c:pt>
                <c:pt idx="732">
                  <c:v>95.549999999999983</c:v>
                </c:pt>
                <c:pt idx="733">
                  <c:v>95.550000000000068</c:v>
                </c:pt>
                <c:pt idx="734">
                  <c:v>93.179999999999993</c:v>
                </c:pt>
                <c:pt idx="735">
                  <c:v>86.919999999999931</c:v>
                </c:pt>
                <c:pt idx="736">
                  <c:v>90.730000000000018</c:v>
                </c:pt>
                <c:pt idx="737">
                  <c:v>95.73</c:v>
                </c:pt>
                <c:pt idx="738">
                  <c:v>103.08</c:v>
                </c:pt>
                <c:pt idx="739">
                  <c:v>99.579999999999913</c:v>
                </c:pt>
                <c:pt idx="740">
                  <c:v>97.010000000000048</c:v>
                </c:pt>
                <c:pt idx="741">
                  <c:v>92.46999999999997</c:v>
                </c:pt>
                <c:pt idx="742">
                  <c:v>92.930000000000049</c:v>
                </c:pt>
                <c:pt idx="743">
                  <c:v>99.009999999999991</c:v>
                </c:pt>
                <c:pt idx="744">
                  <c:v>104.83</c:v>
                </c:pt>
                <c:pt idx="745">
                  <c:v>99.630000000000067</c:v>
                </c:pt>
                <c:pt idx="746">
                  <c:v>99.630000000000067</c:v>
                </c:pt>
                <c:pt idx="747">
                  <c:v>99.419999999999931</c:v>
                </c:pt>
                <c:pt idx="748">
                  <c:v>92.390000000000057</c:v>
                </c:pt>
                <c:pt idx="749">
                  <c:v>89.619999999999948</c:v>
                </c:pt>
                <c:pt idx="750">
                  <c:v>84.52000000000001</c:v>
                </c:pt>
                <c:pt idx="751">
                  <c:v>85.590000000000103</c:v>
                </c:pt>
                <c:pt idx="752">
                  <c:v>96.68</c:v>
                </c:pt>
                <c:pt idx="753">
                  <c:v>99.659999999999911</c:v>
                </c:pt>
                <c:pt idx="754">
                  <c:v>99.659999999999911</c:v>
                </c:pt>
                <c:pt idx="755">
                  <c:v>104.81000000000009</c:v>
                </c:pt>
                <c:pt idx="756">
                  <c:v>106.06</c:v>
                </c:pt>
                <c:pt idx="757">
                  <c:v>111.07999999999988</c:v>
                </c:pt>
                <c:pt idx="758">
                  <c:v>107.50999999999991</c:v>
                </c:pt>
                <c:pt idx="759">
                  <c:v>97.350000000000051</c:v>
                </c:pt>
                <c:pt idx="760">
                  <c:v>92.070000000000007</c:v>
                </c:pt>
                <c:pt idx="761">
                  <c:v>78.549999999999983</c:v>
                </c:pt>
                <c:pt idx="762">
                  <c:v>77.230000000000047</c:v>
                </c:pt>
                <c:pt idx="763">
                  <c:v>77.230000000000047</c:v>
                </c:pt>
                <c:pt idx="764">
                  <c:v>73.620000000000019</c:v>
                </c:pt>
                <c:pt idx="765">
                  <c:v>67.150000000000006</c:v>
                </c:pt>
                <c:pt idx="766">
                  <c:v>66.200000000000074</c:v>
                </c:pt>
                <c:pt idx="767">
                  <c:v>69.859999999999985</c:v>
                </c:pt>
                <c:pt idx="768">
                  <c:v>72.37</c:v>
                </c:pt>
                <c:pt idx="769">
                  <c:v>63.969999999999949</c:v>
                </c:pt>
                <c:pt idx="770">
                  <c:v>61.450000000000045</c:v>
                </c:pt>
                <c:pt idx="771">
                  <c:v>49.069999999999951</c:v>
                </c:pt>
                <c:pt idx="772">
                  <c:v>48.200000000000017</c:v>
                </c:pt>
                <c:pt idx="773">
                  <c:v>43.569999999999979</c:v>
                </c:pt>
                <c:pt idx="774">
                  <c:v>19.039999999999949</c:v>
                </c:pt>
                <c:pt idx="775">
                  <c:v>16.13000000000007</c:v>
                </c:pt>
                <c:pt idx="776">
                  <c:v>6.0999999999999943</c:v>
                </c:pt>
                <c:pt idx="777">
                  <c:v>6.0999999999999943</c:v>
                </c:pt>
                <c:pt idx="778">
                  <c:v>15.259999999999959</c:v>
                </c:pt>
                <c:pt idx="779">
                  <c:v>8.6100000000000065</c:v>
                </c:pt>
                <c:pt idx="780">
                  <c:v>12.389999999999899</c:v>
                </c:pt>
                <c:pt idx="781">
                  <c:v>-5.8099999999999605</c:v>
                </c:pt>
                <c:pt idx="782">
                  <c:v>-5.8099999999999605</c:v>
                </c:pt>
                <c:pt idx="783">
                  <c:v>-1.049999999999951</c:v>
                </c:pt>
                <c:pt idx="784">
                  <c:v>-2.5199999999999889</c:v>
                </c:pt>
                <c:pt idx="785">
                  <c:v>11.259999999999961</c:v>
                </c:pt>
                <c:pt idx="786">
                  <c:v>14.940000000000001</c:v>
                </c:pt>
                <c:pt idx="787">
                  <c:v>29.640000000000022</c:v>
                </c:pt>
                <c:pt idx="788">
                  <c:v>29.180000000000028</c:v>
                </c:pt>
                <c:pt idx="789">
                  <c:v>34.209999999999937</c:v>
                </c:pt>
                <c:pt idx="790">
                  <c:v>32.490000000000038</c:v>
                </c:pt>
                <c:pt idx="791">
                  <c:v>33.870000000000019</c:v>
                </c:pt>
                <c:pt idx="792">
                  <c:v>32.220000000000049</c:v>
                </c:pt>
                <c:pt idx="793">
                  <c:v>31.759999999999973</c:v>
                </c:pt>
                <c:pt idx="794">
                  <c:v>29.749999999999936</c:v>
                </c:pt>
                <c:pt idx="795">
                  <c:v>23.78</c:v>
                </c:pt>
                <c:pt idx="796">
                  <c:v>23.78</c:v>
                </c:pt>
                <c:pt idx="797">
                  <c:v>16.739999999999981</c:v>
                </c:pt>
                <c:pt idx="798">
                  <c:v>4.9500000000000099</c:v>
                </c:pt>
                <c:pt idx="799">
                  <c:v>-3.010000000000002</c:v>
                </c:pt>
                <c:pt idx="800">
                  <c:v>0.72000000000000952</c:v>
                </c:pt>
                <c:pt idx="801">
                  <c:v>7.6400000000000468</c:v>
                </c:pt>
                <c:pt idx="802">
                  <c:v>17.11</c:v>
                </c:pt>
                <c:pt idx="803">
                  <c:v>23.82</c:v>
                </c:pt>
                <c:pt idx="804">
                  <c:v>14.25999999999998</c:v>
                </c:pt>
                <c:pt idx="805">
                  <c:v>16.870000000000029</c:v>
                </c:pt>
                <c:pt idx="806">
                  <c:v>17.619999999999969</c:v>
                </c:pt>
                <c:pt idx="807">
                  <c:v>18.609999999999971</c:v>
                </c:pt>
                <c:pt idx="808">
                  <c:v>20.679999999999939</c:v>
                </c:pt>
                <c:pt idx="809">
                  <c:v>18.75</c:v>
                </c:pt>
                <c:pt idx="810">
                  <c:v>19.329999999999981</c:v>
                </c:pt>
                <c:pt idx="811">
                  <c:v>24.509999999999991</c:v>
                </c:pt>
                <c:pt idx="812">
                  <c:v>26.949999999999992</c:v>
                </c:pt>
                <c:pt idx="813">
                  <c:v>19.370000000000058</c:v>
                </c:pt>
                <c:pt idx="814">
                  <c:v>20.810000000000002</c:v>
                </c:pt>
                <c:pt idx="815">
                  <c:v>26.699999999999953</c:v>
                </c:pt>
                <c:pt idx="816">
                  <c:v>26.699999999999953</c:v>
                </c:pt>
                <c:pt idx="817">
                  <c:v>22.39000000000004</c:v>
                </c:pt>
                <c:pt idx="818">
                  <c:v>21.640000000000008</c:v>
                </c:pt>
                <c:pt idx="819">
                  <c:v>19.380000000000038</c:v>
                </c:pt>
                <c:pt idx="820">
                  <c:v>19.30000000000005</c:v>
                </c:pt>
                <c:pt idx="821">
                  <c:v>21.409999999999929</c:v>
                </c:pt>
                <c:pt idx="822">
                  <c:v>23.789999999999981</c:v>
                </c:pt>
                <c:pt idx="823">
                  <c:v>24.16999999999998</c:v>
                </c:pt>
                <c:pt idx="824">
                  <c:v>22.39000000000004</c:v>
                </c:pt>
                <c:pt idx="825">
                  <c:v>25.470000000000059</c:v>
                </c:pt>
                <c:pt idx="826">
                  <c:v>26.919999999999973</c:v>
                </c:pt>
                <c:pt idx="827">
                  <c:v>28.660000000000004</c:v>
                </c:pt>
                <c:pt idx="828">
                  <c:v>23.540000000000031</c:v>
                </c:pt>
                <c:pt idx="829">
                  <c:v>23.78</c:v>
                </c:pt>
                <c:pt idx="830">
                  <c:v>24.849999999999987</c:v>
                </c:pt>
                <c:pt idx="831">
                  <c:v>19.36999999999998</c:v>
                </c:pt>
                <c:pt idx="832">
                  <c:v>20.70000000000007</c:v>
                </c:pt>
                <c:pt idx="833">
                  <c:v>28.01</c:v>
                </c:pt>
                <c:pt idx="834">
                  <c:v>24.629999999999971</c:v>
                </c:pt>
                <c:pt idx="835">
                  <c:v>22.780000000000019</c:v>
                </c:pt>
                <c:pt idx="836">
                  <c:v>17.269999999999992</c:v>
                </c:pt>
                <c:pt idx="837">
                  <c:v>13.379999999999988</c:v>
                </c:pt>
                <c:pt idx="838">
                  <c:v>18.080000000000048</c:v>
                </c:pt>
                <c:pt idx="839">
                  <c:v>14.219999999999992</c:v>
                </c:pt>
                <c:pt idx="840">
                  <c:v>18.41999999999997</c:v>
                </c:pt>
                <c:pt idx="841">
                  <c:v>16.12</c:v>
                </c:pt>
                <c:pt idx="842">
                  <c:v>14.52</c:v>
                </c:pt>
                <c:pt idx="843">
                  <c:v>22.039999999999971</c:v>
                </c:pt>
                <c:pt idx="844">
                  <c:v>25.46999999999997</c:v>
                </c:pt>
                <c:pt idx="845">
                  <c:v>27.179999999999982</c:v>
                </c:pt>
                <c:pt idx="846">
                  <c:v>26.689999999999969</c:v>
                </c:pt>
                <c:pt idx="847">
                  <c:v>27.880000000000038</c:v>
                </c:pt>
                <c:pt idx="848">
                  <c:v>31.97000000000001</c:v>
                </c:pt>
                <c:pt idx="849">
                  <c:v>33.70000000000006</c:v>
                </c:pt>
                <c:pt idx="850">
                  <c:v>40.719999999999963</c:v>
                </c:pt>
                <c:pt idx="851">
                  <c:v>41.629999999999974</c:v>
                </c:pt>
                <c:pt idx="852">
                  <c:v>39.97999999999999</c:v>
                </c:pt>
                <c:pt idx="853">
                  <c:v>41.870000000000033</c:v>
                </c:pt>
                <c:pt idx="854">
                  <c:v>52.550000000000011</c:v>
                </c:pt>
                <c:pt idx="855">
                  <c:v>57.370000000000054</c:v>
                </c:pt>
                <c:pt idx="856">
                  <c:v>52.010000000000019</c:v>
                </c:pt>
                <c:pt idx="857">
                  <c:v>53.370000000000047</c:v>
                </c:pt>
                <c:pt idx="858">
                  <c:v>48.600000000000072</c:v>
                </c:pt>
                <c:pt idx="859">
                  <c:v>47.79</c:v>
                </c:pt>
                <c:pt idx="860">
                  <c:v>47.79</c:v>
                </c:pt>
                <c:pt idx="861">
                  <c:v>47.980000000000004</c:v>
                </c:pt>
                <c:pt idx="862">
                  <c:v>47.770000000000053</c:v>
                </c:pt>
                <c:pt idx="863">
                  <c:v>50.180000000000021</c:v>
                </c:pt>
                <c:pt idx="864">
                  <c:v>60.599999999999987</c:v>
                </c:pt>
                <c:pt idx="865">
                  <c:v>55.879999999999974</c:v>
                </c:pt>
                <c:pt idx="866">
                  <c:v>59.699999999999953</c:v>
                </c:pt>
                <c:pt idx="867">
                  <c:v>52.050000000000018</c:v>
                </c:pt>
                <c:pt idx="868">
                  <c:v>50.860000000000042</c:v>
                </c:pt>
                <c:pt idx="869">
                  <c:v>47.960000000000051</c:v>
                </c:pt>
                <c:pt idx="870">
                  <c:v>48.35000000000003</c:v>
                </c:pt>
                <c:pt idx="871">
                  <c:v>45.889999999999993</c:v>
                </c:pt>
                <c:pt idx="872">
                  <c:v>43.070000000000071</c:v>
                </c:pt>
                <c:pt idx="873">
                  <c:v>47.509999999999941</c:v>
                </c:pt>
                <c:pt idx="874">
                  <c:v>45.710000000000051</c:v>
                </c:pt>
                <c:pt idx="875">
                  <c:v>42.870000000000005</c:v>
                </c:pt>
                <c:pt idx="876">
                  <c:v>42.159999999999982</c:v>
                </c:pt>
                <c:pt idx="877">
                  <c:v>41.550000000000061</c:v>
                </c:pt>
                <c:pt idx="878">
                  <c:v>37.669999999999959</c:v>
                </c:pt>
                <c:pt idx="879">
                  <c:v>38.480000000000032</c:v>
                </c:pt>
                <c:pt idx="880">
                  <c:v>40.080000000000034</c:v>
                </c:pt>
                <c:pt idx="881">
                  <c:v>37.959999999999987</c:v>
                </c:pt>
                <c:pt idx="882">
                  <c:v>41.259999999999941</c:v>
                </c:pt>
                <c:pt idx="883">
                  <c:v>37.970000000000056</c:v>
                </c:pt>
                <c:pt idx="884">
                  <c:v>38.379999999999995</c:v>
                </c:pt>
                <c:pt idx="885">
                  <c:v>39.87999999999996</c:v>
                </c:pt>
                <c:pt idx="886">
                  <c:v>39.87999999999996</c:v>
                </c:pt>
                <c:pt idx="887">
                  <c:v>38.999999999999972</c:v>
                </c:pt>
                <c:pt idx="888">
                  <c:v>33.450000000000017</c:v>
                </c:pt>
                <c:pt idx="889">
                  <c:v>33.419999999999924</c:v>
                </c:pt>
                <c:pt idx="890">
                  <c:v>30.210000000000033</c:v>
                </c:pt>
                <c:pt idx="891">
                  <c:v>28.739999999999988</c:v>
                </c:pt>
                <c:pt idx="892">
                  <c:v>34.549999999999947</c:v>
                </c:pt>
                <c:pt idx="893">
                  <c:v>30.360000000000031</c:v>
                </c:pt>
                <c:pt idx="894">
                  <c:v>28.460000000000019</c:v>
                </c:pt>
                <c:pt idx="895">
                  <c:v>31.130000000000006</c:v>
                </c:pt>
                <c:pt idx="896">
                  <c:v>30.03</c:v>
                </c:pt>
                <c:pt idx="897">
                  <c:v>36.939999999999969</c:v>
                </c:pt>
                <c:pt idx="898">
                  <c:v>37.739999999999966</c:v>
                </c:pt>
                <c:pt idx="899">
                  <c:v>43.039999999999971</c:v>
                </c:pt>
                <c:pt idx="900">
                  <c:v>43.129999999999939</c:v>
                </c:pt>
                <c:pt idx="901">
                  <c:v>42.370000000000019</c:v>
                </c:pt>
                <c:pt idx="902">
                  <c:v>32.149999999999949</c:v>
                </c:pt>
                <c:pt idx="903">
                  <c:v>31.610000000000049</c:v>
                </c:pt>
                <c:pt idx="904">
                  <c:v>34.000000000000071</c:v>
                </c:pt>
                <c:pt idx="905">
                  <c:v>36.829999999999963</c:v>
                </c:pt>
                <c:pt idx="906">
                  <c:v>34.90000000000002</c:v>
                </c:pt>
                <c:pt idx="907">
                  <c:v>31.519999999999992</c:v>
                </c:pt>
                <c:pt idx="908">
                  <c:v>32.74000000000008</c:v>
                </c:pt>
                <c:pt idx="909">
                  <c:v>29.529999999999916</c:v>
                </c:pt>
                <c:pt idx="910">
                  <c:v>25.579999999999981</c:v>
                </c:pt>
                <c:pt idx="911">
                  <c:v>23.249999999999989</c:v>
                </c:pt>
                <c:pt idx="912">
                  <c:v>21.54000000000007</c:v>
                </c:pt>
                <c:pt idx="913">
                  <c:v>24.289999999999971</c:v>
                </c:pt>
                <c:pt idx="914">
                  <c:v>24.289999999999971</c:v>
                </c:pt>
                <c:pt idx="915">
                  <c:v>26.499999999999968</c:v>
                </c:pt>
                <c:pt idx="916">
                  <c:v>24.329999999999959</c:v>
                </c:pt>
                <c:pt idx="917">
                  <c:v>25.670000000000037</c:v>
                </c:pt>
                <c:pt idx="918">
                  <c:v>25.950000000000014</c:v>
                </c:pt>
                <c:pt idx="919">
                  <c:v>21.260000000000009</c:v>
                </c:pt>
                <c:pt idx="920">
                  <c:v>23.150000000000052</c:v>
                </c:pt>
                <c:pt idx="921">
                  <c:v>19.93999999999998</c:v>
                </c:pt>
                <c:pt idx="922">
                  <c:v>17.060000000000031</c:v>
                </c:pt>
                <c:pt idx="923">
                  <c:v>14.899999999999999</c:v>
                </c:pt>
                <c:pt idx="924">
                  <c:v>11.469999999999999</c:v>
                </c:pt>
                <c:pt idx="925">
                  <c:v>10.60999999999996</c:v>
                </c:pt>
                <c:pt idx="926">
                  <c:v>9.8399999999999821</c:v>
                </c:pt>
                <c:pt idx="927">
                  <c:v>8.4900000000000198</c:v>
                </c:pt>
                <c:pt idx="928">
                  <c:v>6.0800000000000409</c:v>
                </c:pt>
                <c:pt idx="929">
                  <c:v>4.469999999999974</c:v>
                </c:pt>
                <c:pt idx="930">
                  <c:v>11.230000000000031</c:v>
                </c:pt>
                <c:pt idx="931">
                  <c:v>13.22000000000001</c:v>
                </c:pt>
                <c:pt idx="932">
                  <c:v>14.320000000000018</c:v>
                </c:pt>
                <c:pt idx="933">
                  <c:v>15.36</c:v>
                </c:pt>
                <c:pt idx="934">
                  <c:v>20.77</c:v>
                </c:pt>
                <c:pt idx="935">
                  <c:v>18.499999999999961</c:v>
                </c:pt>
                <c:pt idx="936">
                  <c:v>9.3999999999999417</c:v>
                </c:pt>
                <c:pt idx="937">
                  <c:v>8.3800000000000097</c:v>
                </c:pt>
                <c:pt idx="938">
                  <c:v>2.3100000000000338</c:v>
                </c:pt>
                <c:pt idx="939">
                  <c:v>14.22999999999996</c:v>
                </c:pt>
                <c:pt idx="940">
                  <c:v>10.090000000000019</c:v>
                </c:pt>
                <c:pt idx="941">
                  <c:v>20.15000000000002</c:v>
                </c:pt>
                <c:pt idx="942">
                  <c:v>28.589999999999982</c:v>
                </c:pt>
                <c:pt idx="943">
                  <c:v>18.619999999999951</c:v>
                </c:pt>
                <c:pt idx="944">
                  <c:v>24.639999999999951</c:v>
                </c:pt>
                <c:pt idx="945">
                  <c:v>22.310000000000048</c:v>
                </c:pt>
                <c:pt idx="946">
                  <c:v>26.83</c:v>
                </c:pt>
                <c:pt idx="947">
                  <c:v>30.45</c:v>
                </c:pt>
                <c:pt idx="948">
                  <c:v>33.809999999999981</c:v>
                </c:pt>
                <c:pt idx="949">
                  <c:v>31.44</c:v>
                </c:pt>
                <c:pt idx="950">
                  <c:v>29.929999999999968</c:v>
                </c:pt>
                <c:pt idx="951">
                  <c:v>33.760000000000012</c:v>
                </c:pt>
                <c:pt idx="952">
                  <c:v>37.349999999999987</c:v>
                </c:pt>
                <c:pt idx="953">
                  <c:v>40.260000000000048</c:v>
                </c:pt>
                <c:pt idx="954">
                  <c:v>43.259999999999991</c:v>
                </c:pt>
                <c:pt idx="955">
                  <c:v>38.079999999999984</c:v>
                </c:pt>
                <c:pt idx="956">
                  <c:v>38.079999999999984</c:v>
                </c:pt>
                <c:pt idx="957">
                  <c:v>28.080000000000023</c:v>
                </c:pt>
                <c:pt idx="958">
                  <c:v>22.30999999999996</c:v>
                </c:pt>
                <c:pt idx="959">
                  <c:v>18.790000000000003</c:v>
                </c:pt>
                <c:pt idx="960">
                  <c:v>23.069999999999972</c:v>
                </c:pt>
                <c:pt idx="961">
                  <c:v>25.459999999999987</c:v>
                </c:pt>
                <c:pt idx="962">
                  <c:v>34.68</c:v>
                </c:pt>
                <c:pt idx="963">
                  <c:v>37.92</c:v>
                </c:pt>
                <c:pt idx="964">
                  <c:v>34.180000000000007</c:v>
                </c:pt>
                <c:pt idx="965">
                  <c:v>38.630000000000031</c:v>
                </c:pt>
                <c:pt idx="966">
                  <c:v>43.37</c:v>
                </c:pt>
                <c:pt idx="967">
                  <c:v>43.26999999999996</c:v>
                </c:pt>
                <c:pt idx="968">
                  <c:v>39.029999999999994</c:v>
                </c:pt>
                <c:pt idx="969">
                  <c:v>41.200000000000081</c:v>
                </c:pt>
                <c:pt idx="970">
                  <c:v>36.180000000000064</c:v>
                </c:pt>
                <c:pt idx="971">
                  <c:v>36.130000000000003</c:v>
                </c:pt>
                <c:pt idx="972">
                  <c:v>42.140000000000022</c:v>
                </c:pt>
                <c:pt idx="973">
                  <c:v>45.460000000000008</c:v>
                </c:pt>
                <c:pt idx="974">
                  <c:v>38.419999999999987</c:v>
                </c:pt>
                <c:pt idx="975">
                  <c:v>35.189999999999969</c:v>
                </c:pt>
                <c:pt idx="976">
                  <c:v>35.63000000000001</c:v>
                </c:pt>
                <c:pt idx="977">
                  <c:v>36.07000000000005</c:v>
                </c:pt>
                <c:pt idx="978">
                  <c:v>30.739999999999952</c:v>
                </c:pt>
                <c:pt idx="979">
                  <c:v>26.020000000000021</c:v>
                </c:pt>
                <c:pt idx="980">
                  <c:v>27.530000000000047</c:v>
                </c:pt>
                <c:pt idx="981">
                  <c:v>26.710000000000012</c:v>
                </c:pt>
                <c:pt idx="982">
                  <c:v>24.080000000000009</c:v>
                </c:pt>
                <c:pt idx="983">
                  <c:v>28.929999999999989</c:v>
                </c:pt>
                <c:pt idx="984">
                  <c:v>34.589999999999939</c:v>
                </c:pt>
                <c:pt idx="985">
                  <c:v>38.20000000000006</c:v>
                </c:pt>
                <c:pt idx="986">
                  <c:v>38.20000000000006</c:v>
                </c:pt>
                <c:pt idx="987">
                  <c:v>40.120000000000019</c:v>
                </c:pt>
                <c:pt idx="988">
                  <c:v>39.24000000000003</c:v>
                </c:pt>
                <c:pt idx="989">
                  <c:v>37.230000000000004</c:v>
                </c:pt>
                <c:pt idx="990">
                  <c:v>36.700000000000003</c:v>
                </c:pt>
                <c:pt idx="991">
                  <c:v>37.700000000000074</c:v>
                </c:pt>
                <c:pt idx="992">
                  <c:v>39.550000000000018</c:v>
                </c:pt>
                <c:pt idx="993">
                  <c:v>40.22999999999994</c:v>
                </c:pt>
                <c:pt idx="994">
                  <c:v>41.420000000000016</c:v>
                </c:pt>
                <c:pt idx="995">
                  <c:v>42.560000000000016</c:v>
                </c:pt>
                <c:pt idx="996">
                  <c:v>42.180000000000021</c:v>
                </c:pt>
                <c:pt idx="997">
                  <c:v>40.840000000000032</c:v>
                </c:pt>
                <c:pt idx="998">
                  <c:v>38.170000000000037</c:v>
                </c:pt>
                <c:pt idx="999">
                  <c:v>30.960000000000047</c:v>
                </c:pt>
                <c:pt idx="1000">
                  <c:v>27.890000000000008</c:v>
                </c:pt>
                <c:pt idx="1001">
                  <c:v>31.510000000000023</c:v>
                </c:pt>
                <c:pt idx="1002">
                  <c:v>33.889999999999979</c:v>
                </c:pt>
                <c:pt idx="1003">
                  <c:v>30.070000000000004</c:v>
                </c:pt>
                <c:pt idx="1004">
                  <c:v>29.330000000000027</c:v>
                </c:pt>
                <c:pt idx="1005">
                  <c:v>26.979999999999997</c:v>
                </c:pt>
                <c:pt idx="1006">
                  <c:v>26.979999999999997</c:v>
                </c:pt>
                <c:pt idx="1007">
                  <c:v>32.969999999999985</c:v>
                </c:pt>
                <c:pt idx="1008">
                  <c:v>34.649999999999977</c:v>
                </c:pt>
                <c:pt idx="1009">
                  <c:v>27.899999999999991</c:v>
                </c:pt>
                <c:pt idx="1010">
                  <c:v>28.259999999999952</c:v>
                </c:pt>
                <c:pt idx="1011">
                  <c:v>25.579999999999981</c:v>
                </c:pt>
                <c:pt idx="1012">
                  <c:v>26.080000000000059</c:v>
                </c:pt>
                <c:pt idx="1013">
                  <c:v>25.650000000000002</c:v>
                </c:pt>
                <c:pt idx="1014">
                  <c:v>26.869999999999987</c:v>
                </c:pt>
                <c:pt idx="1015">
                  <c:v>30.000000000000071</c:v>
                </c:pt>
                <c:pt idx="1016">
                  <c:v>34.55000000000004</c:v>
                </c:pt>
                <c:pt idx="1017">
                  <c:v>41.61999999999999</c:v>
                </c:pt>
                <c:pt idx="1018">
                  <c:v>46.02999999999993</c:v>
                </c:pt>
                <c:pt idx="1019">
                  <c:v>46.02999999999993</c:v>
                </c:pt>
                <c:pt idx="1020">
                  <c:v>53.889999999999993</c:v>
                </c:pt>
                <c:pt idx="1021">
                  <c:v>54.110000000000014</c:v>
                </c:pt>
                <c:pt idx="1022">
                  <c:v>53.929999999999993</c:v>
                </c:pt>
                <c:pt idx="1023">
                  <c:v>57.519999999999968</c:v>
                </c:pt>
                <c:pt idx="1024">
                  <c:v>57.509999999999991</c:v>
                </c:pt>
                <c:pt idx="1025">
                  <c:v>61.369999999999969</c:v>
                </c:pt>
                <c:pt idx="1026">
                  <c:v>58.630000000000052</c:v>
                </c:pt>
                <c:pt idx="1027">
                  <c:v>60.660000000000025</c:v>
                </c:pt>
                <c:pt idx="1028">
                  <c:v>59.980000000000011</c:v>
                </c:pt>
                <c:pt idx="1029">
                  <c:v>61.140000000000057</c:v>
                </c:pt>
                <c:pt idx="1030">
                  <c:v>61.629999999999981</c:v>
                </c:pt>
                <c:pt idx="1031">
                  <c:v>61.519999999999975</c:v>
                </c:pt>
                <c:pt idx="1032">
                  <c:v>59.940000000000012</c:v>
                </c:pt>
                <c:pt idx="1033">
                  <c:v>62.31</c:v>
                </c:pt>
                <c:pt idx="1034">
                  <c:v>62.889999999999979</c:v>
                </c:pt>
                <c:pt idx="1035">
                  <c:v>64.259999999999991</c:v>
                </c:pt>
                <c:pt idx="1036">
                  <c:v>61.589999999999989</c:v>
                </c:pt>
                <c:pt idx="1037">
                  <c:v>62.640000000000029</c:v>
                </c:pt>
                <c:pt idx="1038">
                  <c:v>62.640000000000029</c:v>
                </c:pt>
                <c:pt idx="1039">
                  <c:v>64.339999999999975</c:v>
                </c:pt>
                <c:pt idx="1040">
                  <c:v>63.669999999999938</c:v>
                </c:pt>
                <c:pt idx="1041">
                  <c:v>59.17000000000003</c:v>
                </c:pt>
                <c:pt idx="1042">
                  <c:v>63.870000000000005</c:v>
                </c:pt>
                <c:pt idx="1043">
                  <c:v>63.870000000000005</c:v>
                </c:pt>
                <c:pt idx="1044">
                  <c:v>67.399999999999949</c:v>
                </c:pt>
                <c:pt idx="1045">
                  <c:v>70.370000000000047</c:v>
                </c:pt>
                <c:pt idx="1046">
                  <c:v>69.59</c:v>
                </c:pt>
                <c:pt idx="1047">
                  <c:v>65.459999999999937</c:v>
                </c:pt>
                <c:pt idx="1048">
                  <c:v>62.410000000000032</c:v>
                </c:pt>
                <c:pt idx="1049">
                  <c:v>63.970000000000041</c:v>
                </c:pt>
                <c:pt idx="1050">
                  <c:v>62.029999999999944</c:v>
                </c:pt>
                <c:pt idx="1051">
                  <c:v>63.120000000000061</c:v>
                </c:pt>
                <c:pt idx="1052">
                  <c:v>68.679999999999978</c:v>
                </c:pt>
                <c:pt idx="1053">
                  <c:v>66.900000000000048</c:v>
                </c:pt>
                <c:pt idx="1054">
                  <c:v>64.419999999999959</c:v>
                </c:pt>
                <c:pt idx="1055">
                  <c:v>63.820000000000036</c:v>
                </c:pt>
                <c:pt idx="1056">
                  <c:v>63.820000000000036</c:v>
                </c:pt>
                <c:pt idx="1057">
                  <c:v>62.549999999999969</c:v>
                </c:pt>
                <c:pt idx="1058">
                  <c:v>58.62999999999996</c:v>
                </c:pt>
                <c:pt idx="1059">
                  <c:v>55.469999999999956</c:v>
                </c:pt>
                <c:pt idx="1060">
                  <c:v>48.13000000000001</c:v>
                </c:pt>
                <c:pt idx="1061">
                  <c:v>35.47000000000002</c:v>
                </c:pt>
                <c:pt idx="1062">
                  <c:v>39.87999999999996</c:v>
                </c:pt>
                <c:pt idx="1063">
                  <c:v>44.140000000000072</c:v>
                </c:pt>
                <c:pt idx="1064">
                  <c:v>39.26999999999996</c:v>
                </c:pt>
                <c:pt idx="1065">
                  <c:v>32.570000000000036</c:v>
                </c:pt>
                <c:pt idx="1066">
                  <c:v>34.79999999999999</c:v>
                </c:pt>
                <c:pt idx="1067">
                  <c:v>38.299999999999997</c:v>
                </c:pt>
                <c:pt idx="1068">
                  <c:v>41.39999999999997</c:v>
                </c:pt>
                <c:pt idx="1069">
                  <c:v>41.080000000000013</c:v>
                </c:pt>
                <c:pt idx="1070">
                  <c:v>44.269999999999939</c:v>
                </c:pt>
                <c:pt idx="1071">
                  <c:v>47.419999999999966</c:v>
                </c:pt>
                <c:pt idx="1072">
                  <c:v>48.810000000000016</c:v>
                </c:pt>
                <c:pt idx="1073">
                  <c:v>47.390000000000036</c:v>
                </c:pt>
                <c:pt idx="1074">
                  <c:v>48.319999999999922</c:v>
                </c:pt>
                <c:pt idx="1075">
                  <c:v>47.060000000000009</c:v>
                </c:pt>
                <c:pt idx="1076">
                  <c:v>47.060000000000009</c:v>
                </c:pt>
                <c:pt idx="1077">
                  <c:v>45.629999999999967</c:v>
                </c:pt>
                <c:pt idx="1078">
                  <c:v>45.789999999999949</c:v>
                </c:pt>
                <c:pt idx="1079">
                  <c:v>41.700000000000074</c:v>
                </c:pt>
                <c:pt idx="1080">
                  <c:v>42.930000000000049</c:v>
                </c:pt>
                <c:pt idx="1081">
                  <c:v>25.289999999999953</c:v>
                </c:pt>
                <c:pt idx="1082">
                  <c:v>15.029999999999971</c:v>
                </c:pt>
                <c:pt idx="1083">
                  <c:v>18.670000000000009</c:v>
                </c:pt>
                <c:pt idx="1084">
                  <c:v>1.5900000000000252</c:v>
                </c:pt>
                <c:pt idx="1085">
                  <c:v>-1.9300000000000321</c:v>
                </c:pt>
                <c:pt idx="1086">
                  <c:v>7.7100000000000612</c:v>
                </c:pt>
                <c:pt idx="1087">
                  <c:v>13.79000000000001</c:v>
                </c:pt>
                <c:pt idx="1088">
                  <c:v>20.749999999999961</c:v>
                </c:pt>
                <c:pt idx="1089">
                  <c:v>4.9900000000000064</c:v>
                </c:pt>
                <c:pt idx="1090">
                  <c:v>-14.940000000000001</c:v>
                </c:pt>
                <c:pt idx="1091">
                  <c:v>-21.130000000000049</c:v>
                </c:pt>
                <c:pt idx="1092">
                  <c:v>-1.049999999999951</c:v>
                </c:pt>
                <c:pt idx="1093">
                  <c:v>8.4600000000000009</c:v>
                </c:pt>
                <c:pt idx="1094">
                  <c:v>47.259999999999991</c:v>
                </c:pt>
                <c:pt idx="1095">
                  <c:v>24.18999999999993</c:v>
                </c:pt>
                <c:pt idx="1096">
                  <c:v>17.70999999999994</c:v>
                </c:pt>
                <c:pt idx="1097">
                  <c:v>0.30999999999998812</c:v>
                </c:pt>
                <c:pt idx="1098">
                  <c:v>-2.8600000000000851</c:v>
                </c:pt>
                <c:pt idx="1099">
                  <c:v>33.569999999999922</c:v>
                </c:pt>
                <c:pt idx="1100">
                  <c:v>-43.079999999999963</c:v>
                </c:pt>
                <c:pt idx="1101">
                  <c:v>-37.320000000000057</c:v>
                </c:pt>
                <c:pt idx="1102">
                  <c:v>-36.930000000000078</c:v>
                </c:pt>
                <c:pt idx="1103">
                  <c:v>-51.350000000000051</c:v>
                </c:pt>
                <c:pt idx="1104">
                  <c:v>-17.100000000000122</c:v>
                </c:pt>
                <c:pt idx="1105">
                  <c:v>53.829999999999956</c:v>
                </c:pt>
                <c:pt idx="1106">
                  <c:v>118.82</c:v>
                </c:pt>
                <c:pt idx="1107">
                  <c:v>121.2199999999999</c:v>
                </c:pt>
                <c:pt idx="1108">
                  <c:v>118.19999999999999</c:v>
                </c:pt>
                <c:pt idx="1109">
                  <c:v>100.43999999999991</c:v>
                </c:pt>
                <c:pt idx="1110">
                  <c:v>63.290000000000113</c:v>
                </c:pt>
                <c:pt idx="1111">
                  <c:v>62.420000000000009</c:v>
                </c:pt>
                <c:pt idx="1112">
                  <c:v>68.769999999999953</c:v>
                </c:pt>
                <c:pt idx="1113">
                  <c:v>76.789999999999907</c:v>
                </c:pt>
                <c:pt idx="1114">
                  <c:v>121.68000000000009</c:v>
                </c:pt>
                <c:pt idx="1115">
                  <c:v>121.68000000000009</c:v>
                </c:pt>
                <c:pt idx="1116">
                  <c:v>150.29999999999998</c:v>
                </c:pt>
                <c:pt idx="1117">
                  <c:v>166.98999999999998</c:v>
                </c:pt>
                <c:pt idx="1118">
                  <c:v>185.53</c:v>
                </c:pt>
                <c:pt idx="1119">
                  <c:v>194.75</c:v>
                </c:pt>
                <c:pt idx="1120">
                  <c:v>219.47</c:v>
                </c:pt>
                <c:pt idx="1121">
                  <c:v>226.51</c:v>
                </c:pt>
                <c:pt idx="1122">
                  <c:v>223.69</c:v>
                </c:pt>
                <c:pt idx="1123">
                  <c:v>235.79000000000013</c:v>
                </c:pt>
                <c:pt idx="1124">
                  <c:v>216.33</c:v>
                </c:pt>
                <c:pt idx="1125">
                  <c:v>210.63000000000011</c:v>
                </c:pt>
                <c:pt idx="1126">
                  <c:v>221.6699999999999</c:v>
                </c:pt>
                <c:pt idx="1127">
                  <c:v>233.31</c:v>
                </c:pt>
                <c:pt idx="1128">
                  <c:v>237.09000000000012</c:v>
                </c:pt>
                <c:pt idx="1129">
                  <c:v>222.21000000000009</c:v>
                </c:pt>
                <c:pt idx="1130">
                  <c:v>208.93</c:v>
                </c:pt>
                <c:pt idx="1131">
                  <c:v>210.62000000000012</c:v>
                </c:pt>
                <c:pt idx="1132">
                  <c:v>200.54</c:v>
                </c:pt>
                <c:pt idx="1133">
                  <c:v>188.9200000000001</c:v>
                </c:pt>
                <c:pt idx="1134">
                  <c:v>194.14000000000001</c:v>
                </c:pt>
                <c:pt idx="1135">
                  <c:v>195.14999999999989</c:v>
                </c:pt>
                <c:pt idx="1136">
                  <c:v>179.00000000000009</c:v>
                </c:pt>
                <c:pt idx="1137">
                  <c:v>184.17999999999989</c:v>
                </c:pt>
                <c:pt idx="1138">
                  <c:v>186.4199999999999</c:v>
                </c:pt>
                <c:pt idx="1139">
                  <c:v>198.71</c:v>
                </c:pt>
                <c:pt idx="1140">
                  <c:v>183.02</c:v>
                </c:pt>
                <c:pt idx="1141">
                  <c:v>188.86</c:v>
                </c:pt>
                <c:pt idx="1142">
                  <c:v>166.14</c:v>
                </c:pt>
                <c:pt idx="1143">
                  <c:v>153.09999999999991</c:v>
                </c:pt>
                <c:pt idx="1144">
                  <c:v>150.4</c:v>
                </c:pt>
                <c:pt idx="1145">
                  <c:v>163.74999999999991</c:v>
                </c:pt>
                <c:pt idx="1146">
                  <c:v>163.74999999999991</c:v>
                </c:pt>
                <c:pt idx="1147">
                  <c:v>184.06</c:v>
                </c:pt>
                <c:pt idx="1148">
                  <c:v>193.2600000000001</c:v>
                </c:pt>
                <c:pt idx="1149">
                  <c:v>207.77999999999997</c:v>
                </c:pt>
                <c:pt idx="1150">
                  <c:v>203.9499999999999</c:v>
                </c:pt>
                <c:pt idx="1151">
                  <c:v>199.8</c:v>
                </c:pt>
                <c:pt idx="1152">
                  <c:v>212.92000000000007</c:v>
                </c:pt>
                <c:pt idx="1153">
                  <c:v>213.37</c:v>
                </c:pt>
                <c:pt idx="1154">
                  <c:v>203.35000000000002</c:v>
                </c:pt>
                <c:pt idx="1155">
                  <c:v>208.28000000000011</c:v>
                </c:pt>
                <c:pt idx="1156">
                  <c:v>188.37</c:v>
                </c:pt>
                <c:pt idx="1157">
                  <c:v>170.32000000000011</c:v>
                </c:pt>
                <c:pt idx="1158">
                  <c:v>156.37000000000009</c:v>
                </c:pt>
                <c:pt idx="1159">
                  <c:v>136.32000000000011</c:v>
                </c:pt>
                <c:pt idx="1160">
                  <c:v>149.01</c:v>
                </c:pt>
                <c:pt idx="1161">
                  <c:v>162.01000000000002</c:v>
                </c:pt>
                <c:pt idx="1162">
                  <c:v>169.08</c:v>
                </c:pt>
                <c:pt idx="1163">
                  <c:v>167.30999999999989</c:v>
                </c:pt>
                <c:pt idx="1164">
                  <c:v>160.09</c:v>
                </c:pt>
                <c:pt idx="1165">
                  <c:v>152.8300000000001</c:v>
                </c:pt>
                <c:pt idx="1166">
                  <c:v>144.41000000000011</c:v>
                </c:pt>
                <c:pt idx="1167">
                  <c:v>136.47</c:v>
                </c:pt>
                <c:pt idx="1168">
                  <c:v>123.22</c:v>
                </c:pt>
                <c:pt idx="1169">
                  <c:v>120.41</c:v>
                </c:pt>
                <c:pt idx="1170">
                  <c:v>107.9499999999999</c:v>
                </c:pt>
                <c:pt idx="1171">
                  <c:v>102.18000000000009</c:v>
                </c:pt>
                <c:pt idx="1172">
                  <c:v>100.36</c:v>
                </c:pt>
                <c:pt idx="1173">
                  <c:v>100.78</c:v>
                </c:pt>
                <c:pt idx="1174">
                  <c:v>106.25</c:v>
                </c:pt>
                <c:pt idx="1175">
                  <c:v>106.25</c:v>
                </c:pt>
                <c:pt idx="1176">
                  <c:v>107.87</c:v>
                </c:pt>
                <c:pt idx="1177">
                  <c:v>111.16</c:v>
                </c:pt>
                <c:pt idx="1178">
                  <c:v>113.26</c:v>
                </c:pt>
                <c:pt idx="1179">
                  <c:v>110.16</c:v>
                </c:pt>
                <c:pt idx="1180">
                  <c:v>121.61</c:v>
                </c:pt>
                <c:pt idx="1181">
                  <c:v>131.57000000000002</c:v>
                </c:pt>
                <c:pt idx="1182">
                  <c:v>132.3300000000001</c:v>
                </c:pt>
                <c:pt idx="1183">
                  <c:v>143.41999999999999</c:v>
                </c:pt>
                <c:pt idx="1184">
                  <c:v>152.87999999999991</c:v>
                </c:pt>
                <c:pt idx="1185">
                  <c:v>152.14000000000001</c:v>
                </c:pt>
                <c:pt idx="1186">
                  <c:v>163.79999999999998</c:v>
                </c:pt>
                <c:pt idx="1187">
                  <c:v>169.11</c:v>
                </c:pt>
                <c:pt idx="1188">
                  <c:v>167.09999999999988</c:v>
                </c:pt>
                <c:pt idx="1189">
                  <c:v>166.75</c:v>
                </c:pt>
                <c:pt idx="1190">
                  <c:v>169.98</c:v>
                </c:pt>
                <c:pt idx="1191">
                  <c:v>167.6399999999999</c:v>
                </c:pt>
                <c:pt idx="1192">
                  <c:v>163.46</c:v>
                </c:pt>
                <c:pt idx="1193">
                  <c:v>172.9</c:v>
                </c:pt>
                <c:pt idx="1194">
                  <c:v>178.02</c:v>
                </c:pt>
                <c:pt idx="1195">
                  <c:v>181.17000000000002</c:v>
                </c:pt>
                <c:pt idx="1196">
                  <c:v>183.71</c:v>
                </c:pt>
                <c:pt idx="1197">
                  <c:v>178.8</c:v>
                </c:pt>
                <c:pt idx="1198">
                  <c:v>181.02</c:v>
                </c:pt>
                <c:pt idx="1199">
                  <c:v>175.95000000000002</c:v>
                </c:pt>
                <c:pt idx="1200">
                  <c:v>171.6399999999999</c:v>
                </c:pt>
                <c:pt idx="1201">
                  <c:v>166.02999999999989</c:v>
                </c:pt>
                <c:pt idx="1202">
                  <c:v>161.13</c:v>
                </c:pt>
                <c:pt idx="1203">
                  <c:v>152.32000000000002</c:v>
                </c:pt>
                <c:pt idx="1204">
                  <c:v>141.70000000000002</c:v>
                </c:pt>
                <c:pt idx="1205">
                  <c:v>132.12</c:v>
                </c:pt>
                <c:pt idx="1206">
                  <c:v>130.44</c:v>
                </c:pt>
                <c:pt idx="1207">
                  <c:v>132.85</c:v>
                </c:pt>
                <c:pt idx="1208">
                  <c:v>140.15</c:v>
                </c:pt>
                <c:pt idx="1209">
                  <c:v>140.5</c:v>
                </c:pt>
                <c:pt idx="1210">
                  <c:v>139.12</c:v>
                </c:pt>
                <c:pt idx="1211">
                  <c:v>144.82</c:v>
                </c:pt>
                <c:pt idx="1212">
                  <c:v>151.37</c:v>
                </c:pt>
                <c:pt idx="1213">
                  <c:v>153.98000000000002</c:v>
                </c:pt>
                <c:pt idx="1214">
                  <c:v>158.0100000000001</c:v>
                </c:pt>
                <c:pt idx="1215">
                  <c:v>157.91</c:v>
                </c:pt>
                <c:pt idx="1216">
                  <c:v>159.94999999999999</c:v>
                </c:pt>
                <c:pt idx="1217">
                  <c:v>154.25999999999991</c:v>
                </c:pt>
                <c:pt idx="1218">
                  <c:v>145.66</c:v>
                </c:pt>
                <c:pt idx="1219">
                  <c:v>141.97999999999999</c:v>
                </c:pt>
                <c:pt idx="1220">
                  <c:v>129.72999999999999</c:v>
                </c:pt>
                <c:pt idx="1221">
                  <c:v>129.72999999999999</c:v>
                </c:pt>
                <c:pt idx="1222">
                  <c:v>133.63</c:v>
                </c:pt>
                <c:pt idx="1223">
                  <c:v>141.45000000000002</c:v>
                </c:pt>
                <c:pt idx="1224">
                  <c:v>141.32</c:v>
                </c:pt>
                <c:pt idx="1225">
                  <c:v>143.72</c:v>
                </c:pt>
                <c:pt idx="1226">
                  <c:v>145.6399999999999</c:v>
                </c:pt>
                <c:pt idx="1227">
                  <c:v>144.49</c:v>
                </c:pt>
                <c:pt idx="1228">
                  <c:v>147.01</c:v>
                </c:pt>
                <c:pt idx="1229">
                  <c:v>153.9499999999999</c:v>
                </c:pt>
                <c:pt idx="1230">
                  <c:v>153.85</c:v>
                </c:pt>
                <c:pt idx="1231">
                  <c:v>155.29</c:v>
                </c:pt>
                <c:pt idx="1232">
                  <c:v>158.06999999999991</c:v>
                </c:pt>
                <c:pt idx="1233">
                  <c:v>164.42000000000002</c:v>
                </c:pt>
                <c:pt idx="1234">
                  <c:v>168.91000000000008</c:v>
                </c:pt>
                <c:pt idx="1235">
                  <c:v>160.88</c:v>
                </c:pt>
                <c:pt idx="1236">
                  <c:v>168.99</c:v>
                </c:pt>
                <c:pt idx="1237">
                  <c:v>182.86</c:v>
                </c:pt>
                <c:pt idx="1238">
                  <c:v>202.00999999999988</c:v>
                </c:pt>
                <c:pt idx="1239">
                  <c:v>203.9899999999999</c:v>
                </c:pt>
                <c:pt idx="1240">
                  <c:v>208.25</c:v>
                </c:pt>
                <c:pt idx="1241">
                  <c:v>219.83</c:v>
                </c:pt>
                <c:pt idx="1242">
                  <c:v>227.36999999999998</c:v>
                </c:pt>
                <c:pt idx="1243">
                  <c:v>225.86999999999989</c:v>
                </c:pt>
                <c:pt idx="1244">
                  <c:v>219.97</c:v>
                </c:pt>
                <c:pt idx="1245">
                  <c:v>215.8300000000001</c:v>
                </c:pt>
                <c:pt idx="1246">
                  <c:v>215.8300000000001</c:v>
                </c:pt>
                <c:pt idx="1247">
                  <c:v>223.99</c:v>
                </c:pt>
                <c:pt idx="1248">
                  <c:v>229.65</c:v>
                </c:pt>
                <c:pt idx="1249">
                  <c:v>237.64</c:v>
                </c:pt>
                <c:pt idx="1250">
                  <c:v>238.49</c:v>
                </c:pt>
                <c:pt idx="1251">
                  <c:v>240.95999999999989</c:v>
                </c:pt>
                <c:pt idx="1252">
                  <c:v>250.64999999999992</c:v>
                </c:pt>
                <c:pt idx="1253">
                  <c:v>250.3899999999999</c:v>
                </c:pt>
                <c:pt idx="1254">
                  <c:v>255.88000000000011</c:v>
                </c:pt>
                <c:pt idx="1255">
                  <c:v>261.12999999999988</c:v>
                </c:pt>
                <c:pt idx="1256">
                  <c:v>252.12999999999991</c:v>
                </c:pt>
                <c:pt idx="1257">
                  <c:v>244.97</c:v>
                </c:pt>
                <c:pt idx="1258">
                  <c:v>231.9500000000001</c:v>
                </c:pt>
                <c:pt idx="1259">
                  <c:v>236.81999999999991</c:v>
                </c:pt>
                <c:pt idx="1260">
                  <c:v>231.65999999999988</c:v>
                </c:pt>
                <c:pt idx="1261">
                  <c:v>234.58999999999997</c:v>
                </c:pt>
                <c:pt idx="1262">
                  <c:v>230.20000000000002</c:v>
                </c:pt>
                <c:pt idx="1263">
                  <c:v>251.07</c:v>
                </c:pt>
                <c:pt idx="1264">
                  <c:v>244.95</c:v>
                </c:pt>
                <c:pt idx="1265">
                  <c:v>251.12999999999991</c:v>
                </c:pt>
                <c:pt idx="1266">
                  <c:v>262.17</c:v>
                </c:pt>
                <c:pt idx="1267">
                  <c:v>253.46</c:v>
                </c:pt>
                <c:pt idx="1268">
                  <c:v>253.46</c:v>
                </c:pt>
                <c:pt idx="1269">
                  <c:v>231.44</c:v>
                </c:pt>
                <c:pt idx="1270">
                  <c:v>232.14999999999998</c:v>
                </c:pt>
                <c:pt idx="1271">
                  <c:v>235.04</c:v>
                </c:pt>
                <c:pt idx="1272">
                  <c:v>236.4800000000001</c:v>
                </c:pt>
                <c:pt idx="1273">
                  <c:v>242.72</c:v>
                </c:pt>
                <c:pt idx="1274">
                  <c:v>240.41000000000003</c:v>
                </c:pt>
                <c:pt idx="1275">
                  <c:v>232.89</c:v>
                </c:pt>
                <c:pt idx="1276">
                  <c:v>232.98999999999998</c:v>
                </c:pt>
                <c:pt idx="1277">
                  <c:v>232.83</c:v>
                </c:pt>
                <c:pt idx="1278">
                  <c:v>226.60999999999999</c:v>
                </c:pt>
                <c:pt idx="1279">
                  <c:v>226.60999999999999</c:v>
                </c:pt>
                <c:pt idx="1280">
                  <c:v>224.9899999999999</c:v>
                </c:pt>
                <c:pt idx="1281">
                  <c:v>231.51999999999998</c:v>
                </c:pt>
                <c:pt idx="1282">
                  <c:v>232.82</c:v>
                </c:pt>
                <c:pt idx="1283">
                  <c:v>233.47000000000003</c:v>
                </c:pt>
                <c:pt idx="1284">
                  <c:v>232.23</c:v>
                </c:pt>
                <c:pt idx="1285">
                  <c:v>224.52</c:v>
                </c:pt>
                <c:pt idx="1286">
                  <c:v>227.54</c:v>
                </c:pt>
                <c:pt idx="1287">
                  <c:v>231.2</c:v>
                </c:pt>
                <c:pt idx="1288">
                  <c:v>225.93000000000009</c:v>
                </c:pt>
                <c:pt idx="1289">
                  <c:v>221.22000000000003</c:v>
                </c:pt>
                <c:pt idx="1290">
                  <c:v>220.77</c:v>
                </c:pt>
                <c:pt idx="1291">
                  <c:v>222.47</c:v>
                </c:pt>
                <c:pt idx="1292">
                  <c:v>223.36</c:v>
                </c:pt>
                <c:pt idx="1293">
                  <c:v>223.59</c:v>
                </c:pt>
                <c:pt idx="1294">
                  <c:v>224.90000000000009</c:v>
                </c:pt>
                <c:pt idx="1295">
                  <c:v>223.81000000000003</c:v>
                </c:pt>
                <c:pt idx="1296">
                  <c:v>221.82</c:v>
                </c:pt>
                <c:pt idx="1297">
                  <c:v>219.55</c:v>
                </c:pt>
                <c:pt idx="1298">
                  <c:v>226.10999999999999</c:v>
                </c:pt>
                <c:pt idx="1299">
                  <c:v>226.79</c:v>
                </c:pt>
                <c:pt idx="1300">
                  <c:v>226.79</c:v>
                </c:pt>
                <c:pt idx="1301">
                  <c:v>240.05</c:v>
                </c:pt>
                <c:pt idx="1302">
                  <c:v>240.41000000000003</c:v>
                </c:pt>
                <c:pt idx="1303">
                  <c:v>239.81</c:v>
                </c:pt>
                <c:pt idx="1304">
                  <c:v>237.11</c:v>
                </c:pt>
                <c:pt idx="1305">
                  <c:v>237.11</c:v>
                </c:pt>
                <c:pt idx="1306">
                  <c:v>225.11</c:v>
                </c:pt>
                <c:pt idx="1307">
                  <c:v>225.70999999999998</c:v>
                </c:pt>
                <c:pt idx="1308">
                  <c:v>232.2699999999999</c:v>
                </c:pt>
                <c:pt idx="1309">
                  <c:v>233.42999999999998</c:v>
                </c:pt>
                <c:pt idx="1310">
                  <c:v>229.15</c:v>
                </c:pt>
                <c:pt idx="1311">
                  <c:v>227.89999999999998</c:v>
                </c:pt>
                <c:pt idx="1312">
                  <c:v>233.71999999999989</c:v>
                </c:pt>
                <c:pt idx="1313">
                  <c:v>234.64999999999998</c:v>
                </c:pt>
                <c:pt idx="1314">
                  <c:v>238.59</c:v>
                </c:pt>
                <c:pt idx="1315">
                  <c:v>243.85</c:v>
                </c:pt>
                <c:pt idx="1316">
                  <c:v>243.85</c:v>
                </c:pt>
                <c:pt idx="1317">
                  <c:v>247.2300000000001</c:v>
                </c:pt>
                <c:pt idx="1318">
                  <c:v>248</c:v>
                </c:pt>
                <c:pt idx="1319">
                  <c:v>242.89999999999989</c:v>
                </c:pt>
                <c:pt idx="1320">
                  <c:v>234.50000000000011</c:v>
                </c:pt>
                <c:pt idx="1321">
                  <c:v>228.64</c:v>
                </c:pt>
                <c:pt idx="1322">
                  <c:v>232.49</c:v>
                </c:pt>
                <c:pt idx="1323">
                  <c:v>226.63000000000002</c:v>
                </c:pt>
                <c:pt idx="1324">
                  <c:v>231.91000000000003</c:v>
                </c:pt>
                <c:pt idx="1325">
                  <c:v>219.58</c:v>
                </c:pt>
                <c:pt idx="1326">
                  <c:v>223.01999999999998</c:v>
                </c:pt>
                <c:pt idx="1327">
                  <c:v>222.94</c:v>
                </c:pt>
                <c:pt idx="1328">
                  <c:v>228.07</c:v>
                </c:pt>
                <c:pt idx="1329">
                  <c:v>230.26</c:v>
                </c:pt>
                <c:pt idx="1330">
                  <c:v>229.32000000000002</c:v>
                </c:pt>
                <c:pt idx="1331">
                  <c:v>233.98</c:v>
                </c:pt>
                <c:pt idx="1332">
                  <c:v>243.36</c:v>
                </c:pt>
                <c:pt idx="1333">
                  <c:v>242.11999999999998</c:v>
                </c:pt>
                <c:pt idx="1334">
                  <c:v>245.82000000000002</c:v>
                </c:pt>
                <c:pt idx="1335">
                  <c:v>246.98000000000002</c:v>
                </c:pt>
                <c:pt idx="1336">
                  <c:v>246.98000000000002</c:v>
                </c:pt>
                <c:pt idx="1337">
                  <c:v>255.20999999999998</c:v>
                </c:pt>
                <c:pt idx="1338">
                  <c:v>262.55999999999989</c:v>
                </c:pt>
                <c:pt idx="1339">
                  <c:v>258.17999999999989</c:v>
                </c:pt>
                <c:pt idx="1340">
                  <c:v>257.36</c:v>
                </c:pt>
                <c:pt idx="1341">
                  <c:v>258.31</c:v>
                </c:pt>
                <c:pt idx="1342">
                  <c:v>254.14999999999992</c:v>
                </c:pt>
                <c:pt idx="1343">
                  <c:v>252.34</c:v>
                </c:pt>
                <c:pt idx="1344">
                  <c:v>243.90999999999997</c:v>
                </c:pt>
                <c:pt idx="1345">
                  <c:v>243.06</c:v>
                </c:pt>
                <c:pt idx="1346">
                  <c:v>245.88</c:v>
                </c:pt>
                <c:pt idx="1347">
                  <c:v>243.77</c:v>
                </c:pt>
                <c:pt idx="1348">
                  <c:v>242.92</c:v>
                </c:pt>
                <c:pt idx="1349">
                  <c:v>234.0100000000001</c:v>
                </c:pt>
                <c:pt idx="1350">
                  <c:v>239.01</c:v>
                </c:pt>
                <c:pt idx="1351">
                  <c:v>245.52999999999997</c:v>
                </c:pt>
                <c:pt idx="1352">
                  <c:v>242.53</c:v>
                </c:pt>
                <c:pt idx="1353">
                  <c:v>238.53</c:v>
                </c:pt>
                <c:pt idx="1354">
                  <c:v>240.62</c:v>
                </c:pt>
                <c:pt idx="1355">
                  <c:v>243.09999999999991</c:v>
                </c:pt>
                <c:pt idx="1356">
                  <c:v>240.58</c:v>
                </c:pt>
                <c:pt idx="1357">
                  <c:v>237.06</c:v>
                </c:pt>
                <c:pt idx="1358">
                  <c:v>238.41000000000003</c:v>
                </c:pt>
                <c:pt idx="1359">
                  <c:v>231.42000000000002</c:v>
                </c:pt>
                <c:pt idx="1360">
                  <c:v>231.65</c:v>
                </c:pt>
                <c:pt idx="1361">
                  <c:v>239.13000000000002</c:v>
                </c:pt>
                <c:pt idx="1362">
                  <c:v>238.57</c:v>
                </c:pt>
                <c:pt idx="1363">
                  <c:v>247.40000000000003</c:v>
                </c:pt>
                <c:pt idx="1364">
                  <c:v>249.8600000000001</c:v>
                </c:pt>
                <c:pt idx="1365">
                  <c:v>252.16</c:v>
                </c:pt>
                <c:pt idx="1366">
                  <c:v>256</c:v>
                </c:pt>
                <c:pt idx="1367">
                  <c:v>266.40000000000003</c:v>
                </c:pt>
                <c:pt idx="1368">
                  <c:v>274.13</c:v>
                </c:pt>
                <c:pt idx="1369">
                  <c:v>276.28999999999991</c:v>
                </c:pt>
                <c:pt idx="1370">
                  <c:v>278.39999999999998</c:v>
                </c:pt>
                <c:pt idx="1371">
                  <c:v>280.90999999999997</c:v>
                </c:pt>
                <c:pt idx="1372">
                  <c:v>282.90000000000003</c:v>
                </c:pt>
                <c:pt idx="1373">
                  <c:v>274.12</c:v>
                </c:pt>
                <c:pt idx="1374">
                  <c:v>273.86</c:v>
                </c:pt>
                <c:pt idx="1375">
                  <c:v>268.84000000000003</c:v>
                </c:pt>
                <c:pt idx="1376">
                  <c:v>261.12</c:v>
                </c:pt>
                <c:pt idx="1377">
                  <c:v>255.06000000000003</c:v>
                </c:pt>
                <c:pt idx="1378">
                  <c:v>250.74999999999997</c:v>
                </c:pt>
                <c:pt idx="1379">
                  <c:v>249.52</c:v>
                </c:pt>
                <c:pt idx="1380">
                  <c:v>244.74</c:v>
                </c:pt>
                <c:pt idx="1381">
                  <c:v>236.95</c:v>
                </c:pt>
                <c:pt idx="1382">
                  <c:v>232.85</c:v>
                </c:pt>
                <c:pt idx="1383">
                  <c:v>236.75999999999991</c:v>
                </c:pt>
                <c:pt idx="1384">
                  <c:v>236.44</c:v>
                </c:pt>
                <c:pt idx="1385">
                  <c:v>240.14000000000001</c:v>
                </c:pt>
                <c:pt idx="1386">
                  <c:v>241.82999999999998</c:v>
                </c:pt>
                <c:pt idx="1387">
                  <c:v>247.52</c:v>
                </c:pt>
                <c:pt idx="1388">
                  <c:v>248.81000000000003</c:v>
                </c:pt>
                <c:pt idx="1389">
                  <c:v>246.85999999999999</c:v>
                </c:pt>
                <c:pt idx="1390">
                  <c:v>247.35</c:v>
                </c:pt>
                <c:pt idx="1391">
                  <c:v>255.3599999999999</c:v>
                </c:pt>
                <c:pt idx="1392">
                  <c:v>249.94000000000008</c:v>
                </c:pt>
                <c:pt idx="1393">
                  <c:v>248.26000000000002</c:v>
                </c:pt>
                <c:pt idx="1394">
                  <c:v>246.93999999999997</c:v>
                </c:pt>
                <c:pt idx="1395">
                  <c:v>245.31</c:v>
                </c:pt>
                <c:pt idx="1396">
                  <c:v>241.59</c:v>
                </c:pt>
                <c:pt idx="1397">
                  <c:v>235.84</c:v>
                </c:pt>
                <c:pt idx="1398">
                  <c:v>236.44</c:v>
                </c:pt>
                <c:pt idx="1399">
                  <c:v>247.27</c:v>
                </c:pt>
                <c:pt idx="1400">
                  <c:v>245.66</c:v>
                </c:pt>
                <c:pt idx="1401">
                  <c:v>243.67000000000002</c:v>
                </c:pt>
                <c:pt idx="1402">
                  <c:v>243.46000000000009</c:v>
                </c:pt>
                <c:pt idx="1403">
                  <c:v>240.22</c:v>
                </c:pt>
                <c:pt idx="1404">
                  <c:v>238.7</c:v>
                </c:pt>
                <c:pt idx="1405">
                  <c:v>237.35</c:v>
                </c:pt>
                <c:pt idx="1406">
                  <c:v>240.75000000000003</c:v>
                </c:pt>
                <c:pt idx="1407">
                  <c:v>237.48999999999998</c:v>
                </c:pt>
                <c:pt idx="1408">
                  <c:v>237.86999999999998</c:v>
                </c:pt>
                <c:pt idx="1409">
                  <c:v>240.05</c:v>
                </c:pt>
                <c:pt idx="1410">
                  <c:v>239</c:v>
                </c:pt>
                <c:pt idx="1411">
                  <c:v>239</c:v>
                </c:pt>
                <c:pt idx="1412">
                  <c:v>237.95000000000002</c:v>
                </c:pt>
                <c:pt idx="1413">
                  <c:v>237.29</c:v>
                </c:pt>
                <c:pt idx="1414">
                  <c:v>236.93</c:v>
                </c:pt>
                <c:pt idx="1415">
                  <c:v>237.97000000000011</c:v>
                </c:pt>
                <c:pt idx="1416">
                  <c:v>239.5499999999999</c:v>
                </c:pt>
                <c:pt idx="1417">
                  <c:v>238.22</c:v>
                </c:pt>
                <c:pt idx="1418">
                  <c:v>239.61</c:v>
                </c:pt>
                <c:pt idx="1419">
                  <c:v>244.1</c:v>
                </c:pt>
                <c:pt idx="1420">
                  <c:v>242.16000000000003</c:v>
                </c:pt>
                <c:pt idx="1421">
                  <c:v>244.74999999999997</c:v>
                </c:pt>
                <c:pt idx="1422">
                  <c:v>251.04999999999998</c:v>
                </c:pt>
                <c:pt idx="1423">
                  <c:v>250.57</c:v>
                </c:pt>
                <c:pt idx="1424">
                  <c:v>252.25</c:v>
                </c:pt>
                <c:pt idx="1425">
                  <c:v>248.14000000000013</c:v>
                </c:pt>
                <c:pt idx="1426">
                  <c:v>254.52999999999989</c:v>
                </c:pt>
                <c:pt idx="1427">
                  <c:v>260.27999999999997</c:v>
                </c:pt>
                <c:pt idx="1428">
                  <c:v>263.14000000000004</c:v>
                </c:pt>
                <c:pt idx="1429">
                  <c:v>268.46999999999991</c:v>
                </c:pt>
                <c:pt idx="1430">
                  <c:v>272.86</c:v>
                </c:pt>
                <c:pt idx="1431">
                  <c:v>275.39</c:v>
                </c:pt>
                <c:pt idx="1432">
                  <c:v>277.61</c:v>
                </c:pt>
                <c:pt idx="1433">
                  <c:v>283.63</c:v>
                </c:pt>
                <c:pt idx="1434">
                  <c:v>285.45999999999998</c:v>
                </c:pt>
                <c:pt idx="1435">
                  <c:v>294.06</c:v>
                </c:pt>
                <c:pt idx="1436">
                  <c:v>294.06</c:v>
                </c:pt>
                <c:pt idx="1437">
                  <c:v>297.35000000000002</c:v>
                </c:pt>
                <c:pt idx="1438">
                  <c:v>300.4500000000001</c:v>
                </c:pt>
                <c:pt idx="1439">
                  <c:v>297.84999999999997</c:v>
                </c:pt>
                <c:pt idx="1440">
                  <c:v>293.62</c:v>
                </c:pt>
                <c:pt idx="1441">
                  <c:v>294.60000000000002</c:v>
                </c:pt>
                <c:pt idx="1442">
                  <c:v>291.43</c:v>
                </c:pt>
                <c:pt idx="1443">
                  <c:v>288.74</c:v>
                </c:pt>
                <c:pt idx="1444">
                  <c:v>282.90000000000003</c:v>
                </c:pt>
                <c:pt idx="1445">
                  <c:v>279.09000000000003</c:v>
                </c:pt>
                <c:pt idx="1446">
                  <c:v>260.27</c:v>
                </c:pt>
                <c:pt idx="1447">
                  <c:v>268.44</c:v>
                </c:pt>
                <c:pt idx="1448">
                  <c:v>279.06</c:v>
                </c:pt>
                <c:pt idx="1449">
                  <c:v>281</c:v>
                </c:pt>
                <c:pt idx="1450">
                  <c:v>283.43</c:v>
                </c:pt>
                <c:pt idx="1451">
                  <c:v>283.86</c:v>
                </c:pt>
                <c:pt idx="1452">
                  <c:v>279</c:v>
                </c:pt>
                <c:pt idx="1453">
                  <c:v>281.23999999999995</c:v>
                </c:pt>
                <c:pt idx="1454">
                  <c:v>282.14</c:v>
                </c:pt>
                <c:pt idx="1455">
                  <c:v>280.14999999999998</c:v>
                </c:pt>
                <c:pt idx="1456">
                  <c:v>279.11</c:v>
                </c:pt>
                <c:pt idx="1457">
                  <c:v>269.95</c:v>
                </c:pt>
                <c:pt idx="1458">
                  <c:v>266.75</c:v>
                </c:pt>
                <c:pt idx="1459">
                  <c:v>269.94</c:v>
                </c:pt>
                <c:pt idx="1460">
                  <c:v>271.13</c:v>
                </c:pt>
                <c:pt idx="1461">
                  <c:v>269.06000000000012</c:v>
                </c:pt>
                <c:pt idx="1462">
                  <c:v>272.08999999999997</c:v>
                </c:pt>
                <c:pt idx="1463">
                  <c:v>272.5</c:v>
                </c:pt>
                <c:pt idx="1464">
                  <c:v>275.40999999999991</c:v>
                </c:pt>
                <c:pt idx="1465">
                  <c:v>275.75</c:v>
                </c:pt>
                <c:pt idx="1466">
                  <c:v>274.60000000000002</c:v>
                </c:pt>
                <c:pt idx="1467">
                  <c:v>271.85000000000002</c:v>
                </c:pt>
                <c:pt idx="1468">
                  <c:v>272.11</c:v>
                </c:pt>
                <c:pt idx="1469">
                  <c:v>266.86</c:v>
                </c:pt>
                <c:pt idx="1470">
                  <c:v>269.32</c:v>
                </c:pt>
                <c:pt idx="1471">
                  <c:v>271.43000000000012</c:v>
                </c:pt>
                <c:pt idx="1472">
                  <c:v>271.74</c:v>
                </c:pt>
                <c:pt idx="1473">
                  <c:v>270.13</c:v>
                </c:pt>
                <c:pt idx="1474">
                  <c:v>272.65999999999997</c:v>
                </c:pt>
                <c:pt idx="1475">
                  <c:v>276.0800000000001</c:v>
                </c:pt>
                <c:pt idx="1476">
                  <c:v>279.93999999999988</c:v>
                </c:pt>
                <c:pt idx="1477">
                  <c:v>273.77999999999997</c:v>
                </c:pt>
                <c:pt idx="1478">
                  <c:v>273.87</c:v>
                </c:pt>
                <c:pt idx="1479">
                  <c:v>275.04000000000002</c:v>
                </c:pt>
                <c:pt idx="1480">
                  <c:v>277.38</c:v>
                </c:pt>
                <c:pt idx="1481">
                  <c:v>277.38</c:v>
                </c:pt>
                <c:pt idx="1482">
                  <c:v>276.15000000000009</c:v>
                </c:pt>
                <c:pt idx="1483">
                  <c:v>277.48</c:v>
                </c:pt>
                <c:pt idx="1484">
                  <c:v>282.35000000000002</c:v>
                </c:pt>
                <c:pt idx="1485">
                  <c:v>283.53999999999996</c:v>
                </c:pt>
                <c:pt idx="1486">
                  <c:v>286.82</c:v>
                </c:pt>
                <c:pt idx="1487">
                  <c:v>288.95</c:v>
                </c:pt>
                <c:pt idx="1488">
                  <c:v>290.85000000000008</c:v>
                </c:pt>
                <c:pt idx="1489">
                  <c:v>292.77000000000004</c:v>
                </c:pt>
                <c:pt idx="1490">
                  <c:v>294.86</c:v>
                </c:pt>
                <c:pt idx="1491">
                  <c:v>286.91000000000003</c:v>
                </c:pt>
                <c:pt idx="1492">
                  <c:v>294.76</c:v>
                </c:pt>
                <c:pt idx="1493">
                  <c:v>305.58</c:v>
                </c:pt>
                <c:pt idx="1494">
                  <c:v>306.7299999999999</c:v>
                </c:pt>
                <c:pt idx="1495">
                  <c:v>310.59999999999997</c:v>
                </c:pt>
                <c:pt idx="1496">
                  <c:v>313.47000000000003</c:v>
                </c:pt>
                <c:pt idx="1497">
                  <c:v>311.56999999999988</c:v>
                </c:pt>
                <c:pt idx="1498">
                  <c:v>307.93</c:v>
                </c:pt>
                <c:pt idx="1499">
                  <c:v>309.85000000000002</c:v>
                </c:pt>
                <c:pt idx="1500">
                  <c:v>313.96999999999997</c:v>
                </c:pt>
                <c:pt idx="1501">
                  <c:v>315.16000000000003</c:v>
                </c:pt>
                <c:pt idx="1502">
                  <c:v>321.52</c:v>
                </c:pt>
                <c:pt idx="1503">
                  <c:v>317.20999999999998</c:v>
                </c:pt>
                <c:pt idx="1504">
                  <c:v>316.32000000000011</c:v>
                </c:pt>
                <c:pt idx="1505">
                  <c:v>317.27</c:v>
                </c:pt>
                <c:pt idx="1506">
                  <c:v>317.27</c:v>
                </c:pt>
                <c:pt idx="1507">
                  <c:v>317.88</c:v>
                </c:pt>
                <c:pt idx="1508">
                  <c:v>316.36</c:v>
                </c:pt>
                <c:pt idx="1509">
                  <c:v>319.25</c:v>
                </c:pt>
                <c:pt idx="1510">
                  <c:v>317.4899999999999</c:v>
                </c:pt>
                <c:pt idx="1511">
                  <c:v>323.55</c:v>
                </c:pt>
                <c:pt idx="1512">
                  <c:v>326.14999999999998</c:v>
                </c:pt>
                <c:pt idx="1513">
                  <c:v>329.12</c:v>
                </c:pt>
                <c:pt idx="1514">
                  <c:v>327.76</c:v>
                </c:pt>
                <c:pt idx="1515">
                  <c:v>319.94</c:v>
                </c:pt>
                <c:pt idx="1516">
                  <c:v>313.24000000000012</c:v>
                </c:pt>
                <c:pt idx="1517">
                  <c:v>313.12</c:v>
                </c:pt>
                <c:pt idx="1518">
                  <c:v>303.58999999999997</c:v>
                </c:pt>
                <c:pt idx="1519">
                  <c:v>304.48</c:v>
                </c:pt>
                <c:pt idx="1520">
                  <c:v>299.95</c:v>
                </c:pt>
                <c:pt idx="1521">
                  <c:v>299.94</c:v>
                </c:pt>
                <c:pt idx="1522">
                  <c:v>303.71000000000009</c:v>
                </c:pt>
                <c:pt idx="1523">
                  <c:v>306.52</c:v>
                </c:pt>
                <c:pt idx="1524">
                  <c:v>309.26</c:v>
                </c:pt>
                <c:pt idx="1525">
                  <c:v>313.68</c:v>
                </c:pt>
                <c:pt idx="1526">
                  <c:v>314.88</c:v>
                </c:pt>
                <c:pt idx="1527">
                  <c:v>314.56</c:v>
                </c:pt>
                <c:pt idx="1528">
                  <c:v>316.56999999999988</c:v>
                </c:pt>
                <c:pt idx="1529">
                  <c:v>316.56999999999988</c:v>
                </c:pt>
                <c:pt idx="1530">
                  <c:v>318.10999999999996</c:v>
                </c:pt>
                <c:pt idx="1531">
                  <c:v>315.18999999999988</c:v>
                </c:pt>
                <c:pt idx="1532">
                  <c:v>313.39999999999998</c:v>
                </c:pt>
                <c:pt idx="1533">
                  <c:v>322.82</c:v>
                </c:pt>
                <c:pt idx="1534">
                  <c:v>321.53999999999996</c:v>
                </c:pt>
                <c:pt idx="1535">
                  <c:v>320.92</c:v>
                </c:pt>
                <c:pt idx="1536">
                  <c:v>326.01999999999987</c:v>
                </c:pt>
                <c:pt idx="1537">
                  <c:v>323.5499999999999</c:v>
                </c:pt>
                <c:pt idx="1538">
                  <c:v>319.96999999999991</c:v>
                </c:pt>
                <c:pt idx="1539">
                  <c:v>319.96999999999991</c:v>
                </c:pt>
                <c:pt idx="1540">
                  <c:v>327.34000000000009</c:v>
                </c:pt>
                <c:pt idx="1541">
                  <c:v>332.87</c:v>
                </c:pt>
                <c:pt idx="1542">
                  <c:v>334.4500000000001</c:v>
                </c:pt>
                <c:pt idx="1543">
                  <c:v>332.57</c:v>
                </c:pt>
                <c:pt idx="1544">
                  <c:v>330.78999999999991</c:v>
                </c:pt>
                <c:pt idx="1545">
                  <c:v>330.86</c:v>
                </c:pt>
                <c:pt idx="1546">
                  <c:v>337.95000000000005</c:v>
                </c:pt>
                <c:pt idx="1547">
                  <c:v>348.3900000000001</c:v>
                </c:pt>
                <c:pt idx="1548">
                  <c:v>339.35</c:v>
                </c:pt>
                <c:pt idx="1549">
                  <c:v>335.84999999999991</c:v>
                </c:pt>
                <c:pt idx="1550">
                  <c:v>337.11000000000013</c:v>
                </c:pt>
                <c:pt idx="1551">
                  <c:v>339.03000000000014</c:v>
                </c:pt>
                <c:pt idx="1552">
                  <c:v>341.13000000000011</c:v>
                </c:pt>
                <c:pt idx="1553">
                  <c:v>346.7700000000001</c:v>
                </c:pt>
                <c:pt idx="1554">
                  <c:v>352.87000000000012</c:v>
                </c:pt>
                <c:pt idx="1555">
                  <c:v>350.51</c:v>
                </c:pt>
                <c:pt idx="1556">
                  <c:v>351.45</c:v>
                </c:pt>
                <c:pt idx="1557">
                  <c:v>360.5499999999999</c:v>
                </c:pt>
                <c:pt idx="1558">
                  <c:v>366.33</c:v>
                </c:pt>
                <c:pt idx="1559">
                  <c:v>369.94</c:v>
                </c:pt>
                <c:pt idx="1560">
                  <c:v>369.94</c:v>
                </c:pt>
                <c:pt idx="1561">
                  <c:v>379.15999999999991</c:v>
                </c:pt>
                <c:pt idx="1562">
                  <c:v>382.36</c:v>
                </c:pt>
                <c:pt idx="1563">
                  <c:v>372.93000000000012</c:v>
                </c:pt>
                <c:pt idx="1564">
                  <c:v>368.89999999999992</c:v>
                </c:pt>
                <c:pt idx="1565">
                  <c:v>361.43</c:v>
                </c:pt>
                <c:pt idx="1566">
                  <c:v>357.60000000000008</c:v>
                </c:pt>
                <c:pt idx="1567">
                  <c:v>353.4</c:v>
                </c:pt>
                <c:pt idx="1568">
                  <c:v>347.72000000000014</c:v>
                </c:pt>
                <c:pt idx="1569">
                  <c:v>353.46999999999997</c:v>
                </c:pt>
                <c:pt idx="1570">
                  <c:v>347.02999999999992</c:v>
                </c:pt>
                <c:pt idx="1571">
                  <c:v>353.51</c:v>
                </c:pt>
                <c:pt idx="1572">
                  <c:v>367.64999999999992</c:v>
                </c:pt>
                <c:pt idx="1573">
                  <c:v>371.68</c:v>
                </c:pt>
                <c:pt idx="1574">
                  <c:v>375.13</c:v>
                </c:pt>
                <c:pt idx="1575">
                  <c:v>375.53999999999996</c:v>
                </c:pt>
                <c:pt idx="1576">
                  <c:v>375.53999999999996</c:v>
                </c:pt>
                <c:pt idx="1577">
                  <c:v>374.99999999999989</c:v>
                </c:pt>
                <c:pt idx="1578">
                  <c:v>379.85000000000014</c:v>
                </c:pt>
                <c:pt idx="1579">
                  <c:v>369.52</c:v>
                </c:pt>
                <c:pt idx="1580">
                  <c:v>349.56</c:v>
                </c:pt>
                <c:pt idx="1581">
                  <c:v>344.12000000000012</c:v>
                </c:pt>
                <c:pt idx="1582">
                  <c:v>343.45</c:v>
                </c:pt>
                <c:pt idx="1583">
                  <c:v>334.21000000000009</c:v>
                </c:pt>
                <c:pt idx="1584">
                  <c:v>316.92000000000007</c:v>
                </c:pt>
                <c:pt idx="1585">
                  <c:v>309.0100000000001</c:v>
                </c:pt>
                <c:pt idx="1586">
                  <c:v>305.33000000000004</c:v>
                </c:pt>
                <c:pt idx="1587">
                  <c:v>313.81</c:v>
                </c:pt>
                <c:pt idx="1588">
                  <c:v>313.99</c:v>
                </c:pt>
                <c:pt idx="1589">
                  <c:v>303.64</c:v>
                </c:pt>
                <c:pt idx="1590">
                  <c:v>291.5</c:v>
                </c:pt>
                <c:pt idx="1591">
                  <c:v>291.94</c:v>
                </c:pt>
                <c:pt idx="1592">
                  <c:v>298.21000000000009</c:v>
                </c:pt>
                <c:pt idx="1593">
                  <c:v>299.67</c:v>
                </c:pt>
                <c:pt idx="1594">
                  <c:v>288.3900000000001</c:v>
                </c:pt>
                <c:pt idx="1595">
                  <c:v>281.74999999999989</c:v>
                </c:pt>
                <c:pt idx="1596">
                  <c:v>282.7299999999999</c:v>
                </c:pt>
                <c:pt idx="1597">
                  <c:v>282.52999999999997</c:v>
                </c:pt>
                <c:pt idx="1598">
                  <c:v>279.33</c:v>
                </c:pt>
                <c:pt idx="1599">
                  <c:v>284.58</c:v>
                </c:pt>
                <c:pt idx="1600">
                  <c:v>286.0499999999999</c:v>
                </c:pt>
                <c:pt idx="1601">
                  <c:v>286.0499999999999</c:v>
                </c:pt>
                <c:pt idx="1602">
                  <c:v>298.72000000000003</c:v>
                </c:pt>
                <c:pt idx="1603">
                  <c:v>310.15999999999997</c:v>
                </c:pt>
                <c:pt idx="1604">
                  <c:v>351.71999999999997</c:v>
                </c:pt>
                <c:pt idx="1605">
                  <c:v>342.58000000000004</c:v>
                </c:pt>
                <c:pt idx="1606">
                  <c:v>380.41</c:v>
                </c:pt>
                <c:pt idx="1607">
                  <c:v>383.25</c:v>
                </c:pt>
                <c:pt idx="1608">
                  <c:v>415.84000000000003</c:v>
                </c:pt>
                <c:pt idx="1609">
                  <c:v>429.47000000000008</c:v>
                </c:pt>
                <c:pt idx="1610">
                  <c:v>467.92999999999995</c:v>
                </c:pt>
                <c:pt idx="1611">
                  <c:v>483.24999999999994</c:v>
                </c:pt>
                <c:pt idx="1612">
                  <c:v>490.11999999999995</c:v>
                </c:pt>
                <c:pt idx="1613">
                  <c:v>454.18000000000012</c:v>
                </c:pt>
                <c:pt idx="1614">
                  <c:v>431.24</c:v>
                </c:pt>
                <c:pt idx="1615">
                  <c:v>417.69000000000005</c:v>
                </c:pt>
                <c:pt idx="1616">
                  <c:v>386.74</c:v>
                </c:pt>
                <c:pt idx="1617">
                  <c:v>384.24</c:v>
                </c:pt>
                <c:pt idx="1618">
                  <c:v>372.96</c:v>
                </c:pt>
                <c:pt idx="1619">
                  <c:v>375.31999999999994</c:v>
                </c:pt>
                <c:pt idx="1620">
                  <c:v>369.87</c:v>
                </c:pt>
                <c:pt idx="1621">
                  <c:v>373.56000000000012</c:v>
                </c:pt>
                <c:pt idx="1622">
                  <c:v>384.94</c:v>
                </c:pt>
                <c:pt idx="1623">
                  <c:v>390.83999999999992</c:v>
                </c:pt>
                <c:pt idx="1624">
                  <c:v>394.87000000000012</c:v>
                </c:pt>
                <c:pt idx="1625">
                  <c:v>390.07</c:v>
                </c:pt>
                <c:pt idx="1626">
                  <c:v>384.19</c:v>
                </c:pt>
                <c:pt idx="1627">
                  <c:v>382.26999999999987</c:v>
                </c:pt>
                <c:pt idx="1628">
                  <c:v>379.03999999999991</c:v>
                </c:pt>
                <c:pt idx="1629">
                  <c:v>326.77999999999997</c:v>
                </c:pt>
                <c:pt idx="1630">
                  <c:v>325.74000000000012</c:v>
                </c:pt>
                <c:pt idx="1631">
                  <c:v>337.71</c:v>
                </c:pt>
                <c:pt idx="1632">
                  <c:v>336.09</c:v>
                </c:pt>
                <c:pt idx="1633">
                  <c:v>338.69000000000011</c:v>
                </c:pt>
                <c:pt idx="1634">
                  <c:v>334.75</c:v>
                </c:pt>
                <c:pt idx="1635">
                  <c:v>333.29</c:v>
                </c:pt>
                <c:pt idx="1636">
                  <c:v>331</c:v>
                </c:pt>
                <c:pt idx="1637">
                  <c:v>345.28</c:v>
                </c:pt>
                <c:pt idx="1638">
                  <c:v>346.76</c:v>
                </c:pt>
                <c:pt idx="1639">
                  <c:v>345.67000000000007</c:v>
                </c:pt>
                <c:pt idx="1640">
                  <c:v>345.67000000000007</c:v>
                </c:pt>
                <c:pt idx="1641">
                  <c:v>339.36</c:v>
                </c:pt>
                <c:pt idx="1642">
                  <c:v>347.0499999999999</c:v>
                </c:pt>
                <c:pt idx="1643">
                  <c:v>343.05</c:v>
                </c:pt>
                <c:pt idx="1644">
                  <c:v>336.8300000000001</c:v>
                </c:pt>
                <c:pt idx="1645">
                  <c:v>339.89</c:v>
                </c:pt>
                <c:pt idx="1646">
                  <c:v>346.1400000000001</c:v>
                </c:pt>
                <c:pt idx="1647">
                  <c:v>346.81</c:v>
                </c:pt>
                <c:pt idx="1648">
                  <c:v>351.98000000000008</c:v>
                </c:pt>
                <c:pt idx="1649">
                  <c:v>359.45</c:v>
                </c:pt>
                <c:pt idx="1650">
                  <c:v>353.45999999999987</c:v>
                </c:pt>
                <c:pt idx="1651">
                  <c:v>347.43</c:v>
                </c:pt>
                <c:pt idx="1652">
                  <c:v>363.4799999999999</c:v>
                </c:pt>
                <c:pt idx="1653">
                  <c:v>367.96000000000009</c:v>
                </c:pt>
                <c:pt idx="1654">
                  <c:v>360.78999999999996</c:v>
                </c:pt>
                <c:pt idx="1655">
                  <c:v>369.26</c:v>
                </c:pt>
                <c:pt idx="1656">
                  <c:v>370.58</c:v>
                </c:pt>
                <c:pt idx="1657">
                  <c:v>378.2</c:v>
                </c:pt>
                <c:pt idx="1658">
                  <c:v>386.95999999999987</c:v>
                </c:pt>
                <c:pt idx="1659">
                  <c:v>383.94</c:v>
                </c:pt>
                <c:pt idx="1660">
                  <c:v>383.28000000000003</c:v>
                </c:pt>
                <c:pt idx="1661">
                  <c:v>388.05</c:v>
                </c:pt>
                <c:pt idx="1662">
                  <c:v>392.98000000000013</c:v>
                </c:pt>
                <c:pt idx="1663">
                  <c:v>389.74</c:v>
                </c:pt>
                <c:pt idx="1664">
                  <c:v>417.30000000000007</c:v>
                </c:pt>
                <c:pt idx="1665">
                  <c:v>418.30999999999995</c:v>
                </c:pt>
                <c:pt idx="1666">
                  <c:v>410.29000000000008</c:v>
                </c:pt>
                <c:pt idx="1667">
                  <c:v>409.55</c:v>
                </c:pt>
                <c:pt idx="1668">
                  <c:v>403.88</c:v>
                </c:pt>
                <c:pt idx="1669">
                  <c:v>414.21999999999997</c:v>
                </c:pt>
                <c:pt idx="1670">
                  <c:v>414.62</c:v>
                </c:pt>
                <c:pt idx="1671">
                  <c:v>414.62</c:v>
                </c:pt>
                <c:pt idx="1672">
                  <c:v>419.86999999999995</c:v>
                </c:pt>
                <c:pt idx="1673">
                  <c:v>426.65000000000009</c:v>
                </c:pt>
                <c:pt idx="1674">
                  <c:v>425.2</c:v>
                </c:pt>
                <c:pt idx="1675">
                  <c:v>416.09999999999997</c:v>
                </c:pt>
                <c:pt idx="1676">
                  <c:v>412.18000000000012</c:v>
                </c:pt>
                <c:pt idx="1677">
                  <c:v>411.72</c:v>
                </c:pt>
                <c:pt idx="1678">
                  <c:v>417.11000000000007</c:v>
                </c:pt>
                <c:pt idx="1679">
                  <c:v>427.50000000000006</c:v>
                </c:pt>
                <c:pt idx="1680">
                  <c:v>423.86</c:v>
                </c:pt>
                <c:pt idx="1681">
                  <c:v>423.56</c:v>
                </c:pt>
                <c:pt idx="1682">
                  <c:v>421.64</c:v>
                </c:pt>
                <c:pt idx="1683">
                  <c:v>424.2000000000001</c:v>
                </c:pt>
                <c:pt idx="1684">
                  <c:v>415.22</c:v>
                </c:pt>
                <c:pt idx="1685">
                  <c:v>421.31999999999988</c:v>
                </c:pt>
                <c:pt idx="1686">
                  <c:v>421.31999999999988</c:v>
                </c:pt>
                <c:pt idx="1687">
                  <c:v>425.53999999999996</c:v>
                </c:pt>
                <c:pt idx="1688">
                  <c:v>426.80000000000007</c:v>
                </c:pt>
                <c:pt idx="1689">
                  <c:v>428.24000000000007</c:v>
                </c:pt>
                <c:pt idx="1690">
                  <c:v>437.64000000000004</c:v>
                </c:pt>
                <c:pt idx="1691">
                  <c:v>444.05</c:v>
                </c:pt>
                <c:pt idx="1692">
                  <c:v>452.21</c:v>
                </c:pt>
                <c:pt idx="1693">
                  <c:v>451.23000000000025</c:v>
                </c:pt>
                <c:pt idx="1694">
                  <c:v>456.62</c:v>
                </c:pt>
                <c:pt idx="1695">
                  <c:v>429.07999999999993</c:v>
                </c:pt>
                <c:pt idx="1696">
                  <c:v>429.07999999999993</c:v>
                </c:pt>
                <c:pt idx="1697">
                  <c:v>433.83000000000004</c:v>
                </c:pt>
                <c:pt idx="1698">
                  <c:v>451.90000000000003</c:v>
                </c:pt>
                <c:pt idx="1699">
                  <c:v>480.28999999999991</c:v>
                </c:pt>
                <c:pt idx="1700">
                  <c:v>496.1</c:v>
                </c:pt>
                <c:pt idx="1701">
                  <c:v>516.84</c:v>
                </c:pt>
                <c:pt idx="1702">
                  <c:v>551.05000000000007</c:v>
                </c:pt>
                <c:pt idx="1703">
                  <c:v>596.51</c:v>
                </c:pt>
                <c:pt idx="1704">
                  <c:v>632.29000000000008</c:v>
                </c:pt>
                <c:pt idx="1705">
                  <c:v>642.01</c:v>
                </c:pt>
                <c:pt idx="1706">
                  <c:v>627.35</c:v>
                </c:pt>
                <c:pt idx="1707">
                  <c:v>646.24</c:v>
                </c:pt>
                <c:pt idx="1708">
                  <c:v>621.79999999999995</c:v>
                </c:pt>
                <c:pt idx="1709">
                  <c:v>593.6400000000001</c:v>
                </c:pt>
                <c:pt idx="1710">
                  <c:v>598.09</c:v>
                </c:pt>
                <c:pt idx="1711">
                  <c:v>572.48</c:v>
                </c:pt>
                <c:pt idx="1712">
                  <c:v>565.65000000000009</c:v>
                </c:pt>
                <c:pt idx="1713">
                  <c:v>586.16999999999985</c:v>
                </c:pt>
                <c:pt idx="1714">
                  <c:v>567.01</c:v>
                </c:pt>
                <c:pt idx="1715">
                  <c:v>565.34</c:v>
                </c:pt>
                <c:pt idx="1716">
                  <c:v>546.00000000000011</c:v>
                </c:pt>
                <c:pt idx="1717">
                  <c:v>553.91000000000008</c:v>
                </c:pt>
                <c:pt idx="1718">
                  <c:v>554.61</c:v>
                </c:pt>
                <c:pt idx="1719">
                  <c:v>532.21999999999991</c:v>
                </c:pt>
                <c:pt idx="1720">
                  <c:v>518.43000000000006</c:v>
                </c:pt>
                <c:pt idx="1721">
                  <c:v>502.84999999999991</c:v>
                </c:pt>
                <c:pt idx="1722">
                  <c:v>471.6</c:v>
                </c:pt>
                <c:pt idx="1723">
                  <c:v>474.37999999999994</c:v>
                </c:pt>
                <c:pt idx="1724">
                  <c:v>449.09999999999997</c:v>
                </c:pt>
                <c:pt idx="1725">
                  <c:v>451.19000000000005</c:v>
                </c:pt>
                <c:pt idx="1726">
                  <c:v>461.5800000000001</c:v>
                </c:pt>
                <c:pt idx="1727">
                  <c:v>468.19000000000005</c:v>
                </c:pt>
                <c:pt idx="1728">
                  <c:v>480.55</c:v>
                </c:pt>
                <c:pt idx="1729">
                  <c:v>484.33000000000004</c:v>
                </c:pt>
                <c:pt idx="1730">
                  <c:v>493.06</c:v>
                </c:pt>
                <c:pt idx="1731">
                  <c:v>509.91999999999996</c:v>
                </c:pt>
                <c:pt idx="1732">
                  <c:v>487.65999999999997</c:v>
                </c:pt>
                <c:pt idx="1733">
                  <c:v>483.39</c:v>
                </c:pt>
                <c:pt idx="1734">
                  <c:v>475.52000000000004</c:v>
                </c:pt>
                <c:pt idx="1735">
                  <c:v>471.85000000000008</c:v>
                </c:pt>
                <c:pt idx="1736">
                  <c:v>468.84000000000003</c:v>
                </c:pt>
                <c:pt idx="1737">
                  <c:v>473.84000000000003</c:v>
                </c:pt>
                <c:pt idx="1738">
                  <c:v>470.79</c:v>
                </c:pt>
                <c:pt idx="1739">
                  <c:v>472.58000000000015</c:v>
                </c:pt>
                <c:pt idx="1740">
                  <c:v>470.65000000000003</c:v>
                </c:pt>
                <c:pt idx="1741">
                  <c:v>470.65000000000003</c:v>
                </c:pt>
                <c:pt idx="1742">
                  <c:v>471.42999999999995</c:v>
                </c:pt>
                <c:pt idx="1743">
                  <c:v>480.63</c:v>
                </c:pt>
                <c:pt idx="1744">
                  <c:v>483.89000000000004</c:v>
                </c:pt>
                <c:pt idx="1745">
                  <c:v>489.10999999999996</c:v>
                </c:pt>
                <c:pt idx="1746">
                  <c:v>476.45</c:v>
                </c:pt>
                <c:pt idx="1747">
                  <c:v>465.4</c:v>
                </c:pt>
                <c:pt idx="1748">
                  <c:v>480.93000000000006</c:v>
                </c:pt>
                <c:pt idx="1749">
                  <c:v>473.55</c:v>
                </c:pt>
                <c:pt idx="1750">
                  <c:v>480.48</c:v>
                </c:pt>
                <c:pt idx="1751">
                  <c:v>484.36</c:v>
                </c:pt>
                <c:pt idx="1752">
                  <c:v>487.2299999999999</c:v>
                </c:pt>
                <c:pt idx="1753">
                  <c:v>480.79</c:v>
                </c:pt>
                <c:pt idx="1754">
                  <c:v>463.84000000000009</c:v>
                </c:pt>
                <c:pt idx="1755">
                  <c:v>476.58999999999975</c:v>
                </c:pt>
                <c:pt idx="1756">
                  <c:v>499.39</c:v>
                </c:pt>
                <c:pt idx="1757">
                  <c:v>509.13000000000005</c:v>
                </c:pt>
                <c:pt idx="1758">
                  <c:v>570.0200000000001</c:v>
                </c:pt>
                <c:pt idx="1759">
                  <c:v>566.59</c:v>
                </c:pt>
                <c:pt idx="1760">
                  <c:v>563.47999999999979</c:v>
                </c:pt>
                <c:pt idx="1761">
                  <c:v>578.71</c:v>
                </c:pt>
                <c:pt idx="1762">
                  <c:v>556.58999999999992</c:v>
                </c:pt>
                <c:pt idx="1763">
                  <c:v>569</c:v>
                </c:pt>
                <c:pt idx="1764">
                  <c:v>565.37000000000012</c:v>
                </c:pt>
                <c:pt idx="1765">
                  <c:v>553.66</c:v>
                </c:pt>
                <c:pt idx="1766">
                  <c:v>553.66</c:v>
                </c:pt>
                <c:pt idx="1767">
                  <c:v>557.68000000000006</c:v>
                </c:pt>
                <c:pt idx="1768">
                  <c:v>564.25</c:v>
                </c:pt>
                <c:pt idx="1769">
                  <c:v>594.84999999999991</c:v>
                </c:pt>
                <c:pt idx="1770">
                  <c:v>589.89999999999986</c:v>
                </c:pt>
                <c:pt idx="1771">
                  <c:v>606.17999999999995</c:v>
                </c:pt>
                <c:pt idx="1772">
                  <c:v>619.45999999999992</c:v>
                </c:pt>
                <c:pt idx="1773">
                  <c:v>634.40000000000009</c:v>
                </c:pt>
                <c:pt idx="1774">
                  <c:v>642.86999999999989</c:v>
                </c:pt>
                <c:pt idx="1775">
                  <c:v>665.99</c:v>
                </c:pt>
                <c:pt idx="1776">
                  <c:v>670.3900000000001</c:v>
                </c:pt>
                <c:pt idx="1777">
                  <c:v>669.49999999999989</c:v>
                </c:pt>
                <c:pt idx="1778">
                  <c:v>636.93000000000006</c:v>
                </c:pt>
                <c:pt idx="1779">
                  <c:v>636.69999999999993</c:v>
                </c:pt>
                <c:pt idx="1780">
                  <c:v>645.29</c:v>
                </c:pt>
                <c:pt idx="1781">
                  <c:v>643.84999999999991</c:v>
                </c:pt>
                <c:pt idx="1782">
                  <c:v>628.1</c:v>
                </c:pt>
                <c:pt idx="1783">
                  <c:v>638.00999999999988</c:v>
                </c:pt>
                <c:pt idx="1784">
                  <c:v>623.62</c:v>
                </c:pt>
                <c:pt idx="1785">
                  <c:v>589.4100000000002</c:v>
                </c:pt>
                <c:pt idx="1786">
                  <c:v>553.31999999999994</c:v>
                </c:pt>
                <c:pt idx="1787">
                  <c:v>533.13000000000011</c:v>
                </c:pt>
                <c:pt idx="1788">
                  <c:v>513.56999999999994</c:v>
                </c:pt>
                <c:pt idx="1789">
                  <c:v>518.87000000000012</c:v>
                </c:pt>
                <c:pt idx="1790">
                  <c:v>518.87000000000012</c:v>
                </c:pt>
                <c:pt idx="1791">
                  <c:v>488.88</c:v>
                </c:pt>
                <c:pt idx="1792">
                  <c:v>493.17000000000013</c:v>
                </c:pt>
                <c:pt idx="1793">
                  <c:v>487.98000000000013</c:v>
                </c:pt>
                <c:pt idx="1794">
                  <c:v>496.95</c:v>
                </c:pt>
                <c:pt idx="1795">
                  <c:v>506.50999999999993</c:v>
                </c:pt>
                <c:pt idx="1796">
                  <c:v>523.96000000000015</c:v>
                </c:pt>
                <c:pt idx="1797">
                  <c:v>516.84</c:v>
                </c:pt>
                <c:pt idx="1798">
                  <c:v>508.23</c:v>
                </c:pt>
                <c:pt idx="1799">
                  <c:v>508.23</c:v>
                </c:pt>
                <c:pt idx="1800">
                  <c:v>494.41000000000008</c:v>
                </c:pt>
                <c:pt idx="1801">
                  <c:v>484.99</c:v>
                </c:pt>
                <c:pt idx="1802">
                  <c:v>469.96000000000004</c:v>
                </c:pt>
                <c:pt idx="1803">
                  <c:v>465.48000000000013</c:v>
                </c:pt>
                <c:pt idx="1804">
                  <c:v>461.44999999999993</c:v>
                </c:pt>
                <c:pt idx="1805">
                  <c:v>449.5800000000001</c:v>
                </c:pt>
                <c:pt idx="1806">
                  <c:v>435.56999999999988</c:v>
                </c:pt>
                <c:pt idx="1807">
                  <c:v>454.73</c:v>
                </c:pt>
                <c:pt idx="1808">
                  <c:v>464.92000000000007</c:v>
                </c:pt>
                <c:pt idx="1809">
                  <c:v>461.24000000000012</c:v>
                </c:pt>
                <c:pt idx="1810">
                  <c:v>461.92999999999989</c:v>
                </c:pt>
                <c:pt idx="1811">
                  <c:v>468.10000000000008</c:v>
                </c:pt>
                <c:pt idx="1812">
                  <c:v>462.46999999999991</c:v>
                </c:pt>
                <c:pt idx="1813">
                  <c:v>462.26000000000005</c:v>
                </c:pt>
                <c:pt idx="1814">
                  <c:v>463.18</c:v>
                </c:pt>
                <c:pt idx="1815">
                  <c:v>461.91999999999996</c:v>
                </c:pt>
                <c:pt idx="1816">
                  <c:v>476.04000000000008</c:v>
                </c:pt>
                <c:pt idx="1817">
                  <c:v>478.14999999999992</c:v>
                </c:pt>
                <c:pt idx="1818">
                  <c:v>474.16999999999996</c:v>
                </c:pt>
                <c:pt idx="1819">
                  <c:v>463.61999999999989</c:v>
                </c:pt>
                <c:pt idx="1820">
                  <c:v>459.68</c:v>
                </c:pt>
                <c:pt idx="1821">
                  <c:v>459.68</c:v>
                </c:pt>
                <c:pt idx="1822">
                  <c:v>461.68999999999994</c:v>
                </c:pt>
                <c:pt idx="1823">
                  <c:v>441.41000000000014</c:v>
                </c:pt>
                <c:pt idx="1824">
                  <c:v>438.49</c:v>
                </c:pt>
                <c:pt idx="1825">
                  <c:v>447.43999999999994</c:v>
                </c:pt>
                <c:pt idx="1826">
                  <c:v>447.43999999999994</c:v>
                </c:pt>
                <c:pt idx="1827">
                  <c:v>441.88999999999987</c:v>
                </c:pt>
                <c:pt idx="1828">
                  <c:v>442.84999999999997</c:v>
                </c:pt>
                <c:pt idx="1829">
                  <c:v>458.93999999999988</c:v>
                </c:pt>
                <c:pt idx="1830">
                  <c:v>476.92999999999995</c:v>
                </c:pt>
                <c:pt idx="1831">
                  <c:v>469.74</c:v>
                </c:pt>
                <c:pt idx="1832">
                  <c:v>475.06000000000006</c:v>
                </c:pt>
                <c:pt idx="1833">
                  <c:v>462.38999999999987</c:v>
                </c:pt>
                <c:pt idx="1834">
                  <c:v>459.13000000000005</c:v>
                </c:pt>
                <c:pt idx="1835">
                  <c:v>443.84000000000003</c:v>
                </c:pt>
                <c:pt idx="1836">
                  <c:v>443.84000000000003</c:v>
                </c:pt>
                <c:pt idx="1837">
                  <c:v>446.26</c:v>
                </c:pt>
                <c:pt idx="1838">
                  <c:v>431.71000000000015</c:v>
                </c:pt>
                <c:pt idx="1839">
                  <c:v>419.10000000000008</c:v>
                </c:pt>
                <c:pt idx="1840">
                  <c:v>419.4899999999999</c:v>
                </c:pt>
                <c:pt idx="1841">
                  <c:v>420.41</c:v>
                </c:pt>
                <c:pt idx="1842">
                  <c:v>423.12999999999994</c:v>
                </c:pt>
                <c:pt idx="1843">
                  <c:v>427.04</c:v>
                </c:pt>
                <c:pt idx="1844">
                  <c:v>429.03000000000003</c:v>
                </c:pt>
                <c:pt idx="1845">
                  <c:v>427.14</c:v>
                </c:pt>
                <c:pt idx="1846">
                  <c:v>439.17</c:v>
                </c:pt>
                <c:pt idx="1847">
                  <c:v>459.57000000000005</c:v>
                </c:pt>
                <c:pt idx="1848">
                  <c:v>453.55999999999989</c:v>
                </c:pt>
                <c:pt idx="1849">
                  <c:v>461.78</c:v>
                </c:pt>
                <c:pt idx="1850">
                  <c:v>468.64999999999986</c:v>
                </c:pt>
                <c:pt idx="1851">
                  <c:v>456.31000000000006</c:v>
                </c:pt>
                <c:pt idx="1852">
                  <c:v>461.0100000000001</c:v>
                </c:pt>
                <c:pt idx="1853">
                  <c:v>453.3900000000001</c:v>
                </c:pt>
                <c:pt idx="1854">
                  <c:v>438.64</c:v>
                </c:pt>
                <c:pt idx="1855">
                  <c:v>449.93999999999994</c:v>
                </c:pt>
                <c:pt idx="1856">
                  <c:v>454.23000000000008</c:v>
                </c:pt>
                <c:pt idx="1857">
                  <c:v>443.46</c:v>
                </c:pt>
                <c:pt idx="1858">
                  <c:v>449.36999999999995</c:v>
                </c:pt>
                <c:pt idx="1859">
                  <c:v>441.03999999999991</c:v>
                </c:pt>
                <c:pt idx="1860">
                  <c:v>443.58000000000004</c:v>
                </c:pt>
                <c:pt idx="1861">
                  <c:v>443.58000000000004</c:v>
                </c:pt>
                <c:pt idx="1862">
                  <c:v>438.15000000000009</c:v>
                </c:pt>
                <c:pt idx="1863">
                  <c:v>454.40999999999974</c:v>
                </c:pt>
                <c:pt idx="1864">
                  <c:v>448.71999999999997</c:v>
                </c:pt>
                <c:pt idx="1865">
                  <c:v>436.2</c:v>
                </c:pt>
                <c:pt idx="1866">
                  <c:v>433.88999999999987</c:v>
                </c:pt>
                <c:pt idx="1867">
                  <c:v>442.59000000000003</c:v>
                </c:pt>
                <c:pt idx="1868">
                  <c:v>450.16999999999996</c:v>
                </c:pt>
                <c:pt idx="1869">
                  <c:v>467.7999999999999</c:v>
                </c:pt>
                <c:pt idx="1870">
                  <c:v>463.96999999999986</c:v>
                </c:pt>
                <c:pt idx="1871">
                  <c:v>455.96000000000015</c:v>
                </c:pt>
                <c:pt idx="1872">
                  <c:v>452.94000000000005</c:v>
                </c:pt>
                <c:pt idx="1873">
                  <c:v>457.26000000000005</c:v>
                </c:pt>
                <c:pt idx="1874">
                  <c:v>466.18999999999994</c:v>
                </c:pt>
                <c:pt idx="1875">
                  <c:v>459.47000000000014</c:v>
                </c:pt>
                <c:pt idx="1876">
                  <c:v>464.21999999999991</c:v>
                </c:pt>
                <c:pt idx="1877">
                  <c:v>484.22999999999996</c:v>
                </c:pt>
                <c:pt idx="1878">
                  <c:v>501.46</c:v>
                </c:pt>
                <c:pt idx="1879">
                  <c:v>527.18999999999994</c:v>
                </c:pt>
                <c:pt idx="1880">
                  <c:v>528.76</c:v>
                </c:pt>
                <c:pt idx="1881">
                  <c:v>544.0100000000001</c:v>
                </c:pt>
                <c:pt idx="1882">
                  <c:v>531.74999999999989</c:v>
                </c:pt>
                <c:pt idx="1883">
                  <c:v>523.99</c:v>
                </c:pt>
                <c:pt idx="1884">
                  <c:v>510.63999999999987</c:v>
                </c:pt>
                <c:pt idx="1885">
                  <c:v>515.99</c:v>
                </c:pt>
                <c:pt idx="1886">
                  <c:v>514.04000000000019</c:v>
                </c:pt>
                <c:pt idx="1887">
                  <c:v>513.55000000000007</c:v>
                </c:pt>
                <c:pt idx="1888">
                  <c:v>514.33999999999992</c:v>
                </c:pt>
                <c:pt idx="1889">
                  <c:v>501.75</c:v>
                </c:pt>
                <c:pt idx="1890">
                  <c:v>521.43999999999983</c:v>
                </c:pt>
                <c:pt idx="1891">
                  <c:v>510.24999999999989</c:v>
                </c:pt>
                <c:pt idx="1892">
                  <c:v>508.83000000000004</c:v>
                </c:pt>
                <c:pt idx="1893">
                  <c:v>519.28</c:v>
                </c:pt>
                <c:pt idx="1894">
                  <c:v>526.55000000000007</c:v>
                </c:pt>
                <c:pt idx="1895">
                  <c:v>523.86</c:v>
                </c:pt>
                <c:pt idx="1896">
                  <c:v>530.50999999999988</c:v>
                </c:pt>
                <c:pt idx="1897">
                  <c:v>541.2700000000001</c:v>
                </c:pt>
                <c:pt idx="1898">
                  <c:v>546.85</c:v>
                </c:pt>
                <c:pt idx="1899">
                  <c:v>557.44999999999993</c:v>
                </c:pt>
                <c:pt idx="1900">
                  <c:v>540.79</c:v>
                </c:pt>
                <c:pt idx="1901">
                  <c:v>538.52999999999986</c:v>
                </c:pt>
                <c:pt idx="1902">
                  <c:v>536.54</c:v>
                </c:pt>
                <c:pt idx="1903">
                  <c:v>538.43999999999994</c:v>
                </c:pt>
                <c:pt idx="1904">
                  <c:v>538.54000000000008</c:v>
                </c:pt>
                <c:pt idx="1905">
                  <c:v>548.52999999999986</c:v>
                </c:pt>
                <c:pt idx="1906">
                  <c:v>557.39</c:v>
                </c:pt>
                <c:pt idx="1907">
                  <c:v>546.12</c:v>
                </c:pt>
                <c:pt idx="1908">
                  <c:v>535.07999999999993</c:v>
                </c:pt>
                <c:pt idx="1909">
                  <c:v>549.78</c:v>
                </c:pt>
                <c:pt idx="1910">
                  <c:v>521.51</c:v>
                </c:pt>
                <c:pt idx="1911">
                  <c:v>517.64999999999986</c:v>
                </c:pt>
                <c:pt idx="1912">
                  <c:v>520.84000000000015</c:v>
                </c:pt>
                <c:pt idx="1913">
                  <c:v>521.57000000000005</c:v>
                </c:pt>
                <c:pt idx="1914">
                  <c:v>509.54999999999984</c:v>
                </c:pt>
                <c:pt idx="1915">
                  <c:v>516.53</c:v>
                </c:pt>
                <c:pt idx="1916">
                  <c:v>517.33000000000015</c:v>
                </c:pt>
                <c:pt idx="1917">
                  <c:v>517.4799999999999</c:v>
                </c:pt>
                <c:pt idx="1918">
                  <c:v>521.73</c:v>
                </c:pt>
                <c:pt idx="1919">
                  <c:v>513.56000000000006</c:v>
                </c:pt>
                <c:pt idx="1920">
                  <c:v>500.74000000000012</c:v>
                </c:pt>
                <c:pt idx="1921">
                  <c:v>503.60000000000014</c:v>
                </c:pt>
                <c:pt idx="1922">
                  <c:v>487.59</c:v>
                </c:pt>
                <c:pt idx="1923">
                  <c:v>487.22000000000014</c:v>
                </c:pt>
                <c:pt idx="1924">
                  <c:v>481.7399999999999</c:v>
                </c:pt>
                <c:pt idx="1925">
                  <c:v>478.61000000000013</c:v>
                </c:pt>
                <c:pt idx="1926">
                  <c:v>480.53000000000009</c:v>
                </c:pt>
                <c:pt idx="1927">
                  <c:v>472.34</c:v>
                </c:pt>
                <c:pt idx="1928">
                  <c:v>464.50999999999993</c:v>
                </c:pt>
                <c:pt idx="1929">
                  <c:v>452.50000000000006</c:v>
                </c:pt>
                <c:pt idx="1930">
                  <c:v>455.79999999999995</c:v>
                </c:pt>
                <c:pt idx="1931">
                  <c:v>455.79999999999995</c:v>
                </c:pt>
                <c:pt idx="1932">
                  <c:v>446.03000000000003</c:v>
                </c:pt>
                <c:pt idx="1933">
                  <c:v>447.79999999999995</c:v>
                </c:pt>
                <c:pt idx="1934">
                  <c:v>459.28000000000003</c:v>
                </c:pt>
                <c:pt idx="1935">
                  <c:v>451.65000000000009</c:v>
                </c:pt>
                <c:pt idx="1936">
                  <c:v>447.55</c:v>
                </c:pt>
                <c:pt idx="1937">
                  <c:v>446.94000000000005</c:v>
                </c:pt>
                <c:pt idx="1938">
                  <c:v>445.82</c:v>
                </c:pt>
                <c:pt idx="1939">
                  <c:v>449.50999999999988</c:v>
                </c:pt>
                <c:pt idx="1940">
                  <c:v>449.71999999999991</c:v>
                </c:pt>
                <c:pt idx="1941">
                  <c:v>443.63999999999987</c:v>
                </c:pt>
                <c:pt idx="1942">
                  <c:v>442.86999999999989</c:v>
                </c:pt>
                <c:pt idx="1943">
                  <c:v>429.27</c:v>
                </c:pt>
                <c:pt idx="1944">
                  <c:v>434.39999999999992</c:v>
                </c:pt>
                <c:pt idx="1945">
                  <c:v>433.98</c:v>
                </c:pt>
                <c:pt idx="1946">
                  <c:v>433.98</c:v>
                </c:pt>
                <c:pt idx="1947">
                  <c:v>430.37999999999988</c:v>
                </c:pt>
                <c:pt idx="1948">
                  <c:v>422.95</c:v>
                </c:pt>
                <c:pt idx="1949">
                  <c:v>420.72</c:v>
                </c:pt>
                <c:pt idx="1950">
                  <c:v>409.36</c:v>
                </c:pt>
                <c:pt idx="1951">
                  <c:v>406.3599999999999</c:v>
                </c:pt>
                <c:pt idx="1952">
                  <c:v>407.93999999999994</c:v>
                </c:pt>
                <c:pt idx="1953">
                  <c:v>407.67999999999984</c:v>
                </c:pt>
                <c:pt idx="1954">
                  <c:v>398.01</c:v>
                </c:pt>
                <c:pt idx="1955">
                  <c:v>375.1600000000002</c:v>
                </c:pt>
                <c:pt idx="1956">
                  <c:v>372.57</c:v>
                </c:pt>
                <c:pt idx="1957">
                  <c:v>372.57</c:v>
                </c:pt>
                <c:pt idx="1958">
                  <c:v>365.01</c:v>
                </c:pt>
                <c:pt idx="1959">
                  <c:v>373.6699999999999</c:v>
                </c:pt>
                <c:pt idx="1960">
                  <c:v>401.87000000000006</c:v>
                </c:pt>
                <c:pt idx="1961">
                  <c:v>403.49</c:v>
                </c:pt>
                <c:pt idx="1962">
                  <c:v>390.06000000000012</c:v>
                </c:pt>
                <c:pt idx="1963">
                  <c:v>384.18000000000012</c:v>
                </c:pt>
                <c:pt idx="1964">
                  <c:v>380.23000000000013</c:v>
                </c:pt>
                <c:pt idx="1965">
                  <c:v>371.86</c:v>
                </c:pt>
                <c:pt idx="1966">
                  <c:v>366.63000000000011</c:v>
                </c:pt>
                <c:pt idx="1967">
                  <c:v>371.74</c:v>
                </c:pt>
                <c:pt idx="1968">
                  <c:v>377.15999999999991</c:v>
                </c:pt>
                <c:pt idx="1969">
                  <c:v>375.99</c:v>
                </c:pt>
                <c:pt idx="1970">
                  <c:v>377</c:v>
                </c:pt>
                <c:pt idx="1971">
                  <c:v>378.71999999999997</c:v>
                </c:pt>
                <c:pt idx="1972">
                  <c:v>375.17999999999989</c:v>
                </c:pt>
                <c:pt idx="1973">
                  <c:v>366.9799999999999</c:v>
                </c:pt>
                <c:pt idx="1974">
                  <c:v>358.3</c:v>
                </c:pt>
                <c:pt idx="1975">
                  <c:v>357.18999999999988</c:v>
                </c:pt>
                <c:pt idx="1976">
                  <c:v>337.92000000000007</c:v>
                </c:pt>
                <c:pt idx="1977">
                  <c:v>337.99999999999989</c:v>
                </c:pt>
                <c:pt idx="1978">
                  <c:v>346.59999999999991</c:v>
                </c:pt>
                <c:pt idx="1979">
                  <c:v>350.01000000000005</c:v>
                </c:pt>
                <c:pt idx="1980">
                  <c:v>347.96000000000009</c:v>
                </c:pt>
                <c:pt idx="1981">
                  <c:v>350.63000000000011</c:v>
                </c:pt>
                <c:pt idx="1982">
                  <c:v>346.59</c:v>
                </c:pt>
                <c:pt idx="1983">
                  <c:v>347.65999999999991</c:v>
                </c:pt>
                <c:pt idx="1984">
                  <c:v>346.78</c:v>
                </c:pt>
                <c:pt idx="1985">
                  <c:v>348.17999999999995</c:v>
                </c:pt>
                <c:pt idx="1986">
                  <c:v>362.9899999999999</c:v>
                </c:pt>
                <c:pt idx="1987">
                  <c:v>383.62</c:v>
                </c:pt>
                <c:pt idx="1988">
                  <c:v>383.21000000000009</c:v>
                </c:pt>
                <c:pt idx="1989">
                  <c:v>373.02</c:v>
                </c:pt>
                <c:pt idx="1990">
                  <c:v>372.50000000000011</c:v>
                </c:pt>
                <c:pt idx="1991">
                  <c:v>375.75</c:v>
                </c:pt>
                <c:pt idx="1992">
                  <c:v>377.07</c:v>
                </c:pt>
                <c:pt idx="1993">
                  <c:v>374.21999999999997</c:v>
                </c:pt>
                <c:pt idx="1994">
                  <c:v>363.5</c:v>
                </c:pt>
                <c:pt idx="1995">
                  <c:v>368.06</c:v>
                </c:pt>
                <c:pt idx="1996">
                  <c:v>374.46999999999997</c:v>
                </c:pt>
                <c:pt idx="1997">
                  <c:v>375.87000000000012</c:v>
                </c:pt>
                <c:pt idx="1998">
                  <c:v>386.14999999999992</c:v>
                </c:pt>
                <c:pt idx="1999">
                  <c:v>402.18000000000006</c:v>
                </c:pt>
                <c:pt idx="2000">
                  <c:v>398.33</c:v>
                </c:pt>
                <c:pt idx="2001">
                  <c:v>398.33</c:v>
                </c:pt>
                <c:pt idx="2002">
                  <c:v>392.2600000000001</c:v>
                </c:pt>
                <c:pt idx="2003">
                  <c:v>392.87000000000012</c:v>
                </c:pt>
                <c:pt idx="2004">
                  <c:v>394.44</c:v>
                </c:pt>
                <c:pt idx="2005">
                  <c:v>385.39999999999992</c:v>
                </c:pt>
                <c:pt idx="2006">
                  <c:v>387.72</c:v>
                </c:pt>
                <c:pt idx="2007">
                  <c:v>384.86000000000013</c:v>
                </c:pt>
                <c:pt idx="2008">
                  <c:v>389.44000000000011</c:v>
                </c:pt>
                <c:pt idx="2009">
                  <c:v>384.53</c:v>
                </c:pt>
                <c:pt idx="2010">
                  <c:v>380.98000000000008</c:v>
                </c:pt>
                <c:pt idx="2011">
                  <c:v>384.49000000000007</c:v>
                </c:pt>
                <c:pt idx="2012">
                  <c:v>384.07</c:v>
                </c:pt>
                <c:pt idx="2013">
                  <c:v>380.32</c:v>
                </c:pt>
                <c:pt idx="2014">
                  <c:v>382.57999999999993</c:v>
                </c:pt>
                <c:pt idx="2015">
                  <c:v>387.82000000000011</c:v>
                </c:pt>
                <c:pt idx="2016">
                  <c:v>384.22999999999996</c:v>
                </c:pt>
                <c:pt idx="2017">
                  <c:v>381.34999999999991</c:v>
                </c:pt>
                <c:pt idx="2018">
                  <c:v>387.73</c:v>
                </c:pt>
                <c:pt idx="2019">
                  <c:v>405.03999999999996</c:v>
                </c:pt>
                <c:pt idx="2020">
                  <c:v>395.65000000000003</c:v>
                </c:pt>
                <c:pt idx="2021">
                  <c:v>395.06999999999988</c:v>
                </c:pt>
                <c:pt idx="2022">
                  <c:v>405.42999999999995</c:v>
                </c:pt>
                <c:pt idx="2023">
                  <c:v>418.40000000000009</c:v>
                </c:pt>
                <c:pt idx="2024">
                  <c:v>413.20999999999992</c:v>
                </c:pt>
                <c:pt idx="2025">
                  <c:v>420.35</c:v>
                </c:pt>
                <c:pt idx="2026">
                  <c:v>420.35</c:v>
                </c:pt>
                <c:pt idx="2027">
                  <c:v>423.56</c:v>
                </c:pt>
                <c:pt idx="2028">
                  <c:v>411.07999999999993</c:v>
                </c:pt>
                <c:pt idx="2029">
                  <c:v>411.21</c:v>
                </c:pt>
                <c:pt idx="2030">
                  <c:v>415.34999999999991</c:v>
                </c:pt>
                <c:pt idx="2031">
                  <c:v>408.07000000000005</c:v>
                </c:pt>
                <c:pt idx="2032">
                  <c:v>407.02</c:v>
                </c:pt>
                <c:pt idx="2033">
                  <c:v>410.82</c:v>
                </c:pt>
                <c:pt idx="2034">
                  <c:v>421.04999999999995</c:v>
                </c:pt>
                <c:pt idx="2035">
                  <c:v>413.15000000000009</c:v>
                </c:pt>
                <c:pt idx="2036">
                  <c:v>416.87000000000012</c:v>
                </c:pt>
                <c:pt idx="2037">
                  <c:v>390.96000000000009</c:v>
                </c:pt>
                <c:pt idx="2038">
                  <c:v>380.82999999999993</c:v>
                </c:pt>
                <c:pt idx="2039">
                  <c:v>380.92000000000013</c:v>
                </c:pt>
                <c:pt idx="2040">
                  <c:v>371.74999999999989</c:v>
                </c:pt>
                <c:pt idx="2041">
                  <c:v>359.69</c:v>
                </c:pt>
                <c:pt idx="2042">
                  <c:v>344.07999999999987</c:v>
                </c:pt>
                <c:pt idx="2043">
                  <c:v>342.04000000000013</c:v>
                </c:pt>
                <c:pt idx="2044">
                  <c:v>343.37</c:v>
                </c:pt>
                <c:pt idx="2045">
                  <c:v>351.19000000000011</c:v>
                </c:pt>
                <c:pt idx="2046">
                  <c:v>351.4199999999999</c:v>
                </c:pt>
                <c:pt idx="2047">
                  <c:v>351.71999999999991</c:v>
                </c:pt>
                <c:pt idx="2048">
                  <c:v>348.28000000000009</c:v>
                </c:pt>
                <c:pt idx="2049">
                  <c:v>350.95999999999992</c:v>
                </c:pt>
                <c:pt idx="2050">
                  <c:v>365.86</c:v>
                </c:pt>
                <c:pt idx="2051">
                  <c:v>372.65000000000003</c:v>
                </c:pt>
                <c:pt idx="2052">
                  <c:v>380.28</c:v>
                </c:pt>
                <c:pt idx="2053">
                  <c:v>372.42999999999989</c:v>
                </c:pt>
                <c:pt idx="2054">
                  <c:v>363.31000000000012</c:v>
                </c:pt>
                <c:pt idx="2055">
                  <c:v>355.9899999999999</c:v>
                </c:pt>
                <c:pt idx="2056">
                  <c:v>366.7399999999999</c:v>
                </c:pt>
                <c:pt idx="2057">
                  <c:v>350.36</c:v>
                </c:pt>
                <c:pt idx="2058">
                  <c:v>348.48</c:v>
                </c:pt>
                <c:pt idx="2059">
                  <c:v>348.48</c:v>
                </c:pt>
                <c:pt idx="2060">
                  <c:v>348.56</c:v>
                </c:pt>
                <c:pt idx="2061">
                  <c:v>353.14</c:v>
                </c:pt>
                <c:pt idx="2062">
                  <c:v>359.46</c:v>
                </c:pt>
                <c:pt idx="2063">
                  <c:v>343.14</c:v>
                </c:pt>
                <c:pt idx="2064">
                  <c:v>327.52</c:v>
                </c:pt>
                <c:pt idx="2065">
                  <c:v>335.21000000000004</c:v>
                </c:pt>
                <c:pt idx="2066">
                  <c:v>332.87</c:v>
                </c:pt>
                <c:pt idx="2067">
                  <c:v>335.76</c:v>
                </c:pt>
                <c:pt idx="2068">
                  <c:v>330.81</c:v>
                </c:pt>
                <c:pt idx="2069">
                  <c:v>332.45</c:v>
                </c:pt>
                <c:pt idx="2070">
                  <c:v>327.97</c:v>
                </c:pt>
                <c:pt idx="2071">
                  <c:v>329.51</c:v>
                </c:pt>
                <c:pt idx="2072">
                  <c:v>328.75</c:v>
                </c:pt>
                <c:pt idx="2073">
                  <c:v>339.96</c:v>
                </c:pt>
                <c:pt idx="2074">
                  <c:v>333.75</c:v>
                </c:pt>
                <c:pt idx="2075">
                  <c:v>322.1099999999999</c:v>
                </c:pt>
                <c:pt idx="2076">
                  <c:v>316.98</c:v>
                </c:pt>
                <c:pt idx="2077">
                  <c:v>317.66999999999996</c:v>
                </c:pt>
                <c:pt idx="2078">
                  <c:v>320.59000000000009</c:v>
                </c:pt>
                <c:pt idx="2079">
                  <c:v>322.31</c:v>
                </c:pt>
                <c:pt idx="2080">
                  <c:v>323.1400000000001</c:v>
                </c:pt>
                <c:pt idx="2081">
                  <c:v>323.1400000000001</c:v>
                </c:pt>
                <c:pt idx="2082">
                  <c:v>324.03999999999991</c:v>
                </c:pt>
                <c:pt idx="2083">
                  <c:v>329.83</c:v>
                </c:pt>
                <c:pt idx="2084">
                  <c:v>329.89000000000004</c:v>
                </c:pt>
                <c:pt idx="2085">
                  <c:v>326.17999999999989</c:v>
                </c:pt>
                <c:pt idx="2086">
                  <c:v>326.17999999999989</c:v>
                </c:pt>
                <c:pt idx="2087">
                  <c:v>325.31000000000012</c:v>
                </c:pt>
                <c:pt idx="2088">
                  <c:v>336.49</c:v>
                </c:pt>
                <c:pt idx="2089">
                  <c:v>344.12</c:v>
                </c:pt>
                <c:pt idx="2090">
                  <c:v>349.95999999999992</c:v>
                </c:pt>
                <c:pt idx="2091">
                  <c:v>362.0200000000001</c:v>
                </c:pt>
                <c:pt idx="2092">
                  <c:v>363.7</c:v>
                </c:pt>
                <c:pt idx="2093">
                  <c:v>357.9899999999999</c:v>
                </c:pt>
                <c:pt idx="2094">
                  <c:v>346.41</c:v>
                </c:pt>
                <c:pt idx="2095">
                  <c:v>340.84</c:v>
                </c:pt>
                <c:pt idx="2096">
                  <c:v>340.84</c:v>
                </c:pt>
                <c:pt idx="2097">
                  <c:v>333.06</c:v>
                </c:pt>
                <c:pt idx="2098">
                  <c:v>334.75</c:v>
                </c:pt>
                <c:pt idx="2099">
                  <c:v>334.15</c:v>
                </c:pt>
                <c:pt idx="2100">
                  <c:v>332.48</c:v>
                </c:pt>
                <c:pt idx="2101">
                  <c:v>337.1</c:v>
                </c:pt>
                <c:pt idx="2102">
                  <c:v>348.06000000000006</c:v>
                </c:pt>
                <c:pt idx="2103">
                  <c:v>349.82000000000011</c:v>
                </c:pt>
                <c:pt idx="2104">
                  <c:v>361.34999999999991</c:v>
                </c:pt>
                <c:pt idx="2105">
                  <c:v>354.28000000000009</c:v>
                </c:pt>
                <c:pt idx="2106">
                  <c:v>349.82</c:v>
                </c:pt>
                <c:pt idx="2107">
                  <c:v>343.27999999999992</c:v>
                </c:pt>
                <c:pt idx="2108">
                  <c:v>332.18999999999988</c:v>
                </c:pt>
                <c:pt idx="2109">
                  <c:v>332.42999999999989</c:v>
                </c:pt>
                <c:pt idx="2110">
                  <c:v>327.62</c:v>
                </c:pt>
                <c:pt idx="2111">
                  <c:v>330.5200000000001</c:v>
                </c:pt>
                <c:pt idx="2112">
                  <c:v>328.38</c:v>
                </c:pt>
                <c:pt idx="2113">
                  <c:v>328.75000000000011</c:v>
                </c:pt>
                <c:pt idx="2114">
                  <c:v>331.62</c:v>
                </c:pt>
                <c:pt idx="2115">
                  <c:v>336.24</c:v>
                </c:pt>
                <c:pt idx="2116">
                  <c:v>335.39</c:v>
                </c:pt>
                <c:pt idx="2117">
                  <c:v>331.37999999999994</c:v>
                </c:pt>
                <c:pt idx="2118">
                  <c:v>336.24999999999989</c:v>
                </c:pt>
                <c:pt idx="2119">
                  <c:v>330.30000000000007</c:v>
                </c:pt>
                <c:pt idx="2120">
                  <c:v>326.4899999999999</c:v>
                </c:pt>
                <c:pt idx="2121">
                  <c:v>326.4899999999999</c:v>
                </c:pt>
                <c:pt idx="2122">
                  <c:v>330.88</c:v>
                </c:pt>
                <c:pt idx="2123">
                  <c:v>326.90999999999997</c:v>
                </c:pt>
                <c:pt idx="2124">
                  <c:v>329.70999999999992</c:v>
                </c:pt>
                <c:pt idx="2125">
                  <c:v>323.95999999999987</c:v>
                </c:pt>
                <c:pt idx="2126">
                  <c:v>314.21000000000004</c:v>
                </c:pt>
                <c:pt idx="2127">
                  <c:v>320.06</c:v>
                </c:pt>
                <c:pt idx="2128">
                  <c:v>317.82</c:v>
                </c:pt>
                <c:pt idx="2129">
                  <c:v>315.00000000000006</c:v>
                </c:pt>
                <c:pt idx="2130">
                  <c:v>309.2999999999999</c:v>
                </c:pt>
                <c:pt idx="2131">
                  <c:v>304.82999999999987</c:v>
                </c:pt>
                <c:pt idx="2132">
                  <c:v>300.45999999999992</c:v>
                </c:pt>
                <c:pt idx="2133">
                  <c:v>298.53999999999996</c:v>
                </c:pt>
                <c:pt idx="2134">
                  <c:v>295.31</c:v>
                </c:pt>
                <c:pt idx="2135">
                  <c:v>289.92</c:v>
                </c:pt>
                <c:pt idx="2136">
                  <c:v>292.61</c:v>
                </c:pt>
                <c:pt idx="2137">
                  <c:v>294.99999999999989</c:v>
                </c:pt>
                <c:pt idx="2138">
                  <c:v>293.58</c:v>
                </c:pt>
                <c:pt idx="2139">
                  <c:v>286.44000000000011</c:v>
                </c:pt>
                <c:pt idx="2140">
                  <c:v>286.06</c:v>
                </c:pt>
                <c:pt idx="2141">
                  <c:v>294.78000000000009</c:v>
                </c:pt>
                <c:pt idx="2142">
                  <c:v>291.49000000000012</c:v>
                </c:pt>
                <c:pt idx="2143">
                  <c:v>282.90000000000003</c:v>
                </c:pt>
                <c:pt idx="2144">
                  <c:v>265.19</c:v>
                </c:pt>
                <c:pt idx="2145">
                  <c:v>262.97000000000008</c:v>
                </c:pt>
                <c:pt idx="2146">
                  <c:v>260.43999999999994</c:v>
                </c:pt>
                <c:pt idx="2147">
                  <c:v>252.65</c:v>
                </c:pt>
                <c:pt idx="2148">
                  <c:v>254.42999999999998</c:v>
                </c:pt>
                <c:pt idx="2149">
                  <c:v>252.99999999999989</c:v>
                </c:pt>
                <c:pt idx="2150">
                  <c:v>252.99999999999989</c:v>
                </c:pt>
                <c:pt idx="2151">
                  <c:v>249.08</c:v>
                </c:pt>
                <c:pt idx="2152">
                  <c:v>250.28000000000011</c:v>
                </c:pt>
                <c:pt idx="2153">
                  <c:v>249.51000000000013</c:v>
                </c:pt>
                <c:pt idx="2154">
                  <c:v>240.25</c:v>
                </c:pt>
                <c:pt idx="2155">
                  <c:v>241.40999999999991</c:v>
                </c:pt>
                <c:pt idx="2156">
                  <c:v>240.97999999999988</c:v>
                </c:pt>
                <c:pt idx="2157">
                  <c:v>233.70000000000002</c:v>
                </c:pt>
                <c:pt idx="2158">
                  <c:v>228.25000000000011</c:v>
                </c:pt>
                <c:pt idx="2159">
                  <c:v>243.40000000000009</c:v>
                </c:pt>
                <c:pt idx="2160">
                  <c:v>243.51</c:v>
                </c:pt>
                <c:pt idx="2161">
                  <c:v>257.77</c:v>
                </c:pt>
                <c:pt idx="2162">
                  <c:v>269.0800000000001</c:v>
                </c:pt>
                <c:pt idx="2163">
                  <c:v>253.33999999999997</c:v>
                </c:pt>
                <c:pt idx="2164">
                  <c:v>244.38000000000008</c:v>
                </c:pt>
                <c:pt idx="2165">
                  <c:v>244.49999999999997</c:v>
                </c:pt>
                <c:pt idx="2166">
                  <c:v>246.1399999999999</c:v>
                </c:pt>
                <c:pt idx="2167">
                  <c:v>253.79</c:v>
                </c:pt>
                <c:pt idx="2168">
                  <c:v>258.65000000000009</c:v>
                </c:pt>
                <c:pt idx="2169">
                  <c:v>260.10000000000008</c:v>
                </c:pt>
                <c:pt idx="2170">
                  <c:v>264.40999999999997</c:v>
                </c:pt>
                <c:pt idx="2171">
                  <c:v>260.26999999999992</c:v>
                </c:pt>
                <c:pt idx="2172">
                  <c:v>267.7399999999999</c:v>
                </c:pt>
                <c:pt idx="2173">
                  <c:v>275.38</c:v>
                </c:pt>
                <c:pt idx="2174">
                  <c:v>278.65999999999997</c:v>
                </c:pt>
                <c:pt idx="2175">
                  <c:v>278.19</c:v>
                </c:pt>
                <c:pt idx="2176">
                  <c:v>279.48</c:v>
                </c:pt>
                <c:pt idx="2177">
                  <c:v>273.34999999999997</c:v>
                </c:pt>
                <c:pt idx="2178">
                  <c:v>266.3599999999999</c:v>
                </c:pt>
                <c:pt idx="2179">
                  <c:v>259.75</c:v>
                </c:pt>
                <c:pt idx="2180">
                  <c:v>259.2700000000001</c:v>
                </c:pt>
                <c:pt idx="2181">
                  <c:v>258.92</c:v>
                </c:pt>
                <c:pt idx="2182">
                  <c:v>260.99999999999989</c:v>
                </c:pt>
                <c:pt idx="2183">
                  <c:v>255.93999999999988</c:v>
                </c:pt>
                <c:pt idx="2184">
                  <c:v>249.51</c:v>
                </c:pt>
                <c:pt idx="2185">
                  <c:v>253.18999999999988</c:v>
                </c:pt>
                <c:pt idx="2186">
                  <c:v>252.65</c:v>
                </c:pt>
                <c:pt idx="2187">
                  <c:v>256.99000000000012</c:v>
                </c:pt>
                <c:pt idx="2188">
                  <c:v>257.6699999999999</c:v>
                </c:pt>
                <c:pt idx="2189">
                  <c:v>261.89</c:v>
                </c:pt>
                <c:pt idx="2190">
                  <c:v>259.90999999999997</c:v>
                </c:pt>
                <c:pt idx="2191">
                  <c:v>259.90999999999997</c:v>
                </c:pt>
                <c:pt idx="2192">
                  <c:v>259.60000000000002</c:v>
                </c:pt>
                <c:pt idx="2193">
                  <c:v>257.18</c:v>
                </c:pt>
                <c:pt idx="2194">
                  <c:v>256.80000000000007</c:v>
                </c:pt>
                <c:pt idx="2195">
                  <c:v>256.63</c:v>
                </c:pt>
                <c:pt idx="2196">
                  <c:v>254.25</c:v>
                </c:pt>
                <c:pt idx="2197">
                  <c:v>258.47000000000003</c:v>
                </c:pt>
                <c:pt idx="2198">
                  <c:v>263.45999999999998</c:v>
                </c:pt>
                <c:pt idx="2199">
                  <c:v>262.14999999999986</c:v>
                </c:pt>
                <c:pt idx="2200">
                  <c:v>259.83</c:v>
                </c:pt>
                <c:pt idx="2201">
                  <c:v>267.48000000000013</c:v>
                </c:pt>
                <c:pt idx="2202">
                  <c:v>267.27999999999992</c:v>
                </c:pt>
                <c:pt idx="2203">
                  <c:v>270.82</c:v>
                </c:pt>
                <c:pt idx="2204">
                  <c:v>266.39</c:v>
                </c:pt>
                <c:pt idx="2205">
                  <c:v>266.03999999999991</c:v>
                </c:pt>
                <c:pt idx="2206">
                  <c:v>274.71000000000004</c:v>
                </c:pt>
                <c:pt idx="2207">
                  <c:v>275.52</c:v>
                </c:pt>
                <c:pt idx="2208">
                  <c:v>275.52</c:v>
                </c:pt>
                <c:pt idx="2209">
                  <c:v>280.05999999999989</c:v>
                </c:pt>
                <c:pt idx="2210">
                  <c:v>280.9199999999999</c:v>
                </c:pt>
                <c:pt idx="2211">
                  <c:v>284.78000000000014</c:v>
                </c:pt>
                <c:pt idx="2212">
                  <c:v>283.90999999999991</c:v>
                </c:pt>
                <c:pt idx="2213">
                  <c:v>280.82999999999993</c:v>
                </c:pt>
                <c:pt idx="2214">
                  <c:v>283.23</c:v>
                </c:pt>
                <c:pt idx="2215">
                  <c:v>263.94</c:v>
                </c:pt>
                <c:pt idx="2216">
                  <c:v>270.2399999999999</c:v>
                </c:pt>
                <c:pt idx="2217">
                  <c:v>267.74</c:v>
                </c:pt>
                <c:pt idx="2218">
                  <c:v>257.99</c:v>
                </c:pt>
                <c:pt idx="2219">
                  <c:v>257.99</c:v>
                </c:pt>
                <c:pt idx="2220">
                  <c:v>249.86999999999989</c:v>
                </c:pt>
                <c:pt idx="2221">
                  <c:v>246.89999999999998</c:v>
                </c:pt>
                <c:pt idx="2222">
                  <c:v>254.26999999999998</c:v>
                </c:pt>
                <c:pt idx="2223">
                  <c:v>250.90999999999991</c:v>
                </c:pt>
                <c:pt idx="2224">
                  <c:v>246.8900000000001</c:v>
                </c:pt>
                <c:pt idx="2225">
                  <c:v>252.39</c:v>
                </c:pt>
                <c:pt idx="2226">
                  <c:v>255.86</c:v>
                </c:pt>
                <c:pt idx="2227">
                  <c:v>261.47999999999996</c:v>
                </c:pt>
                <c:pt idx="2228">
                  <c:v>265.51</c:v>
                </c:pt>
                <c:pt idx="2229">
                  <c:v>266.17000000000013</c:v>
                </c:pt>
                <c:pt idx="2230">
                  <c:v>267.52</c:v>
                </c:pt>
                <c:pt idx="2231">
                  <c:v>269.79000000000013</c:v>
                </c:pt>
                <c:pt idx="2232">
                  <c:v>270.61</c:v>
                </c:pt>
                <c:pt idx="2233">
                  <c:v>274.7</c:v>
                </c:pt>
                <c:pt idx="2234">
                  <c:v>282.90999999999997</c:v>
                </c:pt>
                <c:pt idx="2235">
                  <c:v>282.40000000000009</c:v>
                </c:pt>
                <c:pt idx="2236">
                  <c:v>278.92000000000007</c:v>
                </c:pt>
                <c:pt idx="2237">
                  <c:v>280.56</c:v>
                </c:pt>
                <c:pt idx="2238">
                  <c:v>285.40000000000003</c:v>
                </c:pt>
                <c:pt idx="2239">
                  <c:v>286.1400000000001</c:v>
                </c:pt>
                <c:pt idx="2240">
                  <c:v>285.18000000000006</c:v>
                </c:pt>
                <c:pt idx="2241">
                  <c:v>294.00999999999988</c:v>
                </c:pt>
                <c:pt idx="2242">
                  <c:v>305.12999999999988</c:v>
                </c:pt>
                <c:pt idx="2243">
                  <c:v>301.56000000000012</c:v>
                </c:pt>
                <c:pt idx="2244">
                  <c:v>300.02</c:v>
                </c:pt>
                <c:pt idx="2245">
                  <c:v>290.74999999999989</c:v>
                </c:pt>
                <c:pt idx="2246">
                  <c:v>285.13999999999993</c:v>
                </c:pt>
                <c:pt idx="2247">
                  <c:v>287.28000000000009</c:v>
                </c:pt>
                <c:pt idx="2248">
                  <c:v>281.87</c:v>
                </c:pt>
                <c:pt idx="2249">
                  <c:v>285.6400000000001</c:v>
                </c:pt>
                <c:pt idx="2250">
                  <c:v>284.11000000000007</c:v>
                </c:pt>
                <c:pt idx="2251">
                  <c:v>286.14999999999992</c:v>
                </c:pt>
                <c:pt idx="2252">
                  <c:v>282.03000000000003</c:v>
                </c:pt>
                <c:pt idx="2253">
                  <c:v>283.70999999999998</c:v>
                </c:pt>
                <c:pt idx="2254">
                  <c:v>287.66000000000014</c:v>
                </c:pt>
                <c:pt idx="2255">
                  <c:v>288.67000000000013</c:v>
                </c:pt>
                <c:pt idx="2256">
                  <c:v>293.2600000000001</c:v>
                </c:pt>
                <c:pt idx="2257">
                  <c:v>293.89999999999992</c:v>
                </c:pt>
                <c:pt idx="2258">
                  <c:v>287.67</c:v>
                </c:pt>
                <c:pt idx="2259">
                  <c:v>289.42000000000007</c:v>
                </c:pt>
                <c:pt idx="2260">
                  <c:v>280.25</c:v>
                </c:pt>
                <c:pt idx="2261">
                  <c:v>280.25</c:v>
                </c:pt>
                <c:pt idx="2262">
                  <c:v>284.10000000000002</c:v>
                </c:pt>
                <c:pt idx="2263">
                  <c:v>289.18</c:v>
                </c:pt>
                <c:pt idx="2264">
                  <c:v>293.12</c:v>
                </c:pt>
                <c:pt idx="2265">
                  <c:v>297.94999999999987</c:v>
                </c:pt>
                <c:pt idx="2266">
                  <c:v>304.61000000000007</c:v>
                </c:pt>
                <c:pt idx="2267">
                  <c:v>302.30999999999989</c:v>
                </c:pt>
                <c:pt idx="2268">
                  <c:v>304.33999999999992</c:v>
                </c:pt>
                <c:pt idx="2269">
                  <c:v>298.7299999999999</c:v>
                </c:pt>
                <c:pt idx="2270">
                  <c:v>292.89</c:v>
                </c:pt>
                <c:pt idx="2271">
                  <c:v>292.75</c:v>
                </c:pt>
                <c:pt idx="2272">
                  <c:v>288.88</c:v>
                </c:pt>
                <c:pt idx="2273">
                  <c:v>288.09999999999997</c:v>
                </c:pt>
                <c:pt idx="2274">
                  <c:v>289.05</c:v>
                </c:pt>
                <c:pt idx="2275">
                  <c:v>290.22000000000008</c:v>
                </c:pt>
                <c:pt idx="2276">
                  <c:v>299.68</c:v>
                </c:pt>
                <c:pt idx="2277">
                  <c:v>294.53999999999991</c:v>
                </c:pt>
                <c:pt idx="2278">
                  <c:v>281.24999999999989</c:v>
                </c:pt>
                <c:pt idx="2279">
                  <c:v>274.45</c:v>
                </c:pt>
                <c:pt idx="2280">
                  <c:v>277.87</c:v>
                </c:pt>
                <c:pt idx="2281">
                  <c:v>274.73000000000008</c:v>
                </c:pt>
                <c:pt idx="2282">
                  <c:v>269.91999999999996</c:v>
                </c:pt>
                <c:pt idx="2283">
                  <c:v>274.21000000000004</c:v>
                </c:pt>
                <c:pt idx="2284">
                  <c:v>273.86000000000007</c:v>
                </c:pt>
                <c:pt idx="2285">
                  <c:v>266.34999999999991</c:v>
                </c:pt>
                <c:pt idx="2286">
                  <c:v>257.52999999999992</c:v>
                </c:pt>
                <c:pt idx="2287">
                  <c:v>256.44</c:v>
                </c:pt>
                <c:pt idx="2288">
                  <c:v>255.87000000000009</c:v>
                </c:pt>
                <c:pt idx="2289">
                  <c:v>258.1099999999999</c:v>
                </c:pt>
                <c:pt idx="2290">
                  <c:v>255.2700000000001</c:v>
                </c:pt>
                <c:pt idx="2291">
                  <c:v>255.2700000000001</c:v>
                </c:pt>
                <c:pt idx="2292">
                  <c:v>252.93999999999988</c:v>
                </c:pt>
                <c:pt idx="2293">
                  <c:v>252.8300000000001</c:v>
                </c:pt>
                <c:pt idx="2294">
                  <c:v>167.45000000000002</c:v>
                </c:pt>
                <c:pt idx="2295">
                  <c:v>167.74999999999991</c:v>
                </c:pt>
                <c:pt idx="2296">
                  <c:v>169.79</c:v>
                </c:pt>
                <c:pt idx="2297">
                  <c:v>174.16</c:v>
                </c:pt>
                <c:pt idx="2298">
                  <c:v>175.35000000000011</c:v>
                </c:pt>
                <c:pt idx="2299">
                  <c:v>176.5199999999999</c:v>
                </c:pt>
                <c:pt idx="2300">
                  <c:v>166.9</c:v>
                </c:pt>
                <c:pt idx="2301">
                  <c:v>170.94</c:v>
                </c:pt>
                <c:pt idx="2302">
                  <c:v>167.12</c:v>
                </c:pt>
                <c:pt idx="2303">
                  <c:v>164.26000000000002</c:v>
                </c:pt>
                <c:pt idx="2304">
                  <c:v>161.49</c:v>
                </c:pt>
                <c:pt idx="2305">
                  <c:v>171.15</c:v>
                </c:pt>
                <c:pt idx="2306">
                  <c:v>173.50999999999991</c:v>
                </c:pt>
                <c:pt idx="2307">
                  <c:v>176.92000000000002</c:v>
                </c:pt>
                <c:pt idx="2308">
                  <c:v>180.36999999999989</c:v>
                </c:pt>
                <c:pt idx="2309">
                  <c:v>165.7299999999999</c:v>
                </c:pt>
                <c:pt idx="2310">
                  <c:v>163.45000000000002</c:v>
                </c:pt>
                <c:pt idx="2311">
                  <c:v>163.45000000000002</c:v>
                </c:pt>
                <c:pt idx="2312">
                  <c:v>167.95</c:v>
                </c:pt>
                <c:pt idx="2313">
                  <c:v>170.74999999999989</c:v>
                </c:pt>
                <c:pt idx="2314">
                  <c:v>172.99</c:v>
                </c:pt>
                <c:pt idx="2315">
                  <c:v>171.37</c:v>
                </c:pt>
                <c:pt idx="2316">
                  <c:v>176.90999999999991</c:v>
                </c:pt>
                <c:pt idx="2317">
                  <c:v>173.44</c:v>
                </c:pt>
                <c:pt idx="2318">
                  <c:v>172.16</c:v>
                </c:pt>
                <c:pt idx="2319">
                  <c:v>171.87999999999991</c:v>
                </c:pt>
                <c:pt idx="2320">
                  <c:v>170.09000000000009</c:v>
                </c:pt>
                <c:pt idx="2321">
                  <c:v>167.25</c:v>
                </c:pt>
                <c:pt idx="2322">
                  <c:v>170.2699999999999</c:v>
                </c:pt>
                <c:pt idx="2323">
                  <c:v>164.34</c:v>
                </c:pt>
                <c:pt idx="2324">
                  <c:v>164.34</c:v>
                </c:pt>
                <c:pt idx="2325">
                  <c:v>160.9</c:v>
                </c:pt>
                <c:pt idx="2326">
                  <c:v>165.04000000000002</c:v>
                </c:pt>
                <c:pt idx="2327">
                  <c:v>162.47999999999999</c:v>
                </c:pt>
                <c:pt idx="2328">
                  <c:v>160.64000000000001</c:v>
                </c:pt>
                <c:pt idx="2329">
                  <c:v>155.93999999999991</c:v>
                </c:pt>
                <c:pt idx="2330">
                  <c:v>153.85999999999999</c:v>
                </c:pt>
                <c:pt idx="2331">
                  <c:v>151.26999999999998</c:v>
                </c:pt>
                <c:pt idx="2332">
                  <c:v>153.63</c:v>
                </c:pt>
                <c:pt idx="2333">
                  <c:v>156.20000000000002</c:v>
                </c:pt>
                <c:pt idx="2334">
                  <c:v>156.56000000000009</c:v>
                </c:pt>
                <c:pt idx="2335">
                  <c:v>157.40000000000009</c:v>
                </c:pt>
                <c:pt idx="2336">
                  <c:v>155.55000000000001</c:v>
                </c:pt>
                <c:pt idx="2337">
                  <c:v>157.64000000000001</c:v>
                </c:pt>
                <c:pt idx="2338">
                  <c:v>149.92999999999989</c:v>
                </c:pt>
                <c:pt idx="2339">
                  <c:v>152.38</c:v>
                </c:pt>
                <c:pt idx="2340">
                  <c:v>154.51999999999998</c:v>
                </c:pt>
                <c:pt idx="2341">
                  <c:v>156.29000000000011</c:v>
                </c:pt>
                <c:pt idx="2342">
                  <c:v>154.6</c:v>
                </c:pt>
                <c:pt idx="2343">
                  <c:v>154.6</c:v>
                </c:pt>
                <c:pt idx="2344">
                  <c:v>156.78</c:v>
                </c:pt>
                <c:pt idx="2345">
                  <c:v>157.1999999999999</c:v>
                </c:pt>
                <c:pt idx="2346">
                  <c:v>160.93</c:v>
                </c:pt>
                <c:pt idx="2347">
                  <c:v>97.399999999999935</c:v>
                </c:pt>
                <c:pt idx="2348">
                  <c:v>97.399999999999935</c:v>
                </c:pt>
                <c:pt idx="2349">
                  <c:v>99.330000000000055</c:v>
                </c:pt>
                <c:pt idx="2350">
                  <c:v>97.29</c:v>
                </c:pt>
                <c:pt idx="2351">
                  <c:v>101.88</c:v>
                </c:pt>
                <c:pt idx="2352">
                  <c:v>98.579999999999927</c:v>
                </c:pt>
                <c:pt idx="2353">
                  <c:v>103.3100000000001</c:v>
                </c:pt>
                <c:pt idx="2354">
                  <c:v>99.800000000000111</c:v>
                </c:pt>
                <c:pt idx="2355">
                  <c:v>98.520000000000067</c:v>
                </c:pt>
                <c:pt idx="2356">
                  <c:v>99.160000000000096</c:v>
                </c:pt>
                <c:pt idx="2357">
                  <c:v>100.82999999999991</c:v>
                </c:pt>
                <c:pt idx="2358">
                  <c:v>103.17</c:v>
                </c:pt>
                <c:pt idx="2359">
                  <c:v>102.01000000000009</c:v>
                </c:pt>
                <c:pt idx="2360">
                  <c:v>106.86</c:v>
                </c:pt>
                <c:pt idx="2361">
                  <c:v>106.86</c:v>
                </c:pt>
                <c:pt idx="2362">
                  <c:v>107.91999999999999</c:v>
                </c:pt>
                <c:pt idx="2363">
                  <c:v>106.3099999999999</c:v>
                </c:pt>
                <c:pt idx="2364">
                  <c:v>108.65999999999988</c:v>
                </c:pt>
                <c:pt idx="2365">
                  <c:v>106.38000000000001</c:v>
                </c:pt>
                <c:pt idx="2366">
                  <c:v>109.9799999999999</c:v>
                </c:pt>
                <c:pt idx="2367">
                  <c:v>109.89999999999991</c:v>
                </c:pt>
                <c:pt idx="2368">
                  <c:v>106.27</c:v>
                </c:pt>
                <c:pt idx="2369">
                  <c:v>105.63000000000009</c:v>
                </c:pt>
                <c:pt idx="2370">
                  <c:v>108.0500000000001</c:v>
                </c:pt>
                <c:pt idx="2371">
                  <c:v>105.02</c:v>
                </c:pt>
                <c:pt idx="2372">
                  <c:v>102.88999999999999</c:v>
                </c:pt>
                <c:pt idx="2373">
                  <c:v>100.6699999999999</c:v>
                </c:pt>
                <c:pt idx="2374">
                  <c:v>100.5300000000001</c:v>
                </c:pt>
                <c:pt idx="2375">
                  <c:v>98.62999999999991</c:v>
                </c:pt>
                <c:pt idx="2376">
                  <c:v>96.87</c:v>
                </c:pt>
                <c:pt idx="2377">
                  <c:v>94.500000000000028</c:v>
                </c:pt>
                <c:pt idx="2378">
                  <c:v>92.070000000000007</c:v>
                </c:pt>
                <c:pt idx="2379">
                  <c:v>91.419999999999931</c:v>
                </c:pt>
                <c:pt idx="2380">
                  <c:v>89.670000000000101</c:v>
                </c:pt>
                <c:pt idx="2381">
                  <c:v>89.670000000000101</c:v>
                </c:pt>
                <c:pt idx="2382">
                  <c:v>90.47999999999999</c:v>
                </c:pt>
                <c:pt idx="2383">
                  <c:v>89.729999999999961</c:v>
                </c:pt>
                <c:pt idx="2384">
                  <c:v>89.610000000000056</c:v>
                </c:pt>
                <c:pt idx="2385">
                  <c:v>85.490000000000066</c:v>
                </c:pt>
                <c:pt idx="2386">
                  <c:v>87.480000000000047</c:v>
                </c:pt>
                <c:pt idx="2387">
                  <c:v>90.409999999999968</c:v>
                </c:pt>
                <c:pt idx="2388">
                  <c:v>90.850000000000094</c:v>
                </c:pt>
                <c:pt idx="2389">
                  <c:v>91.169999999999973</c:v>
                </c:pt>
                <c:pt idx="2390">
                  <c:v>93.439999999999927</c:v>
                </c:pt>
                <c:pt idx="2391">
                  <c:v>89.960000000000122</c:v>
                </c:pt>
                <c:pt idx="2392">
                  <c:v>88.650000000000077</c:v>
                </c:pt>
                <c:pt idx="2393">
                  <c:v>92.420000000000073</c:v>
                </c:pt>
                <c:pt idx="2394">
                  <c:v>96.76</c:v>
                </c:pt>
                <c:pt idx="2395">
                  <c:v>95.069999999999936</c:v>
                </c:pt>
                <c:pt idx="2396">
                  <c:v>88.530000000000086</c:v>
                </c:pt>
                <c:pt idx="2397">
                  <c:v>84.18</c:v>
                </c:pt>
                <c:pt idx="2398">
                  <c:v>79.039999999999907</c:v>
                </c:pt>
                <c:pt idx="2399">
                  <c:v>68.300000000000068</c:v>
                </c:pt>
                <c:pt idx="2400">
                  <c:v>73.989999999999952</c:v>
                </c:pt>
                <c:pt idx="2401">
                  <c:v>78.950000000000031</c:v>
                </c:pt>
                <c:pt idx="2402">
                  <c:v>74.359999999999985</c:v>
                </c:pt>
                <c:pt idx="2403">
                  <c:v>76.64</c:v>
                </c:pt>
                <c:pt idx="2404">
                  <c:v>74.249999999999886</c:v>
                </c:pt>
                <c:pt idx="2405">
                  <c:v>79.140000000000029</c:v>
                </c:pt>
                <c:pt idx="2406">
                  <c:v>85.059999999999917</c:v>
                </c:pt>
                <c:pt idx="2407">
                  <c:v>86.340000000000032</c:v>
                </c:pt>
                <c:pt idx="2408">
                  <c:v>80.009999999999962</c:v>
                </c:pt>
                <c:pt idx="2409">
                  <c:v>82.969999999999985</c:v>
                </c:pt>
                <c:pt idx="2410">
                  <c:v>75.46999999999997</c:v>
                </c:pt>
                <c:pt idx="2411">
                  <c:v>83.050000000000068</c:v>
                </c:pt>
                <c:pt idx="2412">
                  <c:v>82.660000000000082</c:v>
                </c:pt>
                <c:pt idx="2413">
                  <c:v>93.850000000000122</c:v>
                </c:pt>
                <c:pt idx="2414">
                  <c:v>94.420000000000044</c:v>
                </c:pt>
                <c:pt idx="2415">
                  <c:v>98.78</c:v>
                </c:pt>
                <c:pt idx="2416">
                  <c:v>118.68</c:v>
                </c:pt>
                <c:pt idx="2417">
                  <c:v>95.899999999999963</c:v>
                </c:pt>
                <c:pt idx="2418">
                  <c:v>121.17999999999999</c:v>
                </c:pt>
                <c:pt idx="2419">
                  <c:v>95.58</c:v>
                </c:pt>
                <c:pt idx="2420">
                  <c:v>124.5200000000001</c:v>
                </c:pt>
                <c:pt idx="2421">
                  <c:v>109.50999999999999</c:v>
                </c:pt>
                <c:pt idx="2422">
                  <c:v>108.3400000000001</c:v>
                </c:pt>
                <c:pt idx="2423">
                  <c:v>108.26999999999991</c:v>
                </c:pt>
                <c:pt idx="2424">
                  <c:v>103.9099999999999</c:v>
                </c:pt>
                <c:pt idx="2425">
                  <c:v>103.9099999999999</c:v>
                </c:pt>
                <c:pt idx="2426">
                  <c:v>96.619999999999891</c:v>
                </c:pt>
                <c:pt idx="2427">
                  <c:v>109.83000000000001</c:v>
                </c:pt>
                <c:pt idx="2428">
                  <c:v>109.1699999999999</c:v>
                </c:pt>
                <c:pt idx="2429">
                  <c:v>111.74</c:v>
                </c:pt>
                <c:pt idx="2430">
                  <c:v>106.65</c:v>
                </c:pt>
                <c:pt idx="2431">
                  <c:v>110.66</c:v>
                </c:pt>
                <c:pt idx="2432">
                  <c:v>114.69999999999989</c:v>
                </c:pt>
                <c:pt idx="2433">
                  <c:v>277.09000000000003</c:v>
                </c:pt>
                <c:pt idx="2434">
                  <c:v>282.81</c:v>
                </c:pt>
                <c:pt idx="2435">
                  <c:v>283.93</c:v>
                </c:pt>
                <c:pt idx="2436">
                  <c:v>286.95</c:v>
                </c:pt>
                <c:pt idx="2437">
                  <c:v>281.77</c:v>
                </c:pt>
                <c:pt idx="2438">
                  <c:v>265.82999999999993</c:v>
                </c:pt>
                <c:pt idx="2439">
                  <c:v>274.73</c:v>
                </c:pt>
                <c:pt idx="2440">
                  <c:v>270.86</c:v>
                </c:pt>
                <c:pt idx="2441">
                  <c:v>263.14999999999992</c:v>
                </c:pt>
                <c:pt idx="2442">
                  <c:v>257.57</c:v>
                </c:pt>
                <c:pt idx="2443">
                  <c:v>255.75</c:v>
                </c:pt>
                <c:pt idx="2444">
                  <c:v>259.7600000000001</c:v>
                </c:pt>
                <c:pt idx="2445">
                  <c:v>256.47000000000003</c:v>
                </c:pt>
                <c:pt idx="2446">
                  <c:v>257.94000000000011</c:v>
                </c:pt>
                <c:pt idx="2447">
                  <c:v>255.28</c:v>
                </c:pt>
                <c:pt idx="2448">
                  <c:v>255.14999999999989</c:v>
                </c:pt>
                <c:pt idx="2449">
                  <c:v>259.84000000000009</c:v>
                </c:pt>
                <c:pt idx="2450">
                  <c:v>253.86</c:v>
                </c:pt>
                <c:pt idx="2451">
                  <c:v>253.86</c:v>
                </c:pt>
                <c:pt idx="2452">
                  <c:v>258.18999999999994</c:v>
                </c:pt>
                <c:pt idx="2453">
                  <c:v>258.01</c:v>
                </c:pt>
                <c:pt idx="2454">
                  <c:v>256.58999999999992</c:v>
                </c:pt>
                <c:pt idx="2455">
                  <c:v>329.28000000000003</c:v>
                </c:pt>
                <c:pt idx="2456">
                  <c:v>330.96999999999991</c:v>
                </c:pt>
                <c:pt idx="2457">
                  <c:v>325.05999999999989</c:v>
                </c:pt>
                <c:pt idx="2458">
                  <c:v>319.3</c:v>
                </c:pt>
                <c:pt idx="2459">
                  <c:v>323.84999999999991</c:v>
                </c:pt>
                <c:pt idx="2460">
                  <c:v>321.44</c:v>
                </c:pt>
                <c:pt idx="2461">
                  <c:v>315.60000000000002</c:v>
                </c:pt>
                <c:pt idx="2462">
                  <c:v>309.3599999999999</c:v>
                </c:pt>
                <c:pt idx="2463">
                  <c:v>309.62</c:v>
                </c:pt>
                <c:pt idx="2464">
                  <c:v>311.08999999999997</c:v>
                </c:pt>
                <c:pt idx="2465">
                  <c:v>314.61000000000013</c:v>
                </c:pt>
                <c:pt idx="2466">
                  <c:v>315.11</c:v>
                </c:pt>
                <c:pt idx="2467">
                  <c:v>315.96999999999997</c:v>
                </c:pt>
                <c:pt idx="2468">
                  <c:v>318.75</c:v>
                </c:pt>
                <c:pt idx="2469">
                  <c:v>318.75</c:v>
                </c:pt>
                <c:pt idx="2470">
                  <c:v>323.85000000000008</c:v>
                </c:pt>
                <c:pt idx="2471">
                  <c:v>327.20999999999992</c:v>
                </c:pt>
                <c:pt idx="2472">
                  <c:v>322.86999999999989</c:v>
                </c:pt>
                <c:pt idx="2473">
                  <c:v>318.37</c:v>
                </c:pt>
                <c:pt idx="2474">
                  <c:v>318.87000000000012</c:v>
                </c:pt>
                <c:pt idx="2475">
                  <c:v>320.90999999999991</c:v>
                </c:pt>
                <c:pt idx="2476">
                  <c:v>346.68</c:v>
                </c:pt>
                <c:pt idx="2477">
                  <c:v>338.22</c:v>
                </c:pt>
                <c:pt idx="2478">
                  <c:v>345.3</c:v>
                </c:pt>
                <c:pt idx="2479">
                  <c:v>342.37999999999988</c:v>
                </c:pt>
                <c:pt idx="2480">
                  <c:v>342.37999999999988</c:v>
                </c:pt>
                <c:pt idx="2481">
                  <c:v>332.86000000000013</c:v>
                </c:pt>
                <c:pt idx="2482">
                  <c:v>340.21</c:v>
                </c:pt>
                <c:pt idx="2483">
                  <c:v>340.76999999999987</c:v>
                </c:pt>
                <c:pt idx="2484">
                  <c:v>340.80000000000007</c:v>
                </c:pt>
                <c:pt idx="2485">
                  <c:v>335.07</c:v>
                </c:pt>
                <c:pt idx="2486">
                  <c:v>343.41000000000008</c:v>
                </c:pt>
                <c:pt idx="2487">
                  <c:v>341.15000000000009</c:v>
                </c:pt>
                <c:pt idx="2488">
                  <c:v>347.49</c:v>
                </c:pt>
                <c:pt idx="2489">
                  <c:v>349.92999999999989</c:v>
                </c:pt>
                <c:pt idx="2490">
                  <c:v>345.94</c:v>
                </c:pt>
                <c:pt idx="2491">
                  <c:v>344.2700000000001</c:v>
                </c:pt>
                <c:pt idx="2492">
                  <c:v>345.13</c:v>
                </c:pt>
                <c:pt idx="2493">
                  <c:v>344.99999999999989</c:v>
                </c:pt>
                <c:pt idx="2494">
                  <c:v>333.67</c:v>
                </c:pt>
                <c:pt idx="2495">
                  <c:v>329.70999999999992</c:v>
                </c:pt>
                <c:pt idx="2496">
                  <c:v>321.19</c:v>
                </c:pt>
                <c:pt idx="2497">
                  <c:v>322.63</c:v>
                </c:pt>
                <c:pt idx="2498">
                  <c:v>318.48</c:v>
                </c:pt>
                <c:pt idx="2499">
                  <c:v>329.67</c:v>
                </c:pt>
                <c:pt idx="2500">
                  <c:v>330.12000000000012</c:v>
                </c:pt>
                <c:pt idx="2501">
                  <c:v>337.17999999999989</c:v>
                </c:pt>
                <c:pt idx="2502">
                  <c:v>332.38999999999993</c:v>
                </c:pt>
                <c:pt idx="2503">
                  <c:v>332.78000000000014</c:v>
                </c:pt>
                <c:pt idx="2504">
                  <c:v>327.39999999999998</c:v>
                </c:pt>
                <c:pt idx="2505">
                  <c:v>325.89999999999998</c:v>
                </c:pt>
                <c:pt idx="2506">
                  <c:v>323.83999999999997</c:v>
                </c:pt>
                <c:pt idx="2507">
                  <c:v>324.75</c:v>
                </c:pt>
                <c:pt idx="2508">
                  <c:v>319.94000000000011</c:v>
                </c:pt>
                <c:pt idx="2509">
                  <c:v>316.59999999999997</c:v>
                </c:pt>
                <c:pt idx="2510">
                  <c:v>316.24</c:v>
                </c:pt>
                <c:pt idx="2511">
                  <c:v>316.21999999999997</c:v>
                </c:pt>
                <c:pt idx="2512">
                  <c:v>314.76999999999992</c:v>
                </c:pt>
                <c:pt idx="2513">
                  <c:v>320.31000000000012</c:v>
                </c:pt>
                <c:pt idx="2514">
                  <c:v>315.56</c:v>
                </c:pt>
                <c:pt idx="2515">
                  <c:v>320.46999999999991</c:v>
                </c:pt>
                <c:pt idx="2516">
                  <c:v>326.88999999999993</c:v>
                </c:pt>
                <c:pt idx="2517">
                  <c:v>333.97000000000008</c:v>
                </c:pt>
                <c:pt idx="2518">
                  <c:v>336.56</c:v>
                </c:pt>
                <c:pt idx="2519">
                  <c:v>332.71999999999997</c:v>
                </c:pt>
                <c:pt idx="2520">
                  <c:v>350.78999999999991</c:v>
                </c:pt>
                <c:pt idx="2521">
                  <c:v>350.78999999999991</c:v>
                </c:pt>
                <c:pt idx="2522">
                  <c:v>349.63</c:v>
                </c:pt>
                <c:pt idx="2523">
                  <c:v>348.69999999999993</c:v>
                </c:pt>
                <c:pt idx="2524">
                  <c:v>347.73000000000008</c:v>
                </c:pt>
                <c:pt idx="2525">
                  <c:v>345.84999999999997</c:v>
                </c:pt>
                <c:pt idx="2526">
                  <c:v>353.67000000000013</c:v>
                </c:pt>
                <c:pt idx="2527">
                  <c:v>348.23</c:v>
                </c:pt>
                <c:pt idx="2528">
                  <c:v>345.39</c:v>
                </c:pt>
                <c:pt idx="2529">
                  <c:v>340.2600000000001</c:v>
                </c:pt>
                <c:pt idx="2530">
                  <c:v>341.87</c:v>
                </c:pt>
                <c:pt idx="2531">
                  <c:v>345.7299999999999</c:v>
                </c:pt>
                <c:pt idx="2532">
                  <c:v>335.80000000000013</c:v>
                </c:pt>
                <c:pt idx="2533">
                  <c:v>335.80000000000013</c:v>
                </c:pt>
                <c:pt idx="2534">
                  <c:v>352.94</c:v>
                </c:pt>
                <c:pt idx="2535">
                  <c:v>364.61</c:v>
                </c:pt>
                <c:pt idx="2536">
                  <c:v>348.77</c:v>
                </c:pt>
                <c:pt idx="2537">
                  <c:v>339.92999999999989</c:v>
                </c:pt>
                <c:pt idx="2538">
                  <c:v>331.36000000000013</c:v>
                </c:pt>
                <c:pt idx="2539">
                  <c:v>331.32</c:v>
                </c:pt>
                <c:pt idx="2540">
                  <c:v>335.54</c:v>
                </c:pt>
                <c:pt idx="2541">
                  <c:v>338.8300000000001</c:v>
                </c:pt>
                <c:pt idx="2542">
                  <c:v>373</c:v>
                </c:pt>
                <c:pt idx="2543">
                  <c:v>379.11999999999989</c:v>
                </c:pt>
                <c:pt idx="2544">
                  <c:v>370.28</c:v>
                </c:pt>
                <c:pt idx="2545">
                  <c:v>362.33</c:v>
                </c:pt>
                <c:pt idx="2546">
                  <c:v>364.99</c:v>
                </c:pt>
                <c:pt idx="2547">
                  <c:v>369.15</c:v>
                </c:pt>
                <c:pt idx="2548">
                  <c:v>365.8</c:v>
                </c:pt>
                <c:pt idx="2549">
                  <c:v>345.40999999999997</c:v>
                </c:pt>
                <c:pt idx="2550">
                  <c:v>342.64999999999992</c:v>
                </c:pt>
                <c:pt idx="2551">
                  <c:v>342.64999999999992</c:v>
                </c:pt>
                <c:pt idx="2552">
                  <c:v>362.12</c:v>
                </c:pt>
                <c:pt idx="2553">
                  <c:v>356.08</c:v>
                </c:pt>
                <c:pt idx="2554">
                  <c:v>344.87000000000012</c:v>
                </c:pt>
                <c:pt idx="2555">
                  <c:v>348.64000000000004</c:v>
                </c:pt>
                <c:pt idx="2556">
                  <c:v>344.45999999999992</c:v>
                </c:pt>
                <c:pt idx="2557">
                  <c:v>343.79</c:v>
                </c:pt>
                <c:pt idx="2558">
                  <c:v>345.09000000000015</c:v>
                </c:pt>
                <c:pt idx="2559">
                  <c:v>342.09000000000003</c:v>
                </c:pt>
                <c:pt idx="2560">
                  <c:v>342.32</c:v>
                </c:pt>
                <c:pt idx="2561">
                  <c:v>317.57</c:v>
                </c:pt>
                <c:pt idx="2562">
                  <c:v>316.07999999999993</c:v>
                </c:pt>
                <c:pt idx="2563">
                  <c:v>310.57999999999993</c:v>
                </c:pt>
                <c:pt idx="2564">
                  <c:v>311.75000000000011</c:v>
                </c:pt>
                <c:pt idx="2565">
                  <c:v>299.63</c:v>
                </c:pt>
                <c:pt idx="2566">
                  <c:v>295.35000000000002</c:v>
                </c:pt>
                <c:pt idx="2567">
                  <c:v>297.93</c:v>
                </c:pt>
                <c:pt idx="2568">
                  <c:v>296.34000000000009</c:v>
                </c:pt>
                <c:pt idx="2569">
                  <c:v>296.95</c:v>
                </c:pt>
                <c:pt idx="2570">
                  <c:v>297.1400000000001</c:v>
                </c:pt>
                <c:pt idx="2571">
                  <c:v>301.39</c:v>
                </c:pt>
                <c:pt idx="2572">
                  <c:v>301.39</c:v>
                </c:pt>
                <c:pt idx="2573">
                  <c:v>297.89</c:v>
                </c:pt>
                <c:pt idx="2574">
                  <c:v>296.06999999999994</c:v>
                </c:pt>
                <c:pt idx="2575">
                  <c:v>297.95999999999998</c:v>
                </c:pt>
                <c:pt idx="2576">
                  <c:v>294.55000000000007</c:v>
                </c:pt>
                <c:pt idx="2577">
                  <c:v>293.40999999999997</c:v>
                </c:pt>
                <c:pt idx="2578">
                  <c:v>288.61</c:v>
                </c:pt>
                <c:pt idx="2579">
                  <c:v>288.51</c:v>
                </c:pt>
                <c:pt idx="2580">
                  <c:v>295.33999999999992</c:v>
                </c:pt>
                <c:pt idx="2581">
                  <c:v>291.73</c:v>
                </c:pt>
                <c:pt idx="2582">
                  <c:v>299.12000000000012</c:v>
                </c:pt>
                <c:pt idx="2583">
                  <c:v>298.5200000000001</c:v>
                </c:pt>
                <c:pt idx="2584">
                  <c:v>298.5200000000001</c:v>
                </c:pt>
                <c:pt idx="2585">
                  <c:v>295</c:v>
                </c:pt>
                <c:pt idx="2586">
                  <c:v>290.27</c:v>
                </c:pt>
                <c:pt idx="2587">
                  <c:v>292.76</c:v>
                </c:pt>
                <c:pt idx="2588">
                  <c:v>291.02000000000004</c:v>
                </c:pt>
                <c:pt idx="2589">
                  <c:v>288.44999999999993</c:v>
                </c:pt>
                <c:pt idx="2590">
                  <c:v>287.74</c:v>
                </c:pt>
                <c:pt idx="2591">
                  <c:v>287.54000000000002</c:v>
                </c:pt>
                <c:pt idx="2592">
                  <c:v>289.48</c:v>
                </c:pt>
                <c:pt idx="2593">
                  <c:v>285.70000000000005</c:v>
                </c:pt>
                <c:pt idx="2594">
                  <c:v>281.15999999999991</c:v>
                </c:pt>
                <c:pt idx="2595">
                  <c:v>271.85000000000002</c:v>
                </c:pt>
                <c:pt idx="2596">
                  <c:v>266.17</c:v>
                </c:pt>
                <c:pt idx="2597">
                  <c:v>261.63000000000011</c:v>
                </c:pt>
                <c:pt idx="2598">
                  <c:v>266.39999999999986</c:v>
                </c:pt>
                <c:pt idx="2599">
                  <c:v>269.36000000000007</c:v>
                </c:pt>
                <c:pt idx="2600">
                  <c:v>269.4899999999999</c:v>
                </c:pt>
                <c:pt idx="2601">
                  <c:v>272.42999999999989</c:v>
                </c:pt>
                <c:pt idx="2602">
                  <c:v>272.67000000000007</c:v>
                </c:pt>
                <c:pt idx="2603">
                  <c:v>273.42</c:v>
                </c:pt>
                <c:pt idx="2604">
                  <c:v>273.42</c:v>
                </c:pt>
                <c:pt idx="2605">
                  <c:v>272.27999999999997</c:v>
                </c:pt>
                <c:pt idx="2606">
                  <c:v>272.88</c:v>
                </c:pt>
                <c:pt idx="2607">
                  <c:v>278.55</c:v>
                </c:pt>
                <c:pt idx="2608">
                  <c:v>273.40000000000009</c:v>
                </c:pt>
                <c:pt idx="2609">
                  <c:v>273.40000000000009</c:v>
                </c:pt>
                <c:pt idx="2610">
                  <c:v>271.03999999999996</c:v>
                </c:pt>
                <c:pt idx="2611">
                  <c:v>255.88000000000011</c:v>
                </c:pt>
                <c:pt idx="2612">
                  <c:v>258.44999999999987</c:v>
                </c:pt>
                <c:pt idx="2613">
                  <c:v>255.88000000000002</c:v>
                </c:pt>
                <c:pt idx="2614">
                  <c:v>268.44999999999987</c:v>
                </c:pt>
                <c:pt idx="2615">
                  <c:v>261.56</c:v>
                </c:pt>
                <c:pt idx="2616">
                  <c:v>265.7000000000001</c:v>
                </c:pt>
                <c:pt idx="2617">
                  <c:v>264.95999999999998</c:v>
                </c:pt>
                <c:pt idx="2618">
                  <c:v>264.28000000000009</c:v>
                </c:pt>
                <c:pt idx="2619">
                  <c:v>264.58999999999986</c:v>
                </c:pt>
                <c:pt idx="2620">
                  <c:v>265.91000000000003</c:v>
                </c:pt>
                <c:pt idx="2621">
                  <c:v>265.91000000000003</c:v>
                </c:pt>
                <c:pt idx="2622">
                  <c:v>267.24000000000012</c:v>
                </c:pt>
                <c:pt idx="2623">
                  <c:v>265.1699999999999</c:v>
                </c:pt>
                <c:pt idx="2624">
                  <c:v>258.37000000000012</c:v>
                </c:pt>
                <c:pt idx="2625">
                  <c:v>250.30999999999989</c:v>
                </c:pt>
                <c:pt idx="2626">
                  <c:v>242.9499999999999</c:v>
                </c:pt>
                <c:pt idx="2627">
                  <c:v>240.31999999999991</c:v>
                </c:pt>
                <c:pt idx="2628">
                  <c:v>238.82</c:v>
                </c:pt>
                <c:pt idx="2629">
                  <c:v>242.99</c:v>
                </c:pt>
                <c:pt idx="2630">
                  <c:v>240.76</c:v>
                </c:pt>
                <c:pt idx="2631">
                  <c:v>241.25</c:v>
                </c:pt>
                <c:pt idx="2632">
                  <c:v>236.9499999999999</c:v>
                </c:pt>
                <c:pt idx="2633">
                  <c:v>234.3900000000001</c:v>
                </c:pt>
                <c:pt idx="2634">
                  <c:v>234.24</c:v>
                </c:pt>
                <c:pt idx="2635">
                  <c:v>238.1100000000001</c:v>
                </c:pt>
                <c:pt idx="2636">
                  <c:v>237.50000000000009</c:v>
                </c:pt>
                <c:pt idx="2637">
                  <c:v>234.51</c:v>
                </c:pt>
                <c:pt idx="2638">
                  <c:v>227.2600000000001</c:v>
                </c:pt>
                <c:pt idx="2639">
                  <c:v>221.5</c:v>
                </c:pt>
                <c:pt idx="2640">
                  <c:v>218.55999999999992</c:v>
                </c:pt>
                <c:pt idx="2641">
                  <c:v>218.55999999999992</c:v>
                </c:pt>
                <c:pt idx="2642">
                  <c:v>215.09999999999997</c:v>
                </c:pt>
                <c:pt idx="2643">
                  <c:v>219.51</c:v>
                </c:pt>
                <c:pt idx="2644">
                  <c:v>225.11999999999989</c:v>
                </c:pt>
                <c:pt idx="2645">
                  <c:v>226.52</c:v>
                </c:pt>
                <c:pt idx="2646">
                  <c:v>222.82000000000002</c:v>
                </c:pt>
                <c:pt idx="2647">
                  <c:v>223.32</c:v>
                </c:pt>
                <c:pt idx="2648">
                  <c:v>222.88000000000002</c:v>
                </c:pt>
                <c:pt idx="2649">
                  <c:v>224.53999999999991</c:v>
                </c:pt>
                <c:pt idx="2650">
                  <c:v>224.26</c:v>
                </c:pt>
                <c:pt idx="2651">
                  <c:v>225.88</c:v>
                </c:pt>
                <c:pt idx="2652">
                  <c:v>237.76999999999998</c:v>
                </c:pt>
                <c:pt idx="2653">
                  <c:v>231.69</c:v>
                </c:pt>
                <c:pt idx="2654">
                  <c:v>227.48</c:v>
                </c:pt>
                <c:pt idx="2655">
                  <c:v>228.92000000000002</c:v>
                </c:pt>
                <c:pt idx="2656">
                  <c:v>238.68</c:v>
                </c:pt>
                <c:pt idx="2657">
                  <c:v>232.05</c:v>
                </c:pt>
                <c:pt idx="2658">
                  <c:v>224.86999999999989</c:v>
                </c:pt>
                <c:pt idx="2659">
                  <c:v>220.54</c:v>
                </c:pt>
                <c:pt idx="2660">
                  <c:v>219.29</c:v>
                </c:pt>
                <c:pt idx="2661">
                  <c:v>230.3300000000001</c:v>
                </c:pt>
                <c:pt idx="2662">
                  <c:v>229.78999999999991</c:v>
                </c:pt>
                <c:pt idx="2663">
                  <c:v>219.0200000000001</c:v>
                </c:pt>
                <c:pt idx="2664">
                  <c:v>227.3</c:v>
                </c:pt>
                <c:pt idx="2665">
                  <c:v>230.14000000000001</c:v>
                </c:pt>
                <c:pt idx="2666">
                  <c:v>236.02000000000012</c:v>
                </c:pt>
                <c:pt idx="2667">
                  <c:v>235.20000000000013</c:v>
                </c:pt>
                <c:pt idx="2668">
                  <c:v>229.40999999999988</c:v>
                </c:pt>
                <c:pt idx="2669">
                  <c:v>226.38</c:v>
                </c:pt>
                <c:pt idx="2670">
                  <c:v>229.55999999999989</c:v>
                </c:pt>
                <c:pt idx="2671">
                  <c:v>248.62999999999991</c:v>
                </c:pt>
                <c:pt idx="2672">
                  <c:v>262.92999999999989</c:v>
                </c:pt>
                <c:pt idx="2673">
                  <c:v>252.80999999999997</c:v>
                </c:pt>
                <c:pt idx="2674">
                  <c:v>255.63000000000011</c:v>
                </c:pt>
                <c:pt idx="2675">
                  <c:v>255.15999999999991</c:v>
                </c:pt>
                <c:pt idx="2676">
                  <c:v>262.99</c:v>
                </c:pt>
                <c:pt idx="2677">
                  <c:v>262.55</c:v>
                </c:pt>
                <c:pt idx="2678">
                  <c:v>244.70000000000002</c:v>
                </c:pt>
                <c:pt idx="2679">
                  <c:v>246.1</c:v>
                </c:pt>
                <c:pt idx="2680">
                  <c:v>225.14</c:v>
                </c:pt>
                <c:pt idx="2681">
                  <c:v>221.22000000000003</c:v>
                </c:pt>
                <c:pt idx="2682">
                  <c:v>218.59000000000003</c:v>
                </c:pt>
                <c:pt idx="2683">
                  <c:v>215.16000000000003</c:v>
                </c:pt>
                <c:pt idx="2684">
                  <c:v>216.52999999999989</c:v>
                </c:pt>
                <c:pt idx="2685">
                  <c:v>211.1400000000001</c:v>
                </c:pt>
                <c:pt idx="2686">
                  <c:v>212.06</c:v>
                </c:pt>
                <c:pt idx="2687">
                  <c:v>209.68999999999988</c:v>
                </c:pt>
                <c:pt idx="2688">
                  <c:v>211.91</c:v>
                </c:pt>
                <c:pt idx="2689">
                  <c:v>212.2999999999999</c:v>
                </c:pt>
                <c:pt idx="2690">
                  <c:v>209.71</c:v>
                </c:pt>
                <c:pt idx="2691">
                  <c:v>220.41</c:v>
                </c:pt>
                <c:pt idx="2692">
                  <c:v>223.9199999999999</c:v>
                </c:pt>
                <c:pt idx="2693">
                  <c:v>217.97</c:v>
                </c:pt>
                <c:pt idx="2694">
                  <c:v>214.08</c:v>
                </c:pt>
                <c:pt idx="2695">
                  <c:v>209.7300000000001</c:v>
                </c:pt>
                <c:pt idx="2696">
                  <c:v>205.8300000000001</c:v>
                </c:pt>
                <c:pt idx="2697">
                  <c:v>204.0499999999999</c:v>
                </c:pt>
                <c:pt idx="2698">
                  <c:v>197.1400000000001</c:v>
                </c:pt>
                <c:pt idx="2699">
                  <c:v>191.42</c:v>
                </c:pt>
                <c:pt idx="2700">
                  <c:v>191.87999999999988</c:v>
                </c:pt>
                <c:pt idx="2701">
                  <c:v>190.3600000000001</c:v>
                </c:pt>
                <c:pt idx="2702">
                  <c:v>190.32</c:v>
                </c:pt>
                <c:pt idx="2703">
                  <c:v>191.69</c:v>
                </c:pt>
                <c:pt idx="2704">
                  <c:v>194.98</c:v>
                </c:pt>
                <c:pt idx="2705">
                  <c:v>195.71999999999989</c:v>
                </c:pt>
                <c:pt idx="2706">
                  <c:v>199.23</c:v>
                </c:pt>
                <c:pt idx="2707">
                  <c:v>200.03999999999991</c:v>
                </c:pt>
                <c:pt idx="2708">
                  <c:v>204.64000000000001</c:v>
                </c:pt>
                <c:pt idx="2709">
                  <c:v>203.07</c:v>
                </c:pt>
                <c:pt idx="2710">
                  <c:v>199.0200000000001</c:v>
                </c:pt>
                <c:pt idx="2711">
                  <c:v>199.0200000000001</c:v>
                </c:pt>
                <c:pt idx="2712">
                  <c:v>204.1399999999999</c:v>
                </c:pt>
                <c:pt idx="2713">
                  <c:v>195.23999999999998</c:v>
                </c:pt>
                <c:pt idx="2714">
                  <c:v>193.35</c:v>
                </c:pt>
                <c:pt idx="2715">
                  <c:v>189.93</c:v>
                </c:pt>
                <c:pt idx="2716">
                  <c:v>187.85</c:v>
                </c:pt>
                <c:pt idx="2717">
                  <c:v>183.94</c:v>
                </c:pt>
                <c:pt idx="2718">
                  <c:v>180.49000000000009</c:v>
                </c:pt>
                <c:pt idx="2719">
                  <c:v>181.75</c:v>
                </c:pt>
                <c:pt idx="2720">
                  <c:v>176.81999999999991</c:v>
                </c:pt>
                <c:pt idx="2721">
                  <c:v>183.55999999999989</c:v>
                </c:pt>
                <c:pt idx="2722">
                  <c:v>181.72</c:v>
                </c:pt>
                <c:pt idx="2723">
                  <c:v>180.32</c:v>
                </c:pt>
                <c:pt idx="2724">
                  <c:v>180.62999999999988</c:v>
                </c:pt>
                <c:pt idx="2725">
                  <c:v>174.16</c:v>
                </c:pt>
                <c:pt idx="2726">
                  <c:v>170.35</c:v>
                </c:pt>
                <c:pt idx="2727">
                  <c:v>167.87</c:v>
                </c:pt>
                <c:pt idx="2728">
                  <c:v>169.59000000000012</c:v>
                </c:pt>
                <c:pt idx="2729">
                  <c:v>167.6700000000001</c:v>
                </c:pt>
                <c:pt idx="2730">
                  <c:v>167.6700000000001</c:v>
                </c:pt>
                <c:pt idx="2731">
                  <c:v>169.15</c:v>
                </c:pt>
                <c:pt idx="2732">
                  <c:v>171.04000000000011</c:v>
                </c:pt>
                <c:pt idx="2733">
                  <c:v>173.95000000000002</c:v>
                </c:pt>
                <c:pt idx="2734">
                  <c:v>173.04</c:v>
                </c:pt>
                <c:pt idx="2735">
                  <c:v>173.22</c:v>
                </c:pt>
                <c:pt idx="2736">
                  <c:v>174.4899999999999</c:v>
                </c:pt>
                <c:pt idx="2737">
                  <c:v>178.32000000000011</c:v>
                </c:pt>
                <c:pt idx="2738">
                  <c:v>179.79</c:v>
                </c:pt>
                <c:pt idx="2739">
                  <c:v>179.8299999999999</c:v>
                </c:pt>
                <c:pt idx="2740">
                  <c:v>179.8299999999999</c:v>
                </c:pt>
                <c:pt idx="2741">
                  <c:v>180.6699999999999</c:v>
                </c:pt>
                <c:pt idx="2742">
                  <c:v>175.75999999999991</c:v>
                </c:pt>
                <c:pt idx="2743">
                  <c:v>184.84000000000009</c:v>
                </c:pt>
                <c:pt idx="2744">
                  <c:v>183.54999999999998</c:v>
                </c:pt>
                <c:pt idx="2745">
                  <c:v>177.47000000000011</c:v>
                </c:pt>
                <c:pt idx="2746">
                  <c:v>176.88000000000011</c:v>
                </c:pt>
                <c:pt idx="2747">
                  <c:v>179.7300000000001</c:v>
                </c:pt>
                <c:pt idx="2748">
                  <c:v>181.96</c:v>
                </c:pt>
                <c:pt idx="2749">
                  <c:v>184.85</c:v>
                </c:pt>
                <c:pt idx="2750">
                  <c:v>184.68</c:v>
                </c:pt>
                <c:pt idx="2751">
                  <c:v>184.22</c:v>
                </c:pt>
                <c:pt idx="2752">
                  <c:v>183.63</c:v>
                </c:pt>
                <c:pt idx="2753">
                  <c:v>180.85999999999999</c:v>
                </c:pt>
                <c:pt idx="2754">
                  <c:v>179.86999999999992</c:v>
                </c:pt>
                <c:pt idx="2755">
                  <c:v>178.79</c:v>
                </c:pt>
                <c:pt idx="2756">
                  <c:v>174.94000000000008</c:v>
                </c:pt>
                <c:pt idx="2757">
                  <c:v>175.85</c:v>
                </c:pt>
                <c:pt idx="2758">
                  <c:v>172.4</c:v>
                </c:pt>
                <c:pt idx="2759">
                  <c:v>186.91</c:v>
                </c:pt>
                <c:pt idx="2760">
                  <c:v>179.1399999999999</c:v>
                </c:pt>
                <c:pt idx="2761">
                  <c:v>176.84</c:v>
                </c:pt>
                <c:pt idx="2762">
                  <c:v>177.11999999999989</c:v>
                </c:pt>
                <c:pt idx="2763">
                  <c:v>174.79</c:v>
                </c:pt>
                <c:pt idx="2764">
                  <c:v>177.0799999999999</c:v>
                </c:pt>
                <c:pt idx="2765">
                  <c:v>179.44</c:v>
                </c:pt>
                <c:pt idx="2766">
                  <c:v>178.79</c:v>
                </c:pt>
                <c:pt idx="2767">
                  <c:v>180.29</c:v>
                </c:pt>
                <c:pt idx="2768">
                  <c:v>183.87000000000009</c:v>
                </c:pt>
                <c:pt idx="2769">
                  <c:v>184.41</c:v>
                </c:pt>
                <c:pt idx="2770">
                  <c:v>184.66</c:v>
                </c:pt>
                <c:pt idx="2771">
                  <c:v>186.12999999999991</c:v>
                </c:pt>
                <c:pt idx="2772">
                  <c:v>187.25</c:v>
                </c:pt>
                <c:pt idx="2773">
                  <c:v>191.37999999999991</c:v>
                </c:pt>
                <c:pt idx="2774">
                  <c:v>187.28000000000009</c:v>
                </c:pt>
                <c:pt idx="2775">
                  <c:v>187.57999999999998</c:v>
                </c:pt>
              </c:numCache>
            </c:numRef>
          </c:val>
          <c:extLst>
            <c:ext xmlns:c16="http://schemas.microsoft.com/office/drawing/2014/chart" uri="{C3380CC4-5D6E-409C-BE32-E72D297353CC}">
              <c16:uniqueId val="{00000000-DE45-4391-9DB7-F77FF49DD258}"/>
            </c:ext>
          </c:extLst>
        </c:ser>
        <c:dLbls>
          <c:showLegendKey val="0"/>
          <c:showVal val="0"/>
          <c:showCatName val="0"/>
          <c:showSerName val="0"/>
          <c:showPercent val="0"/>
          <c:showBubbleSize val="0"/>
        </c:dLbls>
        <c:axId val="60010001"/>
        <c:axId val="60010002"/>
      </c:areaChart>
      <c:lineChart>
        <c:grouping val="standard"/>
        <c:varyColors val="0"/>
        <c:ser>
          <c:idx val="0"/>
          <c:order val="0"/>
          <c:tx>
            <c:v>US HY</c:v>
          </c:tx>
          <c:spPr>
            <a:ln w="19050">
              <a:solidFill>
                <a:srgbClr val="13283A"/>
              </a:solidFill>
            </a:ln>
          </c:spPr>
          <c:marker>
            <c:symbol val="none"/>
          </c:marker>
          <c:cat>
            <c:numRef>
              <c:f>Data_Frontier!$A$2:$A$2777</c:f>
              <c:numCache>
                <c:formatCode>dd\-mmm\-yyyy</c:formatCode>
                <c:ptCount val="2776"/>
                <c:pt idx="0">
                  <c:v>42370</c:v>
                </c:pt>
                <c:pt idx="1">
                  <c:v>42373</c:v>
                </c:pt>
                <c:pt idx="2">
                  <c:v>42374</c:v>
                </c:pt>
                <c:pt idx="3">
                  <c:v>42375</c:v>
                </c:pt>
                <c:pt idx="4">
                  <c:v>42376</c:v>
                </c:pt>
                <c:pt idx="5">
                  <c:v>42377</c:v>
                </c:pt>
                <c:pt idx="6">
                  <c:v>42380</c:v>
                </c:pt>
                <c:pt idx="7">
                  <c:v>42381</c:v>
                </c:pt>
                <c:pt idx="8">
                  <c:v>42382</c:v>
                </c:pt>
                <c:pt idx="9">
                  <c:v>42383</c:v>
                </c:pt>
                <c:pt idx="10">
                  <c:v>42384</c:v>
                </c:pt>
                <c:pt idx="11">
                  <c:v>42387</c:v>
                </c:pt>
                <c:pt idx="12">
                  <c:v>42388</c:v>
                </c:pt>
                <c:pt idx="13">
                  <c:v>42389</c:v>
                </c:pt>
                <c:pt idx="14">
                  <c:v>42390</c:v>
                </c:pt>
                <c:pt idx="15">
                  <c:v>42391</c:v>
                </c:pt>
                <c:pt idx="16">
                  <c:v>42394</c:v>
                </c:pt>
                <c:pt idx="17">
                  <c:v>42395</c:v>
                </c:pt>
                <c:pt idx="18">
                  <c:v>42396</c:v>
                </c:pt>
                <c:pt idx="19">
                  <c:v>42397</c:v>
                </c:pt>
                <c:pt idx="20">
                  <c:v>42398</c:v>
                </c:pt>
                <c:pt idx="21">
                  <c:v>42401</c:v>
                </c:pt>
                <c:pt idx="22">
                  <c:v>42402</c:v>
                </c:pt>
                <c:pt idx="23">
                  <c:v>42403</c:v>
                </c:pt>
                <c:pt idx="24">
                  <c:v>42404</c:v>
                </c:pt>
                <c:pt idx="25">
                  <c:v>42405</c:v>
                </c:pt>
                <c:pt idx="26">
                  <c:v>42408</c:v>
                </c:pt>
                <c:pt idx="27">
                  <c:v>42409</c:v>
                </c:pt>
                <c:pt idx="28">
                  <c:v>42410</c:v>
                </c:pt>
                <c:pt idx="29">
                  <c:v>42411</c:v>
                </c:pt>
                <c:pt idx="30">
                  <c:v>42412</c:v>
                </c:pt>
                <c:pt idx="31">
                  <c:v>42415</c:v>
                </c:pt>
                <c:pt idx="32">
                  <c:v>42416</c:v>
                </c:pt>
                <c:pt idx="33">
                  <c:v>42417</c:v>
                </c:pt>
                <c:pt idx="34">
                  <c:v>42418</c:v>
                </c:pt>
                <c:pt idx="35">
                  <c:v>42419</c:v>
                </c:pt>
                <c:pt idx="36">
                  <c:v>42422</c:v>
                </c:pt>
                <c:pt idx="37">
                  <c:v>42423</c:v>
                </c:pt>
                <c:pt idx="38">
                  <c:v>42424</c:v>
                </c:pt>
                <c:pt idx="39">
                  <c:v>42425</c:v>
                </c:pt>
                <c:pt idx="40">
                  <c:v>42426</c:v>
                </c:pt>
                <c:pt idx="41">
                  <c:v>42429</c:v>
                </c:pt>
                <c:pt idx="42">
                  <c:v>42430</c:v>
                </c:pt>
                <c:pt idx="43">
                  <c:v>42431</c:v>
                </c:pt>
                <c:pt idx="44">
                  <c:v>42432</c:v>
                </c:pt>
                <c:pt idx="45">
                  <c:v>42433</c:v>
                </c:pt>
                <c:pt idx="46">
                  <c:v>42436</c:v>
                </c:pt>
                <c:pt idx="47">
                  <c:v>42437</c:v>
                </c:pt>
                <c:pt idx="48">
                  <c:v>42438</c:v>
                </c:pt>
                <c:pt idx="49">
                  <c:v>42439</c:v>
                </c:pt>
                <c:pt idx="50">
                  <c:v>42440</c:v>
                </c:pt>
                <c:pt idx="51">
                  <c:v>42443</c:v>
                </c:pt>
                <c:pt idx="52">
                  <c:v>42444</c:v>
                </c:pt>
                <c:pt idx="53">
                  <c:v>42445</c:v>
                </c:pt>
                <c:pt idx="54">
                  <c:v>42446</c:v>
                </c:pt>
                <c:pt idx="55">
                  <c:v>42447</c:v>
                </c:pt>
                <c:pt idx="56">
                  <c:v>42450</c:v>
                </c:pt>
                <c:pt idx="57">
                  <c:v>42451</c:v>
                </c:pt>
                <c:pt idx="58">
                  <c:v>42452</c:v>
                </c:pt>
                <c:pt idx="59">
                  <c:v>42453</c:v>
                </c:pt>
                <c:pt idx="60">
                  <c:v>42454</c:v>
                </c:pt>
                <c:pt idx="61">
                  <c:v>42457</c:v>
                </c:pt>
                <c:pt idx="62">
                  <c:v>42458</c:v>
                </c:pt>
                <c:pt idx="63">
                  <c:v>42459</c:v>
                </c:pt>
                <c:pt idx="64">
                  <c:v>42460</c:v>
                </c:pt>
                <c:pt idx="65">
                  <c:v>42461</c:v>
                </c:pt>
                <c:pt idx="66">
                  <c:v>42464</c:v>
                </c:pt>
                <c:pt idx="67">
                  <c:v>42465</c:v>
                </c:pt>
                <c:pt idx="68">
                  <c:v>42466</c:v>
                </c:pt>
                <c:pt idx="69">
                  <c:v>42467</c:v>
                </c:pt>
                <c:pt idx="70">
                  <c:v>42468</c:v>
                </c:pt>
                <c:pt idx="71">
                  <c:v>42471</c:v>
                </c:pt>
                <c:pt idx="72">
                  <c:v>42472</c:v>
                </c:pt>
                <c:pt idx="73">
                  <c:v>42473</c:v>
                </c:pt>
                <c:pt idx="74">
                  <c:v>42474</c:v>
                </c:pt>
                <c:pt idx="75">
                  <c:v>42475</c:v>
                </c:pt>
                <c:pt idx="76">
                  <c:v>42478</c:v>
                </c:pt>
                <c:pt idx="77">
                  <c:v>42479</c:v>
                </c:pt>
                <c:pt idx="78">
                  <c:v>42480</c:v>
                </c:pt>
                <c:pt idx="79">
                  <c:v>42481</c:v>
                </c:pt>
                <c:pt idx="80">
                  <c:v>42482</c:v>
                </c:pt>
                <c:pt idx="81">
                  <c:v>42485</c:v>
                </c:pt>
                <c:pt idx="82">
                  <c:v>42486</c:v>
                </c:pt>
                <c:pt idx="83">
                  <c:v>42487</c:v>
                </c:pt>
                <c:pt idx="84">
                  <c:v>42488</c:v>
                </c:pt>
                <c:pt idx="85">
                  <c:v>42489</c:v>
                </c:pt>
                <c:pt idx="86">
                  <c:v>42492</c:v>
                </c:pt>
                <c:pt idx="87">
                  <c:v>42493</c:v>
                </c:pt>
                <c:pt idx="88">
                  <c:v>42494</c:v>
                </c:pt>
                <c:pt idx="89">
                  <c:v>42495</c:v>
                </c:pt>
                <c:pt idx="90">
                  <c:v>42496</c:v>
                </c:pt>
                <c:pt idx="91">
                  <c:v>42499</c:v>
                </c:pt>
                <c:pt idx="92">
                  <c:v>42500</c:v>
                </c:pt>
                <c:pt idx="93">
                  <c:v>42501</c:v>
                </c:pt>
                <c:pt idx="94">
                  <c:v>42502</c:v>
                </c:pt>
                <c:pt idx="95">
                  <c:v>42503</c:v>
                </c:pt>
                <c:pt idx="96">
                  <c:v>42506</c:v>
                </c:pt>
                <c:pt idx="97">
                  <c:v>42507</c:v>
                </c:pt>
                <c:pt idx="98">
                  <c:v>42508</c:v>
                </c:pt>
                <c:pt idx="99">
                  <c:v>42509</c:v>
                </c:pt>
                <c:pt idx="100">
                  <c:v>42510</c:v>
                </c:pt>
                <c:pt idx="101">
                  <c:v>42513</c:v>
                </c:pt>
                <c:pt idx="102">
                  <c:v>42514</c:v>
                </c:pt>
                <c:pt idx="103">
                  <c:v>42515</c:v>
                </c:pt>
                <c:pt idx="104">
                  <c:v>42516</c:v>
                </c:pt>
                <c:pt idx="105">
                  <c:v>42517</c:v>
                </c:pt>
                <c:pt idx="106">
                  <c:v>42520</c:v>
                </c:pt>
                <c:pt idx="107">
                  <c:v>42521</c:v>
                </c:pt>
                <c:pt idx="108">
                  <c:v>42522</c:v>
                </c:pt>
                <c:pt idx="109">
                  <c:v>42523</c:v>
                </c:pt>
                <c:pt idx="110">
                  <c:v>42524</c:v>
                </c:pt>
                <c:pt idx="111">
                  <c:v>42527</c:v>
                </c:pt>
                <c:pt idx="112">
                  <c:v>42528</c:v>
                </c:pt>
                <c:pt idx="113">
                  <c:v>42529</c:v>
                </c:pt>
                <c:pt idx="114">
                  <c:v>42530</c:v>
                </c:pt>
                <c:pt idx="115">
                  <c:v>42531</c:v>
                </c:pt>
                <c:pt idx="116">
                  <c:v>42534</c:v>
                </c:pt>
                <c:pt idx="117">
                  <c:v>42535</c:v>
                </c:pt>
                <c:pt idx="118">
                  <c:v>42536</c:v>
                </c:pt>
                <c:pt idx="119">
                  <c:v>42537</c:v>
                </c:pt>
                <c:pt idx="120">
                  <c:v>42538</c:v>
                </c:pt>
                <c:pt idx="121">
                  <c:v>42541</c:v>
                </c:pt>
                <c:pt idx="122">
                  <c:v>42542</c:v>
                </c:pt>
                <c:pt idx="123">
                  <c:v>42543</c:v>
                </c:pt>
                <c:pt idx="124">
                  <c:v>42544</c:v>
                </c:pt>
                <c:pt idx="125">
                  <c:v>42545</c:v>
                </c:pt>
                <c:pt idx="126">
                  <c:v>42548</c:v>
                </c:pt>
                <c:pt idx="127">
                  <c:v>42549</c:v>
                </c:pt>
                <c:pt idx="128">
                  <c:v>42550</c:v>
                </c:pt>
                <c:pt idx="129">
                  <c:v>42551</c:v>
                </c:pt>
                <c:pt idx="130">
                  <c:v>42552</c:v>
                </c:pt>
                <c:pt idx="131">
                  <c:v>42555</c:v>
                </c:pt>
                <c:pt idx="132">
                  <c:v>42556</c:v>
                </c:pt>
                <c:pt idx="133">
                  <c:v>42557</c:v>
                </c:pt>
                <c:pt idx="134">
                  <c:v>42558</c:v>
                </c:pt>
                <c:pt idx="135">
                  <c:v>42559</c:v>
                </c:pt>
                <c:pt idx="136">
                  <c:v>42562</c:v>
                </c:pt>
                <c:pt idx="137">
                  <c:v>42563</c:v>
                </c:pt>
                <c:pt idx="138">
                  <c:v>42564</c:v>
                </c:pt>
                <c:pt idx="139">
                  <c:v>42565</c:v>
                </c:pt>
                <c:pt idx="140">
                  <c:v>42566</c:v>
                </c:pt>
                <c:pt idx="141">
                  <c:v>42569</c:v>
                </c:pt>
                <c:pt idx="142">
                  <c:v>42570</c:v>
                </c:pt>
                <c:pt idx="143">
                  <c:v>42571</c:v>
                </c:pt>
                <c:pt idx="144">
                  <c:v>42572</c:v>
                </c:pt>
                <c:pt idx="145">
                  <c:v>42573</c:v>
                </c:pt>
                <c:pt idx="146">
                  <c:v>42576</c:v>
                </c:pt>
                <c:pt idx="147">
                  <c:v>42577</c:v>
                </c:pt>
                <c:pt idx="148">
                  <c:v>42578</c:v>
                </c:pt>
                <c:pt idx="149">
                  <c:v>42579</c:v>
                </c:pt>
                <c:pt idx="150">
                  <c:v>42580</c:v>
                </c:pt>
                <c:pt idx="151">
                  <c:v>42583</c:v>
                </c:pt>
                <c:pt idx="152">
                  <c:v>42584</c:v>
                </c:pt>
                <c:pt idx="153">
                  <c:v>42585</c:v>
                </c:pt>
                <c:pt idx="154">
                  <c:v>42586</c:v>
                </c:pt>
                <c:pt idx="155">
                  <c:v>42587</c:v>
                </c:pt>
                <c:pt idx="156">
                  <c:v>42590</c:v>
                </c:pt>
                <c:pt idx="157">
                  <c:v>42591</c:v>
                </c:pt>
                <c:pt idx="158">
                  <c:v>42592</c:v>
                </c:pt>
                <c:pt idx="159">
                  <c:v>42593</c:v>
                </c:pt>
                <c:pt idx="160">
                  <c:v>42594</c:v>
                </c:pt>
                <c:pt idx="161">
                  <c:v>42597</c:v>
                </c:pt>
                <c:pt idx="162">
                  <c:v>42598</c:v>
                </c:pt>
                <c:pt idx="163">
                  <c:v>42599</c:v>
                </c:pt>
                <c:pt idx="164">
                  <c:v>42600</c:v>
                </c:pt>
                <c:pt idx="165">
                  <c:v>42601</c:v>
                </c:pt>
                <c:pt idx="166">
                  <c:v>42604</c:v>
                </c:pt>
                <c:pt idx="167">
                  <c:v>42605</c:v>
                </c:pt>
                <c:pt idx="168">
                  <c:v>42606</c:v>
                </c:pt>
                <c:pt idx="169">
                  <c:v>42607</c:v>
                </c:pt>
                <c:pt idx="170">
                  <c:v>42608</c:v>
                </c:pt>
                <c:pt idx="171">
                  <c:v>42611</c:v>
                </c:pt>
                <c:pt idx="172">
                  <c:v>42612</c:v>
                </c:pt>
                <c:pt idx="173">
                  <c:v>42613</c:v>
                </c:pt>
                <c:pt idx="174">
                  <c:v>42614</c:v>
                </c:pt>
                <c:pt idx="175">
                  <c:v>42615</c:v>
                </c:pt>
                <c:pt idx="176">
                  <c:v>42618</c:v>
                </c:pt>
                <c:pt idx="177">
                  <c:v>42619</c:v>
                </c:pt>
                <c:pt idx="178">
                  <c:v>42620</c:v>
                </c:pt>
                <c:pt idx="179">
                  <c:v>42621</c:v>
                </c:pt>
                <c:pt idx="180">
                  <c:v>42622</c:v>
                </c:pt>
                <c:pt idx="181">
                  <c:v>42625</c:v>
                </c:pt>
                <c:pt idx="182">
                  <c:v>42626</c:v>
                </c:pt>
                <c:pt idx="183">
                  <c:v>42627</c:v>
                </c:pt>
                <c:pt idx="184">
                  <c:v>42628</c:v>
                </c:pt>
                <c:pt idx="185">
                  <c:v>42629</c:v>
                </c:pt>
                <c:pt idx="186">
                  <c:v>42632</c:v>
                </c:pt>
                <c:pt idx="187">
                  <c:v>42633</c:v>
                </c:pt>
                <c:pt idx="188">
                  <c:v>42634</c:v>
                </c:pt>
                <c:pt idx="189">
                  <c:v>42635</c:v>
                </c:pt>
                <c:pt idx="190">
                  <c:v>42636</c:v>
                </c:pt>
                <c:pt idx="191">
                  <c:v>42639</c:v>
                </c:pt>
                <c:pt idx="192">
                  <c:v>42640</c:v>
                </c:pt>
                <c:pt idx="193">
                  <c:v>42641</c:v>
                </c:pt>
                <c:pt idx="194">
                  <c:v>42642</c:v>
                </c:pt>
                <c:pt idx="195">
                  <c:v>42643</c:v>
                </c:pt>
                <c:pt idx="196">
                  <c:v>42646</c:v>
                </c:pt>
                <c:pt idx="197">
                  <c:v>42647</c:v>
                </c:pt>
                <c:pt idx="198">
                  <c:v>42648</c:v>
                </c:pt>
                <c:pt idx="199">
                  <c:v>42649</c:v>
                </c:pt>
                <c:pt idx="200">
                  <c:v>42650</c:v>
                </c:pt>
                <c:pt idx="201">
                  <c:v>42653</c:v>
                </c:pt>
                <c:pt idx="202">
                  <c:v>42654</c:v>
                </c:pt>
                <c:pt idx="203">
                  <c:v>42655</c:v>
                </c:pt>
                <c:pt idx="204">
                  <c:v>42656</c:v>
                </c:pt>
                <c:pt idx="205">
                  <c:v>42657</c:v>
                </c:pt>
                <c:pt idx="206">
                  <c:v>42660</c:v>
                </c:pt>
                <c:pt idx="207">
                  <c:v>42661</c:v>
                </c:pt>
                <c:pt idx="208">
                  <c:v>42662</c:v>
                </c:pt>
                <c:pt idx="209">
                  <c:v>42663</c:v>
                </c:pt>
                <c:pt idx="210">
                  <c:v>42664</c:v>
                </c:pt>
                <c:pt idx="211">
                  <c:v>42667</c:v>
                </c:pt>
                <c:pt idx="212">
                  <c:v>42668</c:v>
                </c:pt>
                <c:pt idx="213">
                  <c:v>42669</c:v>
                </c:pt>
                <c:pt idx="214">
                  <c:v>42670</c:v>
                </c:pt>
                <c:pt idx="215">
                  <c:v>42671</c:v>
                </c:pt>
                <c:pt idx="216">
                  <c:v>42674</c:v>
                </c:pt>
                <c:pt idx="217">
                  <c:v>42675</c:v>
                </c:pt>
                <c:pt idx="218">
                  <c:v>42676</c:v>
                </c:pt>
                <c:pt idx="219">
                  <c:v>42677</c:v>
                </c:pt>
                <c:pt idx="220">
                  <c:v>42678</c:v>
                </c:pt>
                <c:pt idx="221">
                  <c:v>42681</c:v>
                </c:pt>
                <c:pt idx="222">
                  <c:v>42682</c:v>
                </c:pt>
                <c:pt idx="223">
                  <c:v>42683</c:v>
                </c:pt>
                <c:pt idx="224">
                  <c:v>42684</c:v>
                </c:pt>
                <c:pt idx="225">
                  <c:v>42685</c:v>
                </c:pt>
                <c:pt idx="226">
                  <c:v>42688</c:v>
                </c:pt>
                <c:pt idx="227">
                  <c:v>42689</c:v>
                </c:pt>
                <c:pt idx="228">
                  <c:v>42690</c:v>
                </c:pt>
                <c:pt idx="229">
                  <c:v>42691</c:v>
                </c:pt>
                <c:pt idx="230">
                  <c:v>42692</c:v>
                </c:pt>
                <c:pt idx="231">
                  <c:v>42695</c:v>
                </c:pt>
                <c:pt idx="232">
                  <c:v>42696</c:v>
                </c:pt>
                <c:pt idx="233">
                  <c:v>42697</c:v>
                </c:pt>
                <c:pt idx="234">
                  <c:v>42698</c:v>
                </c:pt>
                <c:pt idx="235">
                  <c:v>42699</c:v>
                </c:pt>
                <c:pt idx="236">
                  <c:v>42702</c:v>
                </c:pt>
                <c:pt idx="237">
                  <c:v>42703</c:v>
                </c:pt>
                <c:pt idx="238">
                  <c:v>42704</c:v>
                </c:pt>
                <c:pt idx="239">
                  <c:v>42705</c:v>
                </c:pt>
                <c:pt idx="240">
                  <c:v>42706</c:v>
                </c:pt>
                <c:pt idx="241">
                  <c:v>42709</c:v>
                </c:pt>
                <c:pt idx="242">
                  <c:v>42710</c:v>
                </c:pt>
                <c:pt idx="243">
                  <c:v>42711</c:v>
                </c:pt>
                <c:pt idx="244">
                  <c:v>42712</c:v>
                </c:pt>
                <c:pt idx="245">
                  <c:v>42713</c:v>
                </c:pt>
                <c:pt idx="246">
                  <c:v>42716</c:v>
                </c:pt>
                <c:pt idx="247">
                  <c:v>42717</c:v>
                </c:pt>
                <c:pt idx="248">
                  <c:v>42718</c:v>
                </c:pt>
                <c:pt idx="249">
                  <c:v>42719</c:v>
                </c:pt>
                <c:pt idx="250">
                  <c:v>42720</c:v>
                </c:pt>
                <c:pt idx="251">
                  <c:v>42723</c:v>
                </c:pt>
                <c:pt idx="252">
                  <c:v>42724</c:v>
                </c:pt>
                <c:pt idx="253">
                  <c:v>42725</c:v>
                </c:pt>
                <c:pt idx="254">
                  <c:v>42726</c:v>
                </c:pt>
                <c:pt idx="255">
                  <c:v>42727</c:v>
                </c:pt>
                <c:pt idx="256">
                  <c:v>42730</c:v>
                </c:pt>
                <c:pt idx="257">
                  <c:v>42731</c:v>
                </c:pt>
                <c:pt idx="258">
                  <c:v>42732</c:v>
                </c:pt>
                <c:pt idx="259">
                  <c:v>42733</c:v>
                </c:pt>
                <c:pt idx="260">
                  <c:v>42734</c:v>
                </c:pt>
                <c:pt idx="261">
                  <c:v>42737</c:v>
                </c:pt>
                <c:pt idx="262">
                  <c:v>42738</c:v>
                </c:pt>
                <c:pt idx="263">
                  <c:v>42739</c:v>
                </c:pt>
                <c:pt idx="264">
                  <c:v>42740</c:v>
                </c:pt>
                <c:pt idx="265">
                  <c:v>42741</c:v>
                </c:pt>
                <c:pt idx="266">
                  <c:v>42744</c:v>
                </c:pt>
                <c:pt idx="267">
                  <c:v>42745</c:v>
                </c:pt>
                <c:pt idx="268">
                  <c:v>42746</c:v>
                </c:pt>
                <c:pt idx="269">
                  <c:v>42747</c:v>
                </c:pt>
                <c:pt idx="270">
                  <c:v>42748</c:v>
                </c:pt>
                <c:pt idx="271">
                  <c:v>42751</c:v>
                </c:pt>
                <c:pt idx="272">
                  <c:v>42752</c:v>
                </c:pt>
                <c:pt idx="273">
                  <c:v>42753</c:v>
                </c:pt>
                <c:pt idx="274">
                  <c:v>42754</c:v>
                </c:pt>
                <c:pt idx="275">
                  <c:v>42755</c:v>
                </c:pt>
                <c:pt idx="276">
                  <c:v>42758</c:v>
                </c:pt>
                <c:pt idx="277">
                  <c:v>42759</c:v>
                </c:pt>
                <c:pt idx="278">
                  <c:v>42760</c:v>
                </c:pt>
                <c:pt idx="279">
                  <c:v>42761</c:v>
                </c:pt>
                <c:pt idx="280">
                  <c:v>42762</c:v>
                </c:pt>
                <c:pt idx="281">
                  <c:v>42765</c:v>
                </c:pt>
                <c:pt idx="282">
                  <c:v>42766</c:v>
                </c:pt>
                <c:pt idx="283">
                  <c:v>42767</c:v>
                </c:pt>
                <c:pt idx="284">
                  <c:v>42768</c:v>
                </c:pt>
                <c:pt idx="285">
                  <c:v>42769</c:v>
                </c:pt>
                <c:pt idx="286">
                  <c:v>42772</c:v>
                </c:pt>
                <c:pt idx="287">
                  <c:v>42773</c:v>
                </c:pt>
                <c:pt idx="288">
                  <c:v>42774</c:v>
                </c:pt>
                <c:pt idx="289">
                  <c:v>42775</c:v>
                </c:pt>
                <c:pt idx="290">
                  <c:v>42776</c:v>
                </c:pt>
                <c:pt idx="291">
                  <c:v>42779</c:v>
                </c:pt>
                <c:pt idx="292">
                  <c:v>42780</c:v>
                </c:pt>
                <c:pt idx="293">
                  <c:v>42781</c:v>
                </c:pt>
                <c:pt idx="294">
                  <c:v>42782</c:v>
                </c:pt>
                <c:pt idx="295">
                  <c:v>42783</c:v>
                </c:pt>
                <c:pt idx="296">
                  <c:v>42786</c:v>
                </c:pt>
                <c:pt idx="297">
                  <c:v>42787</c:v>
                </c:pt>
                <c:pt idx="298">
                  <c:v>42788</c:v>
                </c:pt>
                <c:pt idx="299">
                  <c:v>42789</c:v>
                </c:pt>
                <c:pt idx="300">
                  <c:v>42790</c:v>
                </c:pt>
                <c:pt idx="301">
                  <c:v>42793</c:v>
                </c:pt>
                <c:pt idx="302">
                  <c:v>42794</c:v>
                </c:pt>
                <c:pt idx="303">
                  <c:v>42795</c:v>
                </c:pt>
                <c:pt idx="304">
                  <c:v>42796</c:v>
                </c:pt>
                <c:pt idx="305">
                  <c:v>42797</c:v>
                </c:pt>
                <c:pt idx="306">
                  <c:v>42800</c:v>
                </c:pt>
                <c:pt idx="307">
                  <c:v>42801</c:v>
                </c:pt>
                <c:pt idx="308">
                  <c:v>42802</c:v>
                </c:pt>
                <c:pt idx="309">
                  <c:v>42803</c:v>
                </c:pt>
                <c:pt idx="310">
                  <c:v>42804</c:v>
                </c:pt>
                <c:pt idx="311">
                  <c:v>42807</c:v>
                </c:pt>
                <c:pt idx="312">
                  <c:v>42808</c:v>
                </c:pt>
                <c:pt idx="313">
                  <c:v>42809</c:v>
                </c:pt>
                <c:pt idx="314">
                  <c:v>42810</c:v>
                </c:pt>
                <c:pt idx="315">
                  <c:v>42811</c:v>
                </c:pt>
                <c:pt idx="316">
                  <c:v>42814</c:v>
                </c:pt>
                <c:pt idx="317">
                  <c:v>42815</c:v>
                </c:pt>
                <c:pt idx="318">
                  <c:v>42816</c:v>
                </c:pt>
                <c:pt idx="319">
                  <c:v>42817</c:v>
                </c:pt>
                <c:pt idx="320">
                  <c:v>42818</c:v>
                </c:pt>
                <c:pt idx="321">
                  <c:v>42821</c:v>
                </c:pt>
                <c:pt idx="322">
                  <c:v>42822</c:v>
                </c:pt>
                <c:pt idx="323">
                  <c:v>42823</c:v>
                </c:pt>
                <c:pt idx="324">
                  <c:v>42824</c:v>
                </c:pt>
                <c:pt idx="325">
                  <c:v>42825</c:v>
                </c:pt>
                <c:pt idx="326">
                  <c:v>42828</c:v>
                </c:pt>
                <c:pt idx="327">
                  <c:v>42829</c:v>
                </c:pt>
                <c:pt idx="328">
                  <c:v>42830</c:v>
                </c:pt>
                <c:pt idx="329">
                  <c:v>42831</c:v>
                </c:pt>
                <c:pt idx="330">
                  <c:v>42832</c:v>
                </c:pt>
                <c:pt idx="331">
                  <c:v>42835</c:v>
                </c:pt>
                <c:pt idx="332">
                  <c:v>42836</c:v>
                </c:pt>
                <c:pt idx="333">
                  <c:v>42837</c:v>
                </c:pt>
                <c:pt idx="334">
                  <c:v>42838</c:v>
                </c:pt>
                <c:pt idx="335">
                  <c:v>42839</c:v>
                </c:pt>
                <c:pt idx="336">
                  <c:v>42842</c:v>
                </c:pt>
                <c:pt idx="337">
                  <c:v>42843</c:v>
                </c:pt>
                <c:pt idx="338">
                  <c:v>42844</c:v>
                </c:pt>
                <c:pt idx="339">
                  <c:v>42845</c:v>
                </c:pt>
                <c:pt idx="340">
                  <c:v>42846</c:v>
                </c:pt>
                <c:pt idx="341">
                  <c:v>42849</c:v>
                </c:pt>
                <c:pt idx="342">
                  <c:v>42850</c:v>
                </c:pt>
                <c:pt idx="343">
                  <c:v>42851</c:v>
                </c:pt>
                <c:pt idx="344">
                  <c:v>42852</c:v>
                </c:pt>
                <c:pt idx="345">
                  <c:v>42853</c:v>
                </c:pt>
                <c:pt idx="346">
                  <c:v>42856</c:v>
                </c:pt>
                <c:pt idx="347">
                  <c:v>42857</c:v>
                </c:pt>
                <c:pt idx="348">
                  <c:v>42858</c:v>
                </c:pt>
                <c:pt idx="349">
                  <c:v>42859</c:v>
                </c:pt>
                <c:pt idx="350">
                  <c:v>42860</c:v>
                </c:pt>
                <c:pt idx="351">
                  <c:v>42863</c:v>
                </c:pt>
                <c:pt idx="352">
                  <c:v>42864</c:v>
                </c:pt>
                <c:pt idx="353">
                  <c:v>42865</c:v>
                </c:pt>
                <c:pt idx="354">
                  <c:v>42866</c:v>
                </c:pt>
                <c:pt idx="355">
                  <c:v>42867</c:v>
                </c:pt>
                <c:pt idx="356">
                  <c:v>42870</c:v>
                </c:pt>
                <c:pt idx="357">
                  <c:v>42871</c:v>
                </c:pt>
                <c:pt idx="358">
                  <c:v>42872</c:v>
                </c:pt>
                <c:pt idx="359">
                  <c:v>42873</c:v>
                </c:pt>
                <c:pt idx="360">
                  <c:v>42874</c:v>
                </c:pt>
                <c:pt idx="361">
                  <c:v>42877</c:v>
                </c:pt>
                <c:pt idx="362">
                  <c:v>42878</c:v>
                </c:pt>
                <c:pt idx="363">
                  <c:v>42879</c:v>
                </c:pt>
                <c:pt idx="364">
                  <c:v>42880</c:v>
                </c:pt>
                <c:pt idx="365">
                  <c:v>42881</c:v>
                </c:pt>
                <c:pt idx="366">
                  <c:v>42884</c:v>
                </c:pt>
                <c:pt idx="367">
                  <c:v>42885</c:v>
                </c:pt>
                <c:pt idx="368">
                  <c:v>42886</c:v>
                </c:pt>
                <c:pt idx="369">
                  <c:v>42887</c:v>
                </c:pt>
                <c:pt idx="370">
                  <c:v>42888</c:v>
                </c:pt>
                <c:pt idx="371">
                  <c:v>42891</c:v>
                </c:pt>
                <c:pt idx="372">
                  <c:v>42892</c:v>
                </c:pt>
                <c:pt idx="373">
                  <c:v>42893</c:v>
                </c:pt>
                <c:pt idx="374">
                  <c:v>42894</c:v>
                </c:pt>
                <c:pt idx="375">
                  <c:v>42895</c:v>
                </c:pt>
                <c:pt idx="376">
                  <c:v>42898</c:v>
                </c:pt>
                <c:pt idx="377">
                  <c:v>42899</c:v>
                </c:pt>
                <c:pt idx="378">
                  <c:v>42900</c:v>
                </c:pt>
                <c:pt idx="379">
                  <c:v>42901</c:v>
                </c:pt>
                <c:pt idx="380">
                  <c:v>42902</c:v>
                </c:pt>
                <c:pt idx="381">
                  <c:v>42905</c:v>
                </c:pt>
                <c:pt idx="382">
                  <c:v>42906</c:v>
                </c:pt>
                <c:pt idx="383">
                  <c:v>42907</c:v>
                </c:pt>
                <c:pt idx="384">
                  <c:v>42908</c:v>
                </c:pt>
                <c:pt idx="385">
                  <c:v>42909</c:v>
                </c:pt>
                <c:pt idx="386">
                  <c:v>42912</c:v>
                </c:pt>
                <c:pt idx="387">
                  <c:v>42913</c:v>
                </c:pt>
                <c:pt idx="388">
                  <c:v>42914</c:v>
                </c:pt>
                <c:pt idx="389">
                  <c:v>42915</c:v>
                </c:pt>
                <c:pt idx="390">
                  <c:v>42916</c:v>
                </c:pt>
                <c:pt idx="391">
                  <c:v>42919</c:v>
                </c:pt>
                <c:pt idx="392">
                  <c:v>42920</c:v>
                </c:pt>
                <c:pt idx="393">
                  <c:v>42921</c:v>
                </c:pt>
                <c:pt idx="394">
                  <c:v>42922</c:v>
                </c:pt>
                <c:pt idx="395">
                  <c:v>42923</c:v>
                </c:pt>
                <c:pt idx="396">
                  <c:v>42926</c:v>
                </c:pt>
                <c:pt idx="397">
                  <c:v>42927</c:v>
                </c:pt>
                <c:pt idx="398">
                  <c:v>42928</c:v>
                </c:pt>
                <c:pt idx="399">
                  <c:v>42929</c:v>
                </c:pt>
                <c:pt idx="400">
                  <c:v>42930</c:v>
                </c:pt>
                <c:pt idx="401">
                  <c:v>42933</c:v>
                </c:pt>
                <c:pt idx="402">
                  <c:v>42934</c:v>
                </c:pt>
                <c:pt idx="403">
                  <c:v>42935</c:v>
                </c:pt>
                <c:pt idx="404">
                  <c:v>42936</c:v>
                </c:pt>
                <c:pt idx="405">
                  <c:v>42937</c:v>
                </c:pt>
                <c:pt idx="406">
                  <c:v>42940</c:v>
                </c:pt>
                <c:pt idx="407">
                  <c:v>42941</c:v>
                </c:pt>
                <c:pt idx="408">
                  <c:v>42942</c:v>
                </c:pt>
                <c:pt idx="409">
                  <c:v>42943</c:v>
                </c:pt>
                <c:pt idx="410">
                  <c:v>42944</c:v>
                </c:pt>
                <c:pt idx="411">
                  <c:v>42947</c:v>
                </c:pt>
                <c:pt idx="412">
                  <c:v>42948</c:v>
                </c:pt>
                <c:pt idx="413">
                  <c:v>42949</c:v>
                </c:pt>
                <c:pt idx="414">
                  <c:v>42950</c:v>
                </c:pt>
                <c:pt idx="415">
                  <c:v>42951</c:v>
                </c:pt>
                <c:pt idx="416">
                  <c:v>42954</c:v>
                </c:pt>
                <c:pt idx="417">
                  <c:v>42955</c:v>
                </c:pt>
                <c:pt idx="418">
                  <c:v>42956</c:v>
                </c:pt>
                <c:pt idx="419">
                  <c:v>42957</c:v>
                </c:pt>
                <c:pt idx="420">
                  <c:v>42958</c:v>
                </c:pt>
                <c:pt idx="421">
                  <c:v>42961</c:v>
                </c:pt>
                <c:pt idx="422">
                  <c:v>42962</c:v>
                </c:pt>
                <c:pt idx="423">
                  <c:v>42963</c:v>
                </c:pt>
                <c:pt idx="424">
                  <c:v>42964</c:v>
                </c:pt>
                <c:pt idx="425">
                  <c:v>42965</c:v>
                </c:pt>
                <c:pt idx="426">
                  <c:v>42968</c:v>
                </c:pt>
                <c:pt idx="427">
                  <c:v>42969</c:v>
                </c:pt>
                <c:pt idx="428">
                  <c:v>42970</c:v>
                </c:pt>
                <c:pt idx="429">
                  <c:v>42971</c:v>
                </c:pt>
                <c:pt idx="430">
                  <c:v>42972</c:v>
                </c:pt>
                <c:pt idx="431">
                  <c:v>42975</c:v>
                </c:pt>
                <c:pt idx="432">
                  <c:v>42976</c:v>
                </c:pt>
                <c:pt idx="433">
                  <c:v>42977</c:v>
                </c:pt>
                <c:pt idx="434">
                  <c:v>42978</c:v>
                </c:pt>
                <c:pt idx="435">
                  <c:v>42979</c:v>
                </c:pt>
                <c:pt idx="436">
                  <c:v>42982</c:v>
                </c:pt>
                <c:pt idx="437">
                  <c:v>42983</c:v>
                </c:pt>
                <c:pt idx="438">
                  <c:v>42984</c:v>
                </c:pt>
                <c:pt idx="439">
                  <c:v>42985</c:v>
                </c:pt>
                <c:pt idx="440">
                  <c:v>42986</c:v>
                </c:pt>
                <c:pt idx="441">
                  <c:v>42989</c:v>
                </c:pt>
                <c:pt idx="442">
                  <c:v>42990</c:v>
                </c:pt>
                <c:pt idx="443">
                  <c:v>42991</c:v>
                </c:pt>
                <c:pt idx="444">
                  <c:v>42992</c:v>
                </c:pt>
                <c:pt idx="445">
                  <c:v>42993</c:v>
                </c:pt>
                <c:pt idx="446">
                  <c:v>42996</c:v>
                </c:pt>
                <c:pt idx="447">
                  <c:v>42997</c:v>
                </c:pt>
                <c:pt idx="448">
                  <c:v>42998</c:v>
                </c:pt>
                <c:pt idx="449">
                  <c:v>42999</c:v>
                </c:pt>
                <c:pt idx="450">
                  <c:v>43000</c:v>
                </c:pt>
                <c:pt idx="451">
                  <c:v>43003</c:v>
                </c:pt>
                <c:pt idx="452">
                  <c:v>43004</c:v>
                </c:pt>
                <c:pt idx="453">
                  <c:v>43005</c:v>
                </c:pt>
                <c:pt idx="454">
                  <c:v>43006</c:v>
                </c:pt>
                <c:pt idx="455">
                  <c:v>43007</c:v>
                </c:pt>
                <c:pt idx="456">
                  <c:v>43010</c:v>
                </c:pt>
                <c:pt idx="457">
                  <c:v>43011</c:v>
                </c:pt>
                <c:pt idx="458">
                  <c:v>43012</c:v>
                </c:pt>
                <c:pt idx="459">
                  <c:v>43013</c:v>
                </c:pt>
                <c:pt idx="460">
                  <c:v>43014</c:v>
                </c:pt>
                <c:pt idx="461">
                  <c:v>43017</c:v>
                </c:pt>
                <c:pt idx="462">
                  <c:v>43018</c:v>
                </c:pt>
                <c:pt idx="463">
                  <c:v>43019</c:v>
                </c:pt>
                <c:pt idx="464">
                  <c:v>43020</c:v>
                </c:pt>
                <c:pt idx="465">
                  <c:v>43021</c:v>
                </c:pt>
                <c:pt idx="466">
                  <c:v>43024</c:v>
                </c:pt>
                <c:pt idx="467">
                  <c:v>43025</c:v>
                </c:pt>
                <c:pt idx="468">
                  <c:v>43026</c:v>
                </c:pt>
                <c:pt idx="469">
                  <c:v>43027</c:v>
                </c:pt>
                <c:pt idx="470">
                  <c:v>43028</c:v>
                </c:pt>
                <c:pt idx="471">
                  <c:v>43031</c:v>
                </c:pt>
                <c:pt idx="472">
                  <c:v>43032</c:v>
                </c:pt>
                <c:pt idx="473">
                  <c:v>43033</c:v>
                </c:pt>
                <c:pt idx="474">
                  <c:v>43034</c:v>
                </c:pt>
                <c:pt idx="475">
                  <c:v>43035</c:v>
                </c:pt>
                <c:pt idx="476">
                  <c:v>43038</c:v>
                </c:pt>
                <c:pt idx="477">
                  <c:v>43039</c:v>
                </c:pt>
                <c:pt idx="478">
                  <c:v>43040</c:v>
                </c:pt>
                <c:pt idx="479">
                  <c:v>43041</c:v>
                </c:pt>
                <c:pt idx="480">
                  <c:v>43042</c:v>
                </c:pt>
                <c:pt idx="481">
                  <c:v>43045</c:v>
                </c:pt>
                <c:pt idx="482">
                  <c:v>43046</c:v>
                </c:pt>
                <c:pt idx="483">
                  <c:v>43047</c:v>
                </c:pt>
                <c:pt idx="484">
                  <c:v>43048</c:v>
                </c:pt>
                <c:pt idx="485">
                  <c:v>43049</c:v>
                </c:pt>
                <c:pt idx="486">
                  <c:v>43052</c:v>
                </c:pt>
                <c:pt idx="487">
                  <c:v>43053</c:v>
                </c:pt>
                <c:pt idx="488">
                  <c:v>43054</c:v>
                </c:pt>
                <c:pt idx="489">
                  <c:v>43055</c:v>
                </c:pt>
                <c:pt idx="490">
                  <c:v>43056</c:v>
                </c:pt>
                <c:pt idx="491">
                  <c:v>43059</c:v>
                </c:pt>
                <c:pt idx="492">
                  <c:v>43060</c:v>
                </c:pt>
                <c:pt idx="493">
                  <c:v>43061</c:v>
                </c:pt>
                <c:pt idx="494">
                  <c:v>43062</c:v>
                </c:pt>
                <c:pt idx="495">
                  <c:v>43063</c:v>
                </c:pt>
                <c:pt idx="496">
                  <c:v>43066</c:v>
                </c:pt>
                <c:pt idx="497">
                  <c:v>43067</c:v>
                </c:pt>
                <c:pt idx="498">
                  <c:v>43068</c:v>
                </c:pt>
                <c:pt idx="499">
                  <c:v>43069</c:v>
                </c:pt>
                <c:pt idx="500">
                  <c:v>43070</c:v>
                </c:pt>
                <c:pt idx="501">
                  <c:v>43073</c:v>
                </c:pt>
                <c:pt idx="502">
                  <c:v>43074</c:v>
                </c:pt>
                <c:pt idx="503">
                  <c:v>43075</c:v>
                </c:pt>
                <c:pt idx="504">
                  <c:v>43076</c:v>
                </c:pt>
                <c:pt idx="505">
                  <c:v>43077</c:v>
                </c:pt>
                <c:pt idx="506">
                  <c:v>43080</c:v>
                </c:pt>
                <c:pt idx="507">
                  <c:v>43081</c:v>
                </c:pt>
                <c:pt idx="508">
                  <c:v>43082</c:v>
                </c:pt>
                <c:pt idx="509">
                  <c:v>43083</c:v>
                </c:pt>
                <c:pt idx="510">
                  <c:v>43084</c:v>
                </c:pt>
                <c:pt idx="511">
                  <c:v>43087</c:v>
                </c:pt>
                <c:pt idx="512">
                  <c:v>43088</c:v>
                </c:pt>
                <c:pt idx="513">
                  <c:v>43089</c:v>
                </c:pt>
                <c:pt idx="514">
                  <c:v>43090</c:v>
                </c:pt>
                <c:pt idx="515">
                  <c:v>43091</c:v>
                </c:pt>
                <c:pt idx="516">
                  <c:v>43094</c:v>
                </c:pt>
                <c:pt idx="517">
                  <c:v>43095</c:v>
                </c:pt>
                <c:pt idx="518">
                  <c:v>43096</c:v>
                </c:pt>
                <c:pt idx="519">
                  <c:v>43097</c:v>
                </c:pt>
                <c:pt idx="520">
                  <c:v>43098</c:v>
                </c:pt>
                <c:pt idx="521">
                  <c:v>43101</c:v>
                </c:pt>
                <c:pt idx="522">
                  <c:v>43102</c:v>
                </c:pt>
                <c:pt idx="523">
                  <c:v>43103</c:v>
                </c:pt>
                <c:pt idx="524">
                  <c:v>43104</c:v>
                </c:pt>
                <c:pt idx="525">
                  <c:v>43105</c:v>
                </c:pt>
                <c:pt idx="526">
                  <c:v>43108</c:v>
                </c:pt>
                <c:pt idx="527">
                  <c:v>43109</c:v>
                </c:pt>
                <c:pt idx="528">
                  <c:v>43110</c:v>
                </c:pt>
                <c:pt idx="529">
                  <c:v>43111</c:v>
                </c:pt>
                <c:pt idx="530">
                  <c:v>43112</c:v>
                </c:pt>
                <c:pt idx="531">
                  <c:v>43115</c:v>
                </c:pt>
                <c:pt idx="532">
                  <c:v>43116</c:v>
                </c:pt>
                <c:pt idx="533">
                  <c:v>43117</c:v>
                </c:pt>
                <c:pt idx="534">
                  <c:v>43118</c:v>
                </c:pt>
                <c:pt idx="535">
                  <c:v>43119</c:v>
                </c:pt>
                <c:pt idx="536">
                  <c:v>43122</c:v>
                </c:pt>
                <c:pt idx="537">
                  <c:v>43123</c:v>
                </c:pt>
                <c:pt idx="538">
                  <c:v>43124</c:v>
                </c:pt>
                <c:pt idx="539">
                  <c:v>43125</c:v>
                </c:pt>
                <c:pt idx="540">
                  <c:v>43126</c:v>
                </c:pt>
                <c:pt idx="541">
                  <c:v>43129</c:v>
                </c:pt>
                <c:pt idx="542">
                  <c:v>43130</c:v>
                </c:pt>
                <c:pt idx="543">
                  <c:v>43131</c:v>
                </c:pt>
                <c:pt idx="544">
                  <c:v>43132</c:v>
                </c:pt>
                <c:pt idx="545">
                  <c:v>43133</c:v>
                </c:pt>
                <c:pt idx="546">
                  <c:v>43136</c:v>
                </c:pt>
                <c:pt idx="547">
                  <c:v>43137</c:v>
                </c:pt>
                <c:pt idx="548">
                  <c:v>43138</c:v>
                </c:pt>
                <c:pt idx="549">
                  <c:v>43139</c:v>
                </c:pt>
                <c:pt idx="550">
                  <c:v>43140</c:v>
                </c:pt>
                <c:pt idx="551">
                  <c:v>43143</c:v>
                </c:pt>
                <c:pt idx="552">
                  <c:v>43144</c:v>
                </c:pt>
                <c:pt idx="553">
                  <c:v>43145</c:v>
                </c:pt>
                <c:pt idx="554">
                  <c:v>43146</c:v>
                </c:pt>
                <c:pt idx="555">
                  <c:v>43147</c:v>
                </c:pt>
                <c:pt idx="556">
                  <c:v>43150</c:v>
                </c:pt>
                <c:pt idx="557">
                  <c:v>43151</c:v>
                </c:pt>
                <c:pt idx="558">
                  <c:v>43152</c:v>
                </c:pt>
                <c:pt idx="559">
                  <c:v>43153</c:v>
                </c:pt>
                <c:pt idx="560">
                  <c:v>43154</c:v>
                </c:pt>
                <c:pt idx="561">
                  <c:v>43157</c:v>
                </c:pt>
                <c:pt idx="562">
                  <c:v>43158</c:v>
                </c:pt>
                <c:pt idx="563">
                  <c:v>43159</c:v>
                </c:pt>
                <c:pt idx="564">
                  <c:v>43160</c:v>
                </c:pt>
                <c:pt idx="565">
                  <c:v>43161</c:v>
                </c:pt>
                <c:pt idx="566">
                  <c:v>43164</c:v>
                </c:pt>
                <c:pt idx="567">
                  <c:v>43165</c:v>
                </c:pt>
                <c:pt idx="568">
                  <c:v>43166</c:v>
                </c:pt>
                <c:pt idx="569">
                  <c:v>43167</c:v>
                </c:pt>
                <c:pt idx="570">
                  <c:v>43168</c:v>
                </c:pt>
                <c:pt idx="571">
                  <c:v>43171</c:v>
                </c:pt>
                <c:pt idx="572">
                  <c:v>43172</c:v>
                </c:pt>
                <c:pt idx="573">
                  <c:v>43173</c:v>
                </c:pt>
                <c:pt idx="574">
                  <c:v>43174</c:v>
                </c:pt>
                <c:pt idx="575">
                  <c:v>43175</c:v>
                </c:pt>
                <c:pt idx="576">
                  <c:v>43178</c:v>
                </c:pt>
                <c:pt idx="577">
                  <c:v>43179</c:v>
                </c:pt>
                <c:pt idx="578">
                  <c:v>43180</c:v>
                </c:pt>
                <c:pt idx="579">
                  <c:v>43181</c:v>
                </c:pt>
                <c:pt idx="580">
                  <c:v>43182</c:v>
                </c:pt>
                <c:pt idx="581">
                  <c:v>43185</c:v>
                </c:pt>
                <c:pt idx="582">
                  <c:v>43186</c:v>
                </c:pt>
                <c:pt idx="583">
                  <c:v>43187</c:v>
                </c:pt>
                <c:pt idx="584">
                  <c:v>43188</c:v>
                </c:pt>
                <c:pt idx="585">
                  <c:v>43189</c:v>
                </c:pt>
                <c:pt idx="586">
                  <c:v>43192</c:v>
                </c:pt>
                <c:pt idx="587">
                  <c:v>43193</c:v>
                </c:pt>
                <c:pt idx="588">
                  <c:v>43194</c:v>
                </c:pt>
                <c:pt idx="589">
                  <c:v>43195</c:v>
                </c:pt>
                <c:pt idx="590">
                  <c:v>43196</c:v>
                </c:pt>
                <c:pt idx="591">
                  <c:v>43199</c:v>
                </c:pt>
                <c:pt idx="592">
                  <c:v>43200</c:v>
                </c:pt>
                <c:pt idx="593">
                  <c:v>43201</c:v>
                </c:pt>
                <c:pt idx="594">
                  <c:v>43202</c:v>
                </c:pt>
                <c:pt idx="595">
                  <c:v>43203</c:v>
                </c:pt>
                <c:pt idx="596">
                  <c:v>43206</c:v>
                </c:pt>
                <c:pt idx="597">
                  <c:v>43207</c:v>
                </c:pt>
                <c:pt idx="598">
                  <c:v>43208</c:v>
                </c:pt>
                <c:pt idx="599">
                  <c:v>43209</c:v>
                </c:pt>
                <c:pt idx="600">
                  <c:v>43210</c:v>
                </c:pt>
                <c:pt idx="601">
                  <c:v>43213</c:v>
                </c:pt>
                <c:pt idx="602">
                  <c:v>43214</c:v>
                </c:pt>
                <c:pt idx="603">
                  <c:v>43215</c:v>
                </c:pt>
                <c:pt idx="604">
                  <c:v>43216</c:v>
                </c:pt>
                <c:pt idx="605">
                  <c:v>43217</c:v>
                </c:pt>
                <c:pt idx="606">
                  <c:v>43220</c:v>
                </c:pt>
                <c:pt idx="607">
                  <c:v>43221</c:v>
                </c:pt>
                <c:pt idx="608">
                  <c:v>43222</c:v>
                </c:pt>
                <c:pt idx="609">
                  <c:v>43223</c:v>
                </c:pt>
                <c:pt idx="610">
                  <c:v>43224</c:v>
                </c:pt>
                <c:pt idx="611">
                  <c:v>43227</c:v>
                </c:pt>
                <c:pt idx="612">
                  <c:v>43228</c:v>
                </c:pt>
                <c:pt idx="613">
                  <c:v>43229</c:v>
                </c:pt>
                <c:pt idx="614">
                  <c:v>43230</c:v>
                </c:pt>
                <c:pt idx="615">
                  <c:v>43231</c:v>
                </c:pt>
                <c:pt idx="616">
                  <c:v>43234</c:v>
                </c:pt>
                <c:pt idx="617">
                  <c:v>43235</c:v>
                </c:pt>
                <c:pt idx="618">
                  <c:v>43236</c:v>
                </c:pt>
                <c:pt idx="619">
                  <c:v>43237</c:v>
                </c:pt>
                <c:pt idx="620">
                  <c:v>43238</c:v>
                </c:pt>
                <c:pt idx="621">
                  <c:v>43241</c:v>
                </c:pt>
                <c:pt idx="622">
                  <c:v>43242</c:v>
                </c:pt>
                <c:pt idx="623">
                  <c:v>43243</c:v>
                </c:pt>
                <c:pt idx="624">
                  <c:v>43244</c:v>
                </c:pt>
                <c:pt idx="625">
                  <c:v>43245</c:v>
                </c:pt>
                <c:pt idx="626">
                  <c:v>43248</c:v>
                </c:pt>
                <c:pt idx="627">
                  <c:v>43249</c:v>
                </c:pt>
                <c:pt idx="628">
                  <c:v>43250</c:v>
                </c:pt>
                <c:pt idx="629">
                  <c:v>43251</c:v>
                </c:pt>
                <c:pt idx="630">
                  <c:v>43252</c:v>
                </c:pt>
                <c:pt idx="631">
                  <c:v>43255</c:v>
                </c:pt>
                <c:pt idx="632">
                  <c:v>43256</c:v>
                </c:pt>
                <c:pt idx="633">
                  <c:v>43257</c:v>
                </c:pt>
                <c:pt idx="634">
                  <c:v>43258</c:v>
                </c:pt>
                <c:pt idx="635">
                  <c:v>43259</c:v>
                </c:pt>
                <c:pt idx="636">
                  <c:v>43262</c:v>
                </c:pt>
                <c:pt idx="637">
                  <c:v>43263</c:v>
                </c:pt>
                <c:pt idx="638">
                  <c:v>43264</c:v>
                </c:pt>
                <c:pt idx="639">
                  <c:v>43265</c:v>
                </c:pt>
                <c:pt idx="640">
                  <c:v>43266</c:v>
                </c:pt>
                <c:pt idx="641">
                  <c:v>43269</c:v>
                </c:pt>
                <c:pt idx="642">
                  <c:v>43270</c:v>
                </c:pt>
                <c:pt idx="643">
                  <c:v>43271</c:v>
                </c:pt>
                <c:pt idx="644">
                  <c:v>43272</c:v>
                </c:pt>
                <c:pt idx="645">
                  <c:v>43273</c:v>
                </c:pt>
                <c:pt idx="646">
                  <c:v>43276</c:v>
                </c:pt>
                <c:pt idx="647">
                  <c:v>43277</c:v>
                </c:pt>
                <c:pt idx="648">
                  <c:v>43278</c:v>
                </c:pt>
                <c:pt idx="649">
                  <c:v>43279</c:v>
                </c:pt>
                <c:pt idx="650">
                  <c:v>43280</c:v>
                </c:pt>
                <c:pt idx="651">
                  <c:v>43283</c:v>
                </c:pt>
                <c:pt idx="652">
                  <c:v>43284</c:v>
                </c:pt>
                <c:pt idx="653">
                  <c:v>43285</c:v>
                </c:pt>
                <c:pt idx="654">
                  <c:v>43286</c:v>
                </c:pt>
                <c:pt idx="655">
                  <c:v>43287</c:v>
                </c:pt>
                <c:pt idx="656">
                  <c:v>43290</c:v>
                </c:pt>
                <c:pt idx="657">
                  <c:v>43291</c:v>
                </c:pt>
                <c:pt idx="658">
                  <c:v>43292</c:v>
                </c:pt>
                <c:pt idx="659">
                  <c:v>43293</c:v>
                </c:pt>
                <c:pt idx="660">
                  <c:v>43294</c:v>
                </c:pt>
                <c:pt idx="661">
                  <c:v>43297</c:v>
                </c:pt>
                <c:pt idx="662">
                  <c:v>43298</c:v>
                </c:pt>
                <c:pt idx="663">
                  <c:v>43299</c:v>
                </c:pt>
                <c:pt idx="664">
                  <c:v>43300</c:v>
                </c:pt>
                <c:pt idx="665">
                  <c:v>43301</c:v>
                </c:pt>
                <c:pt idx="666">
                  <c:v>43304</c:v>
                </c:pt>
                <c:pt idx="667">
                  <c:v>43305</c:v>
                </c:pt>
                <c:pt idx="668">
                  <c:v>43306</c:v>
                </c:pt>
                <c:pt idx="669">
                  <c:v>43307</c:v>
                </c:pt>
                <c:pt idx="670">
                  <c:v>43308</c:v>
                </c:pt>
                <c:pt idx="671">
                  <c:v>43311</c:v>
                </c:pt>
                <c:pt idx="672">
                  <c:v>43312</c:v>
                </c:pt>
                <c:pt idx="673">
                  <c:v>43313</c:v>
                </c:pt>
                <c:pt idx="674">
                  <c:v>43314</c:v>
                </c:pt>
                <c:pt idx="675">
                  <c:v>43315</c:v>
                </c:pt>
                <c:pt idx="676">
                  <c:v>43318</c:v>
                </c:pt>
                <c:pt idx="677">
                  <c:v>43319</c:v>
                </c:pt>
                <c:pt idx="678">
                  <c:v>43320</c:v>
                </c:pt>
                <c:pt idx="679">
                  <c:v>43321</c:v>
                </c:pt>
                <c:pt idx="680">
                  <c:v>43322</c:v>
                </c:pt>
                <c:pt idx="681">
                  <c:v>43325</c:v>
                </c:pt>
                <c:pt idx="682">
                  <c:v>43326</c:v>
                </c:pt>
                <c:pt idx="683">
                  <c:v>43327</c:v>
                </c:pt>
                <c:pt idx="684">
                  <c:v>43328</c:v>
                </c:pt>
                <c:pt idx="685">
                  <c:v>43329</c:v>
                </c:pt>
                <c:pt idx="686">
                  <c:v>43332</c:v>
                </c:pt>
                <c:pt idx="687">
                  <c:v>43333</c:v>
                </c:pt>
                <c:pt idx="688">
                  <c:v>43334</c:v>
                </c:pt>
                <c:pt idx="689">
                  <c:v>43335</c:v>
                </c:pt>
                <c:pt idx="690">
                  <c:v>43336</c:v>
                </c:pt>
                <c:pt idx="691">
                  <c:v>43339</c:v>
                </c:pt>
                <c:pt idx="692">
                  <c:v>43340</c:v>
                </c:pt>
                <c:pt idx="693">
                  <c:v>43341</c:v>
                </c:pt>
                <c:pt idx="694">
                  <c:v>43342</c:v>
                </c:pt>
                <c:pt idx="695">
                  <c:v>43343</c:v>
                </c:pt>
                <c:pt idx="696">
                  <c:v>43346</c:v>
                </c:pt>
                <c:pt idx="697">
                  <c:v>43347</c:v>
                </c:pt>
                <c:pt idx="698">
                  <c:v>43348</c:v>
                </c:pt>
                <c:pt idx="699">
                  <c:v>43349</c:v>
                </c:pt>
                <c:pt idx="700">
                  <c:v>43350</c:v>
                </c:pt>
                <c:pt idx="701">
                  <c:v>43353</c:v>
                </c:pt>
                <c:pt idx="702">
                  <c:v>43354</c:v>
                </c:pt>
                <c:pt idx="703">
                  <c:v>43355</c:v>
                </c:pt>
                <c:pt idx="704">
                  <c:v>43356</c:v>
                </c:pt>
                <c:pt idx="705">
                  <c:v>43357</c:v>
                </c:pt>
                <c:pt idx="706">
                  <c:v>43360</c:v>
                </c:pt>
                <c:pt idx="707">
                  <c:v>43361</c:v>
                </c:pt>
                <c:pt idx="708">
                  <c:v>43362</c:v>
                </c:pt>
                <c:pt idx="709">
                  <c:v>43363</c:v>
                </c:pt>
                <c:pt idx="710">
                  <c:v>43364</c:v>
                </c:pt>
                <c:pt idx="711">
                  <c:v>43367</c:v>
                </c:pt>
                <c:pt idx="712">
                  <c:v>43368</c:v>
                </c:pt>
                <c:pt idx="713">
                  <c:v>43369</c:v>
                </c:pt>
                <c:pt idx="714">
                  <c:v>43370</c:v>
                </c:pt>
                <c:pt idx="715">
                  <c:v>43371</c:v>
                </c:pt>
                <c:pt idx="716">
                  <c:v>43374</c:v>
                </c:pt>
                <c:pt idx="717">
                  <c:v>43375</c:v>
                </c:pt>
                <c:pt idx="718">
                  <c:v>43376</c:v>
                </c:pt>
                <c:pt idx="719">
                  <c:v>43377</c:v>
                </c:pt>
                <c:pt idx="720">
                  <c:v>43378</c:v>
                </c:pt>
                <c:pt idx="721">
                  <c:v>43381</c:v>
                </c:pt>
                <c:pt idx="722">
                  <c:v>43382</c:v>
                </c:pt>
                <c:pt idx="723">
                  <c:v>43383</c:v>
                </c:pt>
                <c:pt idx="724">
                  <c:v>43384</c:v>
                </c:pt>
                <c:pt idx="725">
                  <c:v>43385</c:v>
                </c:pt>
                <c:pt idx="726">
                  <c:v>43388</c:v>
                </c:pt>
                <c:pt idx="727">
                  <c:v>43389</c:v>
                </c:pt>
                <c:pt idx="728">
                  <c:v>43390</c:v>
                </c:pt>
                <c:pt idx="729">
                  <c:v>43391</c:v>
                </c:pt>
                <c:pt idx="730">
                  <c:v>43392</c:v>
                </c:pt>
                <c:pt idx="731">
                  <c:v>43395</c:v>
                </c:pt>
                <c:pt idx="732">
                  <c:v>43396</c:v>
                </c:pt>
                <c:pt idx="733">
                  <c:v>43397</c:v>
                </c:pt>
                <c:pt idx="734">
                  <c:v>43398</c:v>
                </c:pt>
                <c:pt idx="735">
                  <c:v>43399</c:v>
                </c:pt>
                <c:pt idx="736">
                  <c:v>43402</c:v>
                </c:pt>
                <c:pt idx="737">
                  <c:v>43403</c:v>
                </c:pt>
                <c:pt idx="738">
                  <c:v>43404</c:v>
                </c:pt>
                <c:pt idx="739">
                  <c:v>43405</c:v>
                </c:pt>
                <c:pt idx="740">
                  <c:v>43406</c:v>
                </c:pt>
                <c:pt idx="741">
                  <c:v>43409</c:v>
                </c:pt>
                <c:pt idx="742">
                  <c:v>43410</c:v>
                </c:pt>
                <c:pt idx="743">
                  <c:v>43411</c:v>
                </c:pt>
                <c:pt idx="744">
                  <c:v>43412</c:v>
                </c:pt>
                <c:pt idx="745">
                  <c:v>43413</c:v>
                </c:pt>
                <c:pt idx="746">
                  <c:v>43416</c:v>
                </c:pt>
                <c:pt idx="747">
                  <c:v>43417</c:v>
                </c:pt>
                <c:pt idx="748">
                  <c:v>43418</c:v>
                </c:pt>
                <c:pt idx="749">
                  <c:v>43419</c:v>
                </c:pt>
                <c:pt idx="750">
                  <c:v>43420</c:v>
                </c:pt>
                <c:pt idx="751">
                  <c:v>43423</c:v>
                </c:pt>
                <c:pt idx="752">
                  <c:v>43424</c:v>
                </c:pt>
                <c:pt idx="753">
                  <c:v>43425</c:v>
                </c:pt>
                <c:pt idx="754">
                  <c:v>43426</c:v>
                </c:pt>
                <c:pt idx="755">
                  <c:v>43427</c:v>
                </c:pt>
                <c:pt idx="756">
                  <c:v>43430</c:v>
                </c:pt>
                <c:pt idx="757">
                  <c:v>43431</c:v>
                </c:pt>
                <c:pt idx="758">
                  <c:v>43432</c:v>
                </c:pt>
                <c:pt idx="759">
                  <c:v>43433</c:v>
                </c:pt>
                <c:pt idx="760">
                  <c:v>43434</c:v>
                </c:pt>
                <c:pt idx="761">
                  <c:v>43437</c:v>
                </c:pt>
                <c:pt idx="762">
                  <c:v>43438</c:v>
                </c:pt>
                <c:pt idx="763">
                  <c:v>43439</c:v>
                </c:pt>
                <c:pt idx="764">
                  <c:v>43440</c:v>
                </c:pt>
                <c:pt idx="765">
                  <c:v>43441</c:v>
                </c:pt>
                <c:pt idx="766">
                  <c:v>43444</c:v>
                </c:pt>
                <c:pt idx="767">
                  <c:v>43445</c:v>
                </c:pt>
                <c:pt idx="768">
                  <c:v>43446</c:v>
                </c:pt>
                <c:pt idx="769">
                  <c:v>43447</c:v>
                </c:pt>
                <c:pt idx="770">
                  <c:v>43448</c:v>
                </c:pt>
                <c:pt idx="771">
                  <c:v>43451</c:v>
                </c:pt>
                <c:pt idx="772">
                  <c:v>43452</c:v>
                </c:pt>
                <c:pt idx="773">
                  <c:v>43453</c:v>
                </c:pt>
                <c:pt idx="774">
                  <c:v>43454</c:v>
                </c:pt>
                <c:pt idx="775">
                  <c:v>43455</c:v>
                </c:pt>
                <c:pt idx="776">
                  <c:v>43458</c:v>
                </c:pt>
                <c:pt idx="777">
                  <c:v>43459</c:v>
                </c:pt>
                <c:pt idx="778">
                  <c:v>43460</c:v>
                </c:pt>
                <c:pt idx="779">
                  <c:v>43461</c:v>
                </c:pt>
                <c:pt idx="780">
                  <c:v>43462</c:v>
                </c:pt>
                <c:pt idx="781">
                  <c:v>43465</c:v>
                </c:pt>
                <c:pt idx="782">
                  <c:v>43466</c:v>
                </c:pt>
                <c:pt idx="783">
                  <c:v>43467</c:v>
                </c:pt>
                <c:pt idx="784">
                  <c:v>43468</c:v>
                </c:pt>
                <c:pt idx="785">
                  <c:v>43469</c:v>
                </c:pt>
                <c:pt idx="786">
                  <c:v>43472</c:v>
                </c:pt>
                <c:pt idx="787">
                  <c:v>43473</c:v>
                </c:pt>
                <c:pt idx="788">
                  <c:v>43474</c:v>
                </c:pt>
                <c:pt idx="789">
                  <c:v>43475</c:v>
                </c:pt>
                <c:pt idx="790">
                  <c:v>43476</c:v>
                </c:pt>
                <c:pt idx="791">
                  <c:v>43479</c:v>
                </c:pt>
                <c:pt idx="792">
                  <c:v>43480</c:v>
                </c:pt>
                <c:pt idx="793">
                  <c:v>43481</c:v>
                </c:pt>
                <c:pt idx="794">
                  <c:v>43482</c:v>
                </c:pt>
                <c:pt idx="795">
                  <c:v>43483</c:v>
                </c:pt>
                <c:pt idx="796">
                  <c:v>43486</c:v>
                </c:pt>
                <c:pt idx="797">
                  <c:v>43487</c:v>
                </c:pt>
                <c:pt idx="798">
                  <c:v>43488</c:v>
                </c:pt>
                <c:pt idx="799">
                  <c:v>43489</c:v>
                </c:pt>
                <c:pt idx="800">
                  <c:v>43490</c:v>
                </c:pt>
                <c:pt idx="801">
                  <c:v>43493</c:v>
                </c:pt>
                <c:pt idx="802">
                  <c:v>43494</c:v>
                </c:pt>
                <c:pt idx="803">
                  <c:v>43495</c:v>
                </c:pt>
                <c:pt idx="804">
                  <c:v>43496</c:v>
                </c:pt>
                <c:pt idx="805">
                  <c:v>43497</c:v>
                </c:pt>
                <c:pt idx="806">
                  <c:v>43500</c:v>
                </c:pt>
                <c:pt idx="807">
                  <c:v>43501</c:v>
                </c:pt>
                <c:pt idx="808">
                  <c:v>43502</c:v>
                </c:pt>
                <c:pt idx="809">
                  <c:v>43503</c:v>
                </c:pt>
                <c:pt idx="810">
                  <c:v>43504</c:v>
                </c:pt>
                <c:pt idx="811">
                  <c:v>43507</c:v>
                </c:pt>
                <c:pt idx="812">
                  <c:v>43508</c:v>
                </c:pt>
                <c:pt idx="813">
                  <c:v>43509</c:v>
                </c:pt>
                <c:pt idx="814">
                  <c:v>43510</c:v>
                </c:pt>
                <c:pt idx="815">
                  <c:v>43511</c:v>
                </c:pt>
                <c:pt idx="816">
                  <c:v>43514</c:v>
                </c:pt>
                <c:pt idx="817">
                  <c:v>43515</c:v>
                </c:pt>
                <c:pt idx="818">
                  <c:v>43516</c:v>
                </c:pt>
                <c:pt idx="819">
                  <c:v>43517</c:v>
                </c:pt>
                <c:pt idx="820">
                  <c:v>43518</c:v>
                </c:pt>
                <c:pt idx="821">
                  <c:v>43521</c:v>
                </c:pt>
                <c:pt idx="822">
                  <c:v>43522</c:v>
                </c:pt>
                <c:pt idx="823">
                  <c:v>43523</c:v>
                </c:pt>
                <c:pt idx="824">
                  <c:v>43524</c:v>
                </c:pt>
                <c:pt idx="825">
                  <c:v>43525</c:v>
                </c:pt>
                <c:pt idx="826">
                  <c:v>43528</c:v>
                </c:pt>
                <c:pt idx="827">
                  <c:v>43529</c:v>
                </c:pt>
                <c:pt idx="828">
                  <c:v>43530</c:v>
                </c:pt>
                <c:pt idx="829">
                  <c:v>43531</c:v>
                </c:pt>
                <c:pt idx="830">
                  <c:v>43532</c:v>
                </c:pt>
                <c:pt idx="831">
                  <c:v>43535</c:v>
                </c:pt>
                <c:pt idx="832">
                  <c:v>43536</c:v>
                </c:pt>
                <c:pt idx="833">
                  <c:v>43537</c:v>
                </c:pt>
                <c:pt idx="834">
                  <c:v>43538</c:v>
                </c:pt>
                <c:pt idx="835">
                  <c:v>43539</c:v>
                </c:pt>
                <c:pt idx="836">
                  <c:v>43542</c:v>
                </c:pt>
                <c:pt idx="837">
                  <c:v>43543</c:v>
                </c:pt>
                <c:pt idx="838">
                  <c:v>43544</c:v>
                </c:pt>
                <c:pt idx="839">
                  <c:v>43545</c:v>
                </c:pt>
                <c:pt idx="840">
                  <c:v>43546</c:v>
                </c:pt>
                <c:pt idx="841">
                  <c:v>43549</c:v>
                </c:pt>
                <c:pt idx="842">
                  <c:v>43550</c:v>
                </c:pt>
                <c:pt idx="843">
                  <c:v>43551</c:v>
                </c:pt>
                <c:pt idx="844">
                  <c:v>43552</c:v>
                </c:pt>
                <c:pt idx="845">
                  <c:v>43553</c:v>
                </c:pt>
                <c:pt idx="846">
                  <c:v>43556</c:v>
                </c:pt>
                <c:pt idx="847">
                  <c:v>43557</c:v>
                </c:pt>
                <c:pt idx="848">
                  <c:v>43558</c:v>
                </c:pt>
                <c:pt idx="849">
                  <c:v>43559</c:v>
                </c:pt>
                <c:pt idx="850">
                  <c:v>43560</c:v>
                </c:pt>
                <c:pt idx="851">
                  <c:v>43563</c:v>
                </c:pt>
                <c:pt idx="852">
                  <c:v>43564</c:v>
                </c:pt>
                <c:pt idx="853">
                  <c:v>43565</c:v>
                </c:pt>
                <c:pt idx="854">
                  <c:v>43566</c:v>
                </c:pt>
                <c:pt idx="855">
                  <c:v>43567</c:v>
                </c:pt>
                <c:pt idx="856">
                  <c:v>43570</c:v>
                </c:pt>
                <c:pt idx="857">
                  <c:v>43571</c:v>
                </c:pt>
                <c:pt idx="858">
                  <c:v>43572</c:v>
                </c:pt>
                <c:pt idx="859">
                  <c:v>43573</c:v>
                </c:pt>
                <c:pt idx="860">
                  <c:v>43574</c:v>
                </c:pt>
                <c:pt idx="861">
                  <c:v>43577</c:v>
                </c:pt>
                <c:pt idx="862">
                  <c:v>43578</c:v>
                </c:pt>
                <c:pt idx="863">
                  <c:v>43579</c:v>
                </c:pt>
                <c:pt idx="864">
                  <c:v>43580</c:v>
                </c:pt>
                <c:pt idx="865">
                  <c:v>43581</c:v>
                </c:pt>
                <c:pt idx="866">
                  <c:v>43584</c:v>
                </c:pt>
                <c:pt idx="867">
                  <c:v>43585</c:v>
                </c:pt>
                <c:pt idx="868">
                  <c:v>43586</c:v>
                </c:pt>
                <c:pt idx="869">
                  <c:v>43587</c:v>
                </c:pt>
                <c:pt idx="870">
                  <c:v>43588</c:v>
                </c:pt>
                <c:pt idx="871">
                  <c:v>43591</c:v>
                </c:pt>
                <c:pt idx="872">
                  <c:v>43592</c:v>
                </c:pt>
                <c:pt idx="873">
                  <c:v>43593</c:v>
                </c:pt>
                <c:pt idx="874">
                  <c:v>43594</c:v>
                </c:pt>
                <c:pt idx="875">
                  <c:v>43595</c:v>
                </c:pt>
                <c:pt idx="876">
                  <c:v>43598</c:v>
                </c:pt>
                <c:pt idx="877">
                  <c:v>43599</c:v>
                </c:pt>
                <c:pt idx="878">
                  <c:v>43600</c:v>
                </c:pt>
                <c:pt idx="879">
                  <c:v>43601</c:v>
                </c:pt>
                <c:pt idx="880">
                  <c:v>43602</c:v>
                </c:pt>
                <c:pt idx="881">
                  <c:v>43605</c:v>
                </c:pt>
                <c:pt idx="882">
                  <c:v>43606</c:v>
                </c:pt>
                <c:pt idx="883">
                  <c:v>43607</c:v>
                </c:pt>
                <c:pt idx="884">
                  <c:v>43608</c:v>
                </c:pt>
                <c:pt idx="885">
                  <c:v>43609</c:v>
                </c:pt>
                <c:pt idx="886">
                  <c:v>43612</c:v>
                </c:pt>
                <c:pt idx="887">
                  <c:v>43613</c:v>
                </c:pt>
                <c:pt idx="888">
                  <c:v>43614</c:v>
                </c:pt>
                <c:pt idx="889">
                  <c:v>43615</c:v>
                </c:pt>
                <c:pt idx="890">
                  <c:v>43616</c:v>
                </c:pt>
                <c:pt idx="891">
                  <c:v>43619</c:v>
                </c:pt>
                <c:pt idx="892">
                  <c:v>43620</c:v>
                </c:pt>
                <c:pt idx="893">
                  <c:v>43621</c:v>
                </c:pt>
                <c:pt idx="894">
                  <c:v>43622</c:v>
                </c:pt>
                <c:pt idx="895">
                  <c:v>43623</c:v>
                </c:pt>
                <c:pt idx="896">
                  <c:v>43626</c:v>
                </c:pt>
                <c:pt idx="897">
                  <c:v>43627</c:v>
                </c:pt>
                <c:pt idx="898">
                  <c:v>43628</c:v>
                </c:pt>
                <c:pt idx="899">
                  <c:v>43629</c:v>
                </c:pt>
                <c:pt idx="900">
                  <c:v>43630</c:v>
                </c:pt>
                <c:pt idx="901">
                  <c:v>43633</c:v>
                </c:pt>
                <c:pt idx="902">
                  <c:v>43634</c:v>
                </c:pt>
                <c:pt idx="903">
                  <c:v>43635</c:v>
                </c:pt>
                <c:pt idx="904">
                  <c:v>43636</c:v>
                </c:pt>
                <c:pt idx="905">
                  <c:v>43637</c:v>
                </c:pt>
                <c:pt idx="906">
                  <c:v>43640</c:v>
                </c:pt>
                <c:pt idx="907">
                  <c:v>43641</c:v>
                </c:pt>
                <c:pt idx="908">
                  <c:v>43642</c:v>
                </c:pt>
                <c:pt idx="909">
                  <c:v>43643</c:v>
                </c:pt>
                <c:pt idx="910">
                  <c:v>43644</c:v>
                </c:pt>
                <c:pt idx="911">
                  <c:v>43647</c:v>
                </c:pt>
                <c:pt idx="912">
                  <c:v>43648</c:v>
                </c:pt>
                <c:pt idx="913">
                  <c:v>43649</c:v>
                </c:pt>
                <c:pt idx="914">
                  <c:v>43650</c:v>
                </c:pt>
                <c:pt idx="915">
                  <c:v>43651</c:v>
                </c:pt>
                <c:pt idx="916">
                  <c:v>43654</c:v>
                </c:pt>
                <c:pt idx="917">
                  <c:v>43655</c:v>
                </c:pt>
                <c:pt idx="918">
                  <c:v>43656</c:v>
                </c:pt>
                <c:pt idx="919">
                  <c:v>43657</c:v>
                </c:pt>
                <c:pt idx="920">
                  <c:v>43658</c:v>
                </c:pt>
                <c:pt idx="921">
                  <c:v>43661</c:v>
                </c:pt>
                <c:pt idx="922">
                  <c:v>43662</c:v>
                </c:pt>
                <c:pt idx="923">
                  <c:v>43663</c:v>
                </c:pt>
                <c:pt idx="924">
                  <c:v>43664</c:v>
                </c:pt>
                <c:pt idx="925">
                  <c:v>43665</c:v>
                </c:pt>
                <c:pt idx="926">
                  <c:v>43668</c:v>
                </c:pt>
                <c:pt idx="927">
                  <c:v>43669</c:v>
                </c:pt>
                <c:pt idx="928">
                  <c:v>43670</c:v>
                </c:pt>
                <c:pt idx="929">
                  <c:v>43671</c:v>
                </c:pt>
                <c:pt idx="930">
                  <c:v>43672</c:v>
                </c:pt>
                <c:pt idx="931">
                  <c:v>43675</c:v>
                </c:pt>
                <c:pt idx="932">
                  <c:v>43676</c:v>
                </c:pt>
                <c:pt idx="933">
                  <c:v>43677</c:v>
                </c:pt>
                <c:pt idx="934">
                  <c:v>43678</c:v>
                </c:pt>
                <c:pt idx="935">
                  <c:v>43679</c:v>
                </c:pt>
                <c:pt idx="936">
                  <c:v>43682</c:v>
                </c:pt>
                <c:pt idx="937">
                  <c:v>43683</c:v>
                </c:pt>
                <c:pt idx="938">
                  <c:v>43684</c:v>
                </c:pt>
                <c:pt idx="939">
                  <c:v>43685</c:v>
                </c:pt>
                <c:pt idx="940">
                  <c:v>43686</c:v>
                </c:pt>
                <c:pt idx="941">
                  <c:v>43689</c:v>
                </c:pt>
                <c:pt idx="942">
                  <c:v>43690</c:v>
                </c:pt>
                <c:pt idx="943">
                  <c:v>43691</c:v>
                </c:pt>
                <c:pt idx="944">
                  <c:v>43692</c:v>
                </c:pt>
                <c:pt idx="945">
                  <c:v>43693</c:v>
                </c:pt>
                <c:pt idx="946">
                  <c:v>43696</c:v>
                </c:pt>
                <c:pt idx="947">
                  <c:v>43697</c:v>
                </c:pt>
                <c:pt idx="948">
                  <c:v>43698</c:v>
                </c:pt>
                <c:pt idx="949">
                  <c:v>43699</c:v>
                </c:pt>
                <c:pt idx="950">
                  <c:v>43700</c:v>
                </c:pt>
                <c:pt idx="951">
                  <c:v>43703</c:v>
                </c:pt>
                <c:pt idx="952">
                  <c:v>43704</c:v>
                </c:pt>
                <c:pt idx="953">
                  <c:v>43705</c:v>
                </c:pt>
                <c:pt idx="954">
                  <c:v>43706</c:v>
                </c:pt>
                <c:pt idx="955">
                  <c:v>43707</c:v>
                </c:pt>
                <c:pt idx="956">
                  <c:v>43710</c:v>
                </c:pt>
                <c:pt idx="957">
                  <c:v>43711</c:v>
                </c:pt>
                <c:pt idx="958">
                  <c:v>43712</c:v>
                </c:pt>
                <c:pt idx="959">
                  <c:v>43713</c:v>
                </c:pt>
                <c:pt idx="960">
                  <c:v>43714</c:v>
                </c:pt>
                <c:pt idx="961">
                  <c:v>43717</c:v>
                </c:pt>
                <c:pt idx="962">
                  <c:v>43718</c:v>
                </c:pt>
                <c:pt idx="963">
                  <c:v>43719</c:v>
                </c:pt>
                <c:pt idx="964">
                  <c:v>43720</c:v>
                </c:pt>
                <c:pt idx="965">
                  <c:v>43721</c:v>
                </c:pt>
                <c:pt idx="966">
                  <c:v>43724</c:v>
                </c:pt>
                <c:pt idx="967">
                  <c:v>43725</c:v>
                </c:pt>
                <c:pt idx="968">
                  <c:v>43726</c:v>
                </c:pt>
                <c:pt idx="969">
                  <c:v>43727</c:v>
                </c:pt>
                <c:pt idx="970">
                  <c:v>43728</c:v>
                </c:pt>
                <c:pt idx="971">
                  <c:v>43731</c:v>
                </c:pt>
                <c:pt idx="972">
                  <c:v>43732</c:v>
                </c:pt>
                <c:pt idx="973">
                  <c:v>43733</c:v>
                </c:pt>
                <c:pt idx="974">
                  <c:v>43734</c:v>
                </c:pt>
                <c:pt idx="975">
                  <c:v>43735</c:v>
                </c:pt>
                <c:pt idx="976">
                  <c:v>43738</c:v>
                </c:pt>
                <c:pt idx="977">
                  <c:v>43739</c:v>
                </c:pt>
                <c:pt idx="978">
                  <c:v>43740</c:v>
                </c:pt>
                <c:pt idx="979">
                  <c:v>43741</c:v>
                </c:pt>
                <c:pt idx="980">
                  <c:v>43742</c:v>
                </c:pt>
                <c:pt idx="981">
                  <c:v>43745</c:v>
                </c:pt>
                <c:pt idx="982">
                  <c:v>43746</c:v>
                </c:pt>
                <c:pt idx="983">
                  <c:v>43747</c:v>
                </c:pt>
                <c:pt idx="984">
                  <c:v>43748</c:v>
                </c:pt>
                <c:pt idx="985">
                  <c:v>43749</c:v>
                </c:pt>
                <c:pt idx="986">
                  <c:v>43752</c:v>
                </c:pt>
                <c:pt idx="987">
                  <c:v>43753</c:v>
                </c:pt>
                <c:pt idx="988">
                  <c:v>43754</c:v>
                </c:pt>
                <c:pt idx="989">
                  <c:v>43755</c:v>
                </c:pt>
                <c:pt idx="990">
                  <c:v>43756</c:v>
                </c:pt>
                <c:pt idx="991">
                  <c:v>43759</c:v>
                </c:pt>
                <c:pt idx="992">
                  <c:v>43760</c:v>
                </c:pt>
                <c:pt idx="993">
                  <c:v>43761</c:v>
                </c:pt>
                <c:pt idx="994">
                  <c:v>43762</c:v>
                </c:pt>
                <c:pt idx="995">
                  <c:v>43763</c:v>
                </c:pt>
                <c:pt idx="996">
                  <c:v>43766</c:v>
                </c:pt>
                <c:pt idx="997">
                  <c:v>43767</c:v>
                </c:pt>
                <c:pt idx="998">
                  <c:v>43768</c:v>
                </c:pt>
                <c:pt idx="999">
                  <c:v>43769</c:v>
                </c:pt>
                <c:pt idx="1000">
                  <c:v>43770</c:v>
                </c:pt>
                <c:pt idx="1001">
                  <c:v>43773</c:v>
                </c:pt>
                <c:pt idx="1002">
                  <c:v>43774</c:v>
                </c:pt>
                <c:pt idx="1003">
                  <c:v>43775</c:v>
                </c:pt>
                <c:pt idx="1004">
                  <c:v>43776</c:v>
                </c:pt>
                <c:pt idx="1005">
                  <c:v>43777</c:v>
                </c:pt>
                <c:pt idx="1006">
                  <c:v>43780</c:v>
                </c:pt>
                <c:pt idx="1007">
                  <c:v>43781</c:v>
                </c:pt>
                <c:pt idx="1008">
                  <c:v>43782</c:v>
                </c:pt>
                <c:pt idx="1009">
                  <c:v>43783</c:v>
                </c:pt>
                <c:pt idx="1010">
                  <c:v>43784</c:v>
                </c:pt>
                <c:pt idx="1011">
                  <c:v>43787</c:v>
                </c:pt>
                <c:pt idx="1012">
                  <c:v>43788</c:v>
                </c:pt>
                <c:pt idx="1013">
                  <c:v>43789</c:v>
                </c:pt>
                <c:pt idx="1014">
                  <c:v>43790</c:v>
                </c:pt>
                <c:pt idx="1015">
                  <c:v>43791</c:v>
                </c:pt>
                <c:pt idx="1016">
                  <c:v>43794</c:v>
                </c:pt>
                <c:pt idx="1017">
                  <c:v>43795</c:v>
                </c:pt>
                <c:pt idx="1018">
                  <c:v>43796</c:v>
                </c:pt>
                <c:pt idx="1019">
                  <c:v>43797</c:v>
                </c:pt>
                <c:pt idx="1020">
                  <c:v>43798</c:v>
                </c:pt>
                <c:pt idx="1021">
                  <c:v>43801</c:v>
                </c:pt>
                <c:pt idx="1022">
                  <c:v>43802</c:v>
                </c:pt>
                <c:pt idx="1023">
                  <c:v>43803</c:v>
                </c:pt>
                <c:pt idx="1024">
                  <c:v>43804</c:v>
                </c:pt>
                <c:pt idx="1025">
                  <c:v>43805</c:v>
                </c:pt>
                <c:pt idx="1026">
                  <c:v>43808</c:v>
                </c:pt>
                <c:pt idx="1027">
                  <c:v>43809</c:v>
                </c:pt>
                <c:pt idx="1028">
                  <c:v>43810</c:v>
                </c:pt>
                <c:pt idx="1029">
                  <c:v>43811</c:v>
                </c:pt>
                <c:pt idx="1030">
                  <c:v>43812</c:v>
                </c:pt>
                <c:pt idx="1031">
                  <c:v>43815</c:v>
                </c:pt>
                <c:pt idx="1032">
                  <c:v>43816</c:v>
                </c:pt>
                <c:pt idx="1033">
                  <c:v>43817</c:v>
                </c:pt>
                <c:pt idx="1034">
                  <c:v>43818</c:v>
                </c:pt>
                <c:pt idx="1035">
                  <c:v>43819</c:v>
                </c:pt>
                <c:pt idx="1036">
                  <c:v>43822</c:v>
                </c:pt>
                <c:pt idx="1037">
                  <c:v>43823</c:v>
                </c:pt>
                <c:pt idx="1038">
                  <c:v>43824</c:v>
                </c:pt>
                <c:pt idx="1039">
                  <c:v>43825</c:v>
                </c:pt>
                <c:pt idx="1040">
                  <c:v>43826</c:v>
                </c:pt>
                <c:pt idx="1041">
                  <c:v>43829</c:v>
                </c:pt>
                <c:pt idx="1042">
                  <c:v>43830</c:v>
                </c:pt>
                <c:pt idx="1043">
                  <c:v>43831</c:v>
                </c:pt>
                <c:pt idx="1044">
                  <c:v>43832</c:v>
                </c:pt>
                <c:pt idx="1045">
                  <c:v>43833</c:v>
                </c:pt>
                <c:pt idx="1046">
                  <c:v>43836</c:v>
                </c:pt>
                <c:pt idx="1047">
                  <c:v>43837</c:v>
                </c:pt>
                <c:pt idx="1048">
                  <c:v>43838</c:v>
                </c:pt>
                <c:pt idx="1049">
                  <c:v>43839</c:v>
                </c:pt>
                <c:pt idx="1050">
                  <c:v>43840</c:v>
                </c:pt>
                <c:pt idx="1051">
                  <c:v>43843</c:v>
                </c:pt>
                <c:pt idx="1052">
                  <c:v>43844</c:v>
                </c:pt>
                <c:pt idx="1053">
                  <c:v>43845</c:v>
                </c:pt>
                <c:pt idx="1054">
                  <c:v>43846</c:v>
                </c:pt>
                <c:pt idx="1055">
                  <c:v>43847</c:v>
                </c:pt>
                <c:pt idx="1056">
                  <c:v>43850</c:v>
                </c:pt>
                <c:pt idx="1057">
                  <c:v>43851</c:v>
                </c:pt>
                <c:pt idx="1058">
                  <c:v>43852</c:v>
                </c:pt>
                <c:pt idx="1059">
                  <c:v>43853</c:v>
                </c:pt>
                <c:pt idx="1060">
                  <c:v>43854</c:v>
                </c:pt>
                <c:pt idx="1061">
                  <c:v>43857</c:v>
                </c:pt>
                <c:pt idx="1062">
                  <c:v>43858</c:v>
                </c:pt>
                <c:pt idx="1063">
                  <c:v>43859</c:v>
                </c:pt>
                <c:pt idx="1064">
                  <c:v>43860</c:v>
                </c:pt>
                <c:pt idx="1065">
                  <c:v>43861</c:v>
                </c:pt>
                <c:pt idx="1066">
                  <c:v>43864</c:v>
                </c:pt>
                <c:pt idx="1067">
                  <c:v>43865</c:v>
                </c:pt>
                <c:pt idx="1068">
                  <c:v>43866</c:v>
                </c:pt>
                <c:pt idx="1069">
                  <c:v>43867</c:v>
                </c:pt>
                <c:pt idx="1070">
                  <c:v>43868</c:v>
                </c:pt>
                <c:pt idx="1071">
                  <c:v>43871</c:v>
                </c:pt>
                <c:pt idx="1072">
                  <c:v>43872</c:v>
                </c:pt>
                <c:pt idx="1073">
                  <c:v>43873</c:v>
                </c:pt>
                <c:pt idx="1074">
                  <c:v>43874</c:v>
                </c:pt>
                <c:pt idx="1075">
                  <c:v>43875</c:v>
                </c:pt>
                <c:pt idx="1076">
                  <c:v>43878</c:v>
                </c:pt>
                <c:pt idx="1077">
                  <c:v>43879</c:v>
                </c:pt>
                <c:pt idx="1078">
                  <c:v>43880</c:v>
                </c:pt>
                <c:pt idx="1079">
                  <c:v>43881</c:v>
                </c:pt>
                <c:pt idx="1080">
                  <c:v>43882</c:v>
                </c:pt>
                <c:pt idx="1081">
                  <c:v>43885</c:v>
                </c:pt>
                <c:pt idx="1082">
                  <c:v>43886</c:v>
                </c:pt>
                <c:pt idx="1083">
                  <c:v>43887</c:v>
                </c:pt>
                <c:pt idx="1084">
                  <c:v>43888</c:v>
                </c:pt>
                <c:pt idx="1085">
                  <c:v>43889</c:v>
                </c:pt>
                <c:pt idx="1086">
                  <c:v>43892</c:v>
                </c:pt>
                <c:pt idx="1087">
                  <c:v>43893</c:v>
                </c:pt>
                <c:pt idx="1088">
                  <c:v>43894</c:v>
                </c:pt>
                <c:pt idx="1089">
                  <c:v>43895</c:v>
                </c:pt>
                <c:pt idx="1090">
                  <c:v>43896</c:v>
                </c:pt>
                <c:pt idx="1091">
                  <c:v>43899</c:v>
                </c:pt>
                <c:pt idx="1092">
                  <c:v>43900</c:v>
                </c:pt>
                <c:pt idx="1093">
                  <c:v>43901</c:v>
                </c:pt>
                <c:pt idx="1094">
                  <c:v>43902</c:v>
                </c:pt>
                <c:pt idx="1095">
                  <c:v>43903</c:v>
                </c:pt>
                <c:pt idx="1096">
                  <c:v>43906</c:v>
                </c:pt>
                <c:pt idx="1097">
                  <c:v>43907</c:v>
                </c:pt>
                <c:pt idx="1098">
                  <c:v>43908</c:v>
                </c:pt>
                <c:pt idx="1099">
                  <c:v>43909</c:v>
                </c:pt>
                <c:pt idx="1100">
                  <c:v>43910</c:v>
                </c:pt>
                <c:pt idx="1101">
                  <c:v>43913</c:v>
                </c:pt>
                <c:pt idx="1102">
                  <c:v>43914</c:v>
                </c:pt>
                <c:pt idx="1103">
                  <c:v>43915</c:v>
                </c:pt>
                <c:pt idx="1104">
                  <c:v>43916</c:v>
                </c:pt>
                <c:pt idx="1105">
                  <c:v>43917</c:v>
                </c:pt>
                <c:pt idx="1106">
                  <c:v>43920</c:v>
                </c:pt>
                <c:pt idx="1107">
                  <c:v>43921</c:v>
                </c:pt>
                <c:pt idx="1108">
                  <c:v>43922</c:v>
                </c:pt>
                <c:pt idx="1109">
                  <c:v>43923</c:v>
                </c:pt>
                <c:pt idx="1110">
                  <c:v>43924</c:v>
                </c:pt>
                <c:pt idx="1111">
                  <c:v>43927</c:v>
                </c:pt>
                <c:pt idx="1112">
                  <c:v>43928</c:v>
                </c:pt>
                <c:pt idx="1113">
                  <c:v>43929</c:v>
                </c:pt>
                <c:pt idx="1114">
                  <c:v>43930</c:v>
                </c:pt>
                <c:pt idx="1115">
                  <c:v>43931</c:v>
                </c:pt>
                <c:pt idx="1116">
                  <c:v>43934</c:v>
                </c:pt>
                <c:pt idx="1117">
                  <c:v>43935</c:v>
                </c:pt>
                <c:pt idx="1118">
                  <c:v>43936</c:v>
                </c:pt>
                <c:pt idx="1119">
                  <c:v>43937</c:v>
                </c:pt>
                <c:pt idx="1120">
                  <c:v>43938</c:v>
                </c:pt>
                <c:pt idx="1121">
                  <c:v>43941</c:v>
                </c:pt>
                <c:pt idx="1122">
                  <c:v>43942</c:v>
                </c:pt>
                <c:pt idx="1123">
                  <c:v>43943</c:v>
                </c:pt>
                <c:pt idx="1124">
                  <c:v>43944</c:v>
                </c:pt>
                <c:pt idx="1125">
                  <c:v>43945</c:v>
                </c:pt>
                <c:pt idx="1126">
                  <c:v>43948</c:v>
                </c:pt>
                <c:pt idx="1127">
                  <c:v>43949</c:v>
                </c:pt>
                <c:pt idx="1128">
                  <c:v>43950</c:v>
                </c:pt>
                <c:pt idx="1129">
                  <c:v>43951</c:v>
                </c:pt>
                <c:pt idx="1130">
                  <c:v>43952</c:v>
                </c:pt>
                <c:pt idx="1131">
                  <c:v>43955</c:v>
                </c:pt>
                <c:pt idx="1132">
                  <c:v>43956</c:v>
                </c:pt>
                <c:pt idx="1133">
                  <c:v>43957</c:v>
                </c:pt>
                <c:pt idx="1134">
                  <c:v>43958</c:v>
                </c:pt>
                <c:pt idx="1135">
                  <c:v>43959</c:v>
                </c:pt>
                <c:pt idx="1136">
                  <c:v>43962</c:v>
                </c:pt>
                <c:pt idx="1137">
                  <c:v>43963</c:v>
                </c:pt>
                <c:pt idx="1138">
                  <c:v>43964</c:v>
                </c:pt>
                <c:pt idx="1139">
                  <c:v>43965</c:v>
                </c:pt>
                <c:pt idx="1140">
                  <c:v>43966</c:v>
                </c:pt>
                <c:pt idx="1141">
                  <c:v>43969</c:v>
                </c:pt>
                <c:pt idx="1142">
                  <c:v>43970</c:v>
                </c:pt>
                <c:pt idx="1143">
                  <c:v>43971</c:v>
                </c:pt>
                <c:pt idx="1144">
                  <c:v>43972</c:v>
                </c:pt>
                <c:pt idx="1145">
                  <c:v>43973</c:v>
                </c:pt>
                <c:pt idx="1146">
                  <c:v>43976</c:v>
                </c:pt>
                <c:pt idx="1147">
                  <c:v>43977</c:v>
                </c:pt>
                <c:pt idx="1148">
                  <c:v>43978</c:v>
                </c:pt>
                <c:pt idx="1149">
                  <c:v>43979</c:v>
                </c:pt>
                <c:pt idx="1150">
                  <c:v>43980</c:v>
                </c:pt>
                <c:pt idx="1151">
                  <c:v>43983</c:v>
                </c:pt>
                <c:pt idx="1152">
                  <c:v>43984</c:v>
                </c:pt>
                <c:pt idx="1153">
                  <c:v>43985</c:v>
                </c:pt>
                <c:pt idx="1154">
                  <c:v>43986</c:v>
                </c:pt>
                <c:pt idx="1155">
                  <c:v>43987</c:v>
                </c:pt>
                <c:pt idx="1156">
                  <c:v>43990</c:v>
                </c:pt>
                <c:pt idx="1157">
                  <c:v>43991</c:v>
                </c:pt>
                <c:pt idx="1158">
                  <c:v>43992</c:v>
                </c:pt>
                <c:pt idx="1159">
                  <c:v>43993</c:v>
                </c:pt>
                <c:pt idx="1160">
                  <c:v>43994</c:v>
                </c:pt>
                <c:pt idx="1161">
                  <c:v>43997</c:v>
                </c:pt>
                <c:pt idx="1162">
                  <c:v>43998</c:v>
                </c:pt>
                <c:pt idx="1163">
                  <c:v>43999</c:v>
                </c:pt>
                <c:pt idx="1164">
                  <c:v>44000</c:v>
                </c:pt>
                <c:pt idx="1165">
                  <c:v>44001</c:v>
                </c:pt>
                <c:pt idx="1166">
                  <c:v>44004</c:v>
                </c:pt>
                <c:pt idx="1167">
                  <c:v>44005</c:v>
                </c:pt>
                <c:pt idx="1168">
                  <c:v>44006</c:v>
                </c:pt>
                <c:pt idx="1169">
                  <c:v>44007</c:v>
                </c:pt>
                <c:pt idx="1170">
                  <c:v>44008</c:v>
                </c:pt>
                <c:pt idx="1171">
                  <c:v>44011</c:v>
                </c:pt>
                <c:pt idx="1172">
                  <c:v>44012</c:v>
                </c:pt>
                <c:pt idx="1173">
                  <c:v>44013</c:v>
                </c:pt>
                <c:pt idx="1174">
                  <c:v>44014</c:v>
                </c:pt>
                <c:pt idx="1175">
                  <c:v>44015</c:v>
                </c:pt>
                <c:pt idx="1176">
                  <c:v>44018</c:v>
                </c:pt>
                <c:pt idx="1177">
                  <c:v>44019</c:v>
                </c:pt>
                <c:pt idx="1178">
                  <c:v>44020</c:v>
                </c:pt>
                <c:pt idx="1179">
                  <c:v>44021</c:v>
                </c:pt>
                <c:pt idx="1180">
                  <c:v>44022</c:v>
                </c:pt>
                <c:pt idx="1181">
                  <c:v>44025</c:v>
                </c:pt>
                <c:pt idx="1182">
                  <c:v>44026</c:v>
                </c:pt>
                <c:pt idx="1183">
                  <c:v>44027</c:v>
                </c:pt>
                <c:pt idx="1184">
                  <c:v>44028</c:v>
                </c:pt>
                <c:pt idx="1185">
                  <c:v>44029</c:v>
                </c:pt>
                <c:pt idx="1186">
                  <c:v>44032</c:v>
                </c:pt>
                <c:pt idx="1187">
                  <c:v>44033</c:v>
                </c:pt>
                <c:pt idx="1188">
                  <c:v>44034</c:v>
                </c:pt>
                <c:pt idx="1189">
                  <c:v>44035</c:v>
                </c:pt>
                <c:pt idx="1190">
                  <c:v>44036</c:v>
                </c:pt>
                <c:pt idx="1191">
                  <c:v>44039</c:v>
                </c:pt>
                <c:pt idx="1192">
                  <c:v>44040</c:v>
                </c:pt>
                <c:pt idx="1193">
                  <c:v>44041</c:v>
                </c:pt>
                <c:pt idx="1194">
                  <c:v>44042</c:v>
                </c:pt>
                <c:pt idx="1195">
                  <c:v>44043</c:v>
                </c:pt>
                <c:pt idx="1196">
                  <c:v>44046</c:v>
                </c:pt>
                <c:pt idx="1197">
                  <c:v>44047</c:v>
                </c:pt>
                <c:pt idx="1198">
                  <c:v>44048</c:v>
                </c:pt>
                <c:pt idx="1199">
                  <c:v>44049</c:v>
                </c:pt>
                <c:pt idx="1200">
                  <c:v>44050</c:v>
                </c:pt>
                <c:pt idx="1201">
                  <c:v>44053</c:v>
                </c:pt>
                <c:pt idx="1202">
                  <c:v>44054</c:v>
                </c:pt>
                <c:pt idx="1203">
                  <c:v>44055</c:v>
                </c:pt>
                <c:pt idx="1204">
                  <c:v>44056</c:v>
                </c:pt>
                <c:pt idx="1205">
                  <c:v>44057</c:v>
                </c:pt>
                <c:pt idx="1206">
                  <c:v>44060</c:v>
                </c:pt>
                <c:pt idx="1207">
                  <c:v>44061</c:v>
                </c:pt>
                <c:pt idx="1208">
                  <c:v>44062</c:v>
                </c:pt>
                <c:pt idx="1209">
                  <c:v>44063</c:v>
                </c:pt>
                <c:pt idx="1210">
                  <c:v>44064</c:v>
                </c:pt>
                <c:pt idx="1211">
                  <c:v>44067</c:v>
                </c:pt>
                <c:pt idx="1212">
                  <c:v>44068</c:v>
                </c:pt>
                <c:pt idx="1213">
                  <c:v>44069</c:v>
                </c:pt>
                <c:pt idx="1214">
                  <c:v>44070</c:v>
                </c:pt>
                <c:pt idx="1215">
                  <c:v>44071</c:v>
                </c:pt>
                <c:pt idx="1216">
                  <c:v>44074</c:v>
                </c:pt>
                <c:pt idx="1217">
                  <c:v>44075</c:v>
                </c:pt>
                <c:pt idx="1218">
                  <c:v>44076</c:v>
                </c:pt>
                <c:pt idx="1219">
                  <c:v>44077</c:v>
                </c:pt>
                <c:pt idx="1220">
                  <c:v>44078</c:v>
                </c:pt>
                <c:pt idx="1221">
                  <c:v>44081</c:v>
                </c:pt>
                <c:pt idx="1222">
                  <c:v>44082</c:v>
                </c:pt>
                <c:pt idx="1223">
                  <c:v>44083</c:v>
                </c:pt>
                <c:pt idx="1224">
                  <c:v>44084</c:v>
                </c:pt>
                <c:pt idx="1225">
                  <c:v>44085</c:v>
                </c:pt>
                <c:pt idx="1226">
                  <c:v>44088</c:v>
                </c:pt>
                <c:pt idx="1227">
                  <c:v>44089</c:v>
                </c:pt>
                <c:pt idx="1228">
                  <c:v>44090</c:v>
                </c:pt>
                <c:pt idx="1229">
                  <c:v>44091</c:v>
                </c:pt>
                <c:pt idx="1230">
                  <c:v>44092</c:v>
                </c:pt>
                <c:pt idx="1231">
                  <c:v>44095</c:v>
                </c:pt>
                <c:pt idx="1232">
                  <c:v>44096</c:v>
                </c:pt>
                <c:pt idx="1233">
                  <c:v>44097</c:v>
                </c:pt>
                <c:pt idx="1234">
                  <c:v>44098</c:v>
                </c:pt>
                <c:pt idx="1235">
                  <c:v>44099</c:v>
                </c:pt>
                <c:pt idx="1236">
                  <c:v>44102</c:v>
                </c:pt>
                <c:pt idx="1237">
                  <c:v>44103</c:v>
                </c:pt>
                <c:pt idx="1238">
                  <c:v>44104</c:v>
                </c:pt>
                <c:pt idx="1239">
                  <c:v>44105</c:v>
                </c:pt>
                <c:pt idx="1240">
                  <c:v>44106</c:v>
                </c:pt>
                <c:pt idx="1241">
                  <c:v>44109</c:v>
                </c:pt>
                <c:pt idx="1242">
                  <c:v>44110</c:v>
                </c:pt>
                <c:pt idx="1243">
                  <c:v>44111</c:v>
                </c:pt>
                <c:pt idx="1244">
                  <c:v>44112</c:v>
                </c:pt>
                <c:pt idx="1245">
                  <c:v>44113</c:v>
                </c:pt>
                <c:pt idx="1246">
                  <c:v>44116</c:v>
                </c:pt>
                <c:pt idx="1247">
                  <c:v>44117</c:v>
                </c:pt>
                <c:pt idx="1248">
                  <c:v>44118</c:v>
                </c:pt>
                <c:pt idx="1249">
                  <c:v>44119</c:v>
                </c:pt>
                <c:pt idx="1250">
                  <c:v>44120</c:v>
                </c:pt>
                <c:pt idx="1251">
                  <c:v>44123</c:v>
                </c:pt>
                <c:pt idx="1252">
                  <c:v>44124</c:v>
                </c:pt>
                <c:pt idx="1253">
                  <c:v>44125</c:v>
                </c:pt>
                <c:pt idx="1254">
                  <c:v>44126</c:v>
                </c:pt>
                <c:pt idx="1255">
                  <c:v>44127</c:v>
                </c:pt>
                <c:pt idx="1256">
                  <c:v>44130</c:v>
                </c:pt>
                <c:pt idx="1257">
                  <c:v>44131</c:v>
                </c:pt>
                <c:pt idx="1258">
                  <c:v>44132</c:v>
                </c:pt>
                <c:pt idx="1259">
                  <c:v>44133</c:v>
                </c:pt>
                <c:pt idx="1260">
                  <c:v>44134</c:v>
                </c:pt>
                <c:pt idx="1261">
                  <c:v>44137</c:v>
                </c:pt>
                <c:pt idx="1262">
                  <c:v>44138</c:v>
                </c:pt>
                <c:pt idx="1263">
                  <c:v>44139</c:v>
                </c:pt>
                <c:pt idx="1264">
                  <c:v>44140</c:v>
                </c:pt>
                <c:pt idx="1265">
                  <c:v>44141</c:v>
                </c:pt>
                <c:pt idx="1266">
                  <c:v>44144</c:v>
                </c:pt>
                <c:pt idx="1267">
                  <c:v>44145</c:v>
                </c:pt>
                <c:pt idx="1268">
                  <c:v>44146</c:v>
                </c:pt>
                <c:pt idx="1269">
                  <c:v>44147</c:v>
                </c:pt>
                <c:pt idx="1270">
                  <c:v>44148</c:v>
                </c:pt>
                <c:pt idx="1271">
                  <c:v>44151</c:v>
                </c:pt>
                <c:pt idx="1272">
                  <c:v>44152</c:v>
                </c:pt>
                <c:pt idx="1273">
                  <c:v>44153</c:v>
                </c:pt>
                <c:pt idx="1274">
                  <c:v>44154</c:v>
                </c:pt>
                <c:pt idx="1275">
                  <c:v>44155</c:v>
                </c:pt>
                <c:pt idx="1276">
                  <c:v>44158</c:v>
                </c:pt>
                <c:pt idx="1277">
                  <c:v>44159</c:v>
                </c:pt>
                <c:pt idx="1278">
                  <c:v>44160</c:v>
                </c:pt>
                <c:pt idx="1279">
                  <c:v>44161</c:v>
                </c:pt>
                <c:pt idx="1280">
                  <c:v>44162</c:v>
                </c:pt>
                <c:pt idx="1281">
                  <c:v>44165</c:v>
                </c:pt>
                <c:pt idx="1282">
                  <c:v>44166</c:v>
                </c:pt>
                <c:pt idx="1283">
                  <c:v>44167</c:v>
                </c:pt>
                <c:pt idx="1284">
                  <c:v>44168</c:v>
                </c:pt>
                <c:pt idx="1285">
                  <c:v>44169</c:v>
                </c:pt>
                <c:pt idx="1286">
                  <c:v>44172</c:v>
                </c:pt>
                <c:pt idx="1287">
                  <c:v>44173</c:v>
                </c:pt>
                <c:pt idx="1288">
                  <c:v>44174</c:v>
                </c:pt>
                <c:pt idx="1289">
                  <c:v>44175</c:v>
                </c:pt>
                <c:pt idx="1290">
                  <c:v>44176</c:v>
                </c:pt>
                <c:pt idx="1291">
                  <c:v>44179</c:v>
                </c:pt>
                <c:pt idx="1292">
                  <c:v>44180</c:v>
                </c:pt>
                <c:pt idx="1293">
                  <c:v>44181</c:v>
                </c:pt>
                <c:pt idx="1294">
                  <c:v>44182</c:v>
                </c:pt>
                <c:pt idx="1295">
                  <c:v>44183</c:v>
                </c:pt>
                <c:pt idx="1296">
                  <c:v>44186</c:v>
                </c:pt>
                <c:pt idx="1297">
                  <c:v>44187</c:v>
                </c:pt>
                <c:pt idx="1298">
                  <c:v>44188</c:v>
                </c:pt>
                <c:pt idx="1299">
                  <c:v>44189</c:v>
                </c:pt>
                <c:pt idx="1300">
                  <c:v>44190</c:v>
                </c:pt>
                <c:pt idx="1301">
                  <c:v>44193</c:v>
                </c:pt>
                <c:pt idx="1302">
                  <c:v>44194</c:v>
                </c:pt>
                <c:pt idx="1303">
                  <c:v>44195</c:v>
                </c:pt>
                <c:pt idx="1304">
                  <c:v>44196</c:v>
                </c:pt>
                <c:pt idx="1305">
                  <c:v>44197</c:v>
                </c:pt>
                <c:pt idx="1306">
                  <c:v>44200</c:v>
                </c:pt>
                <c:pt idx="1307">
                  <c:v>44201</c:v>
                </c:pt>
                <c:pt idx="1308">
                  <c:v>44202</c:v>
                </c:pt>
                <c:pt idx="1309">
                  <c:v>44203</c:v>
                </c:pt>
                <c:pt idx="1310">
                  <c:v>44204</c:v>
                </c:pt>
                <c:pt idx="1311">
                  <c:v>44207</c:v>
                </c:pt>
                <c:pt idx="1312">
                  <c:v>44208</c:v>
                </c:pt>
                <c:pt idx="1313">
                  <c:v>44209</c:v>
                </c:pt>
                <c:pt idx="1314">
                  <c:v>44210</c:v>
                </c:pt>
                <c:pt idx="1315">
                  <c:v>44211</c:v>
                </c:pt>
                <c:pt idx="1316">
                  <c:v>44214</c:v>
                </c:pt>
                <c:pt idx="1317">
                  <c:v>44215</c:v>
                </c:pt>
                <c:pt idx="1318">
                  <c:v>44216</c:v>
                </c:pt>
                <c:pt idx="1319">
                  <c:v>44217</c:v>
                </c:pt>
                <c:pt idx="1320">
                  <c:v>44218</c:v>
                </c:pt>
                <c:pt idx="1321">
                  <c:v>44221</c:v>
                </c:pt>
                <c:pt idx="1322">
                  <c:v>44222</c:v>
                </c:pt>
                <c:pt idx="1323">
                  <c:v>44223</c:v>
                </c:pt>
                <c:pt idx="1324">
                  <c:v>44224</c:v>
                </c:pt>
                <c:pt idx="1325">
                  <c:v>44225</c:v>
                </c:pt>
                <c:pt idx="1326">
                  <c:v>44228</c:v>
                </c:pt>
                <c:pt idx="1327">
                  <c:v>44229</c:v>
                </c:pt>
                <c:pt idx="1328">
                  <c:v>44230</c:v>
                </c:pt>
                <c:pt idx="1329">
                  <c:v>44231</c:v>
                </c:pt>
                <c:pt idx="1330">
                  <c:v>44232</c:v>
                </c:pt>
                <c:pt idx="1331">
                  <c:v>44235</c:v>
                </c:pt>
                <c:pt idx="1332">
                  <c:v>44236</c:v>
                </c:pt>
                <c:pt idx="1333">
                  <c:v>44237</c:v>
                </c:pt>
                <c:pt idx="1334">
                  <c:v>44238</c:v>
                </c:pt>
                <c:pt idx="1335">
                  <c:v>44239</c:v>
                </c:pt>
                <c:pt idx="1336">
                  <c:v>44242</c:v>
                </c:pt>
                <c:pt idx="1337">
                  <c:v>44243</c:v>
                </c:pt>
                <c:pt idx="1338">
                  <c:v>44244</c:v>
                </c:pt>
                <c:pt idx="1339">
                  <c:v>44245</c:v>
                </c:pt>
                <c:pt idx="1340">
                  <c:v>44246</c:v>
                </c:pt>
                <c:pt idx="1341">
                  <c:v>44249</c:v>
                </c:pt>
                <c:pt idx="1342">
                  <c:v>44250</c:v>
                </c:pt>
                <c:pt idx="1343">
                  <c:v>44251</c:v>
                </c:pt>
                <c:pt idx="1344">
                  <c:v>44252</c:v>
                </c:pt>
                <c:pt idx="1345">
                  <c:v>44253</c:v>
                </c:pt>
                <c:pt idx="1346">
                  <c:v>44256</c:v>
                </c:pt>
                <c:pt idx="1347">
                  <c:v>44257</c:v>
                </c:pt>
                <c:pt idx="1348">
                  <c:v>44258</c:v>
                </c:pt>
                <c:pt idx="1349">
                  <c:v>44259</c:v>
                </c:pt>
                <c:pt idx="1350">
                  <c:v>44260</c:v>
                </c:pt>
                <c:pt idx="1351">
                  <c:v>44263</c:v>
                </c:pt>
                <c:pt idx="1352">
                  <c:v>44264</c:v>
                </c:pt>
                <c:pt idx="1353">
                  <c:v>44265</c:v>
                </c:pt>
                <c:pt idx="1354">
                  <c:v>44266</c:v>
                </c:pt>
                <c:pt idx="1355">
                  <c:v>44267</c:v>
                </c:pt>
                <c:pt idx="1356">
                  <c:v>44270</c:v>
                </c:pt>
                <c:pt idx="1357">
                  <c:v>44271</c:v>
                </c:pt>
                <c:pt idx="1358">
                  <c:v>44272</c:v>
                </c:pt>
                <c:pt idx="1359">
                  <c:v>44273</c:v>
                </c:pt>
                <c:pt idx="1360">
                  <c:v>44274</c:v>
                </c:pt>
                <c:pt idx="1361">
                  <c:v>44277</c:v>
                </c:pt>
                <c:pt idx="1362">
                  <c:v>44278</c:v>
                </c:pt>
                <c:pt idx="1363">
                  <c:v>44279</c:v>
                </c:pt>
                <c:pt idx="1364">
                  <c:v>44280</c:v>
                </c:pt>
                <c:pt idx="1365">
                  <c:v>44281</c:v>
                </c:pt>
                <c:pt idx="1366">
                  <c:v>44284</c:v>
                </c:pt>
                <c:pt idx="1367">
                  <c:v>44285</c:v>
                </c:pt>
                <c:pt idx="1368">
                  <c:v>44286</c:v>
                </c:pt>
                <c:pt idx="1369">
                  <c:v>44287</c:v>
                </c:pt>
                <c:pt idx="1370">
                  <c:v>44288</c:v>
                </c:pt>
                <c:pt idx="1371">
                  <c:v>44291</c:v>
                </c:pt>
                <c:pt idx="1372">
                  <c:v>44292</c:v>
                </c:pt>
                <c:pt idx="1373">
                  <c:v>44293</c:v>
                </c:pt>
                <c:pt idx="1374">
                  <c:v>44294</c:v>
                </c:pt>
                <c:pt idx="1375">
                  <c:v>44295</c:v>
                </c:pt>
                <c:pt idx="1376">
                  <c:v>44298</c:v>
                </c:pt>
                <c:pt idx="1377">
                  <c:v>44299</c:v>
                </c:pt>
                <c:pt idx="1378">
                  <c:v>44300</c:v>
                </c:pt>
                <c:pt idx="1379">
                  <c:v>44301</c:v>
                </c:pt>
                <c:pt idx="1380">
                  <c:v>44302</c:v>
                </c:pt>
                <c:pt idx="1381">
                  <c:v>44305</c:v>
                </c:pt>
                <c:pt idx="1382">
                  <c:v>44306</c:v>
                </c:pt>
                <c:pt idx="1383">
                  <c:v>44307</c:v>
                </c:pt>
                <c:pt idx="1384">
                  <c:v>44308</c:v>
                </c:pt>
                <c:pt idx="1385">
                  <c:v>44309</c:v>
                </c:pt>
                <c:pt idx="1386">
                  <c:v>44312</c:v>
                </c:pt>
                <c:pt idx="1387">
                  <c:v>44313</c:v>
                </c:pt>
                <c:pt idx="1388">
                  <c:v>44314</c:v>
                </c:pt>
                <c:pt idx="1389">
                  <c:v>44315</c:v>
                </c:pt>
                <c:pt idx="1390">
                  <c:v>44316</c:v>
                </c:pt>
                <c:pt idx="1391">
                  <c:v>44319</c:v>
                </c:pt>
                <c:pt idx="1392">
                  <c:v>44320</c:v>
                </c:pt>
                <c:pt idx="1393">
                  <c:v>44321</c:v>
                </c:pt>
                <c:pt idx="1394">
                  <c:v>44322</c:v>
                </c:pt>
                <c:pt idx="1395">
                  <c:v>44323</c:v>
                </c:pt>
                <c:pt idx="1396">
                  <c:v>44326</c:v>
                </c:pt>
                <c:pt idx="1397">
                  <c:v>44327</c:v>
                </c:pt>
                <c:pt idx="1398">
                  <c:v>44328</c:v>
                </c:pt>
                <c:pt idx="1399">
                  <c:v>44329</c:v>
                </c:pt>
                <c:pt idx="1400">
                  <c:v>44330</c:v>
                </c:pt>
                <c:pt idx="1401">
                  <c:v>44333</c:v>
                </c:pt>
                <c:pt idx="1402">
                  <c:v>44334</c:v>
                </c:pt>
                <c:pt idx="1403">
                  <c:v>44335</c:v>
                </c:pt>
                <c:pt idx="1404">
                  <c:v>44336</c:v>
                </c:pt>
                <c:pt idx="1405">
                  <c:v>44337</c:v>
                </c:pt>
                <c:pt idx="1406">
                  <c:v>44340</c:v>
                </c:pt>
                <c:pt idx="1407">
                  <c:v>44341</c:v>
                </c:pt>
                <c:pt idx="1408">
                  <c:v>44342</c:v>
                </c:pt>
                <c:pt idx="1409">
                  <c:v>44343</c:v>
                </c:pt>
                <c:pt idx="1410">
                  <c:v>44344</c:v>
                </c:pt>
                <c:pt idx="1411">
                  <c:v>44347</c:v>
                </c:pt>
                <c:pt idx="1412">
                  <c:v>44348</c:v>
                </c:pt>
                <c:pt idx="1413">
                  <c:v>44349</c:v>
                </c:pt>
                <c:pt idx="1414">
                  <c:v>44350</c:v>
                </c:pt>
                <c:pt idx="1415">
                  <c:v>44351</c:v>
                </c:pt>
                <c:pt idx="1416">
                  <c:v>44354</c:v>
                </c:pt>
                <c:pt idx="1417">
                  <c:v>44355</c:v>
                </c:pt>
                <c:pt idx="1418">
                  <c:v>44356</c:v>
                </c:pt>
                <c:pt idx="1419">
                  <c:v>44357</c:v>
                </c:pt>
                <c:pt idx="1420">
                  <c:v>44358</c:v>
                </c:pt>
                <c:pt idx="1421">
                  <c:v>44361</c:v>
                </c:pt>
                <c:pt idx="1422">
                  <c:v>44362</c:v>
                </c:pt>
                <c:pt idx="1423">
                  <c:v>44363</c:v>
                </c:pt>
                <c:pt idx="1424">
                  <c:v>44364</c:v>
                </c:pt>
                <c:pt idx="1425">
                  <c:v>44365</c:v>
                </c:pt>
                <c:pt idx="1426">
                  <c:v>44368</c:v>
                </c:pt>
                <c:pt idx="1427">
                  <c:v>44369</c:v>
                </c:pt>
                <c:pt idx="1428">
                  <c:v>44370</c:v>
                </c:pt>
                <c:pt idx="1429">
                  <c:v>44371</c:v>
                </c:pt>
                <c:pt idx="1430">
                  <c:v>44372</c:v>
                </c:pt>
                <c:pt idx="1431">
                  <c:v>44375</c:v>
                </c:pt>
                <c:pt idx="1432">
                  <c:v>44376</c:v>
                </c:pt>
                <c:pt idx="1433">
                  <c:v>44377</c:v>
                </c:pt>
                <c:pt idx="1434">
                  <c:v>44378</c:v>
                </c:pt>
                <c:pt idx="1435">
                  <c:v>44379</c:v>
                </c:pt>
                <c:pt idx="1436">
                  <c:v>44382</c:v>
                </c:pt>
                <c:pt idx="1437">
                  <c:v>44383</c:v>
                </c:pt>
                <c:pt idx="1438">
                  <c:v>44384</c:v>
                </c:pt>
                <c:pt idx="1439">
                  <c:v>44385</c:v>
                </c:pt>
                <c:pt idx="1440">
                  <c:v>44386</c:v>
                </c:pt>
                <c:pt idx="1441">
                  <c:v>44389</c:v>
                </c:pt>
                <c:pt idx="1442">
                  <c:v>44390</c:v>
                </c:pt>
                <c:pt idx="1443">
                  <c:v>44391</c:v>
                </c:pt>
                <c:pt idx="1444">
                  <c:v>44392</c:v>
                </c:pt>
                <c:pt idx="1445">
                  <c:v>44393</c:v>
                </c:pt>
                <c:pt idx="1446">
                  <c:v>44396</c:v>
                </c:pt>
                <c:pt idx="1447">
                  <c:v>44397</c:v>
                </c:pt>
                <c:pt idx="1448">
                  <c:v>44398</c:v>
                </c:pt>
                <c:pt idx="1449">
                  <c:v>44399</c:v>
                </c:pt>
                <c:pt idx="1450">
                  <c:v>44400</c:v>
                </c:pt>
                <c:pt idx="1451">
                  <c:v>44403</c:v>
                </c:pt>
                <c:pt idx="1452">
                  <c:v>44404</c:v>
                </c:pt>
                <c:pt idx="1453">
                  <c:v>44405</c:v>
                </c:pt>
                <c:pt idx="1454">
                  <c:v>44406</c:v>
                </c:pt>
                <c:pt idx="1455">
                  <c:v>44407</c:v>
                </c:pt>
                <c:pt idx="1456">
                  <c:v>44410</c:v>
                </c:pt>
                <c:pt idx="1457">
                  <c:v>44411</c:v>
                </c:pt>
                <c:pt idx="1458">
                  <c:v>44412</c:v>
                </c:pt>
                <c:pt idx="1459">
                  <c:v>44413</c:v>
                </c:pt>
                <c:pt idx="1460">
                  <c:v>44414</c:v>
                </c:pt>
                <c:pt idx="1461">
                  <c:v>44417</c:v>
                </c:pt>
                <c:pt idx="1462">
                  <c:v>44418</c:v>
                </c:pt>
                <c:pt idx="1463">
                  <c:v>44419</c:v>
                </c:pt>
                <c:pt idx="1464">
                  <c:v>44420</c:v>
                </c:pt>
                <c:pt idx="1465">
                  <c:v>44421</c:v>
                </c:pt>
                <c:pt idx="1466">
                  <c:v>44424</c:v>
                </c:pt>
                <c:pt idx="1467">
                  <c:v>44425</c:v>
                </c:pt>
                <c:pt idx="1468">
                  <c:v>44426</c:v>
                </c:pt>
                <c:pt idx="1469">
                  <c:v>44427</c:v>
                </c:pt>
                <c:pt idx="1470">
                  <c:v>44428</c:v>
                </c:pt>
                <c:pt idx="1471">
                  <c:v>44431</c:v>
                </c:pt>
                <c:pt idx="1472">
                  <c:v>44432</c:v>
                </c:pt>
                <c:pt idx="1473">
                  <c:v>44433</c:v>
                </c:pt>
                <c:pt idx="1474">
                  <c:v>44434</c:v>
                </c:pt>
                <c:pt idx="1475">
                  <c:v>44435</c:v>
                </c:pt>
                <c:pt idx="1476">
                  <c:v>44438</c:v>
                </c:pt>
                <c:pt idx="1477">
                  <c:v>44439</c:v>
                </c:pt>
                <c:pt idx="1478">
                  <c:v>44440</c:v>
                </c:pt>
                <c:pt idx="1479">
                  <c:v>44441</c:v>
                </c:pt>
                <c:pt idx="1480">
                  <c:v>44442</c:v>
                </c:pt>
                <c:pt idx="1481">
                  <c:v>44445</c:v>
                </c:pt>
                <c:pt idx="1482">
                  <c:v>44446</c:v>
                </c:pt>
                <c:pt idx="1483">
                  <c:v>44447</c:v>
                </c:pt>
                <c:pt idx="1484">
                  <c:v>44448</c:v>
                </c:pt>
                <c:pt idx="1485">
                  <c:v>44449</c:v>
                </c:pt>
                <c:pt idx="1486">
                  <c:v>44452</c:v>
                </c:pt>
                <c:pt idx="1487">
                  <c:v>44453</c:v>
                </c:pt>
                <c:pt idx="1488">
                  <c:v>44454</c:v>
                </c:pt>
                <c:pt idx="1489">
                  <c:v>44455</c:v>
                </c:pt>
                <c:pt idx="1490">
                  <c:v>44456</c:v>
                </c:pt>
                <c:pt idx="1491">
                  <c:v>44459</c:v>
                </c:pt>
                <c:pt idx="1492">
                  <c:v>44460</c:v>
                </c:pt>
                <c:pt idx="1493">
                  <c:v>44461</c:v>
                </c:pt>
                <c:pt idx="1494">
                  <c:v>44462</c:v>
                </c:pt>
                <c:pt idx="1495">
                  <c:v>44463</c:v>
                </c:pt>
                <c:pt idx="1496">
                  <c:v>44466</c:v>
                </c:pt>
                <c:pt idx="1497">
                  <c:v>44467</c:v>
                </c:pt>
                <c:pt idx="1498">
                  <c:v>44468</c:v>
                </c:pt>
                <c:pt idx="1499">
                  <c:v>44469</c:v>
                </c:pt>
                <c:pt idx="1500">
                  <c:v>44470</c:v>
                </c:pt>
                <c:pt idx="1501">
                  <c:v>44473</c:v>
                </c:pt>
                <c:pt idx="1502">
                  <c:v>44474</c:v>
                </c:pt>
                <c:pt idx="1503">
                  <c:v>44475</c:v>
                </c:pt>
                <c:pt idx="1504">
                  <c:v>44476</c:v>
                </c:pt>
                <c:pt idx="1505">
                  <c:v>44477</c:v>
                </c:pt>
                <c:pt idx="1506">
                  <c:v>44480</c:v>
                </c:pt>
                <c:pt idx="1507">
                  <c:v>44481</c:v>
                </c:pt>
                <c:pt idx="1508">
                  <c:v>44482</c:v>
                </c:pt>
                <c:pt idx="1509">
                  <c:v>44483</c:v>
                </c:pt>
                <c:pt idx="1510">
                  <c:v>44484</c:v>
                </c:pt>
                <c:pt idx="1511">
                  <c:v>44487</c:v>
                </c:pt>
                <c:pt idx="1512">
                  <c:v>44488</c:v>
                </c:pt>
                <c:pt idx="1513">
                  <c:v>44489</c:v>
                </c:pt>
                <c:pt idx="1514">
                  <c:v>44490</c:v>
                </c:pt>
                <c:pt idx="1515">
                  <c:v>44491</c:v>
                </c:pt>
                <c:pt idx="1516">
                  <c:v>44494</c:v>
                </c:pt>
                <c:pt idx="1517">
                  <c:v>44495</c:v>
                </c:pt>
                <c:pt idx="1518">
                  <c:v>44496</c:v>
                </c:pt>
                <c:pt idx="1519">
                  <c:v>44497</c:v>
                </c:pt>
                <c:pt idx="1520">
                  <c:v>44498</c:v>
                </c:pt>
                <c:pt idx="1521">
                  <c:v>44501</c:v>
                </c:pt>
                <c:pt idx="1522">
                  <c:v>44502</c:v>
                </c:pt>
                <c:pt idx="1523">
                  <c:v>44503</c:v>
                </c:pt>
                <c:pt idx="1524">
                  <c:v>44504</c:v>
                </c:pt>
                <c:pt idx="1525">
                  <c:v>44505</c:v>
                </c:pt>
                <c:pt idx="1526">
                  <c:v>44508</c:v>
                </c:pt>
                <c:pt idx="1527">
                  <c:v>44509</c:v>
                </c:pt>
                <c:pt idx="1528">
                  <c:v>44510</c:v>
                </c:pt>
                <c:pt idx="1529">
                  <c:v>44511</c:v>
                </c:pt>
                <c:pt idx="1530">
                  <c:v>44512</c:v>
                </c:pt>
                <c:pt idx="1531">
                  <c:v>44515</c:v>
                </c:pt>
                <c:pt idx="1532">
                  <c:v>44516</c:v>
                </c:pt>
                <c:pt idx="1533">
                  <c:v>44517</c:v>
                </c:pt>
                <c:pt idx="1534">
                  <c:v>44518</c:v>
                </c:pt>
                <c:pt idx="1535">
                  <c:v>44519</c:v>
                </c:pt>
                <c:pt idx="1536">
                  <c:v>44522</c:v>
                </c:pt>
                <c:pt idx="1537">
                  <c:v>44523</c:v>
                </c:pt>
                <c:pt idx="1538">
                  <c:v>44524</c:v>
                </c:pt>
                <c:pt idx="1539">
                  <c:v>44525</c:v>
                </c:pt>
                <c:pt idx="1540">
                  <c:v>44526</c:v>
                </c:pt>
                <c:pt idx="1541">
                  <c:v>44529</c:v>
                </c:pt>
                <c:pt idx="1542">
                  <c:v>44530</c:v>
                </c:pt>
                <c:pt idx="1543">
                  <c:v>44531</c:v>
                </c:pt>
                <c:pt idx="1544">
                  <c:v>44532</c:v>
                </c:pt>
                <c:pt idx="1545">
                  <c:v>44533</c:v>
                </c:pt>
                <c:pt idx="1546">
                  <c:v>44536</c:v>
                </c:pt>
                <c:pt idx="1547">
                  <c:v>44537</c:v>
                </c:pt>
                <c:pt idx="1548">
                  <c:v>44538</c:v>
                </c:pt>
                <c:pt idx="1549">
                  <c:v>44539</c:v>
                </c:pt>
                <c:pt idx="1550">
                  <c:v>44540</c:v>
                </c:pt>
                <c:pt idx="1551">
                  <c:v>44543</c:v>
                </c:pt>
                <c:pt idx="1552">
                  <c:v>44544</c:v>
                </c:pt>
                <c:pt idx="1553">
                  <c:v>44545</c:v>
                </c:pt>
                <c:pt idx="1554">
                  <c:v>44546</c:v>
                </c:pt>
                <c:pt idx="1555">
                  <c:v>44547</c:v>
                </c:pt>
                <c:pt idx="1556">
                  <c:v>44550</c:v>
                </c:pt>
                <c:pt idx="1557">
                  <c:v>44551</c:v>
                </c:pt>
                <c:pt idx="1558">
                  <c:v>44552</c:v>
                </c:pt>
                <c:pt idx="1559">
                  <c:v>44553</c:v>
                </c:pt>
                <c:pt idx="1560">
                  <c:v>44554</c:v>
                </c:pt>
                <c:pt idx="1561">
                  <c:v>44557</c:v>
                </c:pt>
                <c:pt idx="1562">
                  <c:v>44558</c:v>
                </c:pt>
                <c:pt idx="1563">
                  <c:v>44559</c:v>
                </c:pt>
                <c:pt idx="1564">
                  <c:v>44560</c:v>
                </c:pt>
                <c:pt idx="1565">
                  <c:v>44561</c:v>
                </c:pt>
                <c:pt idx="1566">
                  <c:v>44564</c:v>
                </c:pt>
                <c:pt idx="1567">
                  <c:v>44565</c:v>
                </c:pt>
                <c:pt idx="1568">
                  <c:v>44566</c:v>
                </c:pt>
                <c:pt idx="1569">
                  <c:v>44567</c:v>
                </c:pt>
                <c:pt idx="1570">
                  <c:v>44568</c:v>
                </c:pt>
                <c:pt idx="1571">
                  <c:v>44571</c:v>
                </c:pt>
                <c:pt idx="1572">
                  <c:v>44572</c:v>
                </c:pt>
                <c:pt idx="1573">
                  <c:v>44573</c:v>
                </c:pt>
                <c:pt idx="1574">
                  <c:v>44574</c:v>
                </c:pt>
                <c:pt idx="1575">
                  <c:v>44575</c:v>
                </c:pt>
                <c:pt idx="1576">
                  <c:v>44578</c:v>
                </c:pt>
                <c:pt idx="1577">
                  <c:v>44579</c:v>
                </c:pt>
                <c:pt idx="1578">
                  <c:v>44580</c:v>
                </c:pt>
                <c:pt idx="1579">
                  <c:v>44581</c:v>
                </c:pt>
                <c:pt idx="1580">
                  <c:v>44582</c:v>
                </c:pt>
                <c:pt idx="1581">
                  <c:v>44585</c:v>
                </c:pt>
                <c:pt idx="1582">
                  <c:v>44586</c:v>
                </c:pt>
                <c:pt idx="1583">
                  <c:v>44587</c:v>
                </c:pt>
                <c:pt idx="1584">
                  <c:v>44588</c:v>
                </c:pt>
                <c:pt idx="1585">
                  <c:v>44589</c:v>
                </c:pt>
                <c:pt idx="1586">
                  <c:v>44592</c:v>
                </c:pt>
                <c:pt idx="1587">
                  <c:v>44593</c:v>
                </c:pt>
                <c:pt idx="1588">
                  <c:v>44594</c:v>
                </c:pt>
                <c:pt idx="1589">
                  <c:v>44595</c:v>
                </c:pt>
                <c:pt idx="1590">
                  <c:v>44596</c:v>
                </c:pt>
                <c:pt idx="1591">
                  <c:v>44599</c:v>
                </c:pt>
                <c:pt idx="1592">
                  <c:v>44600</c:v>
                </c:pt>
                <c:pt idx="1593">
                  <c:v>44601</c:v>
                </c:pt>
                <c:pt idx="1594">
                  <c:v>44602</c:v>
                </c:pt>
                <c:pt idx="1595">
                  <c:v>44603</c:v>
                </c:pt>
                <c:pt idx="1596">
                  <c:v>44606</c:v>
                </c:pt>
                <c:pt idx="1597">
                  <c:v>44607</c:v>
                </c:pt>
                <c:pt idx="1598">
                  <c:v>44608</c:v>
                </c:pt>
                <c:pt idx="1599">
                  <c:v>44609</c:v>
                </c:pt>
                <c:pt idx="1600">
                  <c:v>44610</c:v>
                </c:pt>
                <c:pt idx="1601">
                  <c:v>44613</c:v>
                </c:pt>
                <c:pt idx="1602">
                  <c:v>44614</c:v>
                </c:pt>
                <c:pt idx="1603">
                  <c:v>44615</c:v>
                </c:pt>
                <c:pt idx="1604">
                  <c:v>44616</c:v>
                </c:pt>
                <c:pt idx="1605">
                  <c:v>44617</c:v>
                </c:pt>
                <c:pt idx="1606">
                  <c:v>44620</c:v>
                </c:pt>
                <c:pt idx="1607">
                  <c:v>44621</c:v>
                </c:pt>
                <c:pt idx="1608">
                  <c:v>44622</c:v>
                </c:pt>
                <c:pt idx="1609">
                  <c:v>44623</c:v>
                </c:pt>
                <c:pt idx="1610">
                  <c:v>44624</c:v>
                </c:pt>
                <c:pt idx="1611">
                  <c:v>44627</c:v>
                </c:pt>
                <c:pt idx="1612">
                  <c:v>44628</c:v>
                </c:pt>
                <c:pt idx="1613">
                  <c:v>44629</c:v>
                </c:pt>
                <c:pt idx="1614">
                  <c:v>44630</c:v>
                </c:pt>
                <c:pt idx="1615">
                  <c:v>44631</c:v>
                </c:pt>
                <c:pt idx="1616">
                  <c:v>44634</c:v>
                </c:pt>
                <c:pt idx="1617">
                  <c:v>44635</c:v>
                </c:pt>
                <c:pt idx="1618">
                  <c:v>44636</c:v>
                </c:pt>
                <c:pt idx="1619">
                  <c:v>44637</c:v>
                </c:pt>
                <c:pt idx="1620">
                  <c:v>44638</c:v>
                </c:pt>
                <c:pt idx="1621">
                  <c:v>44641</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44656</c:v>
                </c:pt>
                <c:pt idx="1633">
                  <c:v>44657</c:v>
                </c:pt>
                <c:pt idx="1634">
                  <c:v>44658</c:v>
                </c:pt>
                <c:pt idx="1635">
                  <c:v>44659</c:v>
                </c:pt>
                <c:pt idx="1636">
                  <c:v>44662</c:v>
                </c:pt>
                <c:pt idx="1637">
                  <c:v>44663</c:v>
                </c:pt>
                <c:pt idx="1638">
                  <c:v>44664</c:v>
                </c:pt>
                <c:pt idx="1639">
                  <c:v>44665</c:v>
                </c:pt>
                <c:pt idx="1640">
                  <c:v>44666</c:v>
                </c:pt>
                <c:pt idx="1641">
                  <c:v>44669</c:v>
                </c:pt>
                <c:pt idx="1642">
                  <c:v>44670</c:v>
                </c:pt>
                <c:pt idx="1643">
                  <c:v>44671</c:v>
                </c:pt>
                <c:pt idx="1644">
                  <c:v>44672</c:v>
                </c:pt>
                <c:pt idx="1645">
                  <c:v>44673</c:v>
                </c:pt>
                <c:pt idx="1646">
                  <c:v>44676</c:v>
                </c:pt>
                <c:pt idx="1647">
                  <c:v>44677</c:v>
                </c:pt>
                <c:pt idx="1648">
                  <c:v>44678</c:v>
                </c:pt>
                <c:pt idx="1649">
                  <c:v>44679</c:v>
                </c:pt>
                <c:pt idx="1650">
                  <c:v>44680</c:v>
                </c:pt>
                <c:pt idx="1651">
                  <c:v>44683</c:v>
                </c:pt>
                <c:pt idx="1652">
                  <c:v>44684</c:v>
                </c:pt>
                <c:pt idx="1653">
                  <c:v>44685</c:v>
                </c:pt>
                <c:pt idx="1654">
                  <c:v>44686</c:v>
                </c:pt>
                <c:pt idx="1655">
                  <c:v>44687</c:v>
                </c:pt>
                <c:pt idx="1656">
                  <c:v>44690</c:v>
                </c:pt>
                <c:pt idx="1657">
                  <c:v>44691</c:v>
                </c:pt>
                <c:pt idx="1658">
                  <c:v>44692</c:v>
                </c:pt>
                <c:pt idx="1659">
                  <c:v>44693</c:v>
                </c:pt>
                <c:pt idx="1660">
                  <c:v>44694</c:v>
                </c:pt>
                <c:pt idx="1661">
                  <c:v>44697</c:v>
                </c:pt>
                <c:pt idx="1662">
                  <c:v>44698</c:v>
                </c:pt>
                <c:pt idx="1663">
                  <c:v>44699</c:v>
                </c:pt>
                <c:pt idx="1664">
                  <c:v>44700</c:v>
                </c:pt>
                <c:pt idx="1665">
                  <c:v>44701</c:v>
                </c:pt>
                <c:pt idx="1666">
                  <c:v>44704</c:v>
                </c:pt>
                <c:pt idx="1667">
                  <c:v>44705</c:v>
                </c:pt>
                <c:pt idx="1668">
                  <c:v>44706</c:v>
                </c:pt>
                <c:pt idx="1669">
                  <c:v>44707</c:v>
                </c:pt>
                <c:pt idx="1670">
                  <c:v>44708</c:v>
                </c:pt>
                <c:pt idx="1671">
                  <c:v>44711</c:v>
                </c:pt>
                <c:pt idx="1672">
                  <c:v>44712</c:v>
                </c:pt>
                <c:pt idx="1673">
                  <c:v>44713</c:v>
                </c:pt>
                <c:pt idx="1674">
                  <c:v>44714</c:v>
                </c:pt>
                <c:pt idx="1675">
                  <c:v>44715</c:v>
                </c:pt>
                <c:pt idx="1676">
                  <c:v>44718</c:v>
                </c:pt>
                <c:pt idx="1677">
                  <c:v>44719</c:v>
                </c:pt>
                <c:pt idx="1678">
                  <c:v>44720</c:v>
                </c:pt>
                <c:pt idx="1679">
                  <c:v>44721</c:v>
                </c:pt>
                <c:pt idx="1680">
                  <c:v>44722</c:v>
                </c:pt>
                <c:pt idx="1681">
                  <c:v>44725</c:v>
                </c:pt>
                <c:pt idx="1682">
                  <c:v>44726</c:v>
                </c:pt>
                <c:pt idx="1683">
                  <c:v>44727</c:v>
                </c:pt>
                <c:pt idx="1684">
                  <c:v>44728</c:v>
                </c:pt>
                <c:pt idx="1685">
                  <c:v>44729</c:v>
                </c:pt>
                <c:pt idx="1686">
                  <c:v>44732</c:v>
                </c:pt>
                <c:pt idx="1687">
                  <c:v>44733</c:v>
                </c:pt>
                <c:pt idx="1688">
                  <c:v>44734</c:v>
                </c:pt>
                <c:pt idx="1689">
                  <c:v>44735</c:v>
                </c:pt>
                <c:pt idx="1690">
                  <c:v>44736</c:v>
                </c:pt>
                <c:pt idx="1691">
                  <c:v>44739</c:v>
                </c:pt>
                <c:pt idx="1692">
                  <c:v>44740</c:v>
                </c:pt>
                <c:pt idx="1693">
                  <c:v>44741</c:v>
                </c:pt>
                <c:pt idx="1694">
                  <c:v>44742</c:v>
                </c:pt>
                <c:pt idx="1695">
                  <c:v>44743</c:v>
                </c:pt>
                <c:pt idx="1696">
                  <c:v>44746</c:v>
                </c:pt>
                <c:pt idx="1697">
                  <c:v>44747</c:v>
                </c:pt>
                <c:pt idx="1698">
                  <c:v>44748</c:v>
                </c:pt>
                <c:pt idx="1699">
                  <c:v>44749</c:v>
                </c:pt>
                <c:pt idx="1700">
                  <c:v>44750</c:v>
                </c:pt>
                <c:pt idx="1701">
                  <c:v>44753</c:v>
                </c:pt>
                <c:pt idx="1702">
                  <c:v>44754</c:v>
                </c:pt>
                <c:pt idx="1703">
                  <c:v>44755</c:v>
                </c:pt>
                <c:pt idx="1704">
                  <c:v>44756</c:v>
                </c:pt>
                <c:pt idx="1705">
                  <c:v>44757</c:v>
                </c:pt>
                <c:pt idx="1706">
                  <c:v>44760</c:v>
                </c:pt>
                <c:pt idx="1707">
                  <c:v>44761</c:v>
                </c:pt>
                <c:pt idx="1708">
                  <c:v>44762</c:v>
                </c:pt>
                <c:pt idx="1709">
                  <c:v>44763</c:v>
                </c:pt>
                <c:pt idx="1710">
                  <c:v>44764</c:v>
                </c:pt>
                <c:pt idx="1711">
                  <c:v>44767</c:v>
                </c:pt>
                <c:pt idx="1712">
                  <c:v>44768</c:v>
                </c:pt>
                <c:pt idx="1713">
                  <c:v>44769</c:v>
                </c:pt>
                <c:pt idx="1714">
                  <c:v>44770</c:v>
                </c:pt>
                <c:pt idx="1715">
                  <c:v>44771</c:v>
                </c:pt>
                <c:pt idx="1716">
                  <c:v>44774</c:v>
                </c:pt>
                <c:pt idx="1717">
                  <c:v>44775</c:v>
                </c:pt>
                <c:pt idx="1718">
                  <c:v>44776</c:v>
                </c:pt>
                <c:pt idx="1719">
                  <c:v>44777</c:v>
                </c:pt>
                <c:pt idx="1720">
                  <c:v>44778</c:v>
                </c:pt>
                <c:pt idx="1721">
                  <c:v>44781</c:v>
                </c:pt>
                <c:pt idx="1722">
                  <c:v>44782</c:v>
                </c:pt>
                <c:pt idx="1723">
                  <c:v>44783</c:v>
                </c:pt>
                <c:pt idx="1724">
                  <c:v>44784</c:v>
                </c:pt>
                <c:pt idx="1725">
                  <c:v>44785</c:v>
                </c:pt>
                <c:pt idx="1726">
                  <c:v>44788</c:v>
                </c:pt>
                <c:pt idx="1727">
                  <c:v>44789</c:v>
                </c:pt>
                <c:pt idx="1728">
                  <c:v>44790</c:v>
                </c:pt>
                <c:pt idx="1729">
                  <c:v>44791</c:v>
                </c:pt>
                <c:pt idx="1730">
                  <c:v>44792</c:v>
                </c:pt>
                <c:pt idx="1731">
                  <c:v>44795</c:v>
                </c:pt>
                <c:pt idx="1732">
                  <c:v>44796</c:v>
                </c:pt>
                <c:pt idx="1733">
                  <c:v>44797</c:v>
                </c:pt>
                <c:pt idx="1734">
                  <c:v>44798</c:v>
                </c:pt>
                <c:pt idx="1735">
                  <c:v>44799</c:v>
                </c:pt>
                <c:pt idx="1736">
                  <c:v>44802</c:v>
                </c:pt>
                <c:pt idx="1737">
                  <c:v>44803</c:v>
                </c:pt>
                <c:pt idx="1738">
                  <c:v>44804</c:v>
                </c:pt>
                <c:pt idx="1739">
                  <c:v>44805</c:v>
                </c:pt>
                <c:pt idx="1740">
                  <c:v>44806</c:v>
                </c:pt>
                <c:pt idx="1741">
                  <c:v>44809</c:v>
                </c:pt>
                <c:pt idx="1742">
                  <c:v>44810</c:v>
                </c:pt>
                <c:pt idx="1743">
                  <c:v>44811</c:v>
                </c:pt>
                <c:pt idx="1744">
                  <c:v>44812</c:v>
                </c:pt>
                <c:pt idx="1745">
                  <c:v>44813</c:v>
                </c:pt>
                <c:pt idx="1746">
                  <c:v>44816</c:v>
                </c:pt>
                <c:pt idx="1747">
                  <c:v>44817</c:v>
                </c:pt>
                <c:pt idx="1748">
                  <c:v>44818</c:v>
                </c:pt>
                <c:pt idx="1749">
                  <c:v>44819</c:v>
                </c:pt>
                <c:pt idx="1750">
                  <c:v>44820</c:v>
                </c:pt>
                <c:pt idx="1751">
                  <c:v>44823</c:v>
                </c:pt>
                <c:pt idx="1752">
                  <c:v>44824</c:v>
                </c:pt>
                <c:pt idx="1753">
                  <c:v>44825</c:v>
                </c:pt>
                <c:pt idx="1754">
                  <c:v>44826</c:v>
                </c:pt>
                <c:pt idx="1755">
                  <c:v>44827</c:v>
                </c:pt>
                <c:pt idx="1756">
                  <c:v>44830</c:v>
                </c:pt>
                <c:pt idx="1757">
                  <c:v>44831</c:v>
                </c:pt>
                <c:pt idx="1758">
                  <c:v>44832</c:v>
                </c:pt>
                <c:pt idx="1759">
                  <c:v>44833</c:v>
                </c:pt>
                <c:pt idx="1760">
                  <c:v>44834</c:v>
                </c:pt>
                <c:pt idx="1761">
                  <c:v>44837</c:v>
                </c:pt>
                <c:pt idx="1762">
                  <c:v>44838</c:v>
                </c:pt>
                <c:pt idx="1763">
                  <c:v>44839</c:v>
                </c:pt>
                <c:pt idx="1764">
                  <c:v>44840</c:v>
                </c:pt>
                <c:pt idx="1765">
                  <c:v>44841</c:v>
                </c:pt>
                <c:pt idx="1766">
                  <c:v>44844</c:v>
                </c:pt>
                <c:pt idx="1767">
                  <c:v>44845</c:v>
                </c:pt>
                <c:pt idx="1768">
                  <c:v>44846</c:v>
                </c:pt>
                <c:pt idx="1769">
                  <c:v>44847</c:v>
                </c:pt>
                <c:pt idx="1770">
                  <c:v>44848</c:v>
                </c:pt>
                <c:pt idx="1771">
                  <c:v>44851</c:v>
                </c:pt>
                <c:pt idx="1772">
                  <c:v>44852</c:v>
                </c:pt>
                <c:pt idx="1773">
                  <c:v>44853</c:v>
                </c:pt>
                <c:pt idx="1774">
                  <c:v>44854</c:v>
                </c:pt>
                <c:pt idx="1775">
                  <c:v>44855</c:v>
                </c:pt>
                <c:pt idx="1776">
                  <c:v>44858</c:v>
                </c:pt>
                <c:pt idx="1777">
                  <c:v>44859</c:v>
                </c:pt>
                <c:pt idx="1778">
                  <c:v>44860</c:v>
                </c:pt>
                <c:pt idx="1779">
                  <c:v>44861</c:v>
                </c:pt>
                <c:pt idx="1780">
                  <c:v>44862</c:v>
                </c:pt>
                <c:pt idx="1781">
                  <c:v>44865</c:v>
                </c:pt>
                <c:pt idx="1782">
                  <c:v>44866</c:v>
                </c:pt>
                <c:pt idx="1783">
                  <c:v>44867</c:v>
                </c:pt>
                <c:pt idx="1784">
                  <c:v>44868</c:v>
                </c:pt>
                <c:pt idx="1785">
                  <c:v>44869</c:v>
                </c:pt>
                <c:pt idx="1786">
                  <c:v>44872</c:v>
                </c:pt>
                <c:pt idx="1787">
                  <c:v>44873</c:v>
                </c:pt>
                <c:pt idx="1788">
                  <c:v>44874</c:v>
                </c:pt>
                <c:pt idx="1789">
                  <c:v>44875</c:v>
                </c:pt>
                <c:pt idx="1790">
                  <c:v>44876</c:v>
                </c:pt>
                <c:pt idx="1791">
                  <c:v>44879</c:v>
                </c:pt>
                <c:pt idx="1792">
                  <c:v>44880</c:v>
                </c:pt>
                <c:pt idx="1793">
                  <c:v>44881</c:v>
                </c:pt>
                <c:pt idx="1794">
                  <c:v>44882</c:v>
                </c:pt>
                <c:pt idx="1795">
                  <c:v>44883</c:v>
                </c:pt>
                <c:pt idx="1796">
                  <c:v>44886</c:v>
                </c:pt>
                <c:pt idx="1797">
                  <c:v>44887</c:v>
                </c:pt>
                <c:pt idx="1798">
                  <c:v>44888</c:v>
                </c:pt>
                <c:pt idx="1799">
                  <c:v>44889</c:v>
                </c:pt>
                <c:pt idx="1800">
                  <c:v>44890</c:v>
                </c:pt>
                <c:pt idx="1801">
                  <c:v>44893</c:v>
                </c:pt>
                <c:pt idx="1802">
                  <c:v>44894</c:v>
                </c:pt>
                <c:pt idx="1803">
                  <c:v>44895</c:v>
                </c:pt>
                <c:pt idx="1804">
                  <c:v>44896</c:v>
                </c:pt>
                <c:pt idx="1805">
                  <c:v>44897</c:v>
                </c:pt>
                <c:pt idx="1806">
                  <c:v>44900</c:v>
                </c:pt>
                <c:pt idx="1807">
                  <c:v>44901</c:v>
                </c:pt>
                <c:pt idx="1808">
                  <c:v>44902</c:v>
                </c:pt>
                <c:pt idx="1809">
                  <c:v>44903</c:v>
                </c:pt>
                <c:pt idx="1810">
                  <c:v>44904</c:v>
                </c:pt>
                <c:pt idx="1811">
                  <c:v>44907</c:v>
                </c:pt>
                <c:pt idx="1812">
                  <c:v>44908</c:v>
                </c:pt>
                <c:pt idx="1813">
                  <c:v>44909</c:v>
                </c:pt>
                <c:pt idx="1814">
                  <c:v>44910</c:v>
                </c:pt>
                <c:pt idx="1815">
                  <c:v>44911</c:v>
                </c:pt>
                <c:pt idx="1816">
                  <c:v>44914</c:v>
                </c:pt>
                <c:pt idx="1817">
                  <c:v>44915</c:v>
                </c:pt>
                <c:pt idx="1818">
                  <c:v>44916</c:v>
                </c:pt>
                <c:pt idx="1819">
                  <c:v>44917</c:v>
                </c:pt>
                <c:pt idx="1820">
                  <c:v>44918</c:v>
                </c:pt>
                <c:pt idx="1821">
                  <c:v>44921</c:v>
                </c:pt>
                <c:pt idx="1822">
                  <c:v>44922</c:v>
                </c:pt>
                <c:pt idx="1823">
                  <c:v>44923</c:v>
                </c:pt>
                <c:pt idx="1824">
                  <c:v>44924</c:v>
                </c:pt>
                <c:pt idx="1825">
                  <c:v>44925</c:v>
                </c:pt>
                <c:pt idx="1826">
                  <c:v>44928</c:v>
                </c:pt>
                <c:pt idx="1827">
                  <c:v>44929</c:v>
                </c:pt>
                <c:pt idx="1828">
                  <c:v>44930</c:v>
                </c:pt>
                <c:pt idx="1829">
                  <c:v>44931</c:v>
                </c:pt>
                <c:pt idx="1830">
                  <c:v>44932</c:v>
                </c:pt>
                <c:pt idx="1831">
                  <c:v>44935</c:v>
                </c:pt>
                <c:pt idx="1832">
                  <c:v>44936</c:v>
                </c:pt>
                <c:pt idx="1833">
                  <c:v>44937</c:v>
                </c:pt>
                <c:pt idx="1834">
                  <c:v>44938</c:v>
                </c:pt>
                <c:pt idx="1835">
                  <c:v>44939</c:v>
                </c:pt>
                <c:pt idx="1836">
                  <c:v>44942</c:v>
                </c:pt>
                <c:pt idx="1837">
                  <c:v>44943</c:v>
                </c:pt>
                <c:pt idx="1838">
                  <c:v>44944</c:v>
                </c:pt>
                <c:pt idx="1839">
                  <c:v>44945</c:v>
                </c:pt>
                <c:pt idx="1840">
                  <c:v>44946</c:v>
                </c:pt>
                <c:pt idx="1841">
                  <c:v>44949</c:v>
                </c:pt>
                <c:pt idx="1842">
                  <c:v>44950</c:v>
                </c:pt>
                <c:pt idx="1843">
                  <c:v>44951</c:v>
                </c:pt>
                <c:pt idx="1844">
                  <c:v>44952</c:v>
                </c:pt>
                <c:pt idx="1845">
                  <c:v>44953</c:v>
                </c:pt>
                <c:pt idx="1846">
                  <c:v>44956</c:v>
                </c:pt>
                <c:pt idx="1847">
                  <c:v>44957</c:v>
                </c:pt>
                <c:pt idx="1848">
                  <c:v>44958</c:v>
                </c:pt>
                <c:pt idx="1849">
                  <c:v>44959</c:v>
                </c:pt>
                <c:pt idx="1850">
                  <c:v>44960</c:v>
                </c:pt>
                <c:pt idx="1851">
                  <c:v>44963</c:v>
                </c:pt>
                <c:pt idx="1852">
                  <c:v>44964</c:v>
                </c:pt>
                <c:pt idx="1853">
                  <c:v>44965</c:v>
                </c:pt>
                <c:pt idx="1854">
                  <c:v>44966</c:v>
                </c:pt>
                <c:pt idx="1855">
                  <c:v>44967</c:v>
                </c:pt>
                <c:pt idx="1856">
                  <c:v>44970</c:v>
                </c:pt>
                <c:pt idx="1857">
                  <c:v>44971</c:v>
                </c:pt>
                <c:pt idx="1858">
                  <c:v>44972</c:v>
                </c:pt>
                <c:pt idx="1859">
                  <c:v>44973</c:v>
                </c:pt>
                <c:pt idx="1860">
                  <c:v>44974</c:v>
                </c:pt>
                <c:pt idx="1861">
                  <c:v>44977</c:v>
                </c:pt>
                <c:pt idx="1862">
                  <c:v>44978</c:v>
                </c:pt>
                <c:pt idx="1863">
                  <c:v>44979</c:v>
                </c:pt>
                <c:pt idx="1864">
                  <c:v>44980</c:v>
                </c:pt>
                <c:pt idx="1865">
                  <c:v>44981</c:v>
                </c:pt>
                <c:pt idx="1866">
                  <c:v>44984</c:v>
                </c:pt>
                <c:pt idx="1867">
                  <c:v>44985</c:v>
                </c:pt>
                <c:pt idx="1868">
                  <c:v>44986</c:v>
                </c:pt>
                <c:pt idx="1869">
                  <c:v>44987</c:v>
                </c:pt>
                <c:pt idx="1870">
                  <c:v>44988</c:v>
                </c:pt>
                <c:pt idx="1871">
                  <c:v>44991</c:v>
                </c:pt>
                <c:pt idx="1872">
                  <c:v>44992</c:v>
                </c:pt>
                <c:pt idx="1873">
                  <c:v>44993</c:v>
                </c:pt>
                <c:pt idx="1874">
                  <c:v>44994</c:v>
                </c:pt>
                <c:pt idx="1875">
                  <c:v>44995</c:v>
                </c:pt>
                <c:pt idx="1876">
                  <c:v>44998</c:v>
                </c:pt>
                <c:pt idx="1877">
                  <c:v>44999</c:v>
                </c:pt>
                <c:pt idx="1878">
                  <c:v>45000</c:v>
                </c:pt>
                <c:pt idx="1879">
                  <c:v>45001</c:v>
                </c:pt>
                <c:pt idx="1880">
                  <c:v>45002</c:v>
                </c:pt>
                <c:pt idx="1881">
                  <c:v>45005</c:v>
                </c:pt>
                <c:pt idx="1882">
                  <c:v>45006</c:v>
                </c:pt>
                <c:pt idx="1883">
                  <c:v>45007</c:v>
                </c:pt>
                <c:pt idx="1884">
                  <c:v>45008</c:v>
                </c:pt>
                <c:pt idx="1885">
                  <c:v>45009</c:v>
                </c:pt>
                <c:pt idx="1886">
                  <c:v>45012</c:v>
                </c:pt>
                <c:pt idx="1887">
                  <c:v>45013</c:v>
                </c:pt>
                <c:pt idx="1888">
                  <c:v>45014</c:v>
                </c:pt>
                <c:pt idx="1889">
                  <c:v>45015</c:v>
                </c:pt>
                <c:pt idx="1890">
                  <c:v>45016</c:v>
                </c:pt>
                <c:pt idx="1891">
                  <c:v>45019</c:v>
                </c:pt>
                <c:pt idx="1892">
                  <c:v>45020</c:v>
                </c:pt>
                <c:pt idx="1893">
                  <c:v>45021</c:v>
                </c:pt>
                <c:pt idx="1894">
                  <c:v>45022</c:v>
                </c:pt>
                <c:pt idx="1895">
                  <c:v>45023</c:v>
                </c:pt>
                <c:pt idx="1896">
                  <c:v>45026</c:v>
                </c:pt>
                <c:pt idx="1897">
                  <c:v>45027</c:v>
                </c:pt>
                <c:pt idx="1898">
                  <c:v>45028</c:v>
                </c:pt>
                <c:pt idx="1899">
                  <c:v>45029</c:v>
                </c:pt>
                <c:pt idx="1900">
                  <c:v>45030</c:v>
                </c:pt>
                <c:pt idx="1901">
                  <c:v>45033</c:v>
                </c:pt>
                <c:pt idx="1902">
                  <c:v>45034</c:v>
                </c:pt>
                <c:pt idx="1903">
                  <c:v>45035</c:v>
                </c:pt>
                <c:pt idx="1904">
                  <c:v>45036</c:v>
                </c:pt>
                <c:pt idx="1905">
                  <c:v>45037</c:v>
                </c:pt>
                <c:pt idx="1906">
                  <c:v>45040</c:v>
                </c:pt>
                <c:pt idx="1907">
                  <c:v>45041</c:v>
                </c:pt>
                <c:pt idx="1908">
                  <c:v>45042</c:v>
                </c:pt>
                <c:pt idx="1909">
                  <c:v>45043</c:v>
                </c:pt>
                <c:pt idx="1910">
                  <c:v>45044</c:v>
                </c:pt>
                <c:pt idx="1911">
                  <c:v>45047</c:v>
                </c:pt>
                <c:pt idx="1912">
                  <c:v>45048</c:v>
                </c:pt>
                <c:pt idx="1913">
                  <c:v>45049</c:v>
                </c:pt>
                <c:pt idx="1914">
                  <c:v>45050</c:v>
                </c:pt>
                <c:pt idx="1915">
                  <c:v>45051</c:v>
                </c:pt>
                <c:pt idx="1916">
                  <c:v>45054</c:v>
                </c:pt>
                <c:pt idx="1917">
                  <c:v>45055</c:v>
                </c:pt>
                <c:pt idx="1918">
                  <c:v>45056</c:v>
                </c:pt>
                <c:pt idx="1919">
                  <c:v>45057</c:v>
                </c:pt>
                <c:pt idx="1920">
                  <c:v>45058</c:v>
                </c:pt>
                <c:pt idx="1921">
                  <c:v>45061</c:v>
                </c:pt>
                <c:pt idx="1922">
                  <c:v>45062</c:v>
                </c:pt>
                <c:pt idx="1923">
                  <c:v>45063</c:v>
                </c:pt>
                <c:pt idx="1924">
                  <c:v>45064</c:v>
                </c:pt>
                <c:pt idx="1925">
                  <c:v>45065</c:v>
                </c:pt>
                <c:pt idx="1926">
                  <c:v>45068</c:v>
                </c:pt>
                <c:pt idx="1927">
                  <c:v>45069</c:v>
                </c:pt>
                <c:pt idx="1928">
                  <c:v>45070</c:v>
                </c:pt>
                <c:pt idx="1929">
                  <c:v>45071</c:v>
                </c:pt>
                <c:pt idx="1930">
                  <c:v>45072</c:v>
                </c:pt>
                <c:pt idx="1931">
                  <c:v>45075</c:v>
                </c:pt>
                <c:pt idx="1932">
                  <c:v>45076</c:v>
                </c:pt>
                <c:pt idx="1933">
                  <c:v>45077</c:v>
                </c:pt>
                <c:pt idx="1934">
                  <c:v>45078</c:v>
                </c:pt>
                <c:pt idx="1935">
                  <c:v>45079</c:v>
                </c:pt>
                <c:pt idx="1936">
                  <c:v>45082</c:v>
                </c:pt>
                <c:pt idx="1937">
                  <c:v>45083</c:v>
                </c:pt>
                <c:pt idx="1938">
                  <c:v>45084</c:v>
                </c:pt>
                <c:pt idx="1939">
                  <c:v>45085</c:v>
                </c:pt>
                <c:pt idx="1940">
                  <c:v>45086</c:v>
                </c:pt>
                <c:pt idx="1941">
                  <c:v>45089</c:v>
                </c:pt>
                <c:pt idx="1942">
                  <c:v>45090</c:v>
                </c:pt>
                <c:pt idx="1943">
                  <c:v>45091</c:v>
                </c:pt>
                <c:pt idx="1944">
                  <c:v>45092</c:v>
                </c:pt>
                <c:pt idx="1945">
                  <c:v>45093</c:v>
                </c:pt>
                <c:pt idx="1946">
                  <c:v>45096</c:v>
                </c:pt>
                <c:pt idx="1947">
                  <c:v>45097</c:v>
                </c:pt>
                <c:pt idx="1948">
                  <c:v>45098</c:v>
                </c:pt>
                <c:pt idx="1949">
                  <c:v>45099</c:v>
                </c:pt>
                <c:pt idx="1950">
                  <c:v>45100</c:v>
                </c:pt>
                <c:pt idx="1951">
                  <c:v>45103</c:v>
                </c:pt>
                <c:pt idx="1952">
                  <c:v>45104</c:v>
                </c:pt>
                <c:pt idx="1953">
                  <c:v>45105</c:v>
                </c:pt>
                <c:pt idx="1954">
                  <c:v>45106</c:v>
                </c:pt>
                <c:pt idx="1955">
                  <c:v>45107</c:v>
                </c:pt>
                <c:pt idx="1956">
                  <c:v>45110</c:v>
                </c:pt>
                <c:pt idx="1957">
                  <c:v>45111</c:v>
                </c:pt>
                <c:pt idx="1958">
                  <c:v>45112</c:v>
                </c:pt>
                <c:pt idx="1959">
                  <c:v>45113</c:v>
                </c:pt>
                <c:pt idx="1960">
                  <c:v>45114</c:v>
                </c:pt>
                <c:pt idx="1961">
                  <c:v>45117</c:v>
                </c:pt>
                <c:pt idx="1962">
                  <c:v>45118</c:v>
                </c:pt>
                <c:pt idx="1963">
                  <c:v>45119</c:v>
                </c:pt>
                <c:pt idx="1964">
                  <c:v>45120</c:v>
                </c:pt>
                <c:pt idx="1965">
                  <c:v>45121</c:v>
                </c:pt>
                <c:pt idx="1966">
                  <c:v>45124</c:v>
                </c:pt>
                <c:pt idx="1967">
                  <c:v>45125</c:v>
                </c:pt>
                <c:pt idx="1968">
                  <c:v>45126</c:v>
                </c:pt>
                <c:pt idx="1969">
                  <c:v>45127</c:v>
                </c:pt>
                <c:pt idx="1970">
                  <c:v>45128</c:v>
                </c:pt>
                <c:pt idx="1971">
                  <c:v>45131</c:v>
                </c:pt>
                <c:pt idx="1972">
                  <c:v>45132</c:v>
                </c:pt>
                <c:pt idx="1973">
                  <c:v>45133</c:v>
                </c:pt>
                <c:pt idx="1974">
                  <c:v>45134</c:v>
                </c:pt>
                <c:pt idx="1975">
                  <c:v>45135</c:v>
                </c:pt>
                <c:pt idx="1976">
                  <c:v>45138</c:v>
                </c:pt>
                <c:pt idx="1977">
                  <c:v>45139</c:v>
                </c:pt>
                <c:pt idx="1978">
                  <c:v>45140</c:v>
                </c:pt>
                <c:pt idx="1979">
                  <c:v>45141</c:v>
                </c:pt>
                <c:pt idx="1980">
                  <c:v>45142</c:v>
                </c:pt>
                <c:pt idx="1981">
                  <c:v>45145</c:v>
                </c:pt>
                <c:pt idx="1982">
                  <c:v>45146</c:v>
                </c:pt>
                <c:pt idx="1983">
                  <c:v>45147</c:v>
                </c:pt>
                <c:pt idx="1984">
                  <c:v>45148</c:v>
                </c:pt>
                <c:pt idx="1985">
                  <c:v>45149</c:v>
                </c:pt>
                <c:pt idx="1986">
                  <c:v>45152</c:v>
                </c:pt>
                <c:pt idx="1987">
                  <c:v>45153</c:v>
                </c:pt>
                <c:pt idx="1988">
                  <c:v>45154</c:v>
                </c:pt>
                <c:pt idx="1989">
                  <c:v>45155</c:v>
                </c:pt>
                <c:pt idx="1990">
                  <c:v>45156</c:v>
                </c:pt>
                <c:pt idx="1991">
                  <c:v>45159</c:v>
                </c:pt>
                <c:pt idx="1992">
                  <c:v>45160</c:v>
                </c:pt>
                <c:pt idx="1993">
                  <c:v>45161</c:v>
                </c:pt>
                <c:pt idx="1994">
                  <c:v>45162</c:v>
                </c:pt>
                <c:pt idx="1995">
                  <c:v>45163</c:v>
                </c:pt>
                <c:pt idx="1996">
                  <c:v>45166</c:v>
                </c:pt>
                <c:pt idx="1997">
                  <c:v>45167</c:v>
                </c:pt>
                <c:pt idx="1998">
                  <c:v>45168</c:v>
                </c:pt>
                <c:pt idx="1999">
                  <c:v>45169</c:v>
                </c:pt>
                <c:pt idx="2000">
                  <c:v>45170</c:v>
                </c:pt>
                <c:pt idx="2001">
                  <c:v>45173</c:v>
                </c:pt>
                <c:pt idx="2002">
                  <c:v>45174</c:v>
                </c:pt>
                <c:pt idx="2003">
                  <c:v>45175</c:v>
                </c:pt>
                <c:pt idx="2004">
                  <c:v>45176</c:v>
                </c:pt>
                <c:pt idx="2005">
                  <c:v>45177</c:v>
                </c:pt>
                <c:pt idx="2006">
                  <c:v>45180</c:v>
                </c:pt>
                <c:pt idx="2007">
                  <c:v>45181</c:v>
                </c:pt>
                <c:pt idx="2008">
                  <c:v>45182</c:v>
                </c:pt>
                <c:pt idx="2009">
                  <c:v>45183</c:v>
                </c:pt>
                <c:pt idx="2010">
                  <c:v>45184</c:v>
                </c:pt>
                <c:pt idx="2011">
                  <c:v>45187</c:v>
                </c:pt>
                <c:pt idx="2012">
                  <c:v>45188</c:v>
                </c:pt>
                <c:pt idx="2013">
                  <c:v>45189</c:v>
                </c:pt>
                <c:pt idx="2014">
                  <c:v>45190</c:v>
                </c:pt>
                <c:pt idx="2015">
                  <c:v>45191</c:v>
                </c:pt>
                <c:pt idx="2016">
                  <c:v>45194</c:v>
                </c:pt>
                <c:pt idx="2017">
                  <c:v>45195</c:v>
                </c:pt>
                <c:pt idx="2018">
                  <c:v>45196</c:v>
                </c:pt>
                <c:pt idx="2019">
                  <c:v>45197</c:v>
                </c:pt>
                <c:pt idx="2020">
                  <c:v>45198</c:v>
                </c:pt>
                <c:pt idx="2021">
                  <c:v>45201</c:v>
                </c:pt>
                <c:pt idx="2022">
                  <c:v>45202</c:v>
                </c:pt>
                <c:pt idx="2023">
                  <c:v>45203</c:v>
                </c:pt>
                <c:pt idx="2024">
                  <c:v>45204</c:v>
                </c:pt>
                <c:pt idx="2025">
                  <c:v>45205</c:v>
                </c:pt>
                <c:pt idx="2026">
                  <c:v>45208</c:v>
                </c:pt>
                <c:pt idx="2027">
                  <c:v>45209</c:v>
                </c:pt>
                <c:pt idx="2028">
                  <c:v>45210</c:v>
                </c:pt>
                <c:pt idx="2029">
                  <c:v>45211</c:v>
                </c:pt>
                <c:pt idx="2030">
                  <c:v>45212</c:v>
                </c:pt>
                <c:pt idx="2031">
                  <c:v>45215</c:v>
                </c:pt>
                <c:pt idx="2032">
                  <c:v>45216</c:v>
                </c:pt>
                <c:pt idx="2033">
                  <c:v>45217</c:v>
                </c:pt>
                <c:pt idx="2034">
                  <c:v>45218</c:v>
                </c:pt>
                <c:pt idx="2035">
                  <c:v>45219</c:v>
                </c:pt>
                <c:pt idx="2036">
                  <c:v>45222</c:v>
                </c:pt>
                <c:pt idx="2037">
                  <c:v>45223</c:v>
                </c:pt>
                <c:pt idx="2038">
                  <c:v>45224</c:v>
                </c:pt>
                <c:pt idx="2039">
                  <c:v>45225</c:v>
                </c:pt>
                <c:pt idx="2040">
                  <c:v>45226</c:v>
                </c:pt>
                <c:pt idx="2041">
                  <c:v>45229</c:v>
                </c:pt>
                <c:pt idx="2042">
                  <c:v>45230</c:v>
                </c:pt>
                <c:pt idx="2043">
                  <c:v>45231</c:v>
                </c:pt>
                <c:pt idx="2044">
                  <c:v>45232</c:v>
                </c:pt>
                <c:pt idx="2045">
                  <c:v>45233</c:v>
                </c:pt>
                <c:pt idx="2046">
                  <c:v>45236</c:v>
                </c:pt>
                <c:pt idx="2047">
                  <c:v>45237</c:v>
                </c:pt>
                <c:pt idx="2048">
                  <c:v>45238</c:v>
                </c:pt>
                <c:pt idx="2049">
                  <c:v>45239</c:v>
                </c:pt>
                <c:pt idx="2050">
                  <c:v>45240</c:v>
                </c:pt>
                <c:pt idx="2051">
                  <c:v>45243</c:v>
                </c:pt>
                <c:pt idx="2052">
                  <c:v>45244</c:v>
                </c:pt>
                <c:pt idx="2053">
                  <c:v>45245</c:v>
                </c:pt>
                <c:pt idx="2054">
                  <c:v>45246</c:v>
                </c:pt>
                <c:pt idx="2055">
                  <c:v>45247</c:v>
                </c:pt>
                <c:pt idx="2056">
                  <c:v>45250</c:v>
                </c:pt>
                <c:pt idx="2057">
                  <c:v>45251</c:v>
                </c:pt>
                <c:pt idx="2058">
                  <c:v>45252</c:v>
                </c:pt>
                <c:pt idx="2059">
                  <c:v>45253</c:v>
                </c:pt>
                <c:pt idx="2060">
                  <c:v>45254</c:v>
                </c:pt>
                <c:pt idx="2061">
                  <c:v>45257</c:v>
                </c:pt>
                <c:pt idx="2062">
                  <c:v>45258</c:v>
                </c:pt>
                <c:pt idx="2063">
                  <c:v>45259</c:v>
                </c:pt>
                <c:pt idx="2064">
                  <c:v>45260</c:v>
                </c:pt>
                <c:pt idx="2065">
                  <c:v>45261</c:v>
                </c:pt>
                <c:pt idx="2066">
                  <c:v>45264</c:v>
                </c:pt>
                <c:pt idx="2067">
                  <c:v>45265</c:v>
                </c:pt>
                <c:pt idx="2068">
                  <c:v>45266</c:v>
                </c:pt>
                <c:pt idx="2069">
                  <c:v>45267</c:v>
                </c:pt>
                <c:pt idx="2070">
                  <c:v>45268</c:v>
                </c:pt>
                <c:pt idx="2071">
                  <c:v>45271</c:v>
                </c:pt>
                <c:pt idx="2072">
                  <c:v>45272</c:v>
                </c:pt>
                <c:pt idx="2073">
                  <c:v>45273</c:v>
                </c:pt>
                <c:pt idx="2074">
                  <c:v>45274</c:v>
                </c:pt>
                <c:pt idx="2075">
                  <c:v>45275</c:v>
                </c:pt>
                <c:pt idx="2076">
                  <c:v>45278</c:v>
                </c:pt>
                <c:pt idx="2077">
                  <c:v>45279</c:v>
                </c:pt>
                <c:pt idx="2078">
                  <c:v>45280</c:v>
                </c:pt>
                <c:pt idx="2079">
                  <c:v>45281</c:v>
                </c:pt>
                <c:pt idx="2080">
                  <c:v>45282</c:v>
                </c:pt>
                <c:pt idx="2081">
                  <c:v>45285</c:v>
                </c:pt>
                <c:pt idx="2082">
                  <c:v>45286</c:v>
                </c:pt>
                <c:pt idx="2083">
                  <c:v>45287</c:v>
                </c:pt>
                <c:pt idx="2084">
                  <c:v>45288</c:v>
                </c:pt>
                <c:pt idx="2085">
                  <c:v>45289</c:v>
                </c:pt>
                <c:pt idx="2086">
                  <c:v>45292</c:v>
                </c:pt>
                <c:pt idx="2087">
                  <c:v>45293</c:v>
                </c:pt>
                <c:pt idx="2088">
                  <c:v>45294</c:v>
                </c:pt>
                <c:pt idx="2089">
                  <c:v>45295</c:v>
                </c:pt>
                <c:pt idx="2090">
                  <c:v>45296</c:v>
                </c:pt>
                <c:pt idx="2091">
                  <c:v>45299</c:v>
                </c:pt>
                <c:pt idx="2092">
                  <c:v>45300</c:v>
                </c:pt>
                <c:pt idx="2093">
                  <c:v>45301</c:v>
                </c:pt>
                <c:pt idx="2094">
                  <c:v>45302</c:v>
                </c:pt>
                <c:pt idx="2095">
                  <c:v>45303</c:v>
                </c:pt>
                <c:pt idx="2096">
                  <c:v>45306</c:v>
                </c:pt>
                <c:pt idx="2097">
                  <c:v>45307</c:v>
                </c:pt>
                <c:pt idx="2098">
                  <c:v>45308</c:v>
                </c:pt>
                <c:pt idx="2099">
                  <c:v>45309</c:v>
                </c:pt>
                <c:pt idx="2100">
                  <c:v>45310</c:v>
                </c:pt>
                <c:pt idx="2101">
                  <c:v>45313</c:v>
                </c:pt>
                <c:pt idx="2102">
                  <c:v>45314</c:v>
                </c:pt>
                <c:pt idx="2103">
                  <c:v>45315</c:v>
                </c:pt>
                <c:pt idx="2104">
                  <c:v>45316</c:v>
                </c:pt>
                <c:pt idx="2105">
                  <c:v>45317</c:v>
                </c:pt>
                <c:pt idx="2106">
                  <c:v>45320</c:v>
                </c:pt>
                <c:pt idx="2107">
                  <c:v>45321</c:v>
                </c:pt>
                <c:pt idx="2108">
                  <c:v>45322</c:v>
                </c:pt>
                <c:pt idx="2109">
                  <c:v>45323</c:v>
                </c:pt>
                <c:pt idx="2110">
                  <c:v>45324</c:v>
                </c:pt>
                <c:pt idx="2111">
                  <c:v>45327</c:v>
                </c:pt>
                <c:pt idx="2112">
                  <c:v>45328</c:v>
                </c:pt>
                <c:pt idx="2113">
                  <c:v>45329</c:v>
                </c:pt>
                <c:pt idx="2114">
                  <c:v>45330</c:v>
                </c:pt>
                <c:pt idx="2115">
                  <c:v>45331</c:v>
                </c:pt>
                <c:pt idx="2116">
                  <c:v>45334</c:v>
                </c:pt>
                <c:pt idx="2117">
                  <c:v>45335</c:v>
                </c:pt>
                <c:pt idx="2118">
                  <c:v>45336</c:v>
                </c:pt>
                <c:pt idx="2119">
                  <c:v>45337</c:v>
                </c:pt>
                <c:pt idx="2120">
                  <c:v>45338</c:v>
                </c:pt>
                <c:pt idx="2121">
                  <c:v>45341</c:v>
                </c:pt>
                <c:pt idx="2122">
                  <c:v>45342</c:v>
                </c:pt>
                <c:pt idx="2123">
                  <c:v>45343</c:v>
                </c:pt>
                <c:pt idx="2124">
                  <c:v>45344</c:v>
                </c:pt>
                <c:pt idx="2125">
                  <c:v>45345</c:v>
                </c:pt>
                <c:pt idx="2126">
                  <c:v>45348</c:v>
                </c:pt>
                <c:pt idx="2127">
                  <c:v>45349</c:v>
                </c:pt>
                <c:pt idx="2128">
                  <c:v>45350</c:v>
                </c:pt>
                <c:pt idx="2129">
                  <c:v>45351</c:v>
                </c:pt>
                <c:pt idx="2130">
                  <c:v>45352</c:v>
                </c:pt>
                <c:pt idx="2131">
                  <c:v>45355</c:v>
                </c:pt>
                <c:pt idx="2132">
                  <c:v>45356</c:v>
                </c:pt>
                <c:pt idx="2133">
                  <c:v>45357</c:v>
                </c:pt>
                <c:pt idx="2134">
                  <c:v>45358</c:v>
                </c:pt>
                <c:pt idx="2135">
                  <c:v>45359</c:v>
                </c:pt>
                <c:pt idx="2136">
                  <c:v>45362</c:v>
                </c:pt>
                <c:pt idx="2137">
                  <c:v>45363</c:v>
                </c:pt>
                <c:pt idx="2138">
                  <c:v>45364</c:v>
                </c:pt>
                <c:pt idx="2139">
                  <c:v>45365</c:v>
                </c:pt>
                <c:pt idx="2140">
                  <c:v>45366</c:v>
                </c:pt>
                <c:pt idx="2141">
                  <c:v>45369</c:v>
                </c:pt>
                <c:pt idx="2142">
                  <c:v>45370</c:v>
                </c:pt>
                <c:pt idx="2143">
                  <c:v>45371</c:v>
                </c:pt>
                <c:pt idx="2144">
                  <c:v>45372</c:v>
                </c:pt>
                <c:pt idx="2145">
                  <c:v>45373</c:v>
                </c:pt>
                <c:pt idx="2146">
                  <c:v>45376</c:v>
                </c:pt>
                <c:pt idx="2147">
                  <c:v>45377</c:v>
                </c:pt>
                <c:pt idx="2148">
                  <c:v>45378</c:v>
                </c:pt>
                <c:pt idx="2149">
                  <c:v>45379</c:v>
                </c:pt>
                <c:pt idx="2150">
                  <c:v>45380</c:v>
                </c:pt>
                <c:pt idx="2151">
                  <c:v>45383</c:v>
                </c:pt>
                <c:pt idx="2152">
                  <c:v>45384</c:v>
                </c:pt>
                <c:pt idx="2153">
                  <c:v>45385</c:v>
                </c:pt>
                <c:pt idx="2154">
                  <c:v>45386</c:v>
                </c:pt>
                <c:pt idx="2155">
                  <c:v>45387</c:v>
                </c:pt>
                <c:pt idx="2156">
                  <c:v>45390</c:v>
                </c:pt>
                <c:pt idx="2157">
                  <c:v>45391</c:v>
                </c:pt>
                <c:pt idx="2158">
                  <c:v>45392</c:v>
                </c:pt>
                <c:pt idx="2159">
                  <c:v>45393</c:v>
                </c:pt>
                <c:pt idx="2160">
                  <c:v>45394</c:v>
                </c:pt>
                <c:pt idx="2161">
                  <c:v>45397</c:v>
                </c:pt>
                <c:pt idx="2162">
                  <c:v>45398</c:v>
                </c:pt>
                <c:pt idx="2163">
                  <c:v>45399</c:v>
                </c:pt>
                <c:pt idx="2164">
                  <c:v>45400</c:v>
                </c:pt>
                <c:pt idx="2165">
                  <c:v>45401</c:v>
                </c:pt>
                <c:pt idx="2166">
                  <c:v>45404</c:v>
                </c:pt>
                <c:pt idx="2167">
                  <c:v>45405</c:v>
                </c:pt>
                <c:pt idx="2168">
                  <c:v>45406</c:v>
                </c:pt>
                <c:pt idx="2169">
                  <c:v>45407</c:v>
                </c:pt>
                <c:pt idx="2170">
                  <c:v>45408</c:v>
                </c:pt>
                <c:pt idx="2171">
                  <c:v>45411</c:v>
                </c:pt>
                <c:pt idx="2172">
                  <c:v>45412</c:v>
                </c:pt>
                <c:pt idx="2173">
                  <c:v>45413</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45432</c:v>
                </c:pt>
                <c:pt idx="2187">
                  <c:v>45433</c:v>
                </c:pt>
                <c:pt idx="2188">
                  <c:v>45434</c:v>
                </c:pt>
                <c:pt idx="2189">
                  <c:v>45435</c:v>
                </c:pt>
                <c:pt idx="2190">
                  <c:v>45436</c:v>
                </c:pt>
                <c:pt idx="2191">
                  <c:v>45439</c:v>
                </c:pt>
                <c:pt idx="2192">
                  <c:v>45440</c:v>
                </c:pt>
                <c:pt idx="2193">
                  <c:v>45441</c:v>
                </c:pt>
                <c:pt idx="2194">
                  <c:v>45442</c:v>
                </c:pt>
                <c:pt idx="2195">
                  <c:v>45443</c:v>
                </c:pt>
                <c:pt idx="2196">
                  <c:v>45446</c:v>
                </c:pt>
                <c:pt idx="2197">
                  <c:v>45447</c:v>
                </c:pt>
                <c:pt idx="2198">
                  <c:v>45448</c:v>
                </c:pt>
                <c:pt idx="2199">
                  <c:v>45449</c:v>
                </c:pt>
                <c:pt idx="2200">
                  <c:v>45450</c:v>
                </c:pt>
                <c:pt idx="2201">
                  <c:v>45453</c:v>
                </c:pt>
                <c:pt idx="2202">
                  <c:v>45454</c:v>
                </c:pt>
                <c:pt idx="2203">
                  <c:v>45455</c:v>
                </c:pt>
                <c:pt idx="2204">
                  <c:v>45456</c:v>
                </c:pt>
                <c:pt idx="2205">
                  <c:v>45457</c:v>
                </c:pt>
                <c:pt idx="2206">
                  <c:v>45460</c:v>
                </c:pt>
                <c:pt idx="2207">
                  <c:v>45461</c:v>
                </c:pt>
                <c:pt idx="2208">
                  <c:v>45462</c:v>
                </c:pt>
                <c:pt idx="2209">
                  <c:v>45463</c:v>
                </c:pt>
                <c:pt idx="2210">
                  <c:v>45464</c:v>
                </c:pt>
                <c:pt idx="2211">
                  <c:v>45467</c:v>
                </c:pt>
                <c:pt idx="2212">
                  <c:v>45468</c:v>
                </c:pt>
                <c:pt idx="2213">
                  <c:v>45469</c:v>
                </c:pt>
                <c:pt idx="2214">
                  <c:v>45470</c:v>
                </c:pt>
                <c:pt idx="2215">
                  <c:v>45471</c:v>
                </c:pt>
                <c:pt idx="2216">
                  <c:v>45474</c:v>
                </c:pt>
                <c:pt idx="2217">
                  <c:v>45475</c:v>
                </c:pt>
                <c:pt idx="2218">
                  <c:v>45476</c:v>
                </c:pt>
                <c:pt idx="2219">
                  <c:v>45477</c:v>
                </c:pt>
                <c:pt idx="2220">
                  <c:v>45478</c:v>
                </c:pt>
                <c:pt idx="2221">
                  <c:v>45481</c:v>
                </c:pt>
                <c:pt idx="2222">
                  <c:v>45482</c:v>
                </c:pt>
                <c:pt idx="2223">
                  <c:v>45483</c:v>
                </c:pt>
                <c:pt idx="2224">
                  <c:v>45484</c:v>
                </c:pt>
                <c:pt idx="2225">
                  <c:v>45485</c:v>
                </c:pt>
                <c:pt idx="2226">
                  <c:v>45488</c:v>
                </c:pt>
                <c:pt idx="2227">
                  <c:v>45489</c:v>
                </c:pt>
                <c:pt idx="2228">
                  <c:v>45490</c:v>
                </c:pt>
                <c:pt idx="2229">
                  <c:v>45491</c:v>
                </c:pt>
                <c:pt idx="2230">
                  <c:v>45492</c:v>
                </c:pt>
                <c:pt idx="2231">
                  <c:v>45495</c:v>
                </c:pt>
                <c:pt idx="2232">
                  <c:v>45496</c:v>
                </c:pt>
                <c:pt idx="2233">
                  <c:v>45497</c:v>
                </c:pt>
                <c:pt idx="2234">
                  <c:v>45498</c:v>
                </c:pt>
                <c:pt idx="2235">
                  <c:v>45499</c:v>
                </c:pt>
                <c:pt idx="2236">
                  <c:v>45502</c:v>
                </c:pt>
                <c:pt idx="2237">
                  <c:v>45503</c:v>
                </c:pt>
                <c:pt idx="2238">
                  <c:v>45504</c:v>
                </c:pt>
                <c:pt idx="2239">
                  <c:v>45505</c:v>
                </c:pt>
                <c:pt idx="2240">
                  <c:v>45506</c:v>
                </c:pt>
                <c:pt idx="2241">
                  <c:v>45509</c:v>
                </c:pt>
                <c:pt idx="2242">
                  <c:v>45510</c:v>
                </c:pt>
                <c:pt idx="2243">
                  <c:v>45511</c:v>
                </c:pt>
                <c:pt idx="2244">
                  <c:v>45512</c:v>
                </c:pt>
                <c:pt idx="2245">
                  <c:v>45513</c:v>
                </c:pt>
                <c:pt idx="2246">
                  <c:v>45516</c:v>
                </c:pt>
                <c:pt idx="2247">
                  <c:v>45517</c:v>
                </c:pt>
                <c:pt idx="2248">
                  <c:v>45518</c:v>
                </c:pt>
                <c:pt idx="2249">
                  <c:v>45519</c:v>
                </c:pt>
                <c:pt idx="2250">
                  <c:v>45520</c:v>
                </c:pt>
                <c:pt idx="2251">
                  <c:v>45523</c:v>
                </c:pt>
                <c:pt idx="2252">
                  <c:v>45524</c:v>
                </c:pt>
                <c:pt idx="2253">
                  <c:v>45525</c:v>
                </c:pt>
                <c:pt idx="2254">
                  <c:v>45526</c:v>
                </c:pt>
                <c:pt idx="2255">
                  <c:v>45527</c:v>
                </c:pt>
                <c:pt idx="2256">
                  <c:v>45530</c:v>
                </c:pt>
                <c:pt idx="2257">
                  <c:v>45531</c:v>
                </c:pt>
                <c:pt idx="2258">
                  <c:v>45532</c:v>
                </c:pt>
                <c:pt idx="2259">
                  <c:v>45533</c:v>
                </c:pt>
                <c:pt idx="2260">
                  <c:v>45534</c:v>
                </c:pt>
                <c:pt idx="2261">
                  <c:v>45537</c:v>
                </c:pt>
                <c:pt idx="2262">
                  <c:v>45538</c:v>
                </c:pt>
                <c:pt idx="2263">
                  <c:v>45539</c:v>
                </c:pt>
                <c:pt idx="2264">
                  <c:v>45540</c:v>
                </c:pt>
                <c:pt idx="2265">
                  <c:v>45541</c:v>
                </c:pt>
                <c:pt idx="2266">
                  <c:v>45544</c:v>
                </c:pt>
                <c:pt idx="2267">
                  <c:v>45545</c:v>
                </c:pt>
                <c:pt idx="2268">
                  <c:v>45546</c:v>
                </c:pt>
                <c:pt idx="2269">
                  <c:v>45547</c:v>
                </c:pt>
                <c:pt idx="2270">
                  <c:v>45548</c:v>
                </c:pt>
                <c:pt idx="2271">
                  <c:v>45551</c:v>
                </c:pt>
                <c:pt idx="2272">
                  <c:v>45552</c:v>
                </c:pt>
                <c:pt idx="2273">
                  <c:v>45553</c:v>
                </c:pt>
                <c:pt idx="2274">
                  <c:v>45554</c:v>
                </c:pt>
                <c:pt idx="2275">
                  <c:v>45555</c:v>
                </c:pt>
                <c:pt idx="2276">
                  <c:v>45558</c:v>
                </c:pt>
                <c:pt idx="2277">
                  <c:v>45559</c:v>
                </c:pt>
                <c:pt idx="2278">
                  <c:v>45560</c:v>
                </c:pt>
                <c:pt idx="2279">
                  <c:v>45561</c:v>
                </c:pt>
                <c:pt idx="2280">
                  <c:v>45562</c:v>
                </c:pt>
                <c:pt idx="2281">
                  <c:v>45565</c:v>
                </c:pt>
                <c:pt idx="2282">
                  <c:v>45566</c:v>
                </c:pt>
                <c:pt idx="2283">
                  <c:v>45567</c:v>
                </c:pt>
                <c:pt idx="2284">
                  <c:v>45568</c:v>
                </c:pt>
                <c:pt idx="2285">
                  <c:v>45569</c:v>
                </c:pt>
                <c:pt idx="2286">
                  <c:v>45572</c:v>
                </c:pt>
                <c:pt idx="2287">
                  <c:v>45573</c:v>
                </c:pt>
                <c:pt idx="2288">
                  <c:v>45574</c:v>
                </c:pt>
                <c:pt idx="2289">
                  <c:v>45575</c:v>
                </c:pt>
                <c:pt idx="2290">
                  <c:v>45576</c:v>
                </c:pt>
                <c:pt idx="2291">
                  <c:v>45579</c:v>
                </c:pt>
                <c:pt idx="2292">
                  <c:v>45580</c:v>
                </c:pt>
                <c:pt idx="2293">
                  <c:v>45581</c:v>
                </c:pt>
                <c:pt idx="2294">
                  <c:v>45582</c:v>
                </c:pt>
                <c:pt idx="2295">
                  <c:v>45583</c:v>
                </c:pt>
                <c:pt idx="2296">
                  <c:v>45586</c:v>
                </c:pt>
                <c:pt idx="2297">
                  <c:v>45587</c:v>
                </c:pt>
                <c:pt idx="2298">
                  <c:v>45588</c:v>
                </c:pt>
                <c:pt idx="2299">
                  <c:v>45589</c:v>
                </c:pt>
                <c:pt idx="2300">
                  <c:v>45590</c:v>
                </c:pt>
                <c:pt idx="2301">
                  <c:v>45593</c:v>
                </c:pt>
                <c:pt idx="2302">
                  <c:v>45594</c:v>
                </c:pt>
                <c:pt idx="2303">
                  <c:v>45595</c:v>
                </c:pt>
                <c:pt idx="2304">
                  <c:v>45596</c:v>
                </c:pt>
                <c:pt idx="2305">
                  <c:v>45597</c:v>
                </c:pt>
                <c:pt idx="2306">
                  <c:v>45600</c:v>
                </c:pt>
                <c:pt idx="2307">
                  <c:v>45601</c:v>
                </c:pt>
                <c:pt idx="2308">
                  <c:v>45602</c:v>
                </c:pt>
                <c:pt idx="2309">
                  <c:v>45603</c:v>
                </c:pt>
                <c:pt idx="2310">
                  <c:v>45604</c:v>
                </c:pt>
                <c:pt idx="2311">
                  <c:v>45607</c:v>
                </c:pt>
                <c:pt idx="2312">
                  <c:v>45608</c:v>
                </c:pt>
                <c:pt idx="2313">
                  <c:v>45609</c:v>
                </c:pt>
                <c:pt idx="2314">
                  <c:v>45610</c:v>
                </c:pt>
                <c:pt idx="2315">
                  <c:v>45611</c:v>
                </c:pt>
                <c:pt idx="2316">
                  <c:v>45614</c:v>
                </c:pt>
                <c:pt idx="2317">
                  <c:v>45615</c:v>
                </c:pt>
                <c:pt idx="2318">
                  <c:v>45616</c:v>
                </c:pt>
                <c:pt idx="2319">
                  <c:v>45617</c:v>
                </c:pt>
                <c:pt idx="2320">
                  <c:v>45618</c:v>
                </c:pt>
                <c:pt idx="2321">
                  <c:v>45621</c:v>
                </c:pt>
                <c:pt idx="2322">
                  <c:v>45622</c:v>
                </c:pt>
                <c:pt idx="2323">
                  <c:v>45623</c:v>
                </c:pt>
                <c:pt idx="2324">
                  <c:v>45624</c:v>
                </c:pt>
                <c:pt idx="2325">
                  <c:v>45625</c:v>
                </c:pt>
                <c:pt idx="2326">
                  <c:v>45628</c:v>
                </c:pt>
                <c:pt idx="2327">
                  <c:v>45629</c:v>
                </c:pt>
                <c:pt idx="2328">
                  <c:v>45630</c:v>
                </c:pt>
                <c:pt idx="2329">
                  <c:v>45631</c:v>
                </c:pt>
                <c:pt idx="2330">
                  <c:v>45632</c:v>
                </c:pt>
                <c:pt idx="2331">
                  <c:v>45635</c:v>
                </c:pt>
                <c:pt idx="2332">
                  <c:v>45636</c:v>
                </c:pt>
                <c:pt idx="2333">
                  <c:v>45637</c:v>
                </c:pt>
                <c:pt idx="2334">
                  <c:v>45638</c:v>
                </c:pt>
                <c:pt idx="2335">
                  <c:v>45639</c:v>
                </c:pt>
                <c:pt idx="2336">
                  <c:v>45642</c:v>
                </c:pt>
                <c:pt idx="2337">
                  <c:v>45643</c:v>
                </c:pt>
                <c:pt idx="2338">
                  <c:v>45644</c:v>
                </c:pt>
                <c:pt idx="2339">
                  <c:v>45645</c:v>
                </c:pt>
                <c:pt idx="2340">
                  <c:v>45646</c:v>
                </c:pt>
                <c:pt idx="2341">
                  <c:v>45649</c:v>
                </c:pt>
                <c:pt idx="2342">
                  <c:v>45650</c:v>
                </c:pt>
                <c:pt idx="2343">
                  <c:v>45651</c:v>
                </c:pt>
                <c:pt idx="2344">
                  <c:v>45652</c:v>
                </c:pt>
                <c:pt idx="2345">
                  <c:v>45653</c:v>
                </c:pt>
                <c:pt idx="2346">
                  <c:v>45656</c:v>
                </c:pt>
                <c:pt idx="2347">
                  <c:v>45657</c:v>
                </c:pt>
                <c:pt idx="2348">
                  <c:v>45658</c:v>
                </c:pt>
                <c:pt idx="2349">
                  <c:v>45659</c:v>
                </c:pt>
                <c:pt idx="2350">
                  <c:v>45660</c:v>
                </c:pt>
                <c:pt idx="2351">
                  <c:v>45663</c:v>
                </c:pt>
                <c:pt idx="2352">
                  <c:v>45664</c:v>
                </c:pt>
                <c:pt idx="2353">
                  <c:v>45665</c:v>
                </c:pt>
                <c:pt idx="2354">
                  <c:v>45666</c:v>
                </c:pt>
                <c:pt idx="2355">
                  <c:v>45667</c:v>
                </c:pt>
                <c:pt idx="2356">
                  <c:v>45670</c:v>
                </c:pt>
                <c:pt idx="2357">
                  <c:v>45671</c:v>
                </c:pt>
                <c:pt idx="2358">
                  <c:v>45672</c:v>
                </c:pt>
                <c:pt idx="2359">
                  <c:v>45673</c:v>
                </c:pt>
                <c:pt idx="2360">
                  <c:v>45674</c:v>
                </c:pt>
                <c:pt idx="2361">
                  <c:v>45677</c:v>
                </c:pt>
                <c:pt idx="2362">
                  <c:v>45678</c:v>
                </c:pt>
                <c:pt idx="2363">
                  <c:v>45679</c:v>
                </c:pt>
                <c:pt idx="2364">
                  <c:v>45680</c:v>
                </c:pt>
                <c:pt idx="2365">
                  <c:v>45681</c:v>
                </c:pt>
                <c:pt idx="2366">
                  <c:v>45684</c:v>
                </c:pt>
                <c:pt idx="2367">
                  <c:v>45685</c:v>
                </c:pt>
                <c:pt idx="2368">
                  <c:v>45686</c:v>
                </c:pt>
                <c:pt idx="2369">
                  <c:v>45687</c:v>
                </c:pt>
                <c:pt idx="2370">
                  <c:v>45688</c:v>
                </c:pt>
                <c:pt idx="2371">
                  <c:v>45691</c:v>
                </c:pt>
                <c:pt idx="2372">
                  <c:v>45692</c:v>
                </c:pt>
                <c:pt idx="2373">
                  <c:v>45693</c:v>
                </c:pt>
                <c:pt idx="2374">
                  <c:v>45694</c:v>
                </c:pt>
                <c:pt idx="2375">
                  <c:v>45695</c:v>
                </c:pt>
                <c:pt idx="2376">
                  <c:v>45698</c:v>
                </c:pt>
                <c:pt idx="2377">
                  <c:v>45699</c:v>
                </c:pt>
                <c:pt idx="2378">
                  <c:v>45700</c:v>
                </c:pt>
                <c:pt idx="2379">
                  <c:v>45701</c:v>
                </c:pt>
                <c:pt idx="2380">
                  <c:v>45702</c:v>
                </c:pt>
                <c:pt idx="2381">
                  <c:v>45705</c:v>
                </c:pt>
                <c:pt idx="2382">
                  <c:v>45706</c:v>
                </c:pt>
                <c:pt idx="2383">
                  <c:v>45707</c:v>
                </c:pt>
                <c:pt idx="2384">
                  <c:v>45708</c:v>
                </c:pt>
                <c:pt idx="2385">
                  <c:v>45709</c:v>
                </c:pt>
                <c:pt idx="2386">
                  <c:v>45712</c:v>
                </c:pt>
                <c:pt idx="2387">
                  <c:v>45713</c:v>
                </c:pt>
                <c:pt idx="2388">
                  <c:v>45714</c:v>
                </c:pt>
                <c:pt idx="2389">
                  <c:v>45715</c:v>
                </c:pt>
                <c:pt idx="2390">
                  <c:v>45716</c:v>
                </c:pt>
                <c:pt idx="2391">
                  <c:v>45719</c:v>
                </c:pt>
                <c:pt idx="2392">
                  <c:v>45720</c:v>
                </c:pt>
                <c:pt idx="2393">
                  <c:v>45721</c:v>
                </c:pt>
                <c:pt idx="2394">
                  <c:v>45722</c:v>
                </c:pt>
                <c:pt idx="2395">
                  <c:v>45723</c:v>
                </c:pt>
                <c:pt idx="2396">
                  <c:v>45726</c:v>
                </c:pt>
                <c:pt idx="2397">
                  <c:v>45727</c:v>
                </c:pt>
                <c:pt idx="2398">
                  <c:v>45728</c:v>
                </c:pt>
                <c:pt idx="2399">
                  <c:v>45729</c:v>
                </c:pt>
                <c:pt idx="2400">
                  <c:v>45730</c:v>
                </c:pt>
                <c:pt idx="2401">
                  <c:v>45733</c:v>
                </c:pt>
                <c:pt idx="2402">
                  <c:v>45734</c:v>
                </c:pt>
                <c:pt idx="2403">
                  <c:v>45735</c:v>
                </c:pt>
                <c:pt idx="2404">
                  <c:v>45736</c:v>
                </c:pt>
                <c:pt idx="2405">
                  <c:v>45737</c:v>
                </c:pt>
                <c:pt idx="2406">
                  <c:v>45740</c:v>
                </c:pt>
                <c:pt idx="2407">
                  <c:v>45741</c:v>
                </c:pt>
                <c:pt idx="2408">
                  <c:v>45742</c:v>
                </c:pt>
                <c:pt idx="2409">
                  <c:v>45743</c:v>
                </c:pt>
                <c:pt idx="2410">
                  <c:v>45744</c:v>
                </c:pt>
                <c:pt idx="2411">
                  <c:v>45747</c:v>
                </c:pt>
                <c:pt idx="2412">
                  <c:v>45748</c:v>
                </c:pt>
                <c:pt idx="2413">
                  <c:v>45749</c:v>
                </c:pt>
                <c:pt idx="2414">
                  <c:v>45750</c:v>
                </c:pt>
                <c:pt idx="2415">
                  <c:v>45751</c:v>
                </c:pt>
                <c:pt idx="2416">
                  <c:v>45754</c:v>
                </c:pt>
                <c:pt idx="2417">
                  <c:v>45755</c:v>
                </c:pt>
                <c:pt idx="2418">
                  <c:v>45756</c:v>
                </c:pt>
                <c:pt idx="2419">
                  <c:v>45757</c:v>
                </c:pt>
                <c:pt idx="2420">
                  <c:v>45758</c:v>
                </c:pt>
                <c:pt idx="2421">
                  <c:v>45761</c:v>
                </c:pt>
                <c:pt idx="2422">
                  <c:v>45762</c:v>
                </c:pt>
                <c:pt idx="2423">
                  <c:v>45763</c:v>
                </c:pt>
                <c:pt idx="2424">
                  <c:v>45764</c:v>
                </c:pt>
                <c:pt idx="2425">
                  <c:v>45765</c:v>
                </c:pt>
                <c:pt idx="2426">
                  <c:v>45768</c:v>
                </c:pt>
                <c:pt idx="2427">
                  <c:v>45769</c:v>
                </c:pt>
                <c:pt idx="2428">
                  <c:v>45770</c:v>
                </c:pt>
                <c:pt idx="2429">
                  <c:v>45771</c:v>
                </c:pt>
                <c:pt idx="2430">
                  <c:v>45772</c:v>
                </c:pt>
                <c:pt idx="2431">
                  <c:v>45775</c:v>
                </c:pt>
                <c:pt idx="2432">
                  <c:v>45776</c:v>
                </c:pt>
                <c:pt idx="2433">
                  <c:v>45777</c:v>
                </c:pt>
                <c:pt idx="2434">
                  <c:v>45778</c:v>
                </c:pt>
                <c:pt idx="2435">
                  <c:v>45779</c:v>
                </c:pt>
                <c:pt idx="2436">
                  <c:v>45782</c:v>
                </c:pt>
                <c:pt idx="2437">
                  <c:v>45783</c:v>
                </c:pt>
                <c:pt idx="2438">
                  <c:v>45784</c:v>
                </c:pt>
                <c:pt idx="2439">
                  <c:v>45785</c:v>
                </c:pt>
                <c:pt idx="2440">
                  <c:v>45786</c:v>
                </c:pt>
                <c:pt idx="2441">
                  <c:v>45789</c:v>
                </c:pt>
                <c:pt idx="2442">
                  <c:v>45790</c:v>
                </c:pt>
                <c:pt idx="2443">
                  <c:v>45791</c:v>
                </c:pt>
                <c:pt idx="2444">
                  <c:v>45792</c:v>
                </c:pt>
                <c:pt idx="2445">
                  <c:v>45793</c:v>
                </c:pt>
                <c:pt idx="2446">
                  <c:v>45796</c:v>
                </c:pt>
                <c:pt idx="2447">
                  <c:v>45797</c:v>
                </c:pt>
                <c:pt idx="2448">
                  <c:v>45798</c:v>
                </c:pt>
                <c:pt idx="2449">
                  <c:v>45799</c:v>
                </c:pt>
                <c:pt idx="2450">
                  <c:v>45800</c:v>
                </c:pt>
                <c:pt idx="2451">
                  <c:v>45803</c:v>
                </c:pt>
                <c:pt idx="2452">
                  <c:v>45804</c:v>
                </c:pt>
                <c:pt idx="2453">
                  <c:v>45805</c:v>
                </c:pt>
                <c:pt idx="2454">
                  <c:v>45806</c:v>
                </c:pt>
                <c:pt idx="2455">
                  <c:v>45807</c:v>
                </c:pt>
                <c:pt idx="2456">
                  <c:v>45810</c:v>
                </c:pt>
                <c:pt idx="2457">
                  <c:v>45811</c:v>
                </c:pt>
                <c:pt idx="2458">
                  <c:v>45812</c:v>
                </c:pt>
                <c:pt idx="2459">
                  <c:v>45813</c:v>
                </c:pt>
                <c:pt idx="2460">
                  <c:v>45814</c:v>
                </c:pt>
                <c:pt idx="2461">
                  <c:v>45817</c:v>
                </c:pt>
                <c:pt idx="2462">
                  <c:v>45818</c:v>
                </c:pt>
                <c:pt idx="2463">
                  <c:v>45819</c:v>
                </c:pt>
                <c:pt idx="2464">
                  <c:v>45820</c:v>
                </c:pt>
                <c:pt idx="2465">
                  <c:v>45821</c:v>
                </c:pt>
                <c:pt idx="2466">
                  <c:v>45824</c:v>
                </c:pt>
                <c:pt idx="2467">
                  <c:v>45825</c:v>
                </c:pt>
                <c:pt idx="2468">
                  <c:v>45826</c:v>
                </c:pt>
                <c:pt idx="2469">
                  <c:v>45827</c:v>
                </c:pt>
                <c:pt idx="2470">
                  <c:v>45828</c:v>
                </c:pt>
                <c:pt idx="2471">
                  <c:v>45831</c:v>
                </c:pt>
                <c:pt idx="2472">
                  <c:v>45832</c:v>
                </c:pt>
                <c:pt idx="2473">
                  <c:v>45833</c:v>
                </c:pt>
                <c:pt idx="2474">
                  <c:v>45834</c:v>
                </c:pt>
                <c:pt idx="2475">
                  <c:v>45835</c:v>
                </c:pt>
                <c:pt idx="2476">
                  <c:v>45838</c:v>
                </c:pt>
                <c:pt idx="2477">
                  <c:v>45839</c:v>
                </c:pt>
                <c:pt idx="2478">
                  <c:v>45840</c:v>
                </c:pt>
                <c:pt idx="2479">
                  <c:v>45841</c:v>
                </c:pt>
                <c:pt idx="2480">
                  <c:v>45842</c:v>
                </c:pt>
                <c:pt idx="2481">
                  <c:v>45845</c:v>
                </c:pt>
                <c:pt idx="2482">
                  <c:v>45846</c:v>
                </c:pt>
                <c:pt idx="2483">
                  <c:v>45847</c:v>
                </c:pt>
                <c:pt idx="2484">
                  <c:v>45848</c:v>
                </c:pt>
                <c:pt idx="2485">
                  <c:v>45849</c:v>
                </c:pt>
                <c:pt idx="2486">
                  <c:v>45852</c:v>
                </c:pt>
                <c:pt idx="2487">
                  <c:v>45853</c:v>
                </c:pt>
                <c:pt idx="2488">
                  <c:v>45854</c:v>
                </c:pt>
                <c:pt idx="2489">
                  <c:v>45855</c:v>
                </c:pt>
                <c:pt idx="2490">
                  <c:v>45856</c:v>
                </c:pt>
                <c:pt idx="2491">
                  <c:v>45859</c:v>
                </c:pt>
                <c:pt idx="2492">
                  <c:v>45860</c:v>
                </c:pt>
                <c:pt idx="2493">
                  <c:v>45861</c:v>
                </c:pt>
                <c:pt idx="2494">
                  <c:v>45862</c:v>
                </c:pt>
                <c:pt idx="2495">
                  <c:v>45863</c:v>
                </c:pt>
                <c:pt idx="2496">
                  <c:v>45866</c:v>
                </c:pt>
                <c:pt idx="2497">
                  <c:v>45867</c:v>
                </c:pt>
                <c:pt idx="2498">
                  <c:v>45868</c:v>
                </c:pt>
                <c:pt idx="2499">
                  <c:v>45869</c:v>
                </c:pt>
                <c:pt idx="2500">
                  <c:v>45870</c:v>
                </c:pt>
                <c:pt idx="2501">
                  <c:v>45873</c:v>
                </c:pt>
                <c:pt idx="2502">
                  <c:v>45874</c:v>
                </c:pt>
                <c:pt idx="2503">
                  <c:v>45875</c:v>
                </c:pt>
                <c:pt idx="2504">
                  <c:v>45876</c:v>
                </c:pt>
                <c:pt idx="2505">
                  <c:v>45877</c:v>
                </c:pt>
                <c:pt idx="2506">
                  <c:v>45880</c:v>
                </c:pt>
                <c:pt idx="2507">
                  <c:v>45881</c:v>
                </c:pt>
                <c:pt idx="2508">
                  <c:v>45882</c:v>
                </c:pt>
                <c:pt idx="2509">
                  <c:v>45883</c:v>
                </c:pt>
                <c:pt idx="2510">
                  <c:v>45884</c:v>
                </c:pt>
                <c:pt idx="2511">
                  <c:v>45887</c:v>
                </c:pt>
                <c:pt idx="2512">
                  <c:v>45888</c:v>
                </c:pt>
                <c:pt idx="2513">
                  <c:v>45889</c:v>
                </c:pt>
                <c:pt idx="2514">
                  <c:v>45890</c:v>
                </c:pt>
                <c:pt idx="2515">
                  <c:v>45891</c:v>
                </c:pt>
                <c:pt idx="2516">
                  <c:v>45894</c:v>
                </c:pt>
                <c:pt idx="2517">
                  <c:v>45895</c:v>
                </c:pt>
                <c:pt idx="2518">
                  <c:v>45896</c:v>
                </c:pt>
                <c:pt idx="2519">
                  <c:v>45897</c:v>
                </c:pt>
                <c:pt idx="2520">
                  <c:v>45898</c:v>
                </c:pt>
                <c:pt idx="2521">
                  <c:v>45901</c:v>
                </c:pt>
                <c:pt idx="2522">
                  <c:v>45902</c:v>
                </c:pt>
                <c:pt idx="2523">
                  <c:v>45903</c:v>
                </c:pt>
                <c:pt idx="2524">
                  <c:v>45904</c:v>
                </c:pt>
                <c:pt idx="2525">
                  <c:v>45905</c:v>
                </c:pt>
                <c:pt idx="2526">
                  <c:v>45908</c:v>
                </c:pt>
                <c:pt idx="2527">
                  <c:v>45909</c:v>
                </c:pt>
                <c:pt idx="2528">
                  <c:v>45910</c:v>
                </c:pt>
                <c:pt idx="2529">
                  <c:v>45911</c:v>
                </c:pt>
                <c:pt idx="2530">
                  <c:v>45912</c:v>
                </c:pt>
                <c:pt idx="2531">
                  <c:v>45915</c:v>
                </c:pt>
                <c:pt idx="2532">
                  <c:v>45916</c:v>
                </c:pt>
                <c:pt idx="2533">
                  <c:v>45917</c:v>
                </c:pt>
                <c:pt idx="2534">
                  <c:v>45918</c:v>
                </c:pt>
                <c:pt idx="2535">
                  <c:v>45919</c:v>
                </c:pt>
                <c:pt idx="2536">
                  <c:v>45922</c:v>
                </c:pt>
                <c:pt idx="2537">
                  <c:v>45923</c:v>
                </c:pt>
                <c:pt idx="2538">
                  <c:v>45924</c:v>
                </c:pt>
                <c:pt idx="2539">
                  <c:v>45925</c:v>
                </c:pt>
                <c:pt idx="2540">
                  <c:v>45926</c:v>
                </c:pt>
                <c:pt idx="2541">
                  <c:v>45929</c:v>
                </c:pt>
                <c:pt idx="2542">
                  <c:v>45930</c:v>
                </c:pt>
                <c:pt idx="2543">
                  <c:v>45931</c:v>
                </c:pt>
                <c:pt idx="2544">
                  <c:v>45932</c:v>
                </c:pt>
                <c:pt idx="2545">
                  <c:v>45933</c:v>
                </c:pt>
                <c:pt idx="2546">
                  <c:v>45936</c:v>
                </c:pt>
                <c:pt idx="2547">
                  <c:v>45937</c:v>
                </c:pt>
                <c:pt idx="2548">
                  <c:v>45938</c:v>
                </c:pt>
                <c:pt idx="2549">
                  <c:v>45939</c:v>
                </c:pt>
                <c:pt idx="2550">
                  <c:v>45940</c:v>
                </c:pt>
                <c:pt idx="2551">
                  <c:v>45943</c:v>
                </c:pt>
                <c:pt idx="2552">
                  <c:v>45944</c:v>
                </c:pt>
                <c:pt idx="2553">
                  <c:v>45945</c:v>
                </c:pt>
                <c:pt idx="2554">
                  <c:v>45946</c:v>
                </c:pt>
                <c:pt idx="2555">
                  <c:v>45947</c:v>
                </c:pt>
                <c:pt idx="2556">
                  <c:v>45950</c:v>
                </c:pt>
                <c:pt idx="2557">
                  <c:v>45951</c:v>
                </c:pt>
                <c:pt idx="2558">
                  <c:v>45952</c:v>
                </c:pt>
                <c:pt idx="2559">
                  <c:v>45953</c:v>
                </c:pt>
                <c:pt idx="2560">
                  <c:v>45954</c:v>
                </c:pt>
                <c:pt idx="2561">
                  <c:v>45957</c:v>
                </c:pt>
                <c:pt idx="2562">
                  <c:v>45958</c:v>
                </c:pt>
                <c:pt idx="2563">
                  <c:v>45959</c:v>
                </c:pt>
                <c:pt idx="2564">
                  <c:v>45960</c:v>
                </c:pt>
                <c:pt idx="2565">
                  <c:v>45961</c:v>
                </c:pt>
                <c:pt idx="2566">
                  <c:v>45964</c:v>
                </c:pt>
                <c:pt idx="2567">
                  <c:v>45965</c:v>
                </c:pt>
                <c:pt idx="2568">
                  <c:v>45966</c:v>
                </c:pt>
                <c:pt idx="2569">
                  <c:v>45967</c:v>
                </c:pt>
                <c:pt idx="2570">
                  <c:v>45968</c:v>
                </c:pt>
                <c:pt idx="2571">
                  <c:v>45971</c:v>
                </c:pt>
                <c:pt idx="2572">
                  <c:v>45972</c:v>
                </c:pt>
                <c:pt idx="2573">
                  <c:v>45973</c:v>
                </c:pt>
                <c:pt idx="2574">
                  <c:v>45974</c:v>
                </c:pt>
                <c:pt idx="2575">
                  <c:v>45975</c:v>
                </c:pt>
                <c:pt idx="2576">
                  <c:v>45978</c:v>
                </c:pt>
                <c:pt idx="2577">
                  <c:v>45979</c:v>
                </c:pt>
                <c:pt idx="2578">
                  <c:v>45980</c:v>
                </c:pt>
                <c:pt idx="2579">
                  <c:v>45981</c:v>
                </c:pt>
                <c:pt idx="2580">
                  <c:v>45982</c:v>
                </c:pt>
                <c:pt idx="2581">
                  <c:v>45985</c:v>
                </c:pt>
                <c:pt idx="2582">
                  <c:v>45986</c:v>
                </c:pt>
                <c:pt idx="2583">
                  <c:v>45987</c:v>
                </c:pt>
                <c:pt idx="2584">
                  <c:v>45988</c:v>
                </c:pt>
                <c:pt idx="2585">
                  <c:v>45989</c:v>
                </c:pt>
                <c:pt idx="2586">
                  <c:v>45992</c:v>
                </c:pt>
                <c:pt idx="2587">
                  <c:v>45993</c:v>
                </c:pt>
                <c:pt idx="2588">
                  <c:v>45994</c:v>
                </c:pt>
                <c:pt idx="2589">
                  <c:v>45995</c:v>
                </c:pt>
                <c:pt idx="2590">
                  <c:v>45996</c:v>
                </c:pt>
                <c:pt idx="2591">
                  <c:v>45999</c:v>
                </c:pt>
                <c:pt idx="2592">
                  <c:v>46000</c:v>
                </c:pt>
                <c:pt idx="2593">
                  <c:v>46001</c:v>
                </c:pt>
                <c:pt idx="2594">
                  <c:v>46002</c:v>
                </c:pt>
                <c:pt idx="2595">
                  <c:v>46003</c:v>
                </c:pt>
                <c:pt idx="2596">
                  <c:v>46006</c:v>
                </c:pt>
                <c:pt idx="2597">
                  <c:v>46007</c:v>
                </c:pt>
                <c:pt idx="2598">
                  <c:v>46008</c:v>
                </c:pt>
                <c:pt idx="2599">
                  <c:v>46009</c:v>
                </c:pt>
                <c:pt idx="2600">
                  <c:v>46010</c:v>
                </c:pt>
                <c:pt idx="2601">
                  <c:v>46013</c:v>
                </c:pt>
                <c:pt idx="2602">
                  <c:v>46014</c:v>
                </c:pt>
                <c:pt idx="2603">
                  <c:v>46015</c:v>
                </c:pt>
                <c:pt idx="2604">
                  <c:v>46016</c:v>
                </c:pt>
                <c:pt idx="2605">
                  <c:v>46017</c:v>
                </c:pt>
                <c:pt idx="2606">
                  <c:v>46020</c:v>
                </c:pt>
                <c:pt idx="2607">
                  <c:v>46021</c:v>
                </c:pt>
                <c:pt idx="2608">
                  <c:v>46022</c:v>
                </c:pt>
                <c:pt idx="2609">
                  <c:v>46023</c:v>
                </c:pt>
                <c:pt idx="2610">
                  <c:v>46024</c:v>
                </c:pt>
                <c:pt idx="2611">
                  <c:v>46027</c:v>
                </c:pt>
                <c:pt idx="2612">
                  <c:v>46028</c:v>
                </c:pt>
                <c:pt idx="2613">
                  <c:v>46029</c:v>
                </c:pt>
                <c:pt idx="2614">
                  <c:v>46030</c:v>
                </c:pt>
                <c:pt idx="2615">
                  <c:v>46031</c:v>
                </c:pt>
                <c:pt idx="2616">
                  <c:v>46034</c:v>
                </c:pt>
                <c:pt idx="2617">
                  <c:v>46035</c:v>
                </c:pt>
                <c:pt idx="2618">
                  <c:v>46036</c:v>
                </c:pt>
                <c:pt idx="2619">
                  <c:v>46037</c:v>
                </c:pt>
                <c:pt idx="2620">
                  <c:v>46038</c:v>
                </c:pt>
                <c:pt idx="2621">
                  <c:v>46041</c:v>
                </c:pt>
                <c:pt idx="2622">
                  <c:v>46042</c:v>
                </c:pt>
                <c:pt idx="2623">
                  <c:v>46043</c:v>
                </c:pt>
                <c:pt idx="2624">
                  <c:v>46044</c:v>
                </c:pt>
                <c:pt idx="2625">
                  <c:v>46045</c:v>
                </c:pt>
                <c:pt idx="2626">
                  <c:v>46048</c:v>
                </c:pt>
                <c:pt idx="2627">
                  <c:v>46049</c:v>
                </c:pt>
                <c:pt idx="2628">
                  <c:v>46050</c:v>
                </c:pt>
                <c:pt idx="2629">
                  <c:v>46051</c:v>
                </c:pt>
                <c:pt idx="2630">
                  <c:v>46052</c:v>
                </c:pt>
                <c:pt idx="2631">
                  <c:v>46055</c:v>
                </c:pt>
                <c:pt idx="2632">
                  <c:v>46056</c:v>
                </c:pt>
                <c:pt idx="2633">
                  <c:v>46057</c:v>
                </c:pt>
                <c:pt idx="2634">
                  <c:v>46058</c:v>
                </c:pt>
                <c:pt idx="2635">
                  <c:v>46059</c:v>
                </c:pt>
                <c:pt idx="2636">
                  <c:v>46062</c:v>
                </c:pt>
                <c:pt idx="2637">
                  <c:v>46063</c:v>
                </c:pt>
                <c:pt idx="2638">
                  <c:v>46064</c:v>
                </c:pt>
                <c:pt idx="2639">
                  <c:v>46065</c:v>
                </c:pt>
                <c:pt idx="2640">
                  <c:v>46066</c:v>
                </c:pt>
                <c:pt idx="2641">
                  <c:v>46069</c:v>
                </c:pt>
                <c:pt idx="2642">
                  <c:v>46070</c:v>
                </c:pt>
                <c:pt idx="2643">
                  <c:v>46071</c:v>
                </c:pt>
                <c:pt idx="2644">
                  <c:v>46072</c:v>
                </c:pt>
                <c:pt idx="2645">
                  <c:v>46073</c:v>
                </c:pt>
                <c:pt idx="2646">
                  <c:v>46076</c:v>
                </c:pt>
                <c:pt idx="2647">
                  <c:v>46077</c:v>
                </c:pt>
                <c:pt idx="2648">
                  <c:v>46078</c:v>
                </c:pt>
                <c:pt idx="2649">
                  <c:v>46079</c:v>
                </c:pt>
                <c:pt idx="2650">
                  <c:v>46080</c:v>
                </c:pt>
                <c:pt idx="2651">
                  <c:v>46083</c:v>
                </c:pt>
                <c:pt idx="2652">
                  <c:v>46084</c:v>
                </c:pt>
                <c:pt idx="2653">
                  <c:v>46085</c:v>
                </c:pt>
                <c:pt idx="2654">
                  <c:v>46086</c:v>
                </c:pt>
                <c:pt idx="2655">
                  <c:v>46087</c:v>
                </c:pt>
                <c:pt idx="2656">
                  <c:v>46090</c:v>
                </c:pt>
                <c:pt idx="2657">
                  <c:v>46091</c:v>
                </c:pt>
                <c:pt idx="2658">
                  <c:v>46092</c:v>
                </c:pt>
                <c:pt idx="2659">
                  <c:v>46093</c:v>
                </c:pt>
                <c:pt idx="2660">
                  <c:v>46094</c:v>
                </c:pt>
                <c:pt idx="2661">
                  <c:v>46097</c:v>
                </c:pt>
                <c:pt idx="2662">
                  <c:v>46098</c:v>
                </c:pt>
                <c:pt idx="2663">
                  <c:v>46099</c:v>
                </c:pt>
                <c:pt idx="2664">
                  <c:v>46100</c:v>
                </c:pt>
                <c:pt idx="2665">
                  <c:v>46101</c:v>
                </c:pt>
                <c:pt idx="2666">
                  <c:v>46104</c:v>
                </c:pt>
                <c:pt idx="2667">
                  <c:v>46105</c:v>
                </c:pt>
                <c:pt idx="2668">
                  <c:v>46106</c:v>
                </c:pt>
                <c:pt idx="2669">
                  <c:v>46107</c:v>
                </c:pt>
                <c:pt idx="2670">
                  <c:v>46108</c:v>
                </c:pt>
                <c:pt idx="2671">
                  <c:v>46111</c:v>
                </c:pt>
                <c:pt idx="2672">
                  <c:v>46112</c:v>
                </c:pt>
                <c:pt idx="2673">
                  <c:v>46113</c:v>
                </c:pt>
                <c:pt idx="2674">
                  <c:v>46114</c:v>
                </c:pt>
                <c:pt idx="2675">
                  <c:v>46115</c:v>
                </c:pt>
                <c:pt idx="2676">
                  <c:v>46118</c:v>
                </c:pt>
                <c:pt idx="2677">
                  <c:v>46119</c:v>
                </c:pt>
                <c:pt idx="2678">
                  <c:v>46120</c:v>
                </c:pt>
                <c:pt idx="2679">
                  <c:v>46121</c:v>
                </c:pt>
                <c:pt idx="2680">
                  <c:v>46122</c:v>
                </c:pt>
                <c:pt idx="2681">
                  <c:v>46125</c:v>
                </c:pt>
                <c:pt idx="2682">
                  <c:v>46126</c:v>
                </c:pt>
                <c:pt idx="2683">
                  <c:v>46127</c:v>
                </c:pt>
                <c:pt idx="2684">
                  <c:v>46128</c:v>
                </c:pt>
                <c:pt idx="2685">
                  <c:v>46129</c:v>
                </c:pt>
                <c:pt idx="2686">
                  <c:v>46132</c:v>
                </c:pt>
                <c:pt idx="2687">
                  <c:v>46133</c:v>
                </c:pt>
                <c:pt idx="2688">
                  <c:v>46134</c:v>
                </c:pt>
                <c:pt idx="2689">
                  <c:v>46135</c:v>
                </c:pt>
                <c:pt idx="2690">
                  <c:v>46136</c:v>
                </c:pt>
                <c:pt idx="2691">
                  <c:v>46139</c:v>
                </c:pt>
                <c:pt idx="2692">
                  <c:v>46140</c:v>
                </c:pt>
                <c:pt idx="2693">
                  <c:v>46141</c:v>
                </c:pt>
                <c:pt idx="2694">
                  <c:v>46142</c:v>
                </c:pt>
                <c:pt idx="2695">
                  <c:v>46143</c:v>
                </c:pt>
                <c:pt idx="2696">
                  <c:v>46146</c:v>
                </c:pt>
                <c:pt idx="2697">
                  <c:v>46147</c:v>
                </c:pt>
                <c:pt idx="2698">
                  <c:v>46148</c:v>
                </c:pt>
                <c:pt idx="2699">
                  <c:v>46149</c:v>
                </c:pt>
                <c:pt idx="2700">
                  <c:v>46150</c:v>
                </c:pt>
                <c:pt idx="2701">
                  <c:v>46153</c:v>
                </c:pt>
                <c:pt idx="2702">
                  <c:v>46154</c:v>
                </c:pt>
                <c:pt idx="2703">
                  <c:v>46155</c:v>
                </c:pt>
                <c:pt idx="2704">
                  <c:v>46156</c:v>
                </c:pt>
                <c:pt idx="2705">
                  <c:v>46157</c:v>
                </c:pt>
                <c:pt idx="2706">
                  <c:v>46160</c:v>
                </c:pt>
                <c:pt idx="2707">
                  <c:v>46161</c:v>
                </c:pt>
                <c:pt idx="2708">
                  <c:v>46162</c:v>
                </c:pt>
                <c:pt idx="2709">
                  <c:v>46163</c:v>
                </c:pt>
                <c:pt idx="2710">
                  <c:v>46164</c:v>
                </c:pt>
                <c:pt idx="2711">
                  <c:v>46167</c:v>
                </c:pt>
                <c:pt idx="2712">
                  <c:v>46168</c:v>
                </c:pt>
                <c:pt idx="2713">
                  <c:v>46169</c:v>
                </c:pt>
                <c:pt idx="2714">
                  <c:v>46170</c:v>
                </c:pt>
                <c:pt idx="2715">
                  <c:v>46171</c:v>
                </c:pt>
                <c:pt idx="2716">
                  <c:v>46174</c:v>
                </c:pt>
                <c:pt idx="2717">
                  <c:v>46175</c:v>
                </c:pt>
                <c:pt idx="2718">
                  <c:v>46176</c:v>
                </c:pt>
                <c:pt idx="2719">
                  <c:v>46177</c:v>
                </c:pt>
                <c:pt idx="2720">
                  <c:v>46178</c:v>
                </c:pt>
                <c:pt idx="2721">
                  <c:v>46181</c:v>
                </c:pt>
                <c:pt idx="2722">
                  <c:v>46182</c:v>
                </c:pt>
                <c:pt idx="2723">
                  <c:v>46183</c:v>
                </c:pt>
                <c:pt idx="2724">
                  <c:v>46184</c:v>
                </c:pt>
                <c:pt idx="2725">
                  <c:v>46185</c:v>
                </c:pt>
                <c:pt idx="2726">
                  <c:v>46188</c:v>
                </c:pt>
                <c:pt idx="2727">
                  <c:v>46189</c:v>
                </c:pt>
                <c:pt idx="2728">
                  <c:v>46190</c:v>
                </c:pt>
                <c:pt idx="2729">
                  <c:v>46191</c:v>
                </c:pt>
                <c:pt idx="2730">
                  <c:v>46192</c:v>
                </c:pt>
                <c:pt idx="2731">
                  <c:v>46195</c:v>
                </c:pt>
                <c:pt idx="2732">
                  <c:v>46196</c:v>
                </c:pt>
                <c:pt idx="2733">
                  <c:v>46197</c:v>
                </c:pt>
                <c:pt idx="2734">
                  <c:v>46198</c:v>
                </c:pt>
                <c:pt idx="2735">
                  <c:v>46199</c:v>
                </c:pt>
                <c:pt idx="2736">
                  <c:v>46202</c:v>
                </c:pt>
                <c:pt idx="2737">
                  <c:v>46203</c:v>
                </c:pt>
                <c:pt idx="2738">
                  <c:v>46204</c:v>
                </c:pt>
                <c:pt idx="2739">
                  <c:v>46205</c:v>
                </c:pt>
                <c:pt idx="2740">
                  <c:v>46206</c:v>
                </c:pt>
                <c:pt idx="2741">
                  <c:v>46209</c:v>
                </c:pt>
                <c:pt idx="2742">
                  <c:v>46210</c:v>
                </c:pt>
                <c:pt idx="2743">
                  <c:v>46211</c:v>
                </c:pt>
                <c:pt idx="2744">
                  <c:v>46212</c:v>
                </c:pt>
                <c:pt idx="2745">
                  <c:v>46213</c:v>
                </c:pt>
                <c:pt idx="2746">
                  <c:v>46216</c:v>
                </c:pt>
                <c:pt idx="2747">
                  <c:v>46217</c:v>
                </c:pt>
                <c:pt idx="2748">
                  <c:v>46218</c:v>
                </c:pt>
                <c:pt idx="2749">
                  <c:v>46219</c:v>
                </c:pt>
                <c:pt idx="2750">
                  <c:v>46220</c:v>
                </c:pt>
                <c:pt idx="2751">
                  <c:v>46223</c:v>
                </c:pt>
                <c:pt idx="2752">
                  <c:v>46224</c:v>
                </c:pt>
                <c:pt idx="2753">
                  <c:v>46225</c:v>
                </c:pt>
                <c:pt idx="2754">
                  <c:v>46226</c:v>
                </c:pt>
                <c:pt idx="2755">
                  <c:v>46227</c:v>
                </c:pt>
                <c:pt idx="2756">
                  <c:v>46230</c:v>
                </c:pt>
                <c:pt idx="2757">
                  <c:v>46231</c:v>
                </c:pt>
                <c:pt idx="2758">
                  <c:v>46232</c:v>
                </c:pt>
                <c:pt idx="2759">
                  <c:v>46233</c:v>
                </c:pt>
                <c:pt idx="2760">
                  <c:v>46234</c:v>
                </c:pt>
                <c:pt idx="2761">
                  <c:v>46237</c:v>
                </c:pt>
                <c:pt idx="2762">
                  <c:v>46238</c:v>
                </c:pt>
                <c:pt idx="2763">
                  <c:v>46239</c:v>
                </c:pt>
                <c:pt idx="2764">
                  <c:v>46240</c:v>
                </c:pt>
                <c:pt idx="2765">
                  <c:v>46241</c:v>
                </c:pt>
                <c:pt idx="2766">
                  <c:v>46244</c:v>
                </c:pt>
                <c:pt idx="2767">
                  <c:v>46245</c:v>
                </c:pt>
                <c:pt idx="2768">
                  <c:v>46246</c:v>
                </c:pt>
                <c:pt idx="2769">
                  <c:v>46247</c:v>
                </c:pt>
                <c:pt idx="2770">
                  <c:v>46248</c:v>
                </c:pt>
                <c:pt idx="2771">
                  <c:v>46251</c:v>
                </c:pt>
                <c:pt idx="2772">
                  <c:v>46252</c:v>
                </c:pt>
                <c:pt idx="2773">
                  <c:v>46253</c:v>
                </c:pt>
                <c:pt idx="2774">
                  <c:v>46254</c:v>
                </c:pt>
                <c:pt idx="2775">
                  <c:v>46255</c:v>
                </c:pt>
              </c:numCache>
            </c:numRef>
          </c:cat>
          <c:val>
            <c:numRef>
              <c:f>Data_Frontier!$F$2:$F$2777</c:f>
              <c:numCache>
                <c:formatCode>0.0;[Red]\(0.0\);\-</c:formatCode>
                <c:ptCount val="2776"/>
                <c:pt idx="0">
                  <c:v>854.25</c:v>
                </c:pt>
                <c:pt idx="1">
                  <c:v>865.83</c:v>
                </c:pt>
                <c:pt idx="2">
                  <c:v>858.62</c:v>
                </c:pt>
                <c:pt idx="3">
                  <c:v>859.72</c:v>
                </c:pt>
                <c:pt idx="4">
                  <c:v>869.69999999999993</c:v>
                </c:pt>
                <c:pt idx="5">
                  <c:v>866.59</c:v>
                </c:pt>
                <c:pt idx="6">
                  <c:v>872.43</c:v>
                </c:pt>
                <c:pt idx="7">
                  <c:v>873.5200000000001</c:v>
                </c:pt>
                <c:pt idx="8">
                  <c:v>883.25</c:v>
                </c:pt>
                <c:pt idx="9">
                  <c:v>896.5</c:v>
                </c:pt>
                <c:pt idx="10">
                  <c:v>921.43999999999994</c:v>
                </c:pt>
                <c:pt idx="11">
                  <c:v>921.43999999999994</c:v>
                </c:pt>
                <c:pt idx="12">
                  <c:v>921.79</c:v>
                </c:pt>
                <c:pt idx="13">
                  <c:v>954.9899999999999</c:v>
                </c:pt>
                <c:pt idx="14">
                  <c:v>943.35</c:v>
                </c:pt>
                <c:pt idx="15">
                  <c:v>921.82999999999993</c:v>
                </c:pt>
                <c:pt idx="16">
                  <c:v>917.50000000000011</c:v>
                </c:pt>
                <c:pt idx="17">
                  <c:v>912.68</c:v>
                </c:pt>
                <c:pt idx="18">
                  <c:v>906.37000000000012</c:v>
                </c:pt>
                <c:pt idx="19">
                  <c:v>901.79</c:v>
                </c:pt>
                <c:pt idx="20">
                  <c:v>893.66000000000008</c:v>
                </c:pt>
                <c:pt idx="21">
                  <c:v>900.44</c:v>
                </c:pt>
                <c:pt idx="22">
                  <c:v>911</c:v>
                </c:pt>
                <c:pt idx="23">
                  <c:v>915.7299999999999</c:v>
                </c:pt>
                <c:pt idx="24">
                  <c:v>913.03</c:v>
                </c:pt>
                <c:pt idx="25">
                  <c:v>917.67000000000007</c:v>
                </c:pt>
                <c:pt idx="26">
                  <c:v>946.69</c:v>
                </c:pt>
                <c:pt idx="27">
                  <c:v>959.14</c:v>
                </c:pt>
                <c:pt idx="28">
                  <c:v>948.88999999999987</c:v>
                </c:pt>
                <c:pt idx="29">
                  <c:v>975.31</c:v>
                </c:pt>
                <c:pt idx="30">
                  <c:v>962.2</c:v>
                </c:pt>
                <c:pt idx="31">
                  <c:v>962.2</c:v>
                </c:pt>
                <c:pt idx="32">
                  <c:v>952.42000000000007</c:v>
                </c:pt>
                <c:pt idx="33">
                  <c:v>934.12000000000012</c:v>
                </c:pt>
                <c:pt idx="34">
                  <c:v>924.49999999999989</c:v>
                </c:pt>
                <c:pt idx="35">
                  <c:v>930.31000000000006</c:v>
                </c:pt>
                <c:pt idx="36">
                  <c:v>917.50000000000011</c:v>
                </c:pt>
                <c:pt idx="37">
                  <c:v>917.52</c:v>
                </c:pt>
                <c:pt idx="38">
                  <c:v>924.84</c:v>
                </c:pt>
                <c:pt idx="39">
                  <c:v>909.68999999999994</c:v>
                </c:pt>
                <c:pt idx="40">
                  <c:v>892.8900000000001</c:v>
                </c:pt>
                <c:pt idx="41">
                  <c:v>884.31</c:v>
                </c:pt>
                <c:pt idx="42">
                  <c:v>865.87999999999988</c:v>
                </c:pt>
                <c:pt idx="43">
                  <c:v>852.48000000000013</c:v>
                </c:pt>
                <c:pt idx="44">
                  <c:v>848.62</c:v>
                </c:pt>
                <c:pt idx="45">
                  <c:v>836.71</c:v>
                </c:pt>
                <c:pt idx="46">
                  <c:v>834.38</c:v>
                </c:pt>
                <c:pt idx="47">
                  <c:v>838.53000000000009</c:v>
                </c:pt>
                <c:pt idx="48">
                  <c:v>843.54</c:v>
                </c:pt>
                <c:pt idx="49">
                  <c:v>832.83</c:v>
                </c:pt>
                <c:pt idx="50">
                  <c:v>815.4</c:v>
                </c:pt>
                <c:pt idx="51">
                  <c:v>810.61</c:v>
                </c:pt>
                <c:pt idx="52">
                  <c:v>819.73</c:v>
                </c:pt>
                <c:pt idx="53">
                  <c:v>824.09</c:v>
                </c:pt>
                <c:pt idx="54">
                  <c:v>808.53</c:v>
                </c:pt>
                <c:pt idx="55">
                  <c:v>795.77</c:v>
                </c:pt>
                <c:pt idx="56">
                  <c:v>794</c:v>
                </c:pt>
                <c:pt idx="57">
                  <c:v>797.65</c:v>
                </c:pt>
                <c:pt idx="58">
                  <c:v>801.83</c:v>
                </c:pt>
                <c:pt idx="59">
                  <c:v>816.93999999999994</c:v>
                </c:pt>
                <c:pt idx="60">
                  <c:v>816.93999999999994</c:v>
                </c:pt>
                <c:pt idx="61">
                  <c:v>818.95</c:v>
                </c:pt>
                <c:pt idx="62">
                  <c:v>823.21</c:v>
                </c:pt>
                <c:pt idx="63">
                  <c:v>810.69999999999993</c:v>
                </c:pt>
                <c:pt idx="64">
                  <c:v>806.75000000000011</c:v>
                </c:pt>
                <c:pt idx="65">
                  <c:v>809.46</c:v>
                </c:pt>
                <c:pt idx="66">
                  <c:v>804.1</c:v>
                </c:pt>
                <c:pt idx="67">
                  <c:v>811.25000000000011</c:v>
                </c:pt>
                <c:pt idx="68">
                  <c:v>803.26</c:v>
                </c:pt>
                <c:pt idx="69">
                  <c:v>805.27</c:v>
                </c:pt>
                <c:pt idx="70">
                  <c:v>798.06999999999994</c:v>
                </c:pt>
                <c:pt idx="71">
                  <c:v>795.58999999999992</c:v>
                </c:pt>
                <c:pt idx="72">
                  <c:v>786.4</c:v>
                </c:pt>
                <c:pt idx="73">
                  <c:v>767.91</c:v>
                </c:pt>
                <c:pt idx="74">
                  <c:v>760.33</c:v>
                </c:pt>
                <c:pt idx="75">
                  <c:v>759.61</c:v>
                </c:pt>
                <c:pt idx="76">
                  <c:v>761.28</c:v>
                </c:pt>
                <c:pt idx="77">
                  <c:v>747.16</c:v>
                </c:pt>
                <c:pt idx="78">
                  <c:v>739</c:v>
                </c:pt>
                <c:pt idx="79">
                  <c:v>739.61</c:v>
                </c:pt>
                <c:pt idx="80">
                  <c:v>741.66</c:v>
                </c:pt>
                <c:pt idx="81">
                  <c:v>744.80000000000007</c:v>
                </c:pt>
                <c:pt idx="82">
                  <c:v>742.31999999999994</c:v>
                </c:pt>
                <c:pt idx="83">
                  <c:v>734.15</c:v>
                </c:pt>
                <c:pt idx="84">
                  <c:v>725.11</c:v>
                </c:pt>
                <c:pt idx="85">
                  <c:v>728.29</c:v>
                </c:pt>
                <c:pt idx="86">
                  <c:v>726.16</c:v>
                </c:pt>
                <c:pt idx="87">
                  <c:v>734.68999999999994</c:v>
                </c:pt>
                <c:pt idx="88">
                  <c:v>740.12</c:v>
                </c:pt>
                <c:pt idx="89">
                  <c:v>739.22</c:v>
                </c:pt>
                <c:pt idx="90">
                  <c:v>747.8</c:v>
                </c:pt>
                <c:pt idx="91">
                  <c:v>749.06</c:v>
                </c:pt>
                <c:pt idx="92">
                  <c:v>742.31999999999994</c:v>
                </c:pt>
                <c:pt idx="93">
                  <c:v>735.33</c:v>
                </c:pt>
                <c:pt idx="94">
                  <c:v>729.57999999999993</c:v>
                </c:pt>
                <c:pt idx="95">
                  <c:v>732.05</c:v>
                </c:pt>
                <c:pt idx="96">
                  <c:v>726.33</c:v>
                </c:pt>
                <c:pt idx="97">
                  <c:v>726.32</c:v>
                </c:pt>
                <c:pt idx="98">
                  <c:v>727.64</c:v>
                </c:pt>
                <c:pt idx="99">
                  <c:v>736.93</c:v>
                </c:pt>
                <c:pt idx="100">
                  <c:v>730.24</c:v>
                </c:pt>
                <c:pt idx="101">
                  <c:v>729.78</c:v>
                </c:pt>
                <c:pt idx="102">
                  <c:v>723.54000000000008</c:v>
                </c:pt>
                <c:pt idx="103">
                  <c:v>716</c:v>
                </c:pt>
                <c:pt idx="104">
                  <c:v>714.12</c:v>
                </c:pt>
                <c:pt idx="105">
                  <c:v>715.17</c:v>
                </c:pt>
                <c:pt idx="106">
                  <c:v>715.17</c:v>
                </c:pt>
                <c:pt idx="107">
                  <c:v>712.74</c:v>
                </c:pt>
                <c:pt idx="108">
                  <c:v>718.59</c:v>
                </c:pt>
                <c:pt idx="109">
                  <c:v>716.09</c:v>
                </c:pt>
                <c:pt idx="110">
                  <c:v>712.86</c:v>
                </c:pt>
                <c:pt idx="111">
                  <c:v>705.71</c:v>
                </c:pt>
                <c:pt idx="112">
                  <c:v>696.08999999999992</c:v>
                </c:pt>
                <c:pt idx="113">
                  <c:v>687.22</c:v>
                </c:pt>
                <c:pt idx="114">
                  <c:v>688.73</c:v>
                </c:pt>
                <c:pt idx="115">
                  <c:v>696.68999999999994</c:v>
                </c:pt>
                <c:pt idx="116">
                  <c:v>699.43</c:v>
                </c:pt>
                <c:pt idx="117">
                  <c:v>712.73</c:v>
                </c:pt>
                <c:pt idx="118">
                  <c:v>709.17000000000007</c:v>
                </c:pt>
                <c:pt idx="119">
                  <c:v>720.04</c:v>
                </c:pt>
                <c:pt idx="120">
                  <c:v>713.87</c:v>
                </c:pt>
                <c:pt idx="121">
                  <c:v>698.16000000000008</c:v>
                </c:pt>
                <c:pt idx="122">
                  <c:v>699.63</c:v>
                </c:pt>
                <c:pt idx="123">
                  <c:v>694.62</c:v>
                </c:pt>
                <c:pt idx="124">
                  <c:v>687.43</c:v>
                </c:pt>
                <c:pt idx="125">
                  <c:v>717.16</c:v>
                </c:pt>
                <c:pt idx="126">
                  <c:v>731.93999999999994</c:v>
                </c:pt>
                <c:pt idx="127">
                  <c:v>725.89</c:v>
                </c:pt>
                <c:pt idx="128">
                  <c:v>707.49</c:v>
                </c:pt>
                <c:pt idx="129">
                  <c:v>699.03000000000009</c:v>
                </c:pt>
                <c:pt idx="130">
                  <c:v>690.15000000000009</c:v>
                </c:pt>
                <c:pt idx="131">
                  <c:v>690.15000000000009</c:v>
                </c:pt>
                <c:pt idx="132">
                  <c:v>688.46999999999991</c:v>
                </c:pt>
                <c:pt idx="133">
                  <c:v>687.71</c:v>
                </c:pt>
                <c:pt idx="134">
                  <c:v>678.80000000000007</c:v>
                </c:pt>
                <c:pt idx="135">
                  <c:v>666.69999999999993</c:v>
                </c:pt>
                <c:pt idx="136">
                  <c:v>652.79999999999995</c:v>
                </c:pt>
                <c:pt idx="137">
                  <c:v>639.76</c:v>
                </c:pt>
                <c:pt idx="138">
                  <c:v>647.99</c:v>
                </c:pt>
                <c:pt idx="139">
                  <c:v>640.92000000000007</c:v>
                </c:pt>
                <c:pt idx="140">
                  <c:v>642.78000000000009</c:v>
                </c:pt>
                <c:pt idx="141">
                  <c:v>645.31000000000006</c:v>
                </c:pt>
                <c:pt idx="142">
                  <c:v>645.04999999999995</c:v>
                </c:pt>
                <c:pt idx="143">
                  <c:v>641.34</c:v>
                </c:pt>
                <c:pt idx="144">
                  <c:v>639.39</c:v>
                </c:pt>
                <c:pt idx="145">
                  <c:v>639.09</c:v>
                </c:pt>
                <c:pt idx="146">
                  <c:v>640.36</c:v>
                </c:pt>
                <c:pt idx="147">
                  <c:v>647.04</c:v>
                </c:pt>
                <c:pt idx="148">
                  <c:v>646.56000000000006</c:v>
                </c:pt>
                <c:pt idx="149">
                  <c:v>648.05000000000007</c:v>
                </c:pt>
                <c:pt idx="150">
                  <c:v>649.70000000000005</c:v>
                </c:pt>
                <c:pt idx="151">
                  <c:v>651.47</c:v>
                </c:pt>
                <c:pt idx="152">
                  <c:v>657.59</c:v>
                </c:pt>
                <c:pt idx="153">
                  <c:v>655.98</c:v>
                </c:pt>
                <c:pt idx="154">
                  <c:v>646.12</c:v>
                </c:pt>
                <c:pt idx="155">
                  <c:v>639.24</c:v>
                </c:pt>
                <c:pt idx="156">
                  <c:v>636.17999999999995</c:v>
                </c:pt>
                <c:pt idx="157">
                  <c:v>627.53</c:v>
                </c:pt>
                <c:pt idx="158">
                  <c:v>625.29999999999995</c:v>
                </c:pt>
                <c:pt idx="159">
                  <c:v>624.72</c:v>
                </c:pt>
                <c:pt idx="160">
                  <c:v>622.54</c:v>
                </c:pt>
                <c:pt idx="161">
                  <c:v>618.68999999999994</c:v>
                </c:pt>
                <c:pt idx="162">
                  <c:v>615.88</c:v>
                </c:pt>
                <c:pt idx="163">
                  <c:v>616.11</c:v>
                </c:pt>
                <c:pt idx="164">
                  <c:v>613.78000000000009</c:v>
                </c:pt>
                <c:pt idx="165">
                  <c:v>615.21999999999991</c:v>
                </c:pt>
                <c:pt idx="166">
                  <c:v>615.70000000000005</c:v>
                </c:pt>
                <c:pt idx="167">
                  <c:v>612.39</c:v>
                </c:pt>
                <c:pt idx="168">
                  <c:v>612.20999999999992</c:v>
                </c:pt>
                <c:pt idx="169">
                  <c:v>614.06000000000006</c:v>
                </c:pt>
                <c:pt idx="170">
                  <c:v>613.01</c:v>
                </c:pt>
                <c:pt idx="171">
                  <c:v>611.65</c:v>
                </c:pt>
                <c:pt idx="172">
                  <c:v>609.56000000000006</c:v>
                </c:pt>
                <c:pt idx="173">
                  <c:v>611.65</c:v>
                </c:pt>
                <c:pt idx="174">
                  <c:v>613.46</c:v>
                </c:pt>
                <c:pt idx="175">
                  <c:v>612.24</c:v>
                </c:pt>
                <c:pt idx="176">
                  <c:v>612.24</c:v>
                </c:pt>
                <c:pt idx="177">
                  <c:v>608.43999999999994</c:v>
                </c:pt>
                <c:pt idx="178">
                  <c:v>607.35</c:v>
                </c:pt>
                <c:pt idx="179">
                  <c:v>606.08000000000004</c:v>
                </c:pt>
                <c:pt idx="180">
                  <c:v>618.07999999999993</c:v>
                </c:pt>
                <c:pt idx="181">
                  <c:v>625.23</c:v>
                </c:pt>
                <c:pt idx="182">
                  <c:v>632.93999999999994</c:v>
                </c:pt>
                <c:pt idx="183">
                  <c:v>633.04</c:v>
                </c:pt>
                <c:pt idx="184">
                  <c:v>632.47</c:v>
                </c:pt>
                <c:pt idx="185">
                  <c:v>633.02</c:v>
                </c:pt>
                <c:pt idx="186">
                  <c:v>630.88</c:v>
                </c:pt>
                <c:pt idx="187">
                  <c:v>630.55000000000007</c:v>
                </c:pt>
                <c:pt idx="188">
                  <c:v>626.97</c:v>
                </c:pt>
                <c:pt idx="189">
                  <c:v>612.26</c:v>
                </c:pt>
                <c:pt idx="190">
                  <c:v>611.52</c:v>
                </c:pt>
                <c:pt idx="191">
                  <c:v>616.58999999999992</c:v>
                </c:pt>
                <c:pt idx="192">
                  <c:v>617.38</c:v>
                </c:pt>
                <c:pt idx="193">
                  <c:v>614.12</c:v>
                </c:pt>
                <c:pt idx="194">
                  <c:v>607.99</c:v>
                </c:pt>
                <c:pt idx="195">
                  <c:v>606.44000000000005</c:v>
                </c:pt>
                <c:pt idx="196">
                  <c:v>607.37</c:v>
                </c:pt>
                <c:pt idx="197">
                  <c:v>603.80999999999995</c:v>
                </c:pt>
                <c:pt idx="198">
                  <c:v>601.41999999999996</c:v>
                </c:pt>
                <c:pt idx="199">
                  <c:v>599.9</c:v>
                </c:pt>
                <c:pt idx="200">
                  <c:v>599.66999999999996</c:v>
                </c:pt>
                <c:pt idx="201">
                  <c:v>599.66999999999996</c:v>
                </c:pt>
                <c:pt idx="202">
                  <c:v>600.4</c:v>
                </c:pt>
                <c:pt idx="203">
                  <c:v>602.38</c:v>
                </c:pt>
                <c:pt idx="204">
                  <c:v>605.21</c:v>
                </c:pt>
                <c:pt idx="205">
                  <c:v>600.85</c:v>
                </c:pt>
                <c:pt idx="206">
                  <c:v>599.69000000000005</c:v>
                </c:pt>
                <c:pt idx="207">
                  <c:v>594.91</c:v>
                </c:pt>
                <c:pt idx="208">
                  <c:v>589.79999999999995</c:v>
                </c:pt>
                <c:pt idx="209">
                  <c:v>587.27</c:v>
                </c:pt>
                <c:pt idx="210">
                  <c:v>588.54</c:v>
                </c:pt>
                <c:pt idx="211">
                  <c:v>587.30999999999995</c:v>
                </c:pt>
                <c:pt idx="212">
                  <c:v>586.87</c:v>
                </c:pt>
                <c:pt idx="213">
                  <c:v>595.13</c:v>
                </c:pt>
                <c:pt idx="214">
                  <c:v>601.17000000000007</c:v>
                </c:pt>
                <c:pt idx="215">
                  <c:v>606.66</c:v>
                </c:pt>
                <c:pt idx="216">
                  <c:v>614.41999999999996</c:v>
                </c:pt>
                <c:pt idx="217">
                  <c:v>625.72</c:v>
                </c:pt>
                <c:pt idx="218">
                  <c:v>633.54</c:v>
                </c:pt>
                <c:pt idx="219">
                  <c:v>633.33000000000004</c:v>
                </c:pt>
                <c:pt idx="220">
                  <c:v>635.44999999999993</c:v>
                </c:pt>
                <c:pt idx="221">
                  <c:v>622.55000000000007</c:v>
                </c:pt>
                <c:pt idx="222">
                  <c:v>624.19000000000005</c:v>
                </c:pt>
                <c:pt idx="223">
                  <c:v>633.11</c:v>
                </c:pt>
                <c:pt idx="224">
                  <c:v>640.86</c:v>
                </c:pt>
                <c:pt idx="225">
                  <c:v>640.86</c:v>
                </c:pt>
                <c:pt idx="226">
                  <c:v>666.38</c:v>
                </c:pt>
                <c:pt idx="227">
                  <c:v>653.99</c:v>
                </c:pt>
                <c:pt idx="228">
                  <c:v>654.52</c:v>
                </c:pt>
                <c:pt idx="229">
                  <c:v>650.25</c:v>
                </c:pt>
                <c:pt idx="230">
                  <c:v>654.23</c:v>
                </c:pt>
                <c:pt idx="231">
                  <c:v>650.39</c:v>
                </c:pt>
                <c:pt idx="232">
                  <c:v>643</c:v>
                </c:pt>
                <c:pt idx="233">
                  <c:v>643.04</c:v>
                </c:pt>
                <c:pt idx="234">
                  <c:v>643.04</c:v>
                </c:pt>
                <c:pt idx="235">
                  <c:v>643.51</c:v>
                </c:pt>
                <c:pt idx="236">
                  <c:v>640.53000000000009</c:v>
                </c:pt>
                <c:pt idx="237">
                  <c:v>641.69000000000005</c:v>
                </c:pt>
                <c:pt idx="238">
                  <c:v>637.85</c:v>
                </c:pt>
                <c:pt idx="239">
                  <c:v>638.91999999999996</c:v>
                </c:pt>
                <c:pt idx="240">
                  <c:v>635.31000000000006</c:v>
                </c:pt>
                <c:pt idx="241">
                  <c:v>630.71</c:v>
                </c:pt>
                <c:pt idx="242">
                  <c:v>623.04000000000008</c:v>
                </c:pt>
                <c:pt idx="243">
                  <c:v>612.80999999999995</c:v>
                </c:pt>
                <c:pt idx="244">
                  <c:v>610.05000000000007</c:v>
                </c:pt>
                <c:pt idx="245">
                  <c:v>606.70000000000005</c:v>
                </c:pt>
                <c:pt idx="246">
                  <c:v>604.67000000000007</c:v>
                </c:pt>
                <c:pt idx="247">
                  <c:v>600.88</c:v>
                </c:pt>
                <c:pt idx="248">
                  <c:v>601.19999999999993</c:v>
                </c:pt>
                <c:pt idx="249">
                  <c:v>612.64</c:v>
                </c:pt>
                <c:pt idx="250">
                  <c:v>613.80999999999995</c:v>
                </c:pt>
                <c:pt idx="251">
                  <c:v>610.82000000000005</c:v>
                </c:pt>
                <c:pt idx="252">
                  <c:v>609.83000000000004</c:v>
                </c:pt>
                <c:pt idx="253">
                  <c:v>605.86</c:v>
                </c:pt>
                <c:pt idx="254">
                  <c:v>605.02</c:v>
                </c:pt>
                <c:pt idx="255">
                  <c:v>602.59</c:v>
                </c:pt>
                <c:pt idx="256">
                  <c:v>602.59</c:v>
                </c:pt>
                <c:pt idx="257">
                  <c:v>601.75</c:v>
                </c:pt>
                <c:pt idx="258">
                  <c:v>599.23</c:v>
                </c:pt>
                <c:pt idx="259">
                  <c:v>597.99</c:v>
                </c:pt>
                <c:pt idx="260">
                  <c:v>597.5</c:v>
                </c:pt>
                <c:pt idx="261">
                  <c:v>597.5</c:v>
                </c:pt>
                <c:pt idx="262">
                  <c:v>616.88</c:v>
                </c:pt>
                <c:pt idx="263">
                  <c:v>605.91</c:v>
                </c:pt>
                <c:pt idx="264">
                  <c:v>601.29</c:v>
                </c:pt>
                <c:pt idx="265">
                  <c:v>600.03</c:v>
                </c:pt>
                <c:pt idx="266">
                  <c:v>600.74</c:v>
                </c:pt>
                <c:pt idx="267">
                  <c:v>601.02</c:v>
                </c:pt>
                <c:pt idx="268">
                  <c:v>602.65000000000009</c:v>
                </c:pt>
                <c:pt idx="269">
                  <c:v>604.80999999999995</c:v>
                </c:pt>
                <c:pt idx="270">
                  <c:v>603.20000000000005</c:v>
                </c:pt>
                <c:pt idx="271">
                  <c:v>603.20000000000005</c:v>
                </c:pt>
                <c:pt idx="272">
                  <c:v>600.95000000000005</c:v>
                </c:pt>
                <c:pt idx="273">
                  <c:v>600.75</c:v>
                </c:pt>
                <c:pt idx="274">
                  <c:v>601.87</c:v>
                </c:pt>
                <c:pt idx="275">
                  <c:v>605.51</c:v>
                </c:pt>
                <c:pt idx="276">
                  <c:v>606.37</c:v>
                </c:pt>
                <c:pt idx="277">
                  <c:v>604.98</c:v>
                </c:pt>
                <c:pt idx="278">
                  <c:v>600.37</c:v>
                </c:pt>
                <c:pt idx="279">
                  <c:v>597.6</c:v>
                </c:pt>
                <c:pt idx="280">
                  <c:v>596.26</c:v>
                </c:pt>
                <c:pt idx="281">
                  <c:v>599.96</c:v>
                </c:pt>
                <c:pt idx="282">
                  <c:v>600.33000000000004</c:v>
                </c:pt>
                <c:pt idx="283">
                  <c:v>596.66</c:v>
                </c:pt>
                <c:pt idx="284">
                  <c:v>594.26</c:v>
                </c:pt>
                <c:pt idx="285">
                  <c:v>587.26</c:v>
                </c:pt>
                <c:pt idx="286">
                  <c:v>586.21</c:v>
                </c:pt>
                <c:pt idx="287">
                  <c:v>587.35</c:v>
                </c:pt>
                <c:pt idx="288">
                  <c:v>591.65</c:v>
                </c:pt>
                <c:pt idx="289">
                  <c:v>591.46</c:v>
                </c:pt>
                <c:pt idx="290">
                  <c:v>590.21</c:v>
                </c:pt>
                <c:pt idx="291">
                  <c:v>588.21</c:v>
                </c:pt>
                <c:pt idx="292">
                  <c:v>588.51</c:v>
                </c:pt>
                <c:pt idx="293">
                  <c:v>587.33000000000004</c:v>
                </c:pt>
                <c:pt idx="294">
                  <c:v>587.98</c:v>
                </c:pt>
                <c:pt idx="295">
                  <c:v>589.1</c:v>
                </c:pt>
                <c:pt idx="296">
                  <c:v>589.1</c:v>
                </c:pt>
                <c:pt idx="297">
                  <c:v>583.72</c:v>
                </c:pt>
                <c:pt idx="298">
                  <c:v>580.25</c:v>
                </c:pt>
                <c:pt idx="299">
                  <c:v>575.67000000000007</c:v>
                </c:pt>
                <c:pt idx="300">
                  <c:v>576.11</c:v>
                </c:pt>
                <c:pt idx="301">
                  <c:v>572.59</c:v>
                </c:pt>
                <c:pt idx="302">
                  <c:v>571.76</c:v>
                </c:pt>
                <c:pt idx="303">
                  <c:v>563.55000000000007</c:v>
                </c:pt>
                <c:pt idx="304">
                  <c:v>565.64</c:v>
                </c:pt>
                <c:pt idx="305">
                  <c:v>569.86</c:v>
                </c:pt>
                <c:pt idx="306">
                  <c:v>577.17999999999995</c:v>
                </c:pt>
                <c:pt idx="307">
                  <c:v>588.15</c:v>
                </c:pt>
                <c:pt idx="308">
                  <c:v>597.55999999999995</c:v>
                </c:pt>
                <c:pt idx="309">
                  <c:v>612.20999999999992</c:v>
                </c:pt>
                <c:pt idx="310">
                  <c:v>609.72</c:v>
                </c:pt>
                <c:pt idx="311">
                  <c:v>617.36</c:v>
                </c:pt>
                <c:pt idx="312">
                  <c:v>630.37</c:v>
                </c:pt>
                <c:pt idx="313">
                  <c:v>617.84</c:v>
                </c:pt>
                <c:pt idx="314">
                  <c:v>604.90000000000009</c:v>
                </c:pt>
                <c:pt idx="315">
                  <c:v>608.73</c:v>
                </c:pt>
                <c:pt idx="316">
                  <c:v>612.5200000000001</c:v>
                </c:pt>
                <c:pt idx="317">
                  <c:v>617.52</c:v>
                </c:pt>
                <c:pt idx="318">
                  <c:v>627.02</c:v>
                </c:pt>
                <c:pt idx="319">
                  <c:v>623.58000000000004</c:v>
                </c:pt>
                <c:pt idx="320">
                  <c:v>619.66</c:v>
                </c:pt>
                <c:pt idx="321">
                  <c:v>623.35</c:v>
                </c:pt>
                <c:pt idx="322">
                  <c:v>616.12</c:v>
                </c:pt>
                <c:pt idx="323">
                  <c:v>605.88</c:v>
                </c:pt>
                <c:pt idx="324">
                  <c:v>597.22</c:v>
                </c:pt>
                <c:pt idx="325">
                  <c:v>594.38</c:v>
                </c:pt>
                <c:pt idx="326">
                  <c:v>596.02</c:v>
                </c:pt>
                <c:pt idx="327">
                  <c:v>599.36</c:v>
                </c:pt>
                <c:pt idx="328">
                  <c:v>590.42000000000007</c:v>
                </c:pt>
                <c:pt idx="329">
                  <c:v>592.95999999999992</c:v>
                </c:pt>
                <c:pt idx="330">
                  <c:v>589.74</c:v>
                </c:pt>
                <c:pt idx="331">
                  <c:v>589.4</c:v>
                </c:pt>
                <c:pt idx="332">
                  <c:v>590.81000000000006</c:v>
                </c:pt>
                <c:pt idx="333">
                  <c:v>593.65</c:v>
                </c:pt>
                <c:pt idx="334">
                  <c:v>595.80999999999995</c:v>
                </c:pt>
                <c:pt idx="335">
                  <c:v>595.80999999999995</c:v>
                </c:pt>
                <c:pt idx="336">
                  <c:v>598.38</c:v>
                </c:pt>
                <c:pt idx="337">
                  <c:v>600.19000000000005</c:v>
                </c:pt>
                <c:pt idx="338">
                  <c:v>596.1</c:v>
                </c:pt>
                <c:pt idx="339">
                  <c:v>595.25</c:v>
                </c:pt>
                <c:pt idx="340">
                  <c:v>592.13</c:v>
                </c:pt>
                <c:pt idx="341">
                  <c:v>586.70000000000005</c:v>
                </c:pt>
                <c:pt idx="342">
                  <c:v>582.03</c:v>
                </c:pt>
                <c:pt idx="343">
                  <c:v>579.30000000000007</c:v>
                </c:pt>
                <c:pt idx="344">
                  <c:v>579.88</c:v>
                </c:pt>
                <c:pt idx="345">
                  <c:v>576.37</c:v>
                </c:pt>
                <c:pt idx="346">
                  <c:v>577.44999999999993</c:v>
                </c:pt>
                <c:pt idx="347">
                  <c:v>574.64</c:v>
                </c:pt>
                <c:pt idx="348">
                  <c:v>574.42999999999995</c:v>
                </c:pt>
                <c:pt idx="349">
                  <c:v>584.23</c:v>
                </c:pt>
                <c:pt idx="350">
                  <c:v>587.12</c:v>
                </c:pt>
                <c:pt idx="351">
                  <c:v>586.06999999999994</c:v>
                </c:pt>
                <c:pt idx="352">
                  <c:v>583.27</c:v>
                </c:pt>
                <c:pt idx="353">
                  <c:v>581.75</c:v>
                </c:pt>
                <c:pt idx="354">
                  <c:v>579.65</c:v>
                </c:pt>
                <c:pt idx="355">
                  <c:v>579.22</c:v>
                </c:pt>
                <c:pt idx="356">
                  <c:v>576.45000000000005</c:v>
                </c:pt>
                <c:pt idx="357">
                  <c:v>575.04</c:v>
                </c:pt>
                <c:pt idx="358">
                  <c:v>578.87</c:v>
                </c:pt>
                <c:pt idx="359">
                  <c:v>582.65</c:v>
                </c:pt>
                <c:pt idx="360">
                  <c:v>575.96999999999991</c:v>
                </c:pt>
                <c:pt idx="361">
                  <c:v>573.37</c:v>
                </c:pt>
                <c:pt idx="362">
                  <c:v>571.91999999999996</c:v>
                </c:pt>
                <c:pt idx="363">
                  <c:v>570.84</c:v>
                </c:pt>
                <c:pt idx="364">
                  <c:v>569.24</c:v>
                </c:pt>
                <c:pt idx="365">
                  <c:v>569.75</c:v>
                </c:pt>
                <c:pt idx="366">
                  <c:v>569.75</c:v>
                </c:pt>
                <c:pt idx="367">
                  <c:v>568.97</c:v>
                </c:pt>
                <c:pt idx="368">
                  <c:v>567.97</c:v>
                </c:pt>
                <c:pt idx="369">
                  <c:v>564.47</c:v>
                </c:pt>
                <c:pt idx="370">
                  <c:v>563</c:v>
                </c:pt>
                <c:pt idx="371">
                  <c:v>563.29999999999995</c:v>
                </c:pt>
                <c:pt idx="372">
                  <c:v>564.06999999999994</c:v>
                </c:pt>
                <c:pt idx="373">
                  <c:v>567.27</c:v>
                </c:pt>
                <c:pt idx="374">
                  <c:v>571.37</c:v>
                </c:pt>
                <c:pt idx="375">
                  <c:v>570.39</c:v>
                </c:pt>
                <c:pt idx="376">
                  <c:v>569.84</c:v>
                </c:pt>
                <c:pt idx="377">
                  <c:v>566.35</c:v>
                </c:pt>
                <c:pt idx="378">
                  <c:v>562.71</c:v>
                </c:pt>
                <c:pt idx="379">
                  <c:v>566.73</c:v>
                </c:pt>
                <c:pt idx="380">
                  <c:v>569.9</c:v>
                </c:pt>
                <c:pt idx="381">
                  <c:v>568.75</c:v>
                </c:pt>
                <c:pt idx="382">
                  <c:v>574.48</c:v>
                </c:pt>
                <c:pt idx="383">
                  <c:v>582.43999999999994</c:v>
                </c:pt>
                <c:pt idx="384">
                  <c:v>585.37</c:v>
                </c:pt>
                <c:pt idx="385">
                  <c:v>583.02</c:v>
                </c:pt>
                <c:pt idx="386">
                  <c:v>580.29</c:v>
                </c:pt>
                <c:pt idx="387">
                  <c:v>579.28</c:v>
                </c:pt>
                <c:pt idx="388">
                  <c:v>579.12</c:v>
                </c:pt>
                <c:pt idx="389">
                  <c:v>580.63</c:v>
                </c:pt>
                <c:pt idx="390">
                  <c:v>580.30999999999995</c:v>
                </c:pt>
                <c:pt idx="391">
                  <c:v>579.66</c:v>
                </c:pt>
                <c:pt idx="392">
                  <c:v>579.66</c:v>
                </c:pt>
                <c:pt idx="393">
                  <c:v>579.22</c:v>
                </c:pt>
                <c:pt idx="394">
                  <c:v>586.06999999999994</c:v>
                </c:pt>
                <c:pt idx="395">
                  <c:v>591.88</c:v>
                </c:pt>
                <c:pt idx="396">
                  <c:v>591.75</c:v>
                </c:pt>
                <c:pt idx="397">
                  <c:v>591.57000000000005</c:v>
                </c:pt>
                <c:pt idx="398">
                  <c:v>583.78</c:v>
                </c:pt>
                <c:pt idx="399">
                  <c:v>581.53</c:v>
                </c:pt>
                <c:pt idx="400">
                  <c:v>576.38</c:v>
                </c:pt>
                <c:pt idx="401">
                  <c:v>571.54999999999995</c:v>
                </c:pt>
                <c:pt idx="402">
                  <c:v>568.79999999999995</c:v>
                </c:pt>
                <c:pt idx="403">
                  <c:v>564.06999999999994</c:v>
                </c:pt>
                <c:pt idx="404">
                  <c:v>560.62</c:v>
                </c:pt>
                <c:pt idx="405">
                  <c:v>563.08999999999992</c:v>
                </c:pt>
                <c:pt idx="406">
                  <c:v>563.18000000000006</c:v>
                </c:pt>
                <c:pt idx="407">
                  <c:v>560.81000000000006</c:v>
                </c:pt>
                <c:pt idx="408">
                  <c:v>557.5</c:v>
                </c:pt>
                <c:pt idx="409">
                  <c:v>558.15</c:v>
                </c:pt>
                <c:pt idx="410">
                  <c:v>559.25</c:v>
                </c:pt>
                <c:pt idx="411">
                  <c:v>559.93000000000006</c:v>
                </c:pt>
                <c:pt idx="412">
                  <c:v>556.55999999999995</c:v>
                </c:pt>
                <c:pt idx="413">
                  <c:v>555.71</c:v>
                </c:pt>
                <c:pt idx="414">
                  <c:v>557.14</c:v>
                </c:pt>
                <c:pt idx="415">
                  <c:v>559.71</c:v>
                </c:pt>
                <c:pt idx="416">
                  <c:v>561.01</c:v>
                </c:pt>
                <c:pt idx="417">
                  <c:v>563.02</c:v>
                </c:pt>
                <c:pt idx="418">
                  <c:v>577.74</c:v>
                </c:pt>
                <c:pt idx="419">
                  <c:v>588.53</c:v>
                </c:pt>
                <c:pt idx="420">
                  <c:v>592.08999999999992</c:v>
                </c:pt>
                <c:pt idx="421">
                  <c:v>586.25</c:v>
                </c:pt>
                <c:pt idx="422">
                  <c:v>587.69999999999993</c:v>
                </c:pt>
                <c:pt idx="423">
                  <c:v>585.05999999999995</c:v>
                </c:pt>
                <c:pt idx="424">
                  <c:v>588.83000000000004</c:v>
                </c:pt>
                <c:pt idx="425">
                  <c:v>593.61</c:v>
                </c:pt>
                <c:pt idx="426">
                  <c:v>595.34</c:v>
                </c:pt>
                <c:pt idx="427">
                  <c:v>592.29999999999995</c:v>
                </c:pt>
                <c:pt idx="428">
                  <c:v>590.99</c:v>
                </c:pt>
                <c:pt idx="429">
                  <c:v>589.44000000000005</c:v>
                </c:pt>
                <c:pt idx="430">
                  <c:v>586.11</c:v>
                </c:pt>
                <c:pt idx="431">
                  <c:v>584.32000000000005</c:v>
                </c:pt>
                <c:pt idx="432">
                  <c:v>585.09</c:v>
                </c:pt>
                <c:pt idx="433">
                  <c:v>582.36</c:v>
                </c:pt>
                <c:pt idx="434">
                  <c:v>576.19999999999993</c:v>
                </c:pt>
                <c:pt idx="435">
                  <c:v>575.63</c:v>
                </c:pt>
                <c:pt idx="436">
                  <c:v>575.63</c:v>
                </c:pt>
                <c:pt idx="437">
                  <c:v>576.86</c:v>
                </c:pt>
                <c:pt idx="438">
                  <c:v>573.58000000000004</c:v>
                </c:pt>
                <c:pt idx="439">
                  <c:v>573.80000000000007</c:v>
                </c:pt>
                <c:pt idx="440">
                  <c:v>577.15</c:v>
                </c:pt>
                <c:pt idx="441">
                  <c:v>575.63</c:v>
                </c:pt>
                <c:pt idx="442">
                  <c:v>574.65</c:v>
                </c:pt>
                <c:pt idx="443">
                  <c:v>572.24</c:v>
                </c:pt>
                <c:pt idx="444">
                  <c:v>571.38</c:v>
                </c:pt>
                <c:pt idx="445">
                  <c:v>570.93999999999994</c:v>
                </c:pt>
                <c:pt idx="446">
                  <c:v>566.31999999999994</c:v>
                </c:pt>
                <c:pt idx="447">
                  <c:v>563.35</c:v>
                </c:pt>
                <c:pt idx="448">
                  <c:v>562.75</c:v>
                </c:pt>
                <c:pt idx="449">
                  <c:v>564.77</c:v>
                </c:pt>
                <c:pt idx="450">
                  <c:v>564.30999999999995</c:v>
                </c:pt>
                <c:pt idx="451">
                  <c:v>563.51</c:v>
                </c:pt>
                <c:pt idx="452">
                  <c:v>561.74</c:v>
                </c:pt>
                <c:pt idx="453">
                  <c:v>563.30999999999995</c:v>
                </c:pt>
                <c:pt idx="454">
                  <c:v>562.03</c:v>
                </c:pt>
                <c:pt idx="455">
                  <c:v>560.38</c:v>
                </c:pt>
                <c:pt idx="456">
                  <c:v>560.09</c:v>
                </c:pt>
                <c:pt idx="457">
                  <c:v>559.32000000000005</c:v>
                </c:pt>
                <c:pt idx="458">
                  <c:v>558.68000000000006</c:v>
                </c:pt>
                <c:pt idx="459">
                  <c:v>557.02</c:v>
                </c:pt>
                <c:pt idx="460">
                  <c:v>557.30000000000007</c:v>
                </c:pt>
                <c:pt idx="461">
                  <c:v>557.30000000000007</c:v>
                </c:pt>
                <c:pt idx="462">
                  <c:v>559.15</c:v>
                </c:pt>
                <c:pt idx="463">
                  <c:v>560.15</c:v>
                </c:pt>
                <c:pt idx="464">
                  <c:v>560.48</c:v>
                </c:pt>
                <c:pt idx="465">
                  <c:v>562.19000000000005</c:v>
                </c:pt>
                <c:pt idx="466">
                  <c:v>560.61</c:v>
                </c:pt>
                <c:pt idx="467">
                  <c:v>558.54</c:v>
                </c:pt>
                <c:pt idx="468">
                  <c:v>556.4</c:v>
                </c:pt>
                <c:pt idx="469">
                  <c:v>555.79999999999995</c:v>
                </c:pt>
                <c:pt idx="470">
                  <c:v>554.46</c:v>
                </c:pt>
                <c:pt idx="471">
                  <c:v>553.43999999999994</c:v>
                </c:pt>
                <c:pt idx="472">
                  <c:v>553.38</c:v>
                </c:pt>
                <c:pt idx="473">
                  <c:v>560.79999999999995</c:v>
                </c:pt>
                <c:pt idx="474">
                  <c:v>561.51</c:v>
                </c:pt>
                <c:pt idx="475">
                  <c:v>563.11</c:v>
                </c:pt>
                <c:pt idx="476">
                  <c:v>562.97</c:v>
                </c:pt>
                <c:pt idx="477">
                  <c:v>562.71</c:v>
                </c:pt>
                <c:pt idx="478">
                  <c:v>561.17999999999995</c:v>
                </c:pt>
                <c:pt idx="479">
                  <c:v>563.04999999999995</c:v>
                </c:pt>
                <c:pt idx="480">
                  <c:v>563.46</c:v>
                </c:pt>
                <c:pt idx="481">
                  <c:v>565.17999999999995</c:v>
                </c:pt>
                <c:pt idx="482">
                  <c:v>568.54</c:v>
                </c:pt>
                <c:pt idx="483">
                  <c:v>580</c:v>
                </c:pt>
                <c:pt idx="484">
                  <c:v>592.65</c:v>
                </c:pt>
                <c:pt idx="485">
                  <c:v>595.02</c:v>
                </c:pt>
                <c:pt idx="486">
                  <c:v>595.99</c:v>
                </c:pt>
                <c:pt idx="487">
                  <c:v>604.37</c:v>
                </c:pt>
                <c:pt idx="488">
                  <c:v>615.16</c:v>
                </c:pt>
                <c:pt idx="489">
                  <c:v>598.29</c:v>
                </c:pt>
                <c:pt idx="490">
                  <c:v>596.57999999999993</c:v>
                </c:pt>
                <c:pt idx="491">
                  <c:v>594.15</c:v>
                </c:pt>
                <c:pt idx="492">
                  <c:v>590.99</c:v>
                </c:pt>
                <c:pt idx="493">
                  <c:v>589.58000000000004</c:v>
                </c:pt>
                <c:pt idx="494">
                  <c:v>589.58000000000004</c:v>
                </c:pt>
                <c:pt idx="495">
                  <c:v>589.33000000000004</c:v>
                </c:pt>
                <c:pt idx="496">
                  <c:v>587.58999999999992</c:v>
                </c:pt>
                <c:pt idx="497">
                  <c:v>589.71</c:v>
                </c:pt>
                <c:pt idx="498">
                  <c:v>589.17999999999995</c:v>
                </c:pt>
                <c:pt idx="499">
                  <c:v>585.86</c:v>
                </c:pt>
                <c:pt idx="500">
                  <c:v>585.82999999999993</c:v>
                </c:pt>
                <c:pt idx="501">
                  <c:v>583.01</c:v>
                </c:pt>
                <c:pt idx="502">
                  <c:v>583.30999999999995</c:v>
                </c:pt>
                <c:pt idx="503">
                  <c:v>587.38</c:v>
                </c:pt>
                <c:pt idx="504">
                  <c:v>588.74</c:v>
                </c:pt>
                <c:pt idx="505">
                  <c:v>588.71</c:v>
                </c:pt>
                <c:pt idx="506">
                  <c:v>587.79000000000008</c:v>
                </c:pt>
                <c:pt idx="507">
                  <c:v>585.39</c:v>
                </c:pt>
                <c:pt idx="508">
                  <c:v>586.04999999999995</c:v>
                </c:pt>
                <c:pt idx="509">
                  <c:v>588.80999999999995</c:v>
                </c:pt>
                <c:pt idx="510">
                  <c:v>590.26</c:v>
                </c:pt>
                <c:pt idx="511">
                  <c:v>590.82999999999993</c:v>
                </c:pt>
                <c:pt idx="512">
                  <c:v>591.4</c:v>
                </c:pt>
                <c:pt idx="513">
                  <c:v>592.34</c:v>
                </c:pt>
                <c:pt idx="514">
                  <c:v>592</c:v>
                </c:pt>
                <c:pt idx="515">
                  <c:v>592.21</c:v>
                </c:pt>
                <c:pt idx="516">
                  <c:v>592.21</c:v>
                </c:pt>
                <c:pt idx="517">
                  <c:v>593.26</c:v>
                </c:pt>
                <c:pt idx="518">
                  <c:v>591.15</c:v>
                </c:pt>
                <c:pt idx="519">
                  <c:v>588.79999999999995</c:v>
                </c:pt>
                <c:pt idx="520">
                  <c:v>589.33999999999992</c:v>
                </c:pt>
                <c:pt idx="521">
                  <c:v>589.33999999999992</c:v>
                </c:pt>
                <c:pt idx="522">
                  <c:v>585.9</c:v>
                </c:pt>
                <c:pt idx="523">
                  <c:v>578.4</c:v>
                </c:pt>
                <c:pt idx="524">
                  <c:v>570.39</c:v>
                </c:pt>
                <c:pt idx="525">
                  <c:v>568.22</c:v>
                </c:pt>
                <c:pt idx="526">
                  <c:v>568.28</c:v>
                </c:pt>
                <c:pt idx="527">
                  <c:v>569.96</c:v>
                </c:pt>
                <c:pt idx="528">
                  <c:v>579.91</c:v>
                </c:pt>
                <c:pt idx="529">
                  <c:v>576.41</c:v>
                </c:pt>
                <c:pt idx="530">
                  <c:v>576.23</c:v>
                </c:pt>
                <c:pt idx="531">
                  <c:v>576.23</c:v>
                </c:pt>
                <c:pt idx="532">
                  <c:v>575.94000000000005</c:v>
                </c:pt>
                <c:pt idx="533">
                  <c:v>578.78</c:v>
                </c:pt>
                <c:pt idx="534">
                  <c:v>581.79999999999995</c:v>
                </c:pt>
                <c:pt idx="535">
                  <c:v>583.6</c:v>
                </c:pt>
                <c:pt idx="536">
                  <c:v>583.07000000000005</c:v>
                </c:pt>
                <c:pt idx="537">
                  <c:v>578.80000000000007</c:v>
                </c:pt>
                <c:pt idx="538">
                  <c:v>577.26</c:v>
                </c:pt>
                <c:pt idx="539">
                  <c:v>576.06000000000006</c:v>
                </c:pt>
                <c:pt idx="540">
                  <c:v>576.67999999999995</c:v>
                </c:pt>
                <c:pt idx="541">
                  <c:v>582.82999999999993</c:v>
                </c:pt>
                <c:pt idx="542">
                  <c:v>591.76</c:v>
                </c:pt>
                <c:pt idx="543">
                  <c:v>587.18000000000006</c:v>
                </c:pt>
                <c:pt idx="544">
                  <c:v>590.9</c:v>
                </c:pt>
                <c:pt idx="545">
                  <c:v>602.69000000000005</c:v>
                </c:pt>
                <c:pt idx="546">
                  <c:v>609.94000000000005</c:v>
                </c:pt>
                <c:pt idx="547">
                  <c:v>622.23</c:v>
                </c:pt>
                <c:pt idx="548">
                  <c:v>613.12</c:v>
                </c:pt>
                <c:pt idx="549">
                  <c:v>628.09</c:v>
                </c:pt>
                <c:pt idx="550">
                  <c:v>644.32999999999993</c:v>
                </c:pt>
                <c:pt idx="551">
                  <c:v>636.49</c:v>
                </c:pt>
                <c:pt idx="552">
                  <c:v>643.72</c:v>
                </c:pt>
                <c:pt idx="553">
                  <c:v>643.81000000000006</c:v>
                </c:pt>
                <c:pt idx="554">
                  <c:v>631.2299999999999</c:v>
                </c:pt>
                <c:pt idx="555">
                  <c:v>622.49</c:v>
                </c:pt>
                <c:pt idx="556">
                  <c:v>622.49</c:v>
                </c:pt>
                <c:pt idx="557">
                  <c:v>623.13</c:v>
                </c:pt>
                <c:pt idx="558">
                  <c:v>623.54000000000008</c:v>
                </c:pt>
                <c:pt idx="559">
                  <c:v>629.25</c:v>
                </c:pt>
                <c:pt idx="560">
                  <c:v>630.36</c:v>
                </c:pt>
                <c:pt idx="561">
                  <c:v>621.53</c:v>
                </c:pt>
                <c:pt idx="562">
                  <c:v>622.76</c:v>
                </c:pt>
                <c:pt idx="563">
                  <c:v>623.09</c:v>
                </c:pt>
                <c:pt idx="564">
                  <c:v>629.5</c:v>
                </c:pt>
                <c:pt idx="565">
                  <c:v>639.41</c:v>
                </c:pt>
                <c:pt idx="566">
                  <c:v>635.94999999999993</c:v>
                </c:pt>
                <c:pt idx="567">
                  <c:v>630.37</c:v>
                </c:pt>
                <c:pt idx="568">
                  <c:v>634.22</c:v>
                </c:pt>
                <c:pt idx="569">
                  <c:v>633.52</c:v>
                </c:pt>
                <c:pt idx="570">
                  <c:v>632.17999999999995</c:v>
                </c:pt>
                <c:pt idx="571">
                  <c:v>632.86</c:v>
                </c:pt>
                <c:pt idx="572">
                  <c:v>634.24</c:v>
                </c:pt>
                <c:pt idx="573">
                  <c:v>636.96</c:v>
                </c:pt>
                <c:pt idx="574">
                  <c:v>633.78</c:v>
                </c:pt>
                <c:pt idx="575">
                  <c:v>629.46</c:v>
                </c:pt>
                <c:pt idx="576">
                  <c:v>634.15</c:v>
                </c:pt>
                <c:pt idx="577">
                  <c:v>635.70000000000005</c:v>
                </c:pt>
                <c:pt idx="578">
                  <c:v>634.23</c:v>
                </c:pt>
                <c:pt idx="579">
                  <c:v>639.89</c:v>
                </c:pt>
                <c:pt idx="580">
                  <c:v>642.26</c:v>
                </c:pt>
                <c:pt idx="581">
                  <c:v>644.5</c:v>
                </c:pt>
                <c:pt idx="582">
                  <c:v>640.5</c:v>
                </c:pt>
                <c:pt idx="583">
                  <c:v>642.57000000000005</c:v>
                </c:pt>
                <c:pt idx="584">
                  <c:v>641.23</c:v>
                </c:pt>
                <c:pt idx="585">
                  <c:v>641.23</c:v>
                </c:pt>
                <c:pt idx="586">
                  <c:v>643.06000000000006</c:v>
                </c:pt>
                <c:pt idx="587">
                  <c:v>642.38</c:v>
                </c:pt>
                <c:pt idx="588">
                  <c:v>643.79999999999995</c:v>
                </c:pt>
                <c:pt idx="589">
                  <c:v>635.58000000000004</c:v>
                </c:pt>
                <c:pt idx="590">
                  <c:v>635.72</c:v>
                </c:pt>
                <c:pt idx="591">
                  <c:v>633.76</c:v>
                </c:pt>
                <c:pt idx="592">
                  <c:v>626.74</c:v>
                </c:pt>
                <c:pt idx="593">
                  <c:v>625.26</c:v>
                </c:pt>
                <c:pt idx="594">
                  <c:v>621.18000000000006</c:v>
                </c:pt>
                <c:pt idx="595">
                  <c:v>616.77</c:v>
                </c:pt>
                <c:pt idx="596">
                  <c:v>613.86</c:v>
                </c:pt>
                <c:pt idx="597">
                  <c:v>608.90000000000009</c:v>
                </c:pt>
                <c:pt idx="598">
                  <c:v>608.54</c:v>
                </c:pt>
                <c:pt idx="599">
                  <c:v>619.88</c:v>
                </c:pt>
                <c:pt idx="600">
                  <c:v>622.65</c:v>
                </c:pt>
                <c:pt idx="601">
                  <c:v>628.66</c:v>
                </c:pt>
                <c:pt idx="602">
                  <c:v>633.42999999999995</c:v>
                </c:pt>
                <c:pt idx="603">
                  <c:v>641.86</c:v>
                </c:pt>
                <c:pt idx="604">
                  <c:v>636.24</c:v>
                </c:pt>
                <c:pt idx="605">
                  <c:v>635.13</c:v>
                </c:pt>
                <c:pt idx="606">
                  <c:v>635.93000000000006</c:v>
                </c:pt>
                <c:pt idx="607">
                  <c:v>640.75</c:v>
                </c:pt>
                <c:pt idx="608">
                  <c:v>637.51</c:v>
                </c:pt>
                <c:pt idx="609">
                  <c:v>639.44000000000005</c:v>
                </c:pt>
                <c:pt idx="610">
                  <c:v>638.6</c:v>
                </c:pt>
                <c:pt idx="611">
                  <c:v>635.85</c:v>
                </c:pt>
                <c:pt idx="612">
                  <c:v>637.39</c:v>
                </c:pt>
                <c:pt idx="613">
                  <c:v>637.01</c:v>
                </c:pt>
                <c:pt idx="614">
                  <c:v>634.19999999999993</c:v>
                </c:pt>
                <c:pt idx="615">
                  <c:v>633.61</c:v>
                </c:pt>
                <c:pt idx="616">
                  <c:v>633.88</c:v>
                </c:pt>
                <c:pt idx="617">
                  <c:v>639.21</c:v>
                </c:pt>
                <c:pt idx="618">
                  <c:v>640.95000000000005</c:v>
                </c:pt>
                <c:pt idx="619">
                  <c:v>640.16</c:v>
                </c:pt>
                <c:pt idx="620">
                  <c:v>641.32999999999993</c:v>
                </c:pt>
                <c:pt idx="621">
                  <c:v>641.41999999999996</c:v>
                </c:pt>
                <c:pt idx="622">
                  <c:v>641.09999999999991</c:v>
                </c:pt>
                <c:pt idx="623">
                  <c:v>643.34</c:v>
                </c:pt>
                <c:pt idx="624">
                  <c:v>643.4</c:v>
                </c:pt>
                <c:pt idx="625">
                  <c:v>645.19000000000005</c:v>
                </c:pt>
                <c:pt idx="626">
                  <c:v>645.19000000000005</c:v>
                </c:pt>
                <c:pt idx="627">
                  <c:v>652.6099999999999</c:v>
                </c:pt>
                <c:pt idx="628">
                  <c:v>649.77</c:v>
                </c:pt>
                <c:pt idx="629">
                  <c:v>648.05000000000007</c:v>
                </c:pt>
                <c:pt idx="630">
                  <c:v>646.3599999999999</c:v>
                </c:pt>
                <c:pt idx="631">
                  <c:v>645.01</c:v>
                </c:pt>
                <c:pt idx="632">
                  <c:v>643.27</c:v>
                </c:pt>
                <c:pt idx="633">
                  <c:v>640.96</c:v>
                </c:pt>
                <c:pt idx="634">
                  <c:v>638.49</c:v>
                </c:pt>
                <c:pt idx="635">
                  <c:v>639.85</c:v>
                </c:pt>
                <c:pt idx="636">
                  <c:v>638.45000000000005</c:v>
                </c:pt>
                <c:pt idx="637">
                  <c:v>636.28</c:v>
                </c:pt>
                <c:pt idx="638">
                  <c:v>633.78</c:v>
                </c:pt>
                <c:pt idx="639">
                  <c:v>631.75</c:v>
                </c:pt>
                <c:pt idx="640">
                  <c:v>632.38</c:v>
                </c:pt>
                <c:pt idx="641">
                  <c:v>633.35</c:v>
                </c:pt>
                <c:pt idx="642">
                  <c:v>636.76</c:v>
                </c:pt>
                <c:pt idx="643">
                  <c:v>634.42999999999995</c:v>
                </c:pt>
                <c:pt idx="644">
                  <c:v>636.02</c:v>
                </c:pt>
                <c:pt idx="645">
                  <c:v>636.43000000000006</c:v>
                </c:pt>
                <c:pt idx="646">
                  <c:v>641.73</c:v>
                </c:pt>
                <c:pt idx="647">
                  <c:v>643.7299999999999</c:v>
                </c:pt>
                <c:pt idx="648">
                  <c:v>648.42000000000007</c:v>
                </c:pt>
                <c:pt idx="649">
                  <c:v>655.38</c:v>
                </c:pt>
                <c:pt idx="650">
                  <c:v>655.34</c:v>
                </c:pt>
                <c:pt idx="651">
                  <c:v>662.23</c:v>
                </c:pt>
                <c:pt idx="652">
                  <c:v>660.39</c:v>
                </c:pt>
                <c:pt idx="653">
                  <c:v>660.39</c:v>
                </c:pt>
                <c:pt idx="654">
                  <c:v>660.56</c:v>
                </c:pt>
                <c:pt idx="655">
                  <c:v>658.92</c:v>
                </c:pt>
                <c:pt idx="656">
                  <c:v>653.89</c:v>
                </c:pt>
                <c:pt idx="657">
                  <c:v>649.42000000000007</c:v>
                </c:pt>
                <c:pt idx="658">
                  <c:v>652.54000000000008</c:v>
                </c:pt>
                <c:pt idx="659">
                  <c:v>648.88</c:v>
                </c:pt>
                <c:pt idx="660">
                  <c:v>648.28</c:v>
                </c:pt>
                <c:pt idx="661">
                  <c:v>649.29</c:v>
                </c:pt>
                <c:pt idx="662">
                  <c:v>649.13</c:v>
                </c:pt>
                <c:pt idx="663">
                  <c:v>648.56999999999994</c:v>
                </c:pt>
                <c:pt idx="664">
                  <c:v>647.93000000000006</c:v>
                </c:pt>
                <c:pt idx="665">
                  <c:v>649.34</c:v>
                </c:pt>
                <c:pt idx="666">
                  <c:v>649.66999999999996</c:v>
                </c:pt>
                <c:pt idx="667">
                  <c:v>647.07999999999993</c:v>
                </c:pt>
                <c:pt idx="668">
                  <c:v>647.26</c:v>
                </c:pt>
                <c:pt idx="669">
                  <c:v>643.88</c:v>
                </c:pt>
                <c:pt idx="670">
                  <c:v>643.41999999999996</c:v>
                </c:pt>
                <c:pt idx="671">
                  <c:v>642.95000000000005</c:v>
                </c:pt>
                <c:pt idx="672">
                  <c:v>640.32999999999993</c:v>
                </c:pt>
                <c:pt idx="673">
                  <c:v>640.49</c:v>
                </c:pt>
                <c:pt idx="674">
                  <c:v>640.41</c:v>
                </c:pt>
                <c:pt idx="675">
                  <c:v>638.04</c:v>
                </c:pt>
                <c:pt idx="676">
                  <c:v>636.55999999999995</c:v>
                </c:pt>
                <c:pt idx="677">
                  <c:v>632.75</c:v>
                </c:pt>
                <c:pt idx="678">
                  <c:v>634.41</c:v>
                </c:pt>
                <c:pt idx="679">
                  <c:v>634.13</c:v>
                </c:pt>
                <c:pt idx="680">
                  <c:v>638.27</c:v>
                </c:pt>
                <c:pt idx="681">
                  <c:v>640.71999999999991</c:v>
                </c:pt>
                <c:pt idx="682">
                  <c:v>640.52</c:v>
                </c:pt>
                <c:pt idx="683">
                  <c:v>643.38</c:v>
                </c:pt>
                <c:pt idx="684">
                  <c:v>642.41999999999996</c:v>
                </c:pt>
                <c:pt idx="685">
                  <c:v>641.76</c:v>
                </c:pt>
                <c:pt idx="686">
                  <c:v>640.89</c:v>
                </c:pt>
                <c:pt idx="687">
                  <c:v>639.18999999999994</c:v>
                </c:pt>
                <c:pt idx="688">
                  <c:v>637.23</c:v>
                </c:pt>
                <c:pt idx="689">
                  <c:v>637.27</c:v>
                </c:pt>
                <c:pt idx="690">
                  <c:v>637.24</c:v>
                </c:pt>
                <c:pt idx="691">
                  <c:v>635.56999999999994</c:v>
                </c:pt>
                <c:pt idx="692">
                  <c:v>634.93000000000006</c:v>
                </c:pt>
                <c:pt idx="693">
                  <c:v>634.24</c:v>
                </c:pt>
                <c:pt idx="694">
                  <c:v>636.54</c:v>
                </c:pt>
                <c:pt idx="695">
                  <c:v>636.54999999999995</c:v>
                </c:pt>
                <c:pt idx="696">
                  <c:v>636.54999999999995</c:v>
                </c:pt>
                <c:pt idx="697">
                  <c:v>637.65</c:v>
                </c:pt>
                <c:pt idx="698">
                  <c:v>640.58000000000004</c:v>
                </c:pt>
                <c:pt idx="699">
                  <c:v>641.29</c:v>
                </c:pt>
                <c:pt idx="700">
                  <c:v>642.71</c:v>
                </c:pt>
                <c:pt idx="701">
                  <c:v>641.58999999999992</c:v>
                </c:pt>
                <c:pt idx="702">
                  <c:v>640.21999999999991</c:v>
                </c:pt>
                <c:pt idx="703">
                  <c:v>638.73</c:v>
                </c:pt>
                <c:pt idx="704">
                  <c:v>634.41</c:v>
                </c:pt>
                <c:pt idx="705">
                  <c:v>634.02</c:v>
                </c:pt>
                <c:pt idx="706">
                  <c:v>634.65</c:v>
                </c:pt>
                <c:pt idx="707">
                  <c:v>632.69000000000005</c:v>
                </c:pt>
                <c:pt idx="708">
                  <c:v>635.86</c:v>
                </c:pt>
                <c:pt idx="709">
                  <c:v>635.03</c:v>
                </c:pt>
                <c:pt idx="710">
                  <c:v>636.03</c:v>
                </c:pt>
                <c:pt idx="711">
                  <c:v>637.97</c:v>
                </c:pt>
                <c:pt idx="712">
                  <c:v>639.05000000000007</c:v>
                </c:pt>
                <c:pt idx="713">
                  <c:v>637.38</c:v>
                </c:pt>
                <c:pt idx="714">
                  <c:v>636.84</c:v>
                </c:pt>
                <c:pt idx="715">
                  <c:v>634.91</c:v>
                </c:pt>
                <c:pt idx="716">
                  <c:v>631.44999999999993</c:v>
                </c:pt>
                <c:pt idx="717">
                  <c:v>629.91999999999996</c:v>
                </c:pt>
                <c:pt idx="718">
                  <c:v>631.33000000000004</c:v>
                </c:pt>
                <c:pt idx="719">
                  <c:v>643.26</c:v>
                </c:pt>
                <c:pt idx="720">
                  <c:v>650.58999999999992</c:v>
                </c:pt>
                <c:pt idx="721">
                  <c:v>650.58999999999992</c:v>
                </c:pt>
                <c:pt idx="722">
                  <c:v>661.49</c:v>
                </c:pt>
                <c:pt idx="723">
                  <c:v>669.97</c:v>
                </c:pt>
                <c:pt idx="724">
                  <c:v>669.53</c:v>
                </c:pt>
                <c:pt idx="725">
                  <c:v>667.22</c:v>
                </c:pt>
                <c:pt idx="726">
                  <c:v>665.1</c:v>
                </c:pt>
                <c:pt idx="727">
                  <c:v>661.58</c:v>
                </c:pt>
                <c:pt idx="728">
                  <c:v>662.22</c:v>
                </c:pt>
                <c:pt idx="729">
                  <c:v>670.2</c:v>
                </c:pt>
                <c:pt idx="730">
                  <c:v>669.48</c:v>
                </c:pt>
                <c:pt idx="731">
                  <c:v>671.33</c:v>
                </c:pt>
                <c:pt idx="732">
                  <c:v>681.55</c:v>
                </c:pt>
                <c:pt idx="733">
                  <c:v>679.55</c:v>
                </c:pt>
                <c:pt idx="734">
                  <c:v>684.92</c:v>
                </c:pt>
                <c:pt idx="735">
                  <c:v>692.78000000000009</c:v>
                </c:pt>
                <c:pt idx="736">
                  <c:v>694.37</c:v>
                </c:pt>
                <c:pt idx="737">
                  <c:v>697.97</c:v>
                </c:pt>
                <c:pt idx="738">
                  <c:v>693.02</c:v>
                </c:pt>
                <c:pt idx="739">
                  <c:v>689.12</c:v>
                </c:pt>
                <c:pt idx="740">
                  <c:v>687.58999999999992</c:v>
                </c:pt>
                <c:pt idx="741">
                  <c:v>688.33</c:v>
                </c:pt>
                <c:pt idx="742">
                  <c:v>687.17</c:v>
                </c:pt>
                <c:pt idx="743">
                  <c:v>679.19</c:v>
                </c:pt>
                <c:pt idx="744">
                  <c:v>677.56999999999994</c:v>
                </c:pt>
                <c:pt idx="745">
                  <c:v>687.17</c:v>
                </c:pt>
                <c:pt idx="746">
                  <c:v>687.17</c:v>
                </c:pt>
                <c:pt idx="747">
                  <c:v>698.88</c:v>
                </c:pt>
                <c:pt idx="748">
                  <c:v>708.20999999999992</c:v>
                </c:pt>
                <c:pt idx="749">
                  <c:v>718.18</c:v>
                </c:pt>
                <c:pt idx="750">
                  <c:v>723.48</c:v>
                </c:pt>
                <c:pt idx="751">
                  <c:v>726.11</c:v>
                </c:pt>
                <c:pt idx="752">
                  <c:v>734.72</c:v>
                </c:pt>
                <c:pt idx="753">
                  <c:v>729.34</c:v>
                </c:pt>
                <c:pt idx="754">
                  <c:v>729.34</c:v>
                </c:pt>
                <c:pt idx="755">
                  <c:v>731.29</c:v>
                </c:pt>
                <c:pt idx="756">
                  <c:v>731.44</c:v>
                </c:pt>
                <c:pt idx="757">
                  <c:v>735.82</c:v>
                </c:pt>
                <c:pt idx="758">
                  <c:v>729.79000000000008</c:v>
                </c:pt>
                <c:pt idx="759">
                  <c:v>726.65</c:v>
                </c:pt>
                <c:pt idx="760">
                  <c:v>726.43000000000006</c:v>
                </c:pt>
                <c:pt idx="761">
                  <c:v>718.25</c:v>
                </c:pt>
                <c:pt idx="762">
                  <c:v>724.97</c:v>
                </c:pt>
                <c:pt idx="763">
                  <c:v>724.97</c:v>
                </c:pt>
                <c:pt idx="764">
                  <c:v>736.88</c:v>
                </c:pt>
                <c:pt idx="765">
                  <c:v>735.44999999999993</c:v>
                </c:pt>
                <c:pt idx="766">
                  <c:v>741.09999999999991</c:v>
                </c:pt>
                <c:pt idx="767">
                  <c:v>738.84</c:v>
                </c:pt>
                <c:pt idx="768">
                  <c:v>731.43000000000006</c:v>
                </c:pt>
                <c:pt idx="769">
                  <c:v>731.73</c:v>
                </c:pt>
                <c:pt idx="770">
                  <c:v>735.44999999999993</c:v>
                </c:pt>
                <c:pt idx="771">
                  <c:v>747.63</c:v>
                </c:pt>
                <c:pt idx="772">
                  <c:v>752.7</c:v>
                </c:pt>
                <c:pt idx="773">
                  <c:v>762.93</c:v>
                </c:pt>
                <c:pt idx="774">
                  <c:v>791.66</c:v>
                </c:pt>
                <c:pt idx="775">
                  <c:v>796.96999999999991</c:v>
                </c:pt>
                <c:pt idx="776">
                  <c:v>807.49999999999989</c:v>
                </c:pt>
                <c:pt idx="777">
                  <c:v>807.49999999999989</c:v>
                </c:pt>
                <c:pt idx="778">
                  <c:v>800.54</c:v>
                </c:pt>
                <c:pt idx="779">
                  <c:v>807.39</c:v>
                </c:pt>
                <c:pt idx="780">
                  <c:v>803.11</c:v>
                </c:pt>
                <c:pt idx="781">
                  <c:v>799.70999999999992</c:v>
                </c:pt>
                <c:pt idx="782">
                  <c:v>799.70999999999992</c:v>
                </c:pt>
                <c:pt idx="783">
                  <c:v>798.44999999999993</c:v>
                </c:pt>
                <c:pt idx="784">
                  <c:v>797.32</c:v>
                </c:pt>
                <c:pt idx="785">
                  <c:v>773.74</c:v>
                </c:pt>
                <c:pt idx="786">
                  <c:v>756.36</c:v>
                </c:pt>
                <c:pt idx="787">
                  <c:v>742.26</c:v>
                </c:pt>
                <c:pt idx="788">
                  <c:v>729.62</c:v>
                </c:pt>
                <c:pt idx="789">
                  <c:v>728.99</c:v>
                </c:pt>
                <c:pt idx="790">
                  <c:v>727.71</c:v>
                </c:pt>
                <c:pt idx="791">
                  <c:v>731.82999999999993</c:v>
                </c:pt>
                <c:pt idx="792">
                  <c:v>728.48</c:v>
                </c:pt>
                <c:pt idx="793">
                  <c:v>720.84</c:v>
                </c:pt>
                <c:pt idx="794">
                  <c:v>723.35</c:v>
                </c:pt>
                <c:pt idx="795">
                  <c:v>715.52</c:v>
                </c:pt>
                <c:pt idx="796">
                  <c:v>715.52</c:v>
                </c:pt>
                <c:pt idx="797">
                  <c:v>719.36</c:v>
                </c:pt>
                <c:pt idx="798">
                  <c:v>721.75</c:v>
                </c:pt>
                <c:pt idx="799">
                  <c:v>722.31</c:v>
                </c:pt>
                <c:pt idx="800">
                  <c:v>718.28</c:v>
                </c:pt>
                <c:pt idx="801">
                  <c:v>720.56</c:v>
                </c:pt>
                <c:pt idx="802">
                  <c:v>718.39</c:v>
                </c:pt>
                <c:pt idx="803">
                  <c:v>712.68000000000006</c:v>
                </c:pt>
                <c:pt idx="804">
                  <c:v>700.14</c:v>
                </c:pt>
                <c:pt idx="805">
                  <c:v>696.73</c:v>
                </c:pt>
                <c:pt idx="806">
                  <c:v>696.18000000000006</c:v>
                </c:pt>
                <c:pt idx="807">
                  <c:v>686.59</c:v>
                </c:pt>
                <c:pt idx="808">
                  <c:v>682.72</c:v>
                </c:pt>
                <c:pt idx="809">
                  <c:v>691.55</c:v>
                </c:pt>
                <c:pt idx="810">
                  <c:v>696.87</c:v>
                </c:pt>
                <c:pt idx="811">
                  <c:v>695.69</c:v>
                </c:pt>
                <c:pt idx="812">
                  <c:v>688.55000000000007</c:v>
                </c:pt>
                <c:pt idx="813">
                  <c:v>686.82999999999993</c:v>
                </c:pt>
                <c:pt idx="814">
                  <c:v>687.69</c:v>
                </c:pt>
                <c:pt idx="815">
                  <c:v>683.90000000000009</c:v>
                </c:pt>
                <c:pt idx="816">
                  <c:v>683.90000000000009</c:v>
                </c:pt>
                <c:pt idx="817">
                  <c:v>682.41</c:v>
                </c:pt>
                <c:pt idx="818">
                  <c:v>679.96</c:v>
                </c:pt>
                <c:pt idx="819">
                  <c:v>679.42</c:v>
                </c:pt>
                <c:pt idx="820">
                  <c:v>677.3</c:v>
                </c:pt>
                <c:pt idx="821">
                  <c:v>672.09</c:v>
                </c:pt>
                <c:pt idx="822">
                  <c:v>670.11</c:v>
                </c:pt>
                <c:pt idx="823">
                  <c:v>667.33</c:v>
                </c:pt>
                <c:pt idx="824">
                  <c:v>666.81</c:v>
                </c:pt>
                <c:pt idx="825">
                  <c:v>667.13</c:v>
                </c:pt>
                <c:pt idx="826">
                  <c:v>667.68000000000006</c:v>
                </c:pt>
                <c:pt idx="827">
                  <c:v>669.43999999999994</c:v>
                </c:pt>
                <c:pt idx="828">
                  <c:v>672.06000000000006</c:v>
                </c:pt>
                <c:pt idx="829">
                  <c:v>676.32</c:v>
                </c:pt>
                <c:pt idx="830">
                  <c:v>683.75</c:v>
                </c:pt>
                <c:pt idx="831">
                  <c:v>681.73</c:v>
                </c:pt>
                <c:pt idx="832">
                  <c:v>676.19999999999993</c:v>
                </c:pt>
                <c:pt idx="833">
                  <c:v>669.09</c:v>
                </c:pt>
                <c:pt idx="834">
                  <c:v>668.97</c:v>
                </c:pt>
                <c:pt idx="835">
                  <c:v>665.81999999999994</c:v>
                </c:pt>
                <c:pt idx="836">
                  <c:v>666.73</c:v>
                </c:pt>
                <c:pt idx="837">
                  <c:v>665.81999999999994</c:v>
                </c:pt>
                <c:pt idx="838">
                  <c:v>663.92</c:v>
                </c:pt>
                <c:pt idx="839">
                  <c:v>658.88</c:v>
                </c:pt>
                <c:pt idx="840">
                  <c:v>661.58</c:v>
                </c:pt>
                <c:pt idx="841">
                  <c:v>667.28</c:v>
                </c:pt>
                <c:pt idx="842">
                  <c:v>664.78</c:v>
                </c:pt>
                <c:pt idx="843">
                  <c:v>665.16</c:v>
                </c:pt>
                <c:pt idx="844">
                  <c:v>663.23</c:v>
                </c:pt>
                <c:pt idx="845">
                  <c:v>657.81999999999994</c:v>
                </c:pt>
                <c:pt idx="846">
                  <c:v>653.31000000000006</c:v>
                </c:pt>
                <c:pt idx="847">
                  <c:v>650.62</c:v>
                </c:pt>
                <c:pt idx="848">
                  <c:v>648.03</c:v>
                </c:pt>
                <c:pt idx="849">
                  <c:v>647.5</c:v>
                </c:pt>
                <c:pt idx="850">
                  <c:v>638.48</c:v>
                </c:pt>
                <c:pt idx="851">
                  <c:v>638.56999999999994</c:v>
                </c:pt>
                <c:pt idx="852">
                  <c:v>637.72</c:v>
                </c:pt>
                <c:pt idx="853">
                  <c:v>639.63</c:v>
                </c:pt>
                <c:pt idx="854">
                  <c:v>634.45000000000005</c:v>
                </c:pt>
                <c:pt idx="855">
                  <c:v>629.92999999999995</c:v>
                </c:pt>
                <c:pt idx="856">
                  <c:v>631.59</c:v>
                </c:pt>
                <c:pt idx="857">
                  <c:v>630.23</c:v>
                </c:pt>
                <c:pt idx="858">
                  <c:v>632.59999999999991</c:v>
                </c:pt>
                <c:pt idx="859">
                  <c:v>634.71</c:v>
                </c:pt>
                <c:pt idx="860">
                  <c:v>634.71</c:v>
                </c:pt>
                <c:pt idx="861">
                  <c:v>636.32000000000005</c:v>
                </c:pt>
                <c:pt idx="862">
                  <c:v>635.03</c:v>
                </c:pt>
                <c:pt idx="863">
                  <c:v>633.62</c:v>
                </c:pt>
                <c:pt idx="864">
                  <c:v>634.1</c:v>
                </c:pt>
                <c:pt idx="865">
                  <c:v>633.91999999999996</c:v>
                </c:pt>
                <c:pt idx="866">
                  <c:v>632.20000000000005</c:v>
                </c:pt>
                <c:pt idx="867">
                  <c:v>631.54999999999995</c:v>
                </c:pt>
                <c:pt idx="868">
                  <c:v>629.84</c:v>
                </c:pt>
                <c:pt idx="869">
                  <c:v>634.04</c:v>
                </c:pt>
                <c:pt idx="870">
                  <c:v>631.75</c:v>
                </c:pt>
                <c:pt idx="871">
                  <c:v>635.71</c:v>
                </c:pt>
                <c:pt idx="872">
                  <c:v>641.32999999999993</c:v>
                </c:pt>
                <c:pt idx="873">
                  <c:v>642.79</c:v>
                </c:pt>
                <c:pt idx="874">
                  <c:v>651.39</c:v>
                </c:pt>
                <c:pt idx="875">
                  <c:v>651.33000000000004</c:v>
                </c:pt>
                <c:pt idx="876">
                  <c:v>660.93999999999994</c:v>
                </c:pt>
                <c:pt idx="877">
                  <c:v>659.84999999999991</c:v>
                </c:pt>
                <c:pt idx="878">
                  <c:v>660.93000000000006</c:v>
                </c:pt>
                <c:pt idx="879">
                  <c:v>655.42</c:v>
                </c:pt>
                <c:pt idx="880">
                  <c:v>655.12</c:v>
                </c:pt>
                <c:pt idx="881">
                  <c:v>656.54000000000008</c:v>
                </c:pt>
                <c:pt idx="882">
                  <c:v>653.6400000000001</c:v>
                </c:pt>
                <c:pt idx="883">
                  <c:v>653.63</c:v>
                </c:pt>
                <c:pt idx="884">
                  <c:v>661.02</c:v>
                </c:pt>
                <c:pt idx="885">
                  <c:v>660.32</c:v>
                </c:pt>
                <c:pt idx="886">
                  <c:v>660.32</c:v>
                </c:pt>
                <c:pt idx="887">
                  <c:v>663</c:v>
                </c:pt>
                <c:pt idx="888">
                  <c:v>673.55</c:v>
                </c:pt>
                <c:pt idx="889">
                  <c:v>669.38</c:v>
                </c:pt>
                <c:pt idx="890">
                  <c:v>680.49</c:v>
                </c:pt>
                <c:pt idx="891">
                  <c:v>684.16</c:v>
                </c:pt>
                <c:pt idx="892">
                  <c:v>673.85</c:v>
                </c:pt>
                <c:pt idx="893">
                  <c:v>668.04</c:v>
                </c:pt>
                <c:pt idx="894">
                  <c:v>664.74</c:v>
                </c:pt>
                <c:pt idx="895">
                  <c:v>655.37</c:v>
                </c:pt>
                <c:pt idx="896">
                  <c:v>649.37</c:v>
                </c:pt>
                <c:pt idx="897">
                  <c:v>644.76</c:v>
                </c:pt>
                <c:pt idx="898">
                  <c:v>646.76</c:v>
                </c:pt>
                <c:pt idx="899">
                  <c:v>641.96</c:v>
                </c:pt>
                <c:pt idx="900">
                  <c:v>642.97</c:v>
                </c:pt>
                <c:pt idx="901">
                  <c:v>641.63</c:v>
                </c:pt>
                <c:pt idx="902">
                  <c:v>636.65</c:v>
                </c:pt>
                <c:pt idx="903">
                  <c:v>630.49</c:v>
                </c:pt>
                <c:pt idx="904">
                  <c:v>610</c:v>
                </c:pt>
                <c:pt idx="905">
                  <c:v>612.87</c:v>
                </c:pt>
                <c:pt idx="906">
                  <c:v>613.29999999999995</c:v>
                </c:pt>
                <c:pt idx="907">
                  <c:v>619.67999999999995</c:v>
                </c:pt>
                <c:pt idx="908">
                  <c:v>620.55999999999995</c:v>
                </c:pt>
                <c:pt idx="909">
                  <c:v>621.67000000000007</c:v>
                </c:pt>
                <c:pt idx="910">
                  <c:v>619.32000000000005</c:v>
                </c:pt>
                <c:pt idx="911">
                  <c:v>611.15000000000009</c:v>
                </c:pt>
                <c:pt idx="912">
                  <c:v>613.16</c:v>
                </c:pt>
                <c:pt idx="913">
                  <c:v>606.21</c:v>
                </c:pt>
                <c:pt idx="914">
                  <c:v>606.21</c:v>
                </c:pt>
                <c:pt idx="915">
                  <c:v>606.20000000000005</c:v>
                </c:pt>
                <c:pt idx="916">
                  <c:v>609.87</c:v>
                </c:pt>
                <c:pt idx="917">
                  <c:v>614.33000000000004</c:v>
                </c:pt>
                <c:pt idx="918">
                  <c:v>611.44999999999993</c:v>
                </c:pt>
                <c:pt idx="919">
                  <c:v>613.84</c:v>
                </c:pt>
                <c:pt idx="920">
                  <c:v>613.04999999999995</c:v>
                </c:pt>
                <c:pt idx="921">
                  <c:v>612.56000000000006</c:v>
                </c:pt>
                <c:pt idx="922">
                  <c:v>613.64</c:v>
                </c:pt>
                <c:pt idx="923">
                  <c:v>613.9</c:v>
                </c:pt>
                <c:pt idx="924">
                  <c:v>619.82999999999993</c:v>
                </c:pt>
                <c:pt idx="925">
                  <c:v>618.89</c:v>
                </c:pt>
                <c:pt idx="926">
                  <c:v>618.16000000000008</c:v>
                </c:pt>
                <c:pt idx="927">
                  <c:v>615.41</c:v>
                </c:pt>
                <c:pt idx="928">
                  <c:v>612.81999999999994</c:v>
                </c:pt>
                <c:pt idx="929">
                  <c:v>612.53</c:v>
                </c:pt>
                <c:pt idx="930">
                  <c:v>609.56999999999994</c:v>
                </c:pt>
                <c:pt idx="931">
                  <c:v>609.88</c:v>
                </c:pt>
                <c:pt idx="932">
                  <c:v>613.07999999999993</c:v>
                </c:pt>
                <c:pt idx="933">
                  <c:v>611.93999999999994</c:v>
                </c:pt>
                <c:pt idx="934">
                  <c:v>612.33000000000004</c:v>
                </c:pt>
                <c:pt idx="935">
                  <c:v>621.40000000000009</c:v>
                </c:pt>
                <c:pt idx="936">
                  <c:v>645.30000000000007</c:v>
                </c:pt>
                <c:pt idx="937">
                  <c:v>641.12</c:v>
                </c:pt>
                <c:pt idx="938">
                  <c:v>645.69000000000005</c:v>
                </c:pt>
                <c:pt idx="939">
                  <c:v>632.27</c:v>
                </c:pt>
                <c:pt idx="940">
                  <c:v>630.61</c:v>
                </c:pt>
                <c:pt idx="941">
                  <c:v>633.04999999999995</c:v>
                </c:pt>
                <c:pt idx="942">
                  <c:v>627.21</c:v>
                </c:pt>
                <c:pt idx="943">
                  <c:v>642.18000000000006</c:v>
                </c:pt>
                <c:pt idx="944">
                  <c:v>644.66</c:v>
                </c:pt>
                <c:pt idx="945">
                  <c:v>638.08999999999992</c:v>
                </c:pt>
                <c:pt idx="946">
                  <c:v>630.47</c:v>
                </c:pt>
                <c:pt idx="947">
                  <c:v>628.15</c:v>
                </c:pt>
                <c:pt idx="948">
                  <c:v>618.89</c:v>
                </c:pt>
                <c:pt idx="949">
                  <c:v>614.96</c:v>
                </c:pt>
                <c:pt idx="950">
                  <c:v>618.7700000000001</c:v>
                </c:pt>
                <c:pt idx="951">
                  <c:v>617.14</c:v>
                </c:pt>
                <c:pt idx="952">
                  <c:v>613.84999999999991</c:v>
                </c:pt>
                <c:pt idx="953">
                  <c:v>611.43999999999994</c:v>
                </c:pt>
                <c:pt idx="954">
                  <c:v>606.44000000000005</c:v>
                </c:pt>
                <c:pt idx="955">
                  <c:v>605.72</c:v>
                </c:pt>
                <c:pt idx="956">
                  <c:v>605.72</c:v>
                </c:pt>
                <c:pt idx="957">
                  <c:v>612.72</c:v>
                </c:pt>
                <c:pt idx="958">
                  <c:v>608.69000000000005</c:v>
                </c:pt>
                <c:pt idx="959">
                  <c:v>604.61</c:v>
                </c:pt>
                <c:pt idx="960">
                  <c:v>601.13</c:v>
                </c:pt>
                <c:pt idx="961">
                  <c:v>598.84</c:v>
                </c:pt>
                <c:pt idx="962">
                  <c:v>597.32000000000005</c:v>
                </c:pt>
                <c:pt idx="963">
                  <c:v>598.48</c:v>
                </c:pt>
                <c:pt idx="964">
                  <c:v>596.72</c:v>
                </c:pt>
                <c:pt idx="965">
                  <c:v>600.77</c:v>
                </c:pt>
                <c:pt idx="966">
                  <c:v>597.93000000000006</c:v>
                </c:pt>
                <c:pt idx="967">
                  <c:v>596.03</c:v>
                </c:pt>
                <c:pt idx="968">
                  <c:v>597.17000000000007</c:v>
                </c:pt>
                <c:pt idx="969">
                  <c:v>595.09999999999991</c:v>
                </c:pt>
                <c:pt idx="970">
                  <c:v>595.52</c:v>
                </c:pt>
                <c:pt idx="971">
                  <c:v>595.66999999999996</c:v>
                </c:pt>
                <c:pt idx="972">
                  <c:v>597.26</c:v>
                </c:pt>
                <c:pt idx="973">
                  <c:v>601.14</c:v>
                </c:pt>
                <c:pt idx="974">
                  <c:v>603.88</c:v>
                </c:pt>
                <c:pt idx="975">
                  <c:v>605.21</c:v>
                </c:pt>
                <c:pt idx="976">
                  <c:v>607.57000000000005</c:v>
                </c:pt>
                <c:pt idx="977">
                  <c:v>608.92999999999995</c:v>
                </c:pt>
                <c:pt idx="978">
                  <c:v>622.06000000000006</c:v>
                </c:pt>
                <c:pt idx="979">
                  <c:v>626.38</c:v>
                </c:pt>
                <c:pt idx="980">
                  <c:v>621.27</c:v>
                </c:pt>
                <c:pt idx="981">
                  <c:v>619.49</c:v>
                </c:pt>
                <c:pt idx="982">
                  <c:v>624.62</c:v>
                </c:pt>
                <c:pt idx="983">
                  <c:v>622.27</c:v>
                </c:pt>
                <c:pt idx="984">
                  <c:v>618.81000000000006</c:v>
                </c:pt>
                <c:pt idx="985">
                  <c:v>613.19999999999993</c:v>
                </c:pt>
                <c:pt idx="986">
                  <c:v>613.19999999999993</c:v>
                </c:pt>
                <c:pt idx="987">
                  <c:v>607.78</c:v>
                </c:pt>
                <c:pt idx="988">
                  <c:v>607.96</c:v>
                </c:pt>
                <c:pt idx="989">
                  <c:v>606.77</c:v>
                </c:pt>
                <c:pt idx="990">
                  <c:v>604.4</c:v>
                </c:pt>
                <c:pt idx="991">
                  <c:v>603.59999999999991</c:v>
                </c:pt>
                <c:pt idx="992">
                  <c:v>601.94999999999993</c:v>
                </c:pt>
                <c:pt idx="993">
                  <c:v>601.17000000000007</c:v>
                </c:pt>
                <c:pt idx="994">
                  <c:v>599.48</c:v>
                </c:pt>
                <c:pt idx="995">
                  <c:v>596.04</c:v>
                </c:pt>
                <c:pt idx="996">
                  <c:v>595.12</c:v>
                </c:pt>
                <c:pt idx="997">
                  <c:v>596.66</c:v>
                </c:pt>
                <c:pt idx="998">
                  <c:v>601.23</c:v>
                </c:pt>
                <c:pt idx="999">
                  <c:v>604.74</c:v>
                </c:pt>
                <c:pt idx="1000">
                  <c:v>602.51</c:v>
                </c:pt>
                <c:pt idx="1001">
                  <c:v>595.69000000000005</c:v>
                </c:pt>
                <c:pt idx="1002">
                  <c:v>596.91</c:v>
                </c:pt>
                <c:pt idx="1003">
                  <c:v>600.33000000000004</c:v>
                </c:pt>
                <c:pt idx="1004">
                  <c:v>600.57000000000005</c:v>
                </c:pt>
                <c:pt idx="1005">
                  <c:v>604.91999999999996</c:v>
                </c:pt>
                <c:pt idx="1006">
                  <c:v>604.91999999999996</c:v>
                </c:pt>
                <c:pt idx="1007">
                  <c:v>602.33000000000004</c:v>
                </c:pt>
                <c:pt idx="1008">
                  <c:v>604.75</c:v>
                </c:pt>
                <c:pt idx="1009">
                  <c:v>606.9</c:v>
                </c:pt>
                <c:pt idx="1010">
                  <c:v>606.24</c:v>
                </c:pt>
                <c:pt idx="1011">
                  <c:v>608.52</c:v>
                </c:pt>
                <c:pt idx="1012">
                  <c:v>612.02</c:v>
                </c:pt>
                <c:pt idx="1013">
                  <c:v>615.75</c:v>
                </c:pt>
                <c:pt idx="1014">
                  <c:v>617.53</c:v>
                </c:pt>
                <c:pt idx="1015">
                  <c:v>614.5</c:v>
                </c:pt>
                <c:pt idx="1016">
                  <c:v>609.65</c:v>
                </c:pt>
                <c:pt idx="1017">
                  <c:v>603.78</c:v>
                </c:pt>
                <c:pt idx="1018">
                  <c:v>600.67000000000007</c:v>
                </c:pt>
                <c:pt idx="1019">
                  <c:v>600.67000000000007</c:v>
                </c:pt>
                <c:pt idx="1020">
                  <c:v>600.01</c:v>
                </c:pt>
                <c:pt idx="1021">
                  <c:v>603.19000000000005</c:v>
                </c:pt>
                <c:pt idx="1022">
                  <c:v>607.47</c:v>
                </c:pt>
                <c:pt idx="1023">
                  <c:v>599.88</c:v>
                </c:pt>
                <c:pt idx="1024">
                  <c:v>598.29</c:v>
                </c:pt>
                <c:pt idx="1025">
                  <c:v>591.23</c:v>
                </c:pt>
                <c:pt idx="1026">
                  <c:v>588.77</c:v>
                </c:pt>
                <c:pt idx="1027">
                  <c:v>586.24</c:v>
                </c:pt>
                <c:pt idx="1028">
                  <c:v>583.02</c:v>
                </c:pt>
                <c:pt idx="1029">
                  <c:v>574.05999999999995</c:v>
                </c:pt>
                <c:pt idx="1030">
                  <c:v>567.97</c:v>
                </c:pt>
                <c:pt idx="1031">
                  <c:v>566.88</c:v>
                </c:pt>
                <c:pt idx="1032">
                  <c:v>562.86</c:v>
                </c:pt>
                <c:pt idx="1033">
                  <c:v>557.79</c:v>
                </c:pt>
                <c:pt idx="1034">
                  <c:v>557.91000000000008</c:v>
                </c:pt>
                <c:pt idx="1035">
                  <c:v>555.44000000000005</c:v>
                </c:pt>
                <c:pt idx="1036">
                  <c:v>556.51</c:v>
                </c:pt>
                <c:pt idx="1037">
                  <c:v>555.95999999999992</c:v>
                </c:pt>
                <c:pt idx="1038">
                  <c:v>555.95999999999992</c:v>
                </c:pt>
                <c:pt idx="1039">
                  <c:v>554.96</c:v>
                </c:pt>
                <c:pt idx="1040">
                  <c:v>553.53000000000009</c:v>
                </c:pt>
                <c:pt idx="1041">
                  <c:v>558.42999999999995</c:v>
                </c:pt>
                <c:pt idx="1042">
                  <c:v>558.23</c:v>
                </c:pt>
                <c:pt idx="1043">
                  <c:v>558.23</c:v>
                </c:pt>
                <c:pt idx="1044">
                  <c:v>548.80000000000007</c:v>
                </c:pt>
                <c:pt idx="1045">
                  <c:v>546.73</c:v>
                </c:pt>
                <c:pt idx="1046">
                  <c:v>549.51</c:v>
                </c:pt>
                <c:pt idx="1047">
                  <c:v>548.54000000000008</c:v>
                </c:pt>
                <c:pt idx="1048">
                  <c:v>548.49</c:v>
                </c:pt>
                <c:pt idx="1049">
                  <c:v>546.13</c:v>
                </c:pt>
                <c:pt idx="1050">
                  <c:v>545.57000000000005</c:v>
                </c:pt>
                <c:pt idx="1051">
                  <c:v>544.17999999999995</c:v>
                </c:pt>
                <c:pt idx="1052">
                  <c:v>541.41999999999996</c:v>
                </c:pt>
                <c:pt idx="1053">
                  <c:v>540.6</c:v>
                </c:pt>
                <c:pt idx="1054">
                  <c:v>539.28</c:v>
                </c:pt>
                <c:pt idx="1055">
                  <c:v>539.67999999999995</c:v>
                </c:pt>
                <c:pt idx="1056">
                  <c:v>539.67999999999995</c:v>
                </c:pt>
                <c:pt idx="1057">
                  <c:v>542.25</c:v>
                </c:pt>
                <c:pt idx="1058">
                  <c:v>545.77</c:v>
                </c:pt>
                <c:pt idx="1059">
                  <c:v>552.23</c:v>
                </c:pt>
                <c:pt idx="1060">
                  <c:v>559.97</c:v>
                </c:pt>
                <c:pt idx="1061">
                  <c:v>582.73</c:v>
                </c:pt>
                <c:pt idx="1062">
                  <c:v>572.32000000000005</c:v>
                </c:pt>
                <c:pt idx="1063">
                  <c:v>565.55999999999995</c:v>
                </c:pt>
                <c:pt idx="1064">
                  <c:v>573.93000000000006</c:v>
                </c:pt>
                <c:pt idx="1065">
                  <c:v>576.83000000000004</c:v>
                </c:pt>
                <c:pt idx="1066">
                  <c:v>574.70000000000005</c:v>
                </c:pt>
                <c:pt idx="1067">
                  <c:v>568.79999999999995</c:v>
                </c:pt>
                <c:pt idx="1068">
                  <c:v>561.80000000000007</c:v>
                </c:pt>
                <c:pt idx="1069">
                  <c:v>558.41999999999996</c:v>
                </c:pt>
                <c:pt idx="1070">
                  <c:v>556.93000000000006</c:v>
                </c:pt>
                <c:pt idx="1071">
                  <c:v>556.98</c:v>
                </c:pt>
                <c:pt idx="1072">
                  <c:v>551.29</c:v>
                </c:pt>
                <c:pt idx="1073">
                  <c:v>548.11</c:v>
                </c:pt>
                <c:pt idx="1074">
                  <c:v>545.98</c:v>
                </c:pt>
                <c:pt idx="1075">
                  <c:v>543.94000000000005</c:v>
                </c:pt>
                <c:pt idx="1076">
                  <c:v>543.94000000000005</c:v>
                </c:pt>
                <c:pt idx="1077">
                  <c:v>546.27</c:v>
                </c:pt>
                <c:pt idx="1078">
                  <c:v>544.51</c:v>
                </c:pt>
                <c:pt idx="1079">
                  <c:v>547.5</c:v>
                </c:pt>
                <c:pt idx="1080">
                  <c:v>547.87</c:v>
                </c:pt>
                <c:pt idx="1081">
                  <c:v>572.81000000000006</c:v>
                </c:pt>
                <c:pt idx="1082">
                  <c:v>585.77</c:v>
                </c:pt>
                <c:pt idx="1083">
                  <c:v>589.83000000000004</c:v>
                </c:pt>
                <c:pt idx="1084">
                  <c:v>619.01</c:v>
                </c:pt>
                <c:pt idx="1085">
                  <c:v>641.83000000000004</c:v>
                </c:pt>
                <c:pt idx="1086">
                  <c:v>626.39</c:v>
                </c:pt>
                <c:pt idx="1087">
                  <c:v>606.51</c:v>
                </c:pt>
                <c:pt idx="1088">
                  <c:v>590.85</c:v>
                </c:pt>
                <c:pt idx="1089">
                  <c:v>612.91</c:v>
                </c:pt>
                <c:pt idx="1090">
                  <c:v>653.43999999999994</c:v>
                </c:pt>
                <c:pt idx="1091">
                  <c:v>745.53</c:v>
                </c:pt>
                <c:pt idx="1092">
                  <c:v>741.05</c:v>
                </c:pt>
                <c:pt idx="1093">
                  <c:v>768.83999999999992</c:v>
                </c:pt>
                <c:pt idx="1094">
                  <c:v>840.04</c:v>
                </c:pt>
                <c:pt idx="1095">
                  <c:v>851.61</c:v>
                </c:pt>
                <c:pt idx="1096">
                  <c:v>914.99</c:v>
                </c:pt>
                <c:pt idx="1097">
                  <c:v>950.8900000000001</c:v>
                </c:pt>
                <c:pt idx="1098">
                  <c:v>1024.06</c:v>
                </c:pt>
                <c:pt idx="1099">
                  <c:v>1092.1300000000001</c:v>
                </c:pt>
                <c:pt idx="1100">
                  <c:v>1111.3799999999999</c:v>
                </c:pt>
                <c:pt idx="1101">
                  <c:v>1163.02</c:v>
                </c:pt>
                <c:pt idx="1102">
                  <c:v>1150.23</c:v>
                </c:pt>
                <c:pt idx="1103">
                  <c:v>1106.55</c:v>
                </c:pt>
                <c:pt idx="1104">
                  <c:v>1029.1000000000001</c:v>
                </c:pt>
                <c:pt idx="1105">
                  <c:v>984.77</c:v>
                </c:pt>
                <c:pt idx="1106">
                  <c:v>963.57999999999993</c:v>
                </c:pt>
                <c:pt idx="1107">
                  <c:v>944.88</c:v>
                </c:pt>
                <c:pt idx="1108">
                  <c:v>970.2</c:v>
                </c:pt>
                <c:pt idx="1109">
                  <c:v>984.96</c:v>
                </c:pt>
                <c:pt idx="1110">
                  <c:v>1005.51</c:v>
                </c:pt>
                <c:pt idx="1111">
                  <c:v>1001.2800000000001</c:v>
                </c:pt>
                <c:pt idx="1112">
                  <c:v>969.43000000000006</c:v>
                </c:pt>
                <c:pt idx="1113">
                  <c:v>963.11</c:v>
                </c:pt>
                <c:pt idx="1114">
                  <c:v>889.81999999999994</c:v>
                </c:pt>
                <c:pt idx="1115">
                  <c:v>889.81999999999994</c:v>
                </c:pt>
                <c:pt idx="1116">
                  <c:v>848.1</c:v>
                </c:pt>
                <c:pt idx="1117">
                  <c:v>817.61</c:v>
                </c:pt>
                <c:pt idx="1118">
                  <c:v>815.27</c:v>
                </c:pt>
                <c:pt idx="1119">
                  <c:v>813.95</c:v>
                </c:pt>
                <c:pt idx="1120">
                  <c:v>794.32999999999993</c:v>
                </c:pt>
                <c:pt idx="1121">
                  <c:v>816.18999999999994</c:v>
                </c:pt>
                <c:pt idx="1122">
                  <c:v>856.31000000000006</c:v>
                </c:pt>
                <c:pt idx="1123">
                  <c:v>853.00999999999988</c:v>
                </c:pt>
                <c:pt idx="1124">
                  <c:v>856.87</c:v>
                </c:pt>
                <c:pt idx="1125">
                  <c:v>865.27</c:v>
                </c:pt>
                <c:pt idx="1126">
                  <c:v>868.53</c:v>
                </c:pt>
                <c:pt idx="1127">
                  <c:v>863.3900000000001</c:v>
                </c:pt>
                <c:pt idx="1128">
                  <c:v>848.81</c:v>
                </c:pt>
                <c:pt idx="1129">
                  <c:v>838.89</c:v>
                </c:pt>
                <c:pt idx="1130">
                  <c:v>845.17000000000007</c:v>
                </c:pt>
                <c:pt idx="1131">
                  <c:v>851.4799999999999</c:v>
                </c:pt>
                <c:pt idx="1132">
                  <c:v>836.26</c:v>
                </c:pt>
                <c:pt idx="1133">
                  <c:v>837.28</c:v>
                </c:pt>
                <c:pt idx="1134">
                  <c:v>827.96</c:v>
                </c:pt>
                <c:pt idx="1135">
                  <c:v>822.94999999999993</c:v>
                </c:pt>
                <c:pt idx="1136">
                  <c:v>824.09999999999991</c:v>
                </c:pt>
                <c:pt idx="1137">
                  <c:v>814.5200000000001</c:v>
                </c:pt>
                <c:pt idx="1138">
                  <c:v>827.48000000000013</c:v>
                </c:pt>
                <c:pt idx="1139">
                  <c:v>836.79000000000008</c:v>
                </c:pt>
                <c:pt idx="1140">
                  <c:v>839.68000000000006</c:v>
                </c:pt>
                <c:pt idx="1141">
                  <c:v>802.2399999999999</c:v>
                </c:pt>
                <c:pt idx="1142">
                  <c:v>795.26</c:v>
                </c:pt>
                <c:pt idx="1143">
                  <c:v>774.30000000000007</c:v>
                </c:pt>
                <c:pt idx="1144">
                  <c:v>764.9</c:v>
                </c:pt>
                <c:pt idx="1145">
                  <c:v>763.95</c:v>
                </c:pt>
                <c:pt idx="1146">
                  <c:v>763.95</c:v>
                </c:pt>
                <c:pt idx="1147">
                  <c:v>730.64</c:v>
                </c:pt>
                <c:pt idx="1148">
                  <c:v>721.04</c:v>
                </c:pt>
                <c:pt idx="1149">
                  <c:v>711.12</c:v>
                </c:pt>
                <c:pt idx="1150">
                  <c:v>714.35</c:v>
                </c:pt>
                <c:pt idx="1151">
                  <c:v>708.5</c:v>
                </c:pt>
                <c:pt idx="1152">
                  <c:v>683.08</c:v>
                </c:pt>
                <c:pt idx="1153">
                  <c:v>654.92999999999995</c:v>
                </c:pt>
                <c:pt idx="1154">
                  <c:v>656.25</c:v>
                </c:pt>
                <c:pt idx="1155">
                  <c:v>629.72</c:v>
                </c:pt>
                <c:pt idx="1156">
                  <c:v>627.03</c:v>
                </c:pt>
                <c:pt idx="1157">
                  <c:v>638.57999999999993</c:v>
                </c:pt>
                <c:pt idx="1158">
                  <c:v>654.13</c:v>
                </c:pt>
                <c:pt idx="1159">
                  <c:v>689.18</c:v>
                </c:pt>
                <c:pt idx="1160">
                  <c:v>685.99</c:v>
                </c:pt>
                <c:pt idx="1161">
                  <c:v>685.18999999999994</c:v>
                </c:pt>
                <c:pt idx="1162">
                  <c:v>646.52</c:v>
                </c:pt>
                <c:pt idx="1163">
                  <c:v>646.59</c:v>
                </c:pt>
                <c:pt idx="1164">
                  <c:v>659.11</c:v>
                </c:pt>
                <c:pt idx="1165">
                  <c:v>661.47</c:v>
                </c:pt>
                <c:pt idx="1166">
                  <c:v>662.89</c:v>
                </c:pt>
                <c:pt idx="1167">
                  <c:v>663.13</c:v>
                </c:pt>
                <c:pt idx="1168">
                  <c:v>674.08</c:v>
                </c:pt>
                <c:pt idx="1169">
                  <c:v>684.49</c:v>
                </c:pt>
                <c:pt idx="1170">
                  <c:v>694.75</c:v>
                </c:pt>
                <c:pt idx="1171">
                  <c:v>701.92</c:v>
                </c:pt>
                <c:pt idx="1172">
                  <c:v>699.24</c:v>
                </c:pt>
                <c:pt idx="1173">
                  <c:v>690.81999999999994</c:v>
                </c:pt>
                <c:pt idx="1174">
                  <c:v>679.45</c:v>
                </c:pt>
                <c:pt idx="1175">
                  <c:v>679.45</c:v>
                </c:pt>
                <c:pt idx="1176">
                  <c:v>669.73</c:v>
                </c:pt>
                <c:pt idx="1177">
                  <c:v>667.54</c:v>
                </c:pt>
                <c:pt idx="1178">
                  <c:v>669.33999999999992</c:v>
                </c:pt>
                <c:pt idx="1179">
                  <c:v>674.24</c:v>
                </c:pt>
                <c:pt idx="1180">
                  <c:v>674.59</c:v>
                </c:pt>
                <c:pt idx="1181">
                  <c:v>663.13</c:v>
                </c:pt>
                <c:pt idx="1182">
                  <c:v>667.46999999999991</c:v>
                </c:pt>
                <c:pt idx="1183">
                  <c:v>650.08000000000004</c:v>
                </c:pt>
                <c:pt idx="1184">
                  <c:v>643.62</c:v>
                </c:pt>
                <c:pt idx="1185">
                  <c:v>641.96</c:v>
                </c:pt>
                <c:pt idx="1186">
                  <c:v>625.6</c:v>
                </c:pt>
                <c:pt idx="1187">
                  <c:v>605.89</c:v>
                </c:pt>
                <c:pt idx="1188">
                  <c:v>599.30000000000007</c:v>
                </c:pt>
                <c:pt idx="1189">
                  <c:v>593.85</c:v>
                </c:pt>
                <c:pt idx="1190">
                  <c:v>596.22</c:v>
                </c:pt>
                <c:pt idx="1191">
                  <c:v>594.76</c:v>
                </c:pt>
                <c:pt idx="1192">
                  <c:v>596.14</c:v>
                </c:pt>
                <c:pt idx="1193">
                  <c:v>586.5</c:v>
                </c:pt>
                <c:pt idx="1194">
                  <c:v>579.57999999999993</c:v>
                </c:pt>
                <c:pt idx="1195">
                  <c:v>570.32999999999993</c:v>
                </c:pt>
                <c:pt idx="1196">
                  <c:v>564.79</c:v>
                </c:pt>
                <c:pt idx="1197">
                  <c:v>565.9</c:v>
                </c:pt>
                <c:pt idx="1198">
                  <c:v>557.17999999999995</c:v>
                </c:pt>
                <c:pt idx="1199">
                  <c:v>557.35</c:v>
                </c:pt>
                <c:pt idx="1200">
                  <c:v>557.76</c:v>
                </c:pt>
                <c:pt idx="1201">
                  <c:v>560.47</c:v>
                </c:pt>
                <c:pt idx="1202">
                  <c:v>558.67000000000007</c:v>
                </c:pt>
                <c:pt idx="1203">
                  <c:v>562.38</c:v>
                </c:pt>
                <c:pt idx="1204">
                  <c:v>570.69999999999993</c:v>
                </c:pt>
                <c:pt idx="1205">
                  <c:v>582.58000000000004</c:v>
                </c:pt>
                <c:pt idx="1206">
                  <c:v>585.26</c:v>
                </c:pt>
                <c:pt idx="1207">
                  <c:v>583.54999999999995</c:v>
                </c:pt>
                <c:pt idx="1208">
                  <c:v>578.75</c:v>
                </c:pt>
                <c:pt idx="1209">
                  <c:v>580.5</c:v>
                </c:pt>
                <c:pt idx="1210">
                  <c:v>578.98</c:v>
                </c:pt>
                <c:pt idx="1211">
                  <c:v>571.68000000000006</c:v>
                </c:pt>
                <c:pt idx="1212">
                  <c:v>562.63</c:v>
                </c:pt>
                <c:pt idx="1213">
                  <c:v>560.92000000000007</c:v>
                </c:pt>
                <c:pt idx="1214">
                  <c:v>556.18999999999994</c:v>
                </c:pt>
                <c:pt idx="1215">
                  <c:v>556.39</c:v>
                </c:pt>
                <c:pt idx="1216">
                  <c:v>555.85</c:v>
                </c:pt>
                <c:pt idx="1217">
                  <c:v>553.34</c:v>
                </c:pt>
                <c:pt idx="1218">
                  <c:v>548.43999999999994</c:v>
                </c:pt>
                <c:pt idx="1219">
                  <c:v>552.32000000000005</c:v>
                </c:pt>
                <c:pt idx="1220">
                  <c:v>569.16999999999996</c:v>
                </c:pt>
                <c:pt idx="1221">
                  <c:v>569.16999999999996</c:v>
                </c:pt>
                <c:pt idx="1222">
                  <c:v>575.67000000000007</c:v>
                </c:pt>
                <c:pt idx="1223">
                  <c:v>572.15</c:v>
                </c:pt>
                <c:pt idx="1224">
                  <c:v>571.38</c:v>
                </c:pt>
                <c:pt idx="1225">
                  <c:v>571.08000000000004</c:v>
                </c:pt>
                <c:pt idx="1226">
                  <c:v>572.06000000000006</c:v>
                </c:pt>
                <c:pt idx="1227">
                  <c:v>570.11</c:v>
                </c:pt>
                <c:pt idx="1228">
                  <c:v>565.29</c:v>
                </c:pt>
                <c:pt idx="1229">
                  <c:v>568.85</c:v>
                </c:pt>
                <c:pt idx="1230">
                  <c:v>571.15</c:v>
                </c:pt>
                <c:pt idx="1231">
                  <c:v>593.41</c:v>
                </c:pt>
                <c:pt idx="1232">
                  <c:v>601.43000000000006</c:v>
                </c:pt>
                <c:pt idx="1233">
                  <c:v>603.88</c:v>
                </c:pt>
                <c:pt idx="1234">
                  <c:v>617.08999999999992</c:v>
                </c:pt>
                <c:pt idx="1235">
                  <c:v>620.52</c:v>
                </c:pt>
                <c:pt idx="1236">
                  <c:v>610.01</c:v>
                </c:pt>
                <c:pt idx="1237">
                  <c:v>605.44000000000005</c:v>
                </c:pt>
                <c:pt idx="1238">
                  <c:v>594.69000000000005</c:v>
                </c:pt>
                <c:pt idx="1239">
                  <c:v>588.51</c:v>
                </c:pt>
                <c:pt idx="1240">
                  <c:v>588.15</c:v>
                </c:pt>
                <c:pt idx="1241">
                  <c:v>575.27</c:v>
                </c:pt>
                <c:pt idx="1242">
                  <c:v>562.83000000000004</c:v>
                </c:pt>
                <c:pt idx="1243">
                  <c:v>562.33000000000004</c:v>
                </c:pt>
                <c:pt idx="1244">
                  <c:v>554.23</c:v>
                </c:pt>
                <c:pt idx="1245">
                  <c:v>551.77</c:v>
                </c:pt>
                <c:pt idx="1246">
                  <c:v>551.77</c:v>
                </c:pt>
                <c:pt idx="1247">
                  <c:v>544.21</c:v>
                </c:pt>
                <c:pt idx="1248">
                  <c:v>547.15</c:v>
                </c:pt>
                <c:pt idx="1249">
                  <c:v>556.26</c:v>
                </c:pt>
                <c:pt idx="1250">
                  <c:v>552.6099999999999</c:v>
                </c:pt>
                <c:pt idx="1251">
                  <c:v>551.24</c:v>
                </c:pt>
                <c:pt idx="1252">
                  <c:v>552.05000000000007</c:v>
                </c:pt>
                <c:pt idx="1253">
                  <c:v>553.91000000000008</c:v>
                </c:pt>
                <c:pt idx="1254">
                  <c:v>553.91999999999996</c:v>
                </c:pt>
                <c:pt idx="1255">
                  <c:v>552.47</c:v>
                </c:pt>
                <c:pt idx="1256">
                  <c:v>564.97</c:v>
                </c:pt>
                <c:pt idx="1257">
                  <c:v>569.53</c:v>
                </c:pt>
                <c:pt idx="1258">
                  <c:v>591.65</c:v>
                </c:pt>
                <c:pt idx="1259">
                  <c:v>590.88</c:v>
                </c:pt>
                <c:pt idx="1260">
                  <c:v>591.84</c:v>
                </c:pt>
                <c:pt idx="1261">
                  <c:v>583.61</c:v>
                </c:pt>
                <c:pt idx="1262">
                  <c:v>570.09999999999991</c:v>
                </c:pt>
                <c:pt idx="1263">
                  <c:v>538.33000000000004</c:v>
                </c:pt>
                <c:pt idx="1264">
                  <c:v>519.15</c:v>
                </c:pt>
                <c:pt idx="1265">
                  <c:v>524.27</c:v>
                </c:pt>
                <c:pt idx="1266">
                  <c:v>489.03</c:v>
                </c:pt>
                <c:pt idx="1267">
                  <c:v>501.03999999999996</c:v>
                </c:pt>
                <c:pt idx="1268">
                  <c:v>501.03999999999996</c:v>
                </c:pt>
                <c:pt idx="1269">
                  <c:v>520.86</c:v>
                </c:pt>
                <c:pt idx="1270">
                  <c:v>520.04999999999995</c:v>
                </c:pt>
                <c:pt idx="1271">
                  <c:v>510.16</c:v>
                </c:pt>
                <c:pt idx="1272">
                  <c:v>510.41999999999996</c:v>
                </c:pt>
                <c:pt idx="1273">
                  <c:v>504.98</c:v>
                </c:pt>
                <c:pt idx="1274">
                  <c:v>506.89000000000004</c:v>
                </c:pt>
                <c:pt idx="1275">
                  <c:v>506.81</c:v>
                </c:pt>
                <c:pt idx="1276">
                  <c:v>502.21</c:v>
                </c:pt>
                <c:pt idx="1277">
                  <c:v>492.46999999999997</c:v>
                </c:pt>
                <c:pt idx="1278">
                  <c:v>493.79</c:v>
                </c:pt>
                <c:pt idx="1279">
                  <c:v>493.79</c:v>
                </c:pt>
                <c:pt idx="1280">
                  <c:v>494.31</c:v>
                </c:pt>
                <c:pt idx="1281">
                  <c:v>492.98</c:v>
                </c:pt>
                <c:pt idx="1282">
                  <c:v>485.58000000000004</c:v>
                </c:pt>
                <c:pt idx="1283">
                  <c:v>483.33000000000004</c:v>
                </c:pt>
                <c:pt idx="1284">
                  <c:v>474.16999999999996</c:v>
                </c:pt>
                <c:pt idx="1285">
                  <c:v>468.28000000000003</c:v>
                </c:pt>
                <c:pt idx="1286">
                  <c:v>464.76</c:v>
                </c:pt>
                <c:pt idx="1287">
                  <c:v>461.7</c:v>
                </c:pt>
                <c:pt idx="1288">
                  <c:v>464.07</c:v>
                </c:pt>
                <c:pt idx="1289">
                  <c:v>467.88</c:v>
                </c:pt>
                <c:pt idx="1290">
                  <c:v>467.83000000000004</c:v>
                </c:pt>
                <c:pt idx="1291">
                  <c:v>465.63</c:v>
                </c:pt>
                <c:pt idx="1292">
                  <c:v>464.64</c:v>
                </c:pt>
                <c:pt idx="1293">
                  <c:v>464.90999999999997</c:v>
                </c:pt>
                <c:pt idx="1294">
                  <c:v>460.59999999999997</c:v>
                </c:pt>
                <c:pt idx="1295">
                  <c:v>462.19</c:v>
                </c:pt>
                <c:pt idx="1296">
                  <c:v>469.58000000000004</c:v>
                </c:pt>
                <c:pt idx="1297">
                  <c:v>470.84999999999997</c:v>
                </c:pt>
                <c:pt idx="1298">
                  <c:v>464.39000000000004</c:v>
                </c:pt>
                <c:pt idx="1299">
                  <c:v>462.91</c:v>
                </c:pt>
                <c:pt idx="1300">
                  <c:v>462.91</c:v>
                </c:pt>
                <c:pt idx="1301">
                  <c:v>448.55</c:v>
                </c:pt>
                <c:pt idx="1302">
                  <c:v>445.69</c:v>
                </c:pt>
                <c:pt idx="1303">
                  <c:v>443.79</c:v>
                </c:pt>
                <c:pt idx="1304">
                  <c:v>442.19</c:v>
                </c:pt>
                <c:pt idx="1305">
                  <c:v>442.19</c:v>
                </c:pt>
                <c:pt idx="1306">
                  <c:v>447.29</c:v>
                </c:pt>
                <c:pt idx="1307">
                  <c:v>449.28999999999996</c:v>
                </c:pt>
                <c:pt idx="1308">
                  <c:v>447.13000000000005</c:v>
                </c:pt>
                <c:pt idx="1309">
                  <c:v>443.57</c:v>
                </c:pt>
                <c:pt idx="1310">
                  <c:v>443.55</c:v>
                </c:pt>
                <c:pt idx="1311">
                  <c:v>451.3</c:v>
                </c:pt>
                <c:pt idx="1312">
                  <c:v>454.48</c:v>
                </c:pt>
                <c:pt idx="1313">
                  <c:v>451.55</c:v>
                </c:pt>
                <c:pt idx="1314">
                  <c:v>445.81</c:v>
                </c:pt>
                <c:pt idx="1315">
                  <c:v>443.75</c:v>
                </c:pt>
                <c:pt idx="1316">
                  <c:v>443.75</c:v>
                </c:pt>
                <c:pt idx="1317">
                  <c:v>442.77</c:v>
                </c:pt>
                <c:pt idx="1318">
                  <c:v>438.1</c:v>
                </c:pt>
                <c:pt idx="1319">
                  <c:v>436.8</c:v>
                </c:pt>
                <c:pt idx="1320">
                  <c:v>444.59999999999997</c:v>
                </c:pt>
                <c:pt idx="1321">
                  <c:v>446.15999999999997</c:v>
                </c:pt>
                <c:pt idx="1322">
                  <c:v>445.21</c:v>
                </c:pt>
                <c:pt idx="1323">
                  <c:v>454.77</c:v>
                </c:pt>
                <c:pt idx="1324">
                  <c:v>448.19000000000005</c:v>
                </c:pt>
                <c:pt idx="1325">
                  <c:v>453.12</c:v>
                </c:pt>
                <c:pt idx="1326">
                  <c:v>450.58</c:v>
                </c:pt>
                <c:pt idx="1327">
                  <c:v>446.65999999999997</c:v>
                </c:pt>
                <c:pt idx="1328">
                  <c:v>440.13</c:v>
                </c:pt>
                <c:pt idx="1329">
                  <c:v>436.04</c:v>
                </c:pt>
                <c:pt idx="1330">
                  <c:v>432.58</c:v>
                </c:pt>
                <c:pt idx="1331">
                  <c:v>429.42</c:v>
                </c:pt>
                <c:pt idx="1332">
                  <c:v>427.34</c:v>
                </c:pt>
                <c:pt idx="1333">
                  <c:v>427.97999999999996</c:v>
                </c:pt>
                <c:pt idx="1334">
                  <c:v>424.58</c:v>
                </c:pt>
                <c:pt idx="1335">
                  <c:v>426.11999999999995</c:v>
                </c:pt>
                <c:pt idx="1336">
                  <c:v>426.11999999999995</c:v>
                </c:pt>
                <c:pt idx="1337">
                  <c:v>426.29</c:v>
                </c:pt>
                <c:pt idx="1338">
                  <c:v>428.84000000000003</c:v>
                </c:pt>
                <c:pt idx="1339">
                  <c:v>430.32000000000005</c:v>
                </c:pt>
                <c:pt idx="1340">
                  <c:v>430.53999999999996</c:v>
                </c:pt>
                <c:pt idx="1341">
                  <c:v>434.89000000000004</c:v>
                </c:pt>
                <c:pt idx="1342">
                  <c:v>438.55000000000007</c:v>
                </c:pt>
                <c:pt idx="1343">
                  <c:v>437.15999999999997</c:v>
                </c:pt>
                <c:pt idx="1344">
                  <c:v>449.19</c:v>
                </c:pt>
                <c:pt idx="1345">
                  <c:v>455.03999999999996</c:v>
                </c:pt>
                <c:pt idx="1346">
                  <c:v>444.92</c:v>
                </c:pt>
                <c:pt idx="1347">
                  <c:v>443.03</c:v>
                </c:pt>
                <c:pt idx="1348">
                  <c:v>444.97999999999996</c:v>
                </c:pt>
                <c:pt idx="1349">
                  <c:v>456.18999999999994</c:v>
                </c:pt>
                <c:pt idx="1350">
                  <c:v>459.99</c:v>
                </c:pt>
                <c:pt idx="1351">
                  <c:v>467.87</c:v>
                </c:pt>
                <c:pt idx="1352">
                  <c:v>469.57000000000005</c:v>
                </c:pt>
                <c:pt idx="1353">
                  <c:v>466.87</c:v>
                </c:pt>
                <c:pt idx="1354">
                  <c:v>455.38</c:v>
                </c:pt>
                <c:pt idx="1355">
                  <c:v>462.1</c:v>
                </c:pt>
                <c:pt idx="1356">
                  <c:v>465.02</c:v>
                </c:pt>
                <c:pt idx="1357">
                  <c:v>464.94</c:v>
                </c:pt>
                <c:pt idx="1358">
                  <c:v>468.59000000000003</c:v>
                </c:pt>
                <c:pt idx="1359">
                  <c:v>477.18</c:v>
                </c:pt>
                <c:pt idx="1360">
                  <c:v>479.65</c:v>
                </c:pt>
                <c:pt idx="1361">
                  <c:v>470.57000000000005</c:v>
                </c:pt>
                <c:pt idx="1362">
                  <c:v>468.93</c:v>
                </c:pt>
                <c:pt idx="1363">
                  <c:v>461.59999999999997</c:v>
                </c:pt>
                <c:pt idx="1364">
                  <c:v>459.84</c:v>
                </c:pt>
                <c:pt idx="1365">
                  <c:v>460.14</c:v>
                </c:pt>
                <c:pt idx="1366">
                  <c:v>459</c:v>
                </c:pt>
                <c:pt idx="1367">
                  <c:v>461.30000000000007</c:v>
                </c:pt>
                <c:pt idx="1368">
                  <c:v>450.67</c:v>
                </c:pt>
                <c:pt idx="1369">
                  <c:v>443.81000000000006</c:v>
                </c:pt>
                <c:pt idx="1370">
                  <c:v>441.7</c:v>
                </c:pt>
                <c:pt idx="1371">
                  <c:v>438.79</c:v>
                </c:pt>
                <c:pt idx="1372">
                  <c:v>432.4</c:v>
                </c:pt>
                <c:pt idx="1373">
                  <c:v>431.78000000000003</c:v>
                </c:pt>
                <c:pt idx="1374">
                  <c:v>425.84</c:v>
                </c:pt>
                <c:pt idx="1375">
                  <c:v>429.86</c:v>
                </c:pt>
                <c:pt idx="1376">
                  <c:v>434.38</c:v>
                </c:pt>
                <c:pt idx="1377">
                  <c:v>439.34</c:v>
                </c:pt>
                <c:pt idx="1378">
                  <c:v>438.45</c:v>
                </c:pt>
                <c:pt idx="1379">
                  <c:v>432.28</c:v>
                </c:pt>
                <c:pt idx="1380">
                  <c:v>430.15999999999997</c:v>
                </c:pt>
                <c:pt idx="1381">
                  <c:v>434.15</c:v>
                </c:pt>
                <c:pt idx="1382">
                  <c:v>441.75000000000006</c:v>
                </c:pt>
                <c:pt idx="1383">
                  <c:v>440.34000000000003</c:v>
                </c:pt>
                <c:pt idx="1384">
                  <c:v>438.76</c:v>
                </c:pt>
                <c:pt idx="1385">
                  <c:v>435.16</c:v>
                </c:pt>
                <c:pt idx="1386">
                  <c:v>435.87</c:v>
                </c:pt>
                <c:pt idx="1387">
                  <c:v>433.68</c:v>
                </c:pt>
                <c:pt idx="1388">
                  <c:v>435.78999999999996</c:v>
                </c:pt>
                <c:pt idx="1389">
                  <c:v>432.24</c:v>
                </c:pt>
                <c:pt idx="1390">
                  <c:v>432.15000000000003</c:v>
                </c:pt>
                <c:pt idx="1391">
                  <c:v>430.44</c:v>
                </c:pt>
                <c:pt idx="1392">
                  <c:v>433.35999999999996</c:v>
                </c:pt>
                <c:pt idx="1393">
                  <c:v>430.74</c:v>
                </c:pt>
                <c:pt idx="1394">
                  <c:v>429.46</c:v>
                </c:pt>
                <c:pt idx="1395">
                  <c:v>428.28999999999996</c:v>
                </c:pt>
                <c:pt idx="1396">
                  <c:v>426.21000000000004</c:v>
                </c:pt>
                <c:pt idx="1397">
                  <c:v>436.96000000000004</c:v>
                </c:pt>
                <c:pt idx="1398">
                  <c:v>442.26</c:v>
                </c:pt>
                <c:pt idx="1399">
                  <c:v>438.63000000000005</c:v>
                </c:pt>
                <c:pt idx="1400">
                  <c:v>435.74</c:v>
                </c:pt>
                <c:pt idx="1401">
                  <c:v>436.83</c:v>
                </c:pt>
                <c:pt idx="1402">
                  <c:v>435.84</c:v>
                </c:pt>
                <c:pt idx="1403">
                  <c:v>444.78</c:v>
                </c:pt>
                <c:pt idx="1404">
                  <c:v>444.80000000000007</c:v>
                </c:pt>
                <c:pt idx="1405">
                  <c:v>441.15000000000003</c:v>
                </c:pt>
                <c:pt idx="1406">
                  <c:v>438.55000000000007</c:v>
                </c:pt>
                <c:pt idx="1407">
                  <c:v>436.81</c:v>
                </c:pt>
                <c:pt idx="1408">
                  <c:v>434.53</c:v>
                </c:pt>
                <c:pt idx="1409">
                  <c:v>432.25</c:v>
                </c:pt>
                <c:pt idx="1410">
                  <c:v>431.9</c:v>
                </c:pt>
                <c:pt idx="1411">
                  <c:v>431.9</c:v>
                </c:pt>
                <c:pt idx="1412">
                  <c:v>429.95</c:v>
                </c:pt>
                <c:pt idx="1413">
                  <c:v>426.71000000000004</c:v>
                </c:pt>
                <c:pt idx="1414">
                  <c:v>426.97</c:v>
                </c:pt>
                <c:pt idx="1415">
                  <c:v>424.13</c:v>
                </c:pt>
                <c:pt idx="1416">
                  <c:v>423.35</c:v>
                </c:pt>
                <c:pt idx="1417">
                  <c:v>420.58</c:v>
                </c:pt>
                <c:pt idx="1418">
                  <c:v>415.69000000000005</c:v>
                </c:pt>
                <c:pt idx="1419">
                  <c:v>414.40000000000003</c:v>
                </c:pt>
                <c:pt idx="1420">
                  <c:v>413.34</c:v>
                </c:pt>
                <c:pt idx="1421">
                  <c:v>412.15000000000003</c:v>
                </c:pt>
                <c:pt idx="1422">
                  <c:v>414.15</c:v>
                </c:pt>
                <c:pt idx="1423">
                  <c:v>414.93</c:v>
                </c:pt>
                <c:pt idx="1424">
                  <c:v>418.25</c:v>
                </c:pt>
                <c:pt idx="1425">
                  <c:v>420.85999999999996</c:v>
                </c:pt>
                <c:pt idx="1426">
                  <c:v>419.57000000000005</c:v>
                </c:pt>
                <c:pt idx="1427">
                  <c:v>418.82</c:v>
                </c:pt>
                <c:pt idx="1428">
                  <c:v>417.46</c:v>
                </c:pt>
                <c:pt idx="1429">
                  <c:v>413.93000000000006</c:v>
                </c:pt>
                <c:pt idx="1430">
                  <c:v>410.94</c:v>
                </c:pt>
                <c:pt idx="1431">
                  <c:v>409.71000000000004</c:v>
                </c:pt>
                <c:pt idx="1432">
                  <c:v>408.99</c:v>
                </c:pt>
                <c:pt idx="1433">
                  <c:v>403.87000000000006</c:v>
                </c:pt>
                <c:pt idx="1434">
                  <c:v>402.84000000000003</c:v>
                </c:pt>
                <c:pt idx="1435">
                  <c:v>400.94000000000005</c:v>
                </c:pt>
                <c:pt idx="1436">
                  <c:v>400.94000000000005</c:v>
                </c:pt>
                <c:pt idx="1437">
                  <c:v>400.04999999999995</c:v>
                </c:pt>
                <c:pt idx="1438">
                  <c:v>395.95</c:v>
                </c:pt>
                <c:pt idx="1439">
                  <c:v>399.95</c:v>
                </c:pt>
                <c:pt idx="1440">
                  <c:v>399.48</c:v>
                </c:pt>
                <c:pt idx="1441">
                  <c:v>399.7</c:v>
                </c:pt>
                <c:pt idx="1442">
                  <c:v>402.17</c:v>
                </c:pt>
                <c:pt idx="1443">
                  <c:v>405.96</c:v>
                </c:pt>
                <c:pt idx="1444">
                  <c:v>409.90000000000003</c:v>
                </c:pt>
                <c:pt idx="1445">
                  <c:v>411.81</c:v>
                </c:pt>
                <c:pt idx="1446">
                  <c:v>433.62999999999994</c:v>
                </c:pt>
                <c:pt idx="1447">
                  <c:v>426.86</c:v>
                </c:pt>
                <c:pt idx="1448">
                  <c:v>417.53999999999996</c:v>
                </c:pt>
                <c:pt idx="1449">
                  <c:v>415.2</c:v>
                </c:pt>
                <c:pt idx="1450">
                  <c:v>412.27</c:v>
                </c:pt>
                <c:pt idx="1451">
                  <c:v>412.43999999999994</c:v>
                </c:pt>
                <c:pt idx="1452">
                  <c:v>418.79999999999995</c:v>
                </c:pt>
                <c:pt idx="1453">
                  <c:v>419.26</c:v>
                </c:pt>
                <c:pt idx="1454">
                  <c:v>415.96000000000004</c:v>
                </c:pt>
                <c:pt idx="1455">
                  <c:v>416.05</c:v>
                </c:pt>
                <c:pt idx="1456">
                  <c:v>416.89</c:v>
                </c:pt>
                <c:pt idx="1457">
                  <c:v>423.75</c:v>
                </c:pt>
                <c:pt idx="1458">
                  <c:v>426.45</c:v>
                </c:pt>
                <c:pt idx="1459">
                  <c:v>424.65999999999997</c:v>
                </c:pt>
                <c:pt idx="1460">
                  <c:v>424.96999999999997</c:v>
                </c:pt>
                <c:pt idx="1461">
                  <c:v>429.73999999999995</c:v>
                </c:pt>
                <c:pt idx="1462">
                  <c:v>432.81</c:v>
                </c:pt>
                <c:pt idx="1463">
                  <c:v>437</c:v>
                </c:pt>
                <c:pt idx="1464">
                  <c:v>434.09000000000003</c:v>
                </c:pt>
                <c:pt idx="1465">
                  <c:v>433.24999999999994</c:v>
                </c:pt>
                <c:pt idx="1466">
                  <c:v>433.6</c:v>
                </c:pt>
                <c:pt idx="1467">
                  <c:v>436.65000000000003</c:v>
                </c:pt>
                <c:pt idx="1468">
                  <c:v>435.48999999999995</c:v>
                </c:pt>
                <c:pt idx="1469">
                  <c:v>440.34000000000003</c:v>
                </c:pt>
                <c:pt idx="1470">
                  <c:v>437.68</c:v>
                </c:pt>
                <c:pt idx="1471">
                  <c:v>431.87</c:v>
                </c:pt>
                <c:pt idx="1472">
                  <c:v>428.26000000000005</c:v>
                </c:pt>
                <c:pt idx="1473">
                  <c:v>424.96999999999997</c:v>
                </c:pt>
                <c:pt idx="1474">
                  <c:v>423.74</c:v>
                </c:pt>
                <c:pt idx="1475">
                  <c:v>417.91999999999996</c:v>
                </c:pt>
                <c:pt idx="1476">
                  <c:v>413.36</c:v>
                </c:pt>
                <c:pt idx="1477">
                  <c:v>410.71999999999997</c:v>
                </c:pt>
                <c:pt idx="1478">
                  <c:v>408.53000000000003</c:v>
                </c:pt>
                <c:pt idx="1479">
                  <c:v>405.46</c:v>
                </c:pt>
                <c:pt idx="1480">
                  <c:v>401.82000000000005</c:v>
                </c:pt>
                <c:pt idx="1481">
                  <c:v>401.82000000000005</c:v>
                </c:pt>
                <c:pt idx="1482">
                  <c:v>406.95</c:v>
                </c:pt>
                <c:pt idx="1483">
                  <c:v>407.52</c:v>
                </c:pt>
                <c:pt idx="1484">
                  <c:v>402.95</c:v>
                </c:pt>
                <c:pt idx="1485">
                  <c:v>402.56</c:v>
                </c:pt>
                <c:pt idx="1486">
                  <c:v>401.28000000000003</c:v>
                </c:pt>
                <c:pt idx="1487">
                  <c:v>399.85</c:v>
                </c:pt>
                <c:pt idx="1488">
                  <c:v>399.95</c:v>
                </c:pt>
                <c:pt idx="1489">
                  <c:v>400.03000000000003</c:v>
                </c:pt>
                <c:pt idx="1490">
                  <c:v>400.53999999999996</c:v>
                </c:pt>
                <c:pt idx="1491">
                  <c:v>419.59</c:v>
                </c:pt>
                <c:pt idx="1492">
                  <c:v>413.94</c:v>
                </c:pt>
                <c:pt idx="1493">
                  <c:v>407.12</c:v>
                </c:pt>
                <c:pt idx="1494">
                  <c:v>407.27000000000004</c:v>
                </c:pt>
                <c:pt idx="1495">
                  <c:v>410.9</c:v>
                </c:pt>
                <c:pt idx="1496">
                  <c:v>416.03000000000003</c:v>
                </c:pt>
                <c:pt idx="1497">
                  <c:v>425.83000000000004</c:v>
                </c:pt>
                <c:pt idx="1498">
                  <c:v>424.66999999999996</c:v>
                </c:pt>
                <c:pt idx="1499">
                  <c:v>424.95000000000005</c:v>
                </c:pt>
                <c:pt idx="1500">
                  <c:v>423.83</c:v>
                </c:pt>
                <c:pt idx="1501">
                  <c:v>427.64</c:v>
                </c:pt>
                <c:pt idx="1502">
                  <c:v>427.37999999999994</c:v>
                </c:pt>
                <c:pt idx="1503">
                  <c:v>440.89</c:v>
                </c:pt>
                <c:pt idx="1504">
                  <c:v>433.78</c:v>
                </c:pt>
                <c:pt idx="1505">
                  <c:v>436.73</c:v>
                </c:pt>
                <c:pt idx="1506">
                  <c:v>436.73</c:v>
                </c:pt>
                <c:pt idx="1507">
                  <c:v>445.82</c:v>
                </c:pt>
                <c:pt idx="1508">
                  <c:v>444.84000000000003</c:v>
                </c:pt>
                <c:pt idx="1509">
                  <c:v>435.25</c:v>
                </c:pt>
                <c:pt idx="1510">
                  <c:v>434.51000000000005</c:v>
                </c:pt>
                <c:pt idx="1511">
                  <c:v>437.04999999999995</c:v>
                </c:pt>
                <c:pt idx="1512">
                  <c:v>435.85</c:v>
                </c:pt>
                <c:pt idx="1513">
                  <c:v>435.48</c:v>
                </c:pt>
                <c:pt idx="1514">
                  <c:v>436.54</c:v>
                </c:pt>
                <c:pt idx="1515">
                  <c:v>440.96000000000004</c:v>
                </c:pt>
                <c:pt idx="1516">
                  <c:v>442.96</c:v>
                </c:pt>
                <c:pt idx="1517">
                  <c:v>441.08</c:v>
                </c:pt>
                <c:pt idx="1518">
                  <c:v>441.41</c:v>
                </c:pt>
                <c:pt idx="1519">
                  <c:v>439.62</c:v>
                </c:pt>
                <c:pt idx="1520">
                  <c:v>442.34999999999997</c:v>
                </c:pt>
                <c:pt idx="1521">
                  <c:v>443.96000000000004</c:v>
                </c:pt>
                <c:pt idx="1522">
                  <c:v>443.49</c:v>
                </c:pt>
                <c:pt idx="1523">
                  <c:v>442.68</c:v>
                </c:pt>
                <c:pt idx="1524">
                  <c:v>436.54</c:v>
                </c:pt>
                <c:pt idx="1525">
                  <c:v>426.32000000000005</c:v>
                </c:pt>
                <c:pt idx="1526">
                  <c:v>424.32</c:v>
                </c:pt>
                <c:pt idx="1527">
                  <c:v>425.04</c:v>
                </c:pt>
                <c:pt idx="1528">
                  <c:v>431.73</c:v>
                </c:pt>
                <c:pt idx="1529">
                  <c:v>431.73</c:v>
                </c:pt>
                <c:pt idx="1530">
                  <c:v>438.59000000000003</c:v>
                </c:pt>
                <c:pt idx="1531">
                  <c:v>443.81000000000006</c:v>
                </c:pt>
                <c:pt idx="1532">
                  <c:v>450.4</c:v>
                </c:pt>
                <c:pt idx="1533">
                  <c:v>452.97999999999996</c:v>
                </c:pt>
                <c:pt idx="1534">
                  <c:v>454.26</c:v>
                </c:pt>
                <c:pt idx="1535">
                  <c:v>456.58000000000004</c:v>
                </c:pt>
                <c:pt idx="1536">
                  <c:v>459.28000000000003</c:v>
                </c:pt>
                <c:pt idx="1537">
                  <c:v>477.25</c:v>
                </c:pt>
                <c:pt idx="1538">
                  <c:v>480.83</c:v>
                </c:pt>
                <c:pt idx="1539">
                  <c:v>480.83</c:v>
                </c:pt>
                <c:pt idx="1540">
                  <c:v>488.96</c:v>
                </c:pt>
                <c:pt idx="1541">
                  <c:v>488.42999999999995</c:v>
                </c:pt>
                <c:pt idx="1542">
                  <c:v>493.65</c:v>
                </c:pt>
                <c:pt idx="1543">
                  <c:v>488.83</c:v>
                </c:pt>
                <c:pt idx="1544">
                  <c:v>486.61</c:v>
                </c:pt>
                <c:pt idx="1545">
                  <c:v>482.54</c:v>
                </c:pt>
                <c:pt idx="1546">
                  <c:v>475.15</c:v>
                </c:pt>
                <c:pt idx="1547">
                  <c:v>453.71</c:v>
                </c:pt>
                <c:pt idx="1548">
                  <c:v>459.65</c:v>
                </c:pt>
                <c:pt idx="1549">
                  <c:v>464.05</c:v>
                </c:pt>
                <c:pt idx="1550">
                  <c:v>464.98999999999995</c:v>
                </c:pt>
                <c:pt idx="1551">
                  <c:v>466.96999999999997</c:v>
                </c:pt>
                <c:pt idx="1552">
                  <c:v>469.66999999999996</c:v>
                </c:pt>
                <c:pt idx="1553">
                  <c:v>470.13</c:v>
                </c:pt>
                <c:pt idx="1554">
                  <c:v>462.43</c:v>
                </c:pt>
                <c:pt idx="1555">
                  <c:v>465.59</c:v>
                </c:pt>
                <c:pt idx="1556">
                  <c:v>471.34999999999997</c:v>
                </c:pt>
                <c:pt idx="1557">
                  <c:v>461.65000000000003</c:v>
                </c:pt>
                <c:pt idx="1558">
                  <c:v>455.07</c:v>
                </c:pt>
                <c:pt idx="1559">
                  <c:v>447.76</c:v>
                </c:pt>
                <c:pt idx="1560">
                  <c:v>447.76</c:v>
                </c:pt>
                <c:pt idx="1561">
                  <c:v>439.24</c:v>
                </c:pt>
                <c:pt idx="1562">
                  <c:v>435.94</c:v>
                </c:pt>
                <c:pt idx="1563">
                  <c:v>441.66999999999996</c:v>
                </c:pt>
                <c:pt idx="1564">
                  <c:v>443.1</c:v>
                </c:pt>
                <c:pt idx="1565">
                  <c:v>443.67</c:v>
                </c:pt>
                <c:pt idx="1566">
                  <c:v>447.49999999999994</c:v>
                </c:pt>
                <c:pt idx="1567">
                  <c:v>452.79999999999995</c:v>
                </c:pt>
                <c:pt idx="1568">
                  <c:v>461.78</c:v>
                </c:pt>
                <c:pt idx="1569">
                  <c:v>473.13</c:v>
                </c:pt>
                <c:pt idx="1570">
                  <c:v>480.37</c:v>
                </c:pt>
                <c:pt idx="1571">
                  <c:v>489.09000000000003</c:v>
                </c:pt>
                <c:pt idx="1572">
                  <c:v>477.05</c:v>
                </c:pt>
                <c:pt idx="1573">
                  <c:v>468.62000000000006</c:v>
                </c:pt>
                <c:pt idx="1574">
                  <c:v>467.17</c:v>
                </c:pt>
                <c:pt idx="1575">
                  <c:v>477.36</c:v>
                </c:pt>
                <c:pt idx="1576">
                  <c:v>477.36</c:v>
                </c:pt>
                <c:pt idx="1577">
                  <c:v>491.8</c:v>
                </c:pt>
                <c:pt idx="1578">
                  <c:v>486.44999999999993</c:v>
                </c:pt>
                <c:pt idx="1579">
                  <c:v>488.48</c:v>
                </c:pt>
                <c:pt idx="1580">
                  <c:v>500.84</c:v>
                </c:pt>
                <c:pt idx="1581">
                  <c:v>512.4799999999999</c:v>
                </c:pt>
                <c:pt idx="1582">
                  <c:v>514.25</c:v>
                </c:pt>
                <c:pt idx="1583">
                  <c:v>513.39</c:v>
                </c:pt>
                <c:pt idx="1584">
                  <c:v>531.38</c:v>
                </c:pt>
                <c:pt idx="1585">
                  <c:v>541.29</c:v>
                </c:pt>
                <c:pt idx="1586">
                  <c:v>541.37</c:v>
                </c:pt>
                <c:pt idx="1587">
                  <c:v>528.59</c:v>
                </c:pt>
                <c:pt idx="1588">
                  <c:v>519.71</c:v>
                </c:pt>
                <c:pt idx="1589">
                  <c:v>533.16</c:v>
                </c:pt>
                <c:pt idx="1590">
                  <c:v>551.5</c:v>
                </c:pt>
                <c:pt idx="1591">
                  <c:v>554.86</c:v>
                </c:pt>
                <c:pt idx="1592">
                  <c:v>553.29</c:v>
                </c:pt>
                <c:pt idx="1593">
                  <c:v>545.53</c:v>
                </c:pt>
                <c:pt idx="1594">
                  <c:v>561.51</c:v>
                </c:pt>
                <c:pt idx="1595">
                  <c:v>577.35</c:v>
                </c:pt>
                <c:pt idx="1596">
                  <c:v>588.87</c:v>
                </c:pt>
                <c:pt idx="1597">
                  <c:v>584.07000000000005</c:v>
                </c:pt>
                <c:pt idx="1598">
                  <c:v>581.56999999999994</c:v>
                </c:pt>
                <c:pt idx="1599">
                  <c:v>582.42000000000007</c:v>
                </c:pt>
                <c:pt idx="1600">
                  <c:v>583.65</c:v>
                </c:pt>
                <c:pt idx="1601">
                  <c:v>583.65</c:v>
                </c:pt>
                <c:pt idx="1602">
                  <c:v>583.78</c:v>
                </c:pt>
                <c:pt idx="1603">
                  <c:v>585.33999999999992</c:v>
                </c:pt>
                <c:pt idx="1604">
                  <c:v>595.48</c:v>
                </c:pt>
                <c:pt idx="1605">
                  <c:v>577.62</c:v>
                </c:pt>
                <c:pt idx="1606">
                  <c:v>574.69000000000005</c:v>
                </c:pt>
                <c:pt idx="1607">
                  <c:v>575.04999999999995</c:v>
                </c:pt>
                <c:pt idx="1608">
                  <c:v>571.26</c:v>
                </c:pt>
                <c:pt idx="1609">
                  <c:v>572.73</c:v>
                </c:pt>
                <c:pt idx="1610">
                  <c:v>584.56999999999994</c:v>
                </c:pt>
                <c:pt idx="1611">
                  <c:v>599.85</c:v>
                </c:pt>
                <c:pt idx="1612">
                  <c:v>610.58000000000004</c:v>
                </c:pt>
                <c:pt idx="1613">
                  <c:v>608.81999999999994</c:v>
                </c:pt>
                <c:pt idx="1614">
                  <c:v>619.66</c:v>
                </c:pt>
                <c:pt idx="1615">
                  <c:v>626.80999999999995</c:v>
                </c:pt>
                <c:pt idx="1616">
                  <c:v>652.05999999999995</c:v>
                </c:pt>
                <c:pt idx="1617">
                  <c:v>653.46</c:v>
                </c:pt>
                <c:pt idx="1618">
                  <c:v>638.24</c:v>
                </c:pt>
                <c:pt idx="1619">
                  <c:v>620.98</c:v>
                </c:pt>
                <c:pt idx="1620">
                  <c:v>619.63</c:v>
                </c:pt>
                <c:pt idx="1621">
                  <c:v>623.43999999999994</c:v>
                </c:pt>
                <c:pt idx="1622">
                  <c:v>628.76</c:v>
                </c:pt>
                <c:pt idx="1623">
                  <c:v>628.86</c:v>
                </c:pt>
                <c:pt idx="1624">
                  <c:v>628.13</c:v>
                </c:pt>
                <c:pt idx="1625">
                  <c:v>631.73</c:v>
                </c:pt>
                <c:pt idx="1626">
                  <c:v>635.01</c:v>
                </c:pt>
                <c:pt idx="1627">
                  <c:v>615.92999999999995</c:v>
                </c:pt>
                <c:pt idx="1628">
                  <c:v>609.56000000000006</c:v>
                </c:pt>
                <c:pt idx="1629">
                  <c:v>609.72</c:v>
                </c:pt>
                <c:pt idx="1630">
                  <c:v>615.86</c:v>
                </c:pt>
                <c:pt idx="1631">
                  <c:v>608.39</c:v>
                </c:pt>
                <c:pt idx="1632">
                  <c:v>615.91</c:v>
                </c:pt>
                <c:pt idx="1633">
                  <c:v>634.61</c:v>
                </c:pt>
                <c:pt idx="1634">
                  <c:v>639.85</c:v>
                </c:pt>
                <c:pt idx="1635">
                  <c:v>648.81000000000006</c:v>
                </c:pt>
                <c:pt idx="1636">
                  <c:v>665</c:v>
                </c:pt>
                <c:pt idx="1637">
                  <c:v>657.92000000000007</c:v>
                </c:pt>
                <c:pt idx="1638">
                  <c:v>655.24</c:v>
                </c:pt>
                <c:pt idx="1639">
                  <c:v>654.83000000000004</c:v>
                </c:pt>
                <c:pt idx="1640">
                  <c:v>654.83000000000004</c:v>
                </c:pt>
                <c:pt idx="1641">
                  <c:v>662.14</c:v>
                </c:pt>
                <c:pt idx="1642">
                  <c:v>666.75</c:v>
                </c:pt>
                <c:pt idx="1643">
                  <c:v>662.05</c:v>
                </c:pt>
                <c:pt idx="1644">
                  <c:v>668.47</c:v>
                </c:pt>
                <c:pt idx="1645">
                  <c:v>678.91000000000008</c:v>
                </c:pt>
                <c:pt idx="1646">
                  <c:v>685.45999999999992</c:v>
                </c:pt>
                <c:pt idx="1647">
                  <c:v>683.99</c:v>
                </c:pt>
                <c:pt idx="1648">
                  <c:v>688.62</c:v>
                </c:pt>
                <c:pt idx="1649">
                  <c:v>691.45</c:v>
                </c:pt>
                <c:pt idx="1650">
                  <c:v>703.74</c:v>
                </c:pt>
                <c:pt idx="1651">
                  <c:v>716.67</c:v>
                </c:pt>
                <c:pt idx="1652">
                  <c:v>713.52</c:v>
                </c:pt>
                <c:pt idx="1653">
                  <c:v>710.83999999999992</c:v>
                </c:pt>
                <c:pt idx="1654">
                  <c:v>719.41</c:v>
                </c:pt>
                <c:pt idx="1655">
                  <c:v>733.74</c:v>
                </c:pt>
                <c:pt idx="1656">
                  <c:v>756.02</c:v>
                </c:pt>
                <c:pt idx="1657">
                  <c:v>755.1</c:v>
                </c:pt>
                <c:pt idx="1658">
                  <c:v>756.74</c:v>
                </c:pt>
                <c:pt idx="1659">
                  <c:v>765.96</c:v>
                </c:pt>
                <c:pt idx="1660">
                  <c:v>765.81999999999994</c:v>
                </c:pt>
                <c:pt idx="1661">
                  <c:v>767.75</c:v>
                </c:pt>
                <c:pt idx="1662">
                  <c:v>768.72</c:v>
                </c:pt>
                <c:pt idx="1663">
                  <c:v>785.56</c:v>
                </c:pt>
                <c:pt idx="1664">
                  <c:v>787.69999999999993</c:v>
                </c:pt>
                <c:pt idx="1665">
                  <c:v>785.79</c:v>
                </c:pt>
                <c:pt idx="1666">
                  <c:v>783.20999999999992</c:v>
                </c:pt>
                <c:pt idx="1667">
                  <c:v>780.45</c:v>
                </c:pt>
                <c:pt idx="1668">
                  <c:v>757.92000000000007</c:v>
                </c:pt>
                <c:pt idx="1669">
                  <c:v>731.38</c:v>
                </c:pt>
                <c:pt idx="1670">
                  <c:v>714.48</c:v>
                </c:pt>
                <c:pt idx="1671">
                  <c:v>714.48</c:v>
                </c:pt>
                <c:pt idx="1672">
                  <c:v>715.82999999999993</c:v>
                </c:pt>
                <c:pt idx="1673">
                  <c:v>718.75</c:v>
                </c:pt>
                <c:pt idx="1674">
                  <c:v>719</c:v>
                </c:pt>
                <c:pt idx="1675">
                  <c:v>727.8</c:v>
                </c:pt>
                <c:pt idx="1676">
                  <c:v>733.81999999999994</c:v>
                </c:pt>
                <c:pt idx="1677">
                  <c:v>741.08</c:v>
                </c:pt>
                <c:pt idx="1678">
                  <c:v>747.49</c:v>
                </c:pt>
                <c:pt idx="1679">
                  <c:v>758.6</c:v>
                </c:pt>
                <c:pt idx="1680">
                  <c:v>783.24</c:v>
                </c:pt>
                <c:pt idx="1681">
                  <c:v>846.04</c:v>
                </c:pt>
                <c:pt idx="1682">
                  <c:v>852.36</c:v>
                </c:pt>
                <c:pt idx="1683">
                  <c:v>837.2</c:v>
                </c:pt>
                <c:pt idx="1684">
                  <c:v>862.58</c:v>
                </c:pt>
                <c:pt idx="1685">
                  <c:v>859.88000000000011</c:v>
                </c:pt>
                <c:pt idx="1686">
                  <c:v>859.88000000000011</c:v>
                </c:pt>
                <c:pt idx="1687">
                  <c:v>857.86</c:v>
                </c:pt>
                <c:pt idx="1688">
                  <c:v>867.09999999999991</c:v>
                </c:pt>
                <c:pt idx="1689">
                  <c:v>864.56</c:v>
                </c:pt>
                <c:pt idx="1690">
                  <c:v>851.66000000000008</c:v>
                </c:pt>
                <c:pt idx="1691">
                  <c:v>851.15</c:v>
                </c:pt>
                <c:pt idx="1692">
                  <c:v>868.68999999999994</c:v>
                </c:pt>
                <c:pt idx="1693">
                  <c:v>888.36999999999989</c:v>
                </c:pt>
                <c:pt idx="1694">
                  <c:v>899.18</c:v>
                </c:pt>
                <c:pt idx="1695">
                  <c:v>895.72</c:v>
                </c:pt>
                <c:pt idx="1696">
                  <c:v>895.72</c:v>
                </c:pt>
                <c:pt idx="1697">
                  <c:v>896.67</c:v>
                </c:pt>
                <c:pt idx="1698">
                  <c:v>891</c:v>
                </c:pt>
                <c:pt idx="1699">
                  <c:v>875.5100000000001</c:v>
                </c:pt>
                <c:pt idx="1700">
                  <c:v>869.6</c:v>
                </c:pt>
                <c:pt idx="1701">
                  <c:v>868.66000000000008</c:v>
                </c:pt>
                <c:pt idx="1702">
                  <c:v>866.64999999999986</c:v>
                </c:pt>
                <c:pt idx="1703">
                  <c:v>871.58999999999992</c:v>
                </c:pt>
                <c:pt idx="1704">
                  <c:v>881.41</c:v>
                </c:pt>
                <c:pt idx="1705">
                  <c:v>870.29</c:v>
                </c:pt>
                <c:pt idx="1706">
                  <c:v>857.75</c:v>
                </c:pt>
                <c:pt idx="1707">
                  <c:v>848.86</c:v>
                </c:pt>
                <c:pt idx="1708">
                  <c:v>833.30000000000007</c:v>
                </c:pt>
                <c:pt idx="1709">
                  <c:v>828.36</c:v>
                </c:pt>
                <c:pt idx="1710">
                  <c:v>818.01</c:v>
                </c:pt>
                <c:pt idx="1711">
                  <c:v>817.92</c:v>
                </c:pt>
                <c:pt idx="1712">
                  <c:v>824.94999999999993</c:v>
                </c:pt>
                <c:pt idx="1713">
                  <c:v>817.43000000000006</c:v>
                </c:pt>
                <c:pt idx="1714">
                  <c:v>802.89</c:v>
                </c:pt>
                <c:pt idx="1715">
                  <c:v>783.36</c:v>
                </c:pt>
                <c:pt idx="1716">
                  <c:v>776.6</c:v>
                </c:pt>
                <c:pt idx="1717">
                  <c:v>776.79</c:v>
                </c:pt>
                <c:pt idx="1718">
                  <c:v>773.59</c:v>
                </c:pt>
                <c:pt idx="1719">
                  <c:v>766.78</c:v>
                </c:pt>
                <c:pt idx="1720">
                  <c:v>771.57</c:v>
                </c:pt>
                <c:pt idx="1721">
                  <c:v>766.75</c:v>
                </c:pt>
                <c:pt idx="1722">
                  <c:v>776.19999999999993</c:v>
                </c:pt>
                <c:pt idx="1723">
                  <c:v>760.02</c:v>
                </c:pt>
                <c:pt idx="1724">
                  <c:v>753.2</c:v>
                </c:pt>
                <c:pt idx="1725">
                  <c:v>752.51</c:v>
                </c:pt>
                <c:pt idx="1726">
                  <c:v>749.52</c:v>
                </c:pt>
                <c:pt idx="1727">
                  <c:v>756.01</c:v>
                </c:pt>
                <c:pt idx="1728">
                  <c:v>767.75</c:v>
                </c:pt>
                <c:pt idx="1729">
                  <c:v>769.87</c:v>
                </c:pt>
                <c:pt idx="1730">
                  <c:v>780.64</c:v>
                </c:pt>
                <c:pt idx="1731">
                  <c:v>803.18000000000006</c:v>
                </c:pt>
                <c:pt idx="1732">
                  <c:v>810.04000000000008</c:v>
                </c:pt>
                <c:pt idx="1733">
                  <c:v>809.61</c:v>
                </c:pt>
                <c:pt idx="1734">
                  <c:v>805.18000000000006</c:v>
                </c:pt>
                <c:pt idx="1735">
                  <c:v>811.05</c:v>
                </c:pt>
                <c:pt idx="1736">
                  <c:v>828.45999999999992</c:v>
                </c:pt>
                <c:pt idx="1737">
                  <c:v>842.25999999999988</c:v>
                </c:pt>
                <c:pt idx="1738">
                  <c:v>852.6099999999999</c:v>
                </c:pt>
                <c:pt idx="1739">
                  <c:v>866.42</c:v>
                </c:pt>
                <c:pt idx="1740">
                  <c:v>860.75</c:v>
                </c:pt>
                <c:pt idx="1741">
                  <c:v>860.75</c:v>
                </c:pt>
                <c:pt idx="1742">
                  <c:v>864.37000000000012</c:v>
                </c:pt>
                <c:pt idx="1743">
                  <c:v>857.37</c:v>
                </c:pt>
                <c:pt idx="1744">
                  <c:v>845.31</c:v>
                </c:pt>
                <c:pt idx="1745">
                  <c:v>827.68999999999994</c:v>
                </c:pt>
                <c:pt idx="1746">
                  <c:v>822.25</c:v>
                </c:pt>
                <c:pt idx="1747">
                  <c:v>848.4</c:v>
                </c:pt>
                <c:pt idx="1748">
                  <c:v>855.7700000000001</c:v>
                </c:pt>
                <c:pt idx="1749">
                  <c:v>868.95</c:v>
                </c:pt>
                <c:pt idx="1750">
                  <c:v>882.71999999999991</c:v>
                </c:pt>
                <c:pt idx="1751">
                  <c:v>882.84</c:v>
                </c:pt>
                <c:pt idx="1752">
                  <c:v>887.87</c:v>
                </c:pt>
                <c:pt idx="1753">
                  <c:v>888.20999999999992</c:v>
                </c:pt>
                <c:pt idx="1754">
                  <c:v>907.56</c:v>
                </c:pt>
                <c:pt idx="1755">
                  <c:v>927.41000000000008</c:v>
                </c:pt>
                <c:pt idx="1756">
                  <c:v>950.91</c:v>
                </c:pt>
                <c:pt idx="1757">
                  <c:v>961.87</c:v>
                </c:pt>
                <c:pt idx="1758">
                  <c:v>958.18</c:v>
                </c:pt>
                <c:pt idx="1759">
                  <c:v>969.6099999999999</c:v>
                </c:pt>
                <c:pt idx="1760">
                  <c:v>967.12000000000012</c:v>
                </c:pt>
                <c:pt idx="1761">
                  <c:v>956.58999999999992</c:v>
                </c:pt>
                <c:pt idx="1762">
                  <c:v>925.5100000000001</c:v>
                </c:pt>
                <c:pt idx="1763">
                  <c:v>926.9</c:v>
                </c:pt>
                <c:pt idx="1764">
                  <c:v>924.03</c:v>
                </c:pt>
                <c:pt idx="1765">
                  <c:v>939.04</c:v>
                </c:pt>
                <c:pt idx="1766">
                  <c:v>939.04</c:v>
                </c:pt>
                <c:pt idx="1767">
                  <c:v>964.32</c:v>
                </c:pt>
                <c:pt idx="1768">
                  <c:v>968.55</c:v>
                </c:pt>
                <c:pt idx="1769">
                  <c:v>974.45</c:v>
                </c:pt>
                <c:pt idx="1770">
                  <c:v>972.30000000000007</c:v>
                </c:pt>
                <c:pt idx="1771">
                  <c:v>961.92</c:v>
                </c:pt>
                <c:pt idx="1772">
                  <c:v>950.24</c:v>
                </c:pt>
                <c:pt idx="1773">
                  <c:v>961.99999999999989</c:v>
                </c:pt>
                <c:pt idx="1774">
                  <c:v>966.43000000000006</c:v>
                </c:pt>
                <c:pt idx="1775">
                  <c:v>970.71</c:v>
                </c:pt>
                <c:pt idx="1776">
                  <c:v>963.11</c:v>
                </c:pt>
                <c:pt idx="1777">
                  <c:v>949.6</c:v>
                </c:pt>
                <c:pt idx="1778">
                  <c:v>938.36999999999989</c:v>
                </c:pt>
                <c:pt idx="1779">
                  <c:v>925.90000000000009</c:v>
                </c:pt>
                <c:pt idx="1780">
                  <c:v>908.31</c:v>
                </c:pt>
                <c:pt idx="1781">
                  <c:v>919.35</c:v>
                </c:pt>
                <c:pt idx="1782">
                  <c:v>918.9</c:v>
                </c:pt>
                <c:pt idx="1783">
                  <c:v>905.3900000000001</c:v>
                </c:pt>
                <c:pt idx="1784">
                  <c:v>927.58</c:v>
                </c:pt>
                <c:pt idx="1785">
                  <c:v>925.18999999999994</c:v>
                </c:pt>
                <c:pt idx="1786">
                  <c:v>923.38</c:v>
                </c:pt>
                <c:pt idx="1787">
                  <c:v>924.56999999999994</c:v>
                </c:pt>
                <c:pt idx="1788">
                  <c:v>938.03</c:v>
                </c:pt>
                <c:pt idx="1789">
                  <c:v>900.63</c:v>
                </c:pt>
                <c:pt idx="1790">
                  <c:v>900.63</c:v>
                </c:pt>
                <c:pt idx="1791">
                  <c:v>889.32</c:v>
                </c:pt>
                <c:pt idx="1792">
                  <c:v>879.2299999999999</c:v>
                </c:pt>
                <c:pt idx="1793">
                  <c:v>879.81999999999994</c:v>
                </c:pt>
                <c:pt idx="1794">
                  <c:v>889.34999999999991</c:v>
                </c:pt>
                <c:pt idx="1795">
                  <c:v>888.09</c:v>
                </c:pt>
                <c:pt idx="1796">
                  <c:v>890.04</c:v>
                </c:pt>
                <c:pt idx="1797">
                  <c:v>881.46</c:v>
                </c:pt>
                <c:pt idx="1798">
                  <c:v>870.37</c:v>
                </c:pt>
                <c:pt idx="1799">
                  <c:v>870.37</c:v>
                </c:pt>
                <c:pt idx="1800">
                  <c:v>870.29</c:v>
                </c:pt>
                <c:pt idx="1801">
                  <c:v>878.6099999999999</c:v>
                </c:pt>
                <c:pt idx="1802">
                  <c:v>882.64</c:v>
                </c:pt>
                <c:pt idx="1803">
                  <c:v>870.92</c:v>
                </c:pt>
                <c:pt idx="1804">
                  <c:v>851.05000000000007</c:v>
                </c:pt>
                <c:pt idx="1805">
                  <c:v>850.71999999999991</c:v>
                </c:pt>
                <c:pt idx="1806">
                  <c:v>856.83</c:v>
                </c:pt>
                <c:pt idx="1807">
                  <c:v>865.77</c:v>
                </c:pt>
                <c:pt idx="1808">
                  <c:v>865.48</c:v>
                </c:pt>
                <c:pt idx="1809">
                  <c:v>861.45999999999992</c:v>
                </c:pt>
                <c:pt idx="1810">
                  <c:v>859.37</c:v>
                </c:pt>
                <c:pt idx="1811">
                  <c:v>856.5</c:v>
                </c:pt>
                <c:pt idx="1812">
                  <c:v>839.93000000000006</c:v>
                </c:pt>
                <c:pt idx="1813">
                  <c:v>837.64</c:v>
                </c:pt>
                <c:pt idx="1814">
                  <c:v>849.5200000000001</c:v>
                </c:pt>
                <c:pt idx="1815">
                  <c:v>862.18000000000006</c:v>
                </c:pt>
                <c:pt idx="1816">
                  <c:v>869.66</c:v>
                </c:pt>
                <c:pt idx="1817">
                  <c:v>878.65</c:v>
                </c:pt>
                <c:pt idx="1818">
                  <c:v>868.53</c:v>
                </c:pt>
                <c:pt idx="1819">
                  <c:v>871.08</c:v>
                </c:pt>
                <c:pt idx="1820">
                  <c:v>875.02</c:v>
                </c:pt>
                <c:pt idx="1821">
                  <c:v>875.02</c:v>
                </c:pt>
                <c:pt idx="1822">
                  <c:v>881.91000000000008</c:v>
                </c:pt>
                <c:pt idx="1823">
                  <c:v>900.4899999999999</c:v>
                </c:pt>
                <c:pt idx="1824">
                  <c:v>905.31000000000006</c:v>
                </c:pt>
                <c:pt idx="1825">
                  <c:v>903.56000000000006</c:v>
                </c:pt>
                <c:pt idx="1826">
                  <c:v>903.56000000000006</c:v>
                </c:pt>
                <c:pt idx="1827">
                  <c:v>892.51</c:v>
                </c:pt>
                <c:pt idx="1828">
                  <c:v>879.35</c:v>
                </c:pt>
                <c:pt idx="1829">
                  <c:v>878.96</c:v>
                </c:pt>
                <c:pt idx="1830">
                  <c:v>852.87000000000012</c:v>
                </c:pt>
                <c:pt idx="1831">
                  <c:v>839.86</c:v>
                </c:pt>
                <c:pt idx="1832">
                  <c:v>839.94</c:v>
                </c:pt>
                <c:pt idx="1833">
                  <c:v>831.01</c:v>
                </c:pt>
                <c:pt idx="1834">
                  <c:v>821.17000000000007</c:v>
                </c:pt>
                <c:pt idx="1835">
                  <c:v>819.16</c:v>
                </c:pt>
                <c:pt idx="1836">
                  <c:v>819.16</c:v>
                </c:pt>
                <c:pt idx="1837">
                  <c:v>820.14</c:v>
                </c:pt>
                <c:pt idx="1838">
                  <c:v>812.68999999999994</c:v>
                </c:pt>
                <c:pt idx="1839">
                  <c:v>826.3</c:v>
                </c:pt>
                <c:pt idx="1840">
                  <c:v>830.01</c:v>
                </c:pt>
                <c:pt idx="1841">
                  <c:v>826.89</c:v>
                </c:pt>
                <c:pt idx="1842">
                  <c:v>826.97</c:v>
                </c:pt>
                <c:pt idx="1843">
                  <c:v>828.16</c:v>
                </c:pt>
                <c:pt idx="1844">
                  <c:v>822.47</c:v>
                </c:pt>
                <c:pt idx="1845">
                  <c:v>822.46</c:v>
                </c:pt>
                <c:pt idx="1846">
                  <c:v>830.13</c:v>
                </c:pt>
                <c:pt idx="1847">
                  <c:v>825.93</c:v>
                </c:pt>
                <c:pt idx="1848">
                  <c:v>818.6400000000001</c:v>
                </c:pt>
                <c:pt idx="1849">
                  <c:v>789.12</c:v>
                </c:pt>
                <c:pt idx="1850">
                  <c:v>801.05000000000007</c:v>
                </c:pt>
                <c:pt idx="1851">
                  <c:v>819.38999999999987</c:v>
                </c:pt>
                <c:pt idx="1852">
                  <c:v>820.68999999999994</c:v>
                </c:pt>
                <c:pt idx="1853">
                  <c:v>825.1099999999999</c:v>
                </c:pt>
                <c:pt idx="1854">
                  <c:v>830.46</c:v>
                </c:pt>
                <c:pt idx="1855">
                  <c:v>848.26</c:v>
                </c:pt>
                <c:pt idx="1856">
                  <c:v>846.36999999999989</c:v>
                </c:pt>
                <c:pt idx="1857">
                  <c:v>851.04000000000008</c:v>
                </c:pt>
                <c:pt idx="1858">
                  <c:v>855.13</c:v>
                </c:pt>
                <c:pt idx="1859">
                  <c:v>866.36</c:v>
                </c:pt>
                <c:pt idx="1860">
                  <c:v>873.42</c:v>
                </c:pt>
                <c:pt idx="1861">
                  <c:v>873.42</c:v>
                </c:pt>
                <c:pt idx="1862">
                  <c:v>895.75</c:v>
                </c:pt>
                <c:pt idx="1863">
                  <c:v>888.69</c:v>
                </c:pt>
                <c:pt idx="1864">
                  <c:v>876.38</c:v>
                </c:pt>
                <c:pt idx="1865">
                  <c:v>883.09999999999991</c:v>
                </c:pt>
                <c:pt idx="1866">
                  <c:v>874.81000000000006</c:v>
                </c:pt>
                <c:pt idx="1867">
                  <c:v>874.31000000000006</c:v>
                </c:pt>
                <c:pt idx="1868">
                  <c:v>879.13</c:v>
                </c:pt>
                <c:pt idx="1869">
                  <c:v>883.6</c:v>
                </c:pt>
                <c:pt idx="1870">
                  <c:v>869.82999999999993</c:v>
                </c:pt>
                <c:pt idx="1871">
                  <c:v>863.43999999999994</c:v>
                </c:pt>
                <c:pt idx="1872">
                  <c:v>868.16</c:v>
                </c:pt>
                <c:pt idx="1873">
                  <c:v>880.84</c:v>
                </c:pt>
                <c:pt idx="1874">
                  <c:v>885.41000000000008</c:v>
                </c:pt>
                <c:pt idx="1875">
                  <c:v>895.2299999999999</c:v>
                </c:pt>
                <c:pt idx="1876">
                  <c:v>906.08</c:v>
                </c:pt>
                <c:pt idx="1877">
                  <c:v>898.47</c:v>
                </c:pt>
                <c:pt idx="1878">
                  <c:v>913.04</c:v>
                </c:pt>
                <c:pt idx="1879">
                  <c:v>906.50999999999988</c:v>
                </c:pt>
                <c:pt idx="1880">
                  <c:v>908.74</c:v>
                </c:pt>
                <c:pt idx="1881">
                  <c:v>915.79</c:v>
                </c:pt>
                <c:pt idx="1882">
                  <c:v>903.85000000000014</c:v>
                </c:pt>
                <c:pt idx="1883">
                  <c:v>896.71</c:v>
                </c:pt>
                <c:pt idx="1884">
                  <c:v>896.16000000000008</c:v>
                </c:pt>
                <c:pt idx="1885">
                  <c:v>904.81</c:v>
                </c:pt>
                <c:pt idx="1886">
                  <c:v>905.3599999999999</c:v>
                </c:pt>
                <c:pt idx="1887">
                  <c:v>908.55</c:v>
                </c:pt>
                <c:pt idx="1888">
                  <c:v>894.36</c:v>
                </c:pt>
                <c:pt idx="1889">
                  <c:v>887.75</c:v>
                </c:pt>
                <c:pt idx="1890">
                  <c:v>865.46</c:v>
                </c:pt>
                <c:pt idx="1891">
                  <c:v>857.85</c:v>
                </c:pt>
                <c:pt idx="1892">
                  <c:v>860.97</c:v>
                </c:pt>
                <c:pt idx="1893">
                  <c:v>868.12</c:v>
                </c:pt>
                <c:pt idx="1894">
                  <c:v>869.44999999999993</c:v>
                </c:pt>
                <c:pt idx="1895">
                  <c:v>873.04</c:v>
                </c:pt>
                <c:pt idx="1896">
                  <c:v>870.89</c:v>
                </c:pt>
                <c:pt idx="1897">
                  <c:v>866.03</c:v>
                </c:pt>
                <c:pt idx="1898">
                  <c:v>858.94999999999993</c:v>
                </c:pt>
                <c:pt idx="1899">
                  <c:v>850.25</c:v>
                </c:pt>
                <c:pt idx="1900">
                  <c:v>855.91000000000008</c:v>
                </c:pt>
                <c:pt idx="1901">
                  <c:v>860.2700000000001</c:v>
                </c:pt>
                <c:pt idx="1902">
                  <c:v>858.76</c:v>
                </c:pt>
                <c:pt idx="1903">
                  <c:v>864.46</c:v>
                </c:pt>
                <c:pt idx="1904">
                  <c:v>870.36</c:v>
                </c:pt>
                <c:pt idx="1905">
                  <c:v>867.57</c:v>
                </c:pt>
                <c:pt idx="1906">
                  <c:v>862.71</c:v>
                </c:pt>
                <c:pt idx="1907">
                  <c:v>863.57999999999993</c:v>
                </c:pt>
                <c:pt idx="1908">
                  <c:v>867.22</c:v>
                </c:pt>
                <c:pt idx="1909">
                  <c:v>862.12</c:v>
                </c:pt>
                <c:pt idx="1910">
                  <c:v>856.18999999999994</c:v>
                </c:pt>
                <c:pt idx="1911">
                  <c:v>858.75</c:v>
                </c:pt>
                <c:pt idx="1912">
                  <c:v>863.95999999999992</c:v>
                </c:pt>
                <c:pt idx="1913">
                  <c:v>862.53</c:v>
                </c:pt>
                <c:pt idx="1914">
                  <c:v>873.55</c:v>
                </c:pt>
                <c:pt idx="1915">
                  <c:v>867.46999999999991</c:v>
                </c:pt>
                <c:pt idx="1916">
                  <c:v>869.37</c:v>
                </c:pt>
                <c:pt idx="1917">
                  <c:v>872.62</c:v>
                </c:pt>
                <c:pt idx="1918">
                  <c:v>866.37</c:v>
                </c:pt>
                <c:pt idx="1919">
                  <c:v>865.24</c:v>
                </c:pt>
                <c:pt idx="1920">
                  <c:v>870.06</c:v>
                </c:pt>
                <c:pt idx="1921">
                  <c:v>869</c:v>
                </c:pt>
                <c:pt idx="1922">
                  <c:v>880.71</c:v>
                </c:pt>
                <c:pt idx="1923">
                  <c:v>882.18</c:v>
                </c:pt>
                <c:pt idx="1924">
                  <c:v>886.86000000000013</c:v>
                </c:pt>
                <c:pt idx="1925">
                  <c:v>885.68999999999994</c:v>
                </c:pt>
                <c:pt idx="1926">
                  <c:v>882.17</c:v>
                </c:pt>
                <c:pt idx="1927">
                  <c:v>884.46</c:v>
                </c:pt>
                <c:pt idx="1928">
                  <c:v>897.09</c:v>
                </c:pt>
                <c:pt idx="1929">
                  <c:v>898.7</c:v>
                </c:pt>
                <c:pt idx="1930">
                  <c:v>897.7</c:v>
                </c:pt>
                <c:pt idx="1931">
                  <c:v>897.7</c:v>
                </c:pt>
                <c:pt idx="1932">
                  <c:v>888.87</c:v>
                </c:pt>
                <c:pt idx="1933">
                  <c:v>891.09999999999991</c:v>
                </c:pt>
                <c:pt idx="1934">
                  <c:v>881.62</c:v>
                </c:pt>
                <c:pt idx="1935">
                  <c:v>870.35</c:v>
                </c:pt>
                <c:pt idx="1936">
                  <c:v>868.84999999999991</c:v>
                </c:pt>
                <c:pt idx="1937">
                  <c:v>870.36</c:v>
                </c:pt>
                <c:pt idx="1938">
                  <c:v>870.9799999999999</c:v>
                </c:pt>
                <c:pt idx="1939">
                  <c:v>869.19</c:v>
                </c:pt>
                <c:pt idx="1940">
                  <c:v>867.38</c:v>
                </c:pt>
                <c:pt idx="1941">
                  <c:v>867.06000000000006</c:v>
                </c:pt>
                <c:pt idx="1942">
                  <c:v>863.03</c:v>
                </c:pt>
                <c:pt idx="1943">
                  <c:v>863.93000000000006</c:v>
                </c:pt>
                <c:pt idx="1944">
                  <c:v>859.50000000000011</c:v>
                </c:pt>
                <c:pt idx="1945">
                  <c:v>858.62</c:v>
                </c:pt>
                <c:pt idx="1946">
                  <c:v>858.62</c:v>
                </c:pt>
                <c:pt idx="1947">
                  <c:v>861.72</c:v>
                </c:pt>
                <c:pt idx="1948">
                  <c:v>870.05</c:v>
                </c:pt>
                <c:pt idx="1949">
                  <c:v>875.68000000000006</c:v>
                </c:pt>
                <c:pt idx="1950">
                  <c:v>882.93999999999994</c:v>
                </c:pt>
                <c:pt idx="1951">
                  <c:v>883.74</c:v>
                </c:pt>
                <c:pt idx="1952">
                  <c:v>877.56000000000006</c:v>
                </c:pt>
                <c:pt idx="1953">
                  <c:v>871.62000000000012</c:v>
                </c:pt>
                <c:pt idx="1954">
                  <c:v>874.4899999999999</c:v>
                </c:pt>
                <c:pt idx="1955">
                  <c:v>867.63999999999987</c:v>
                </c:pt>
                <c:pt idx="1956">
                  <c:v>864.53000000000009</c:v>
                </c:pt>
                <c:pt idx="1957">
                  <c:v>864.53000000000009</c:v>
                </c:pt>
                <c:pt idx="1958">
                  <c:v>870.29</c:v>
                </c:pt>
                <c:pt idx="1959">
                  <c:v>887.93000000000006</c:v>
                </c:pt>
                <c:pt idx="1960">
                  <c:v>884.23</c:v>
                </c:pt>
                <c:pt idx="1961">
                  <c:v>881.81</c:v>
                </c:pt>
                <c:pt idx="1962">
                  <c:v>874.64</c:v>
                </c:pt>
                <c:pt idx="1963">
                  <c:v>853.21999999999991</c:v>
                </c:pt>
                <c:pt idx="1964">
                  <c:v>841.17</c:v>
                </c:pt>
                <c:pt idx="1965">
                  <c:v>844.14</c:v>
                </c:pt>
                <c:pt idx="1966">
                  <c:v>849.27</c:v>
                </c:pt>
                <c:pt idx="1967">
                  <c:v>843.36</c:v>
                </c:pt>
                <c:pt idx="1968">
                  <c:v>840.54</c:v>
                </c:pt>
                <c:pt idx="1969">
                  <c:v>849.70999999999992</c:v>
                </c:pt>
                <c:pt idx="1970">
                  <c:v>848.90000000000009</c:v>
                </c:pt>
                <c:pt idx="1971">
                  <c:v>845.68</c:v>
                </c:pt>
                <c:pt idx="1972">
                  <c:v>848.82</c:v>
                </c:pt>
                <c:pt idx="1973">
                  <c:v>851.42000000000007</c:v>
                </c:pt>
                <c:pt idx="1974">
                  <c:v>850.4</c:v>
                </c:pt>
                <c:pt idx="1975">
                  <c:v>850.21</c:v>
                </c:pt>
                <c:pt idx="1976">
                  <c:v>845.9799999999999</c:v>
                </c:pt>
                <c:pt idx="1977">
                  <c:v>853.1</c:v>
                </c:pt>
                <c:pt idx="1978">
                  <c:v>864</c:v>
                </c:pt>
                <c:pt idx="1979">
                  <c:v>871.29</c:v>
                </c:pt>
                <c:pt idx="1980">
                  <c:v>864.7399999999999</c:v>
                </c:pt>
                <c:pt idx="1981">
                  <c:v>861.06999999999994</c:v>
                </c:pt>
                <c:pt idx="1982">
                  <c:v>860.71</c:v>
                </c:pt>
                <c:pt idx="1983">
                  <c:v>855.84</c:v>
                </c:pt>
                <c:pt idx="1984">
                  <c:v>853.12</c:v>
                </c:pt>
                <c:pt idx="1985">
                  <c:v>859.22</c:v>
                </c:pt>
                <c:pt idx="1986">
                  <c:v>861.81000000000006</c:v>
                </c:pt>
                <c:pt idx="1987">
                  <c:v>866.58</c:v>
                </c:pt>
                <c:pt idx="1988">
                  <c:v>868.89</c:v>
                </c:pt>
                <c:pt idx="1989">
                  <c:v>881.38000000000011</c:v>
                </c:pt>
                <c:pt idx="1990">
                  <c:v>886.99999999999989</c:v>
                </c:pt>
                <c:pt idx="1991">
                  <c:v>889.55000000000007</c:v>
                </c:pt>
                <c:pt idx="1992">
                  <c:v>887.03</c:v>
                </c:pt>
                <c:pt idx="1993">
                  <c:v>873.08</c:v>
                </c:pt>
                <c:pt idx="1994">
                  <c:v>877.2</c:v>
                </c:pt>
                <c:pt idx="1995">
                  <c:v>878.6400000000001</c:v>
                </c:pt>
                <c:pt idx="1996">
                  <c:v>870.53</c:v>
                </c:pt>
                <c:pt idx="1997">
                  <c:v>861.53</c:v>
                </c:pt>
                <c:pt idx="1998">
                  <c:v>855.55000000000007</c:v>
                </c:pt>
                <c:pt idx="1999">
                  <c:v>851.92</c:v>
                </c:pt>
                <c:pt idx="2000">
                  <c:v>852.06999999999994</c:v>
                </c:pt>
                <c:pt idx="2001">
                  <c:v>852.06999999999994</c:v>
                </c:pt>
                <c:pt idx="2002">
                  <c:v>861.14</c:v>
                </c:pt>
                <c:pt idx="2003">
                  <c:v>868.93</c:v>
                </c:pt>
                <c:pt idx="2004">
                  <c:v>868.76</c:v>
                </c:pt>
                <c:pt idx="2005">
                  <c:v>866.2</c:v>
                </c:pt>
                <c:pt idx="2006">
                  <c:v>862.68</c:v>
                </c:pt>
                <c:pt idx="2007">
                  <c:v>865.64</c:v>
                </c:pt>
                <c:pt idx="2008">
                  <c:v>864.26</c:v>
                </c:pt>
                <c:pt idx="2009">
                  <c:v>860.17</c:v>
                </c:pt>
                <c:pt idx="2010">
                  <c:v>862.52</c:v>
                </c:pt>
                <c:pt idx="2011">
                  <c:v>864.81</c:v>
                </c:pt>
                <c:pt idx="2012">
                  <c:v>869.63000000000011</c:v>
                </c:pt>
                <c:pt idx="2013">
                  <c:v>868.88000000000011</c:v>
                </c:pt>
                <c:pt idx="2014">
                  <c:v>884.72</c:v>
                </c:pt>
                <c:pt idx="2015">
                  <c:v>882.87999999999988</c:v>
                </c:pt>
                <c:pt idx="2016">
                  <c:v>891.07</c:v>
                </c:pt>
                <c:pt idx="2017">
                  <c:v>898.15000000000009</c:v>
                </c:pt>
                <c:pt idx="2018">
                  <c:v>901.67000000000007</c:v>
                </c:pt>
                <c:pt idx="2019">
                  <c:v>903.66</c:v>
                </c:pt>
                <c:pt idx="2020">
                  <c:v>896.95</c:v>
                </c:pt>
                <c:pt idx="2021">
                  <c:v>913.23</c:v>
                </c:pt>
                <c:pt idx="2022">
                  <c:v>933.67000000000007</c:v>
                </c:pt>
                <c:pt idx="2023">
                  <c:v>936.9</c:v>
                </c:pt>
                <c:pt idx="2024">
                  <c:v>936.29</c:v>
                </c:pt>
                <c:pt idx="2025">
                  <c:v>938.25</c:v>
                </c:pt>
                <c:pt idx="2026">
                  <c:v>938.25</c:v>
                </c:pt>
                <c:pt idx="2027">
                  <c:v>916.24</c:v>
                </c:pt>
                <c:pt idx="2028">
                  <c:v>916.31999999999994</c:v>
                </c:pt>
                <c:pt idx="2029">
                  <c:v>924.69</c:v>
                </c:pt>
                <c:pt idx="2030">
                  <c:v>925.15</c:v>
                </c:pt>
                <c:pt idx="2031">
                  <c:v>929.2299999999999</c:v>
                </c:pt>
                <c:pt idx="2032">
                  <c:v>939.18</c:v>
                </c:pt>
                <c:pt idx="2033">
                  <c:v>950.18</c:v>
                </c:pt>
                <c:pt idx="2034">
                  <c:v>956.75000000000011</c:v>
                </c:pt>
                <c:pt idx="2035">
                  <c:v>962.05</c:v>
                </c:pt>
                <c:pt idx="2036">
                  <c:v>959.32999999999993</c:v>
                </c:pt>
                <c:pt idx="2037">
                  <c:v>948.7399999999999</c:v>
                </c:pt>
                <c:pt idx="2038">
                  <c:v>953.47</c:v>
                </c:pt>
                <c:pt idx="2039">
                  <c:v>957.57999999999993</c:v>
                </c:pt>
                <c:pt idx="2040">
                  <c:v>956.45</c:v>
                </c:pt>
                <c:pt idx="2041">
                  <c:v>959.01</c:v>
                </c:pt>
                <c:pt idx="2042">
                  <c:v>960.72</c:v>
                </c:pt>
                <c:pt idx="2043">
                  <c:v>952.16</c:v>
                </c:pt>
                <c:pt idx="2044">
                  <c:v>922.73</c:v>
                </c:pt>
                <c:pt idx="2045">
                  <c:v>896.91</c:v>
                </c:pt>
                <c:pt idx="2046">
                  <c:v>899.28000000000009</c:v>
                </c:pt>
                <c:pt idx="2047">
                  <c:v>904.78000000000009</c:v>
                </c:pt>
                <c:pt idx="2048">
                  <c:v>905.21999999999991</c:v>
                </c:pt>
                <c:pt idx="2049">
                  <c:v>911.34</c:v>
                </c:pt>
                <c:pt idx="2050">
                  <c:v>910.04000000000008</c:v>
                </c:pt>
                <c:pt idx="2051">
                  <c:v>910.35</c:v>
                </c:pt>
                <c:pt idx="2052">
                  <c:v>883.62</c:v>
                </c:pt>
                <c:pt idx="2053">
                  <c:v>887.57</c:v>
                </c:pt>
                <c:pt idx="2054">
                  <c:v>889.29</c:v>
                </c:pt>
                <c:pt idx="2055">
                  <c:v>888.71</c:v>
                </c:pt>
                <c:pt idx="2056">
                  <c:v>884.06000000000006</c:v>
                </c:pt>
                <c:pt idx="2057">
                  <c:v>884.63999999999987</c:v>
                </c:pt>
                <c:pt idx="2058">
                  <c:v>881.42</c:v>
                </c:pt>
                <c:pt idx="2059">
                  <c:v>881.42</c:v>
                </c:pt>
                <c:pt idx="2060">
                  <c:v>883.74</c:v>
                </c:pt>
                <c:pt idx="2061">
                  <c:v>878.56000000000006</c:v>
                </c:pt>
                <c:pt idx="2062">
                  <c:v>872.64</c:v>
                </c:pt>
                <c:pt idx="2063">
                  <c:v>856.66</c:v>
                </c:pt>
                <c:pt idx="2064">
                  <c:v>858.08</c:v>
                </c:pt>
                <c:pt idx="2065">
                  <c:v>850.39</c:v>
                </c:pt>
                <c:pt idx="2066">
                  <c:v>848.93000000000006</c:v>
                </c:pt>
                <c:pt idx="2067">
                  <c:v>843.54</c:v>
                </c:pt>
                <c:pt idx="2068">
                  <c:v>840.29000000000008</c:v>
                </c:pt>
                <c:pt idx="2069">
                  <c:v>839.85</c:v>
                </c:pt>
                <c:pt idx="2070">
                  <c:v>845.53</c:v>
                </c:pt>
                <c:pt idx="2071">
                  <c:v>847.99</c:v>
                </c:pt>
                <c:pt idx="2072">
                  <c:v>846.25</c:v>
                </c:pt>
                <c:pt idx="2073">
                  <c:v>828.43999999999994</c:v>
                </c:pt>
                <c:pt idx="2074">
                  <c:v>794.75</c:v>
                </c:pt>
                <c:pt idx="2075">
                  <c:v>798.19</c:v>
                </c:pt>
                <c:pt idx="2076">
                  <c:v>800.92</c:v>
                </c:pt>
                <c:pt idx="2077">
                  <c:v>796.03</c:v>
                </c:pt>
                <c:pt idx="2078">
                  <c:v>789.61</c:v>
                </c:pt>
                <c:pt idx="2079">
                  <c:v>788.68999999999994</c:v>
                </c:pt>
                <c:pt idx="2080">
                  <c:v>787.06</c:v>
                </c:pt>
                <c:pt idx="2081">
                  <c:v>787.06</c:v>
                </c:pt>
                <c:pt idx="2082">
                  <c:v>787.26</c:v>
                </c:pt>
                <c:pt idx="2083">
                  <c:v>779.67000000000007</c:v>
                </c:pt>
                <c:pt idx="2084">
                  <c:v>779.81</c:v>
                </c:pt>
                <c:pt idx="2085">
                  <c:v>781.62</c:v>
                </c:pt>
                <c:pt idx="2086">
                  <c:v>781.62</c:v>
                </c:pt>
                <c:pt idx="2087">
                  <c:v>793.79</c:v>
                </c:pt>
                <c:pt idx="2088">
                  <c:v>808.61</c:v>
                </c:pt>
                <c:pt idx="2089">
                  <c:v>811.88</c:v>
                </c:pt>
                <c:pt idx="2090">
                  <c:v>813.24</c:v>
                </c:pt>
                <c:pt idx="2091">
                  <c:v>805.9799999999999</c:v>
                </c:pt>
                <c:pt idx="2092">
                  <c:v>803.80000000000007</c:v>
                </c:pt>
                <c:pt idx="2093">
                  <c:v>795.61</c:v>
                </c:pt>
                <c:pt idx="2094">
                  <c:v>794.59</c:v>
                </c:pt>
                <c:pt idx="2095">
                  <c:v>788.95999999999992</c:v>
                </c:pt>
                <c:pt idx="2096">
                  <c:v>788.95999999999992</c:v>
                </c:pt>
                <c:pt idx="2097">
                  <c:v>798.64</c:v>
                </c:pt>
                <c:pt idx="2098">
                  <c:v>808.25</c:v>
                </c:pt>
                <c:pt idx="2099">
                  <c:v>806.94999999999993</c:v>
                </c:pt>
                <c:pt idx="2100">
                  <c:v>805.81999999999994</c:v>
                </c:pt>
                <c:pt idx="2101">
                  <c:v>799.6</c:v>
                </c:pt>
                <c:pt idx="2102">
                  <c:v>802.14</c:v>
                </c:pt>
                <c:pt idx="2103">
                  <c:v>799.38</c:v>
                </c:pt>
                <c:pt idx="2104">
                  <c:v>793.55000000000007</c:v>
                </c:pt>
                <c:pt idx="2105">
                  <c:v>791.52</c:v>
                </c:pt>
                <c:pt idx="2106">
                  <c:v>787.78</c:v>
                </c:pt>
                <c:pt idx="2107">
                  <c:v>788.52</c:v>
                </c:pt>
                <c:pt idx="2108">
                  <c:v>792.21</c:v>
                </c:pt>
                <c:pt idx="2109">
                  <c:v>786.27</c:v>
                </c:pt>
                <c:pt idx="2110">
                  <c:v>790.88</c:v>
                </c:pt>
                <c:pt idx="2111">
                  <c:v>801.78</c:v>
                </c:pt>
                <c:pt idx="2112">
                  <c:v>797.52</c:v>
                </c:pt>
                <c:pt idx="2113">
                  <c:v>792.65</c:v>
                </c:pt>
                <c:pt idx="2114">
                  <c:v>791.78</c:v>
                </c:pt>
                <c:pt idx="2115">
                  <c:v>790.06</c:v>
                </c:pt>
                <c:pt idx="2116">
                  <c:v>789.51</c:v>
                </c:pt>
                <c:pt idx="2117">
                  <c:v>806.5200000000001</c:v>
                </c:pt>
                <c:pt idx="2118">
                  <c:v>803.55000000000007</c:v>
                </c:pt>
                <c:pt idx="2119">
                  <c:v>799.4</c:v>
                </c:pt>
                <c:pt idx="2120">
                  <c:v>804.0100000000001</c:v>
                </c:pt>
                <c:pt idx="2121">
                  <c:v>804.0100000000001</c:v>
                </c:pt>
                <c:pt idx="2122">
                  <c:v>803.52</c:v>
                </c:pt>
                <c:pt idx="2123">
                  <c:v>804.3900000000001</c:v>
                </c:pt>
                <c:pt idx="2124">
                  <c:v>796.39</c:v>
                </c:pt>
                <c:pt idx="2125">
                  <c:v>793.44</c:v>
                </c:pt>
                <c:pt idx="2126">
                  <c:v>795.69</c:v>
                </c:pt>
                <c:pt idx="2127">
                  <c:v>798.54000000000008</c:v>
                </c:pt>
                <c:pt idx="2128">
                  <c:v>799.18</c:v>
                </c:pt>
                <c:pt idx="2129">
                  <c:v>796.69999999999993</c:v>
                </c:pt>
                <c:pt idx="2130">
                  <c:v>793.1</c:v>
                </c:pt>
                <c:pt idx="2131">
                  <c:v>791.77</c:v>
                </c:pt>
                <c:pt idx="2132">
                  <c:v>790.34</c:v>
                </c:pt>
                <c:pt idx="2133">
                  <c:v>786.66</c:v>
                </c:pt>
                <c:pt idx="2134">
                  <c:v>785.49</c:v>
                </c:pt>
                <c:pt idx="2135">
                  <c:v>782.38</c:v>
                </c:pt>
                <c:pt idx="2136">
                  <c:v>784.59</c:v>
                </c:pt>
                <c:pt idx="2137">
                  <c:v>785.2</c:v>
                </c:pt>
                <c:pt idx="2138">
                  <c:v>783.81999999999994</c:v>
                </c:pt>
                <c:pt idx="2139">
                  <c:v>793.56</c:v>
                </c:pt>
                <c:pt idx="2140">
                  <c:v>796.94</c:v>
                </c:pt>
                <c:pt idx="2141">
                  <c:v>796.12</c:v>
                </c:pt>
                <c:pt idx="2142">
                  <c:v>791.70999999999992</c:v>
                </c:pt>
                <c:pt idx="2143">
                  <c:v>789</c:v>
                </c:pt>
                <c:pt idx="2144">
                  <c:v>781.61</c:v>
                </c:pt>
                <c:pt idx="2145">
                  <c:v>781.82999999999993</c:v>
                </c:pt>
                <c:pt idx="2146">
                  <c:v>786.16</c:v>
                </c:pt>
                <c:pt idx="2147">
                  <c:v>787.15</c:v>
                </c:pt>
                <c:pt idx="2148">
                  <c:v>782.47</c:v>
                </c:pt>
                <c:pt idx="2149">
                  <c:v>783</c:v>
                </c:pt>
                <c:pt idx="2150">
                  <c:v>783</c:v>
                </c:pt>
                <c:pt idx="2151">
                  <c:v>790.71999999999991</c:v>
                </c:pt>
                <c:pt idx="2152">
                  <c:v>801.52</c:v>
                </c:pt>
                <c:pt idx="2153">
                  <c:v>800.79</c:v>
                </c:pt>
                <c:pt idx="2154">
                  <c:v>797.65</c:v>
                </c:pt>
                <c:pt idx="2155">
                  <c:v>800.8900000000001</c:v>
                </c:pt>
                <c:pt idx="2156">
                  <c:v>802.0200000000001</c:v>
                </c:pt>
                <c:pt idx="2157">
                  <c:v>798.4</c:v>
                </c:pt>
                <c:pt idx="2158">
                  <c:v>812.15</c:v>
                </c:pt>
                <c:pt idx="2159">
                  <c:v>817.69999999999993</c:v>
                </c:pt>
                <c:pt idx="2160">
                  <c:v>820.9899999999999</c:v>
                </c:pt>
                <c:pt idx="2161">
                  <c:v>829.2299999999999</c:v>
                </c:pt>
                <c:pt idx="2162">
                  <c:v>842.02</c:v>
                </c:pt>
                <c:pt idx="2163">
                  <c:v>840.66</c:v>
                </c:pt>
                <c:pt idx="2164">
                  <c:v>843.31999999999994</c:v>
                </c:pt>
                <c:pt idx="2165">
                  <c:v>840.7</c:v>
                </c:pt>
                <c:pt idx="2166">
                  <c:v>834.06000000000006</c:v>
                </c:pt>
                <c:pt idx="2167">
                  <c:v>823.11</c:v>
                </c:pt>
                <c:pt idx="2168">
                  <c:v>825.85</c:v>
                </c:pt>
                <c:pt idx="2169">
                  <c:v>836.9</c:v>
                </c:pt>
                <c:pt idx="2170">
                  <c:v>828.09</c:v>
                </c:pt>
                <c:pt idx="2171">
                  <c:v>821.23000000000013</c:v>
                </c:pt>
                <c:pt idx="2172">
                  <c:v>826.96</c:v>
                </c:pt>
                <c:pt idx="2173">
                  <c:v>826.22</c:v>
                </c:pt>
                <c:pt idx="2174">
                  <c:v>815.24</c:v>
                </c:pt>
                <c:pt idx="2175">
                  <c:v>801.61</c:v>
                </c:pt>
                <c:pt idx="2176">
                  <c:v>797.82</c:v>
                </c:pt>
                <c:pt idx="2177">
                  <c:v>797.15</c:v>
                </c:pt>
                <c:pt idx="2178">
                  <c:v>801.6400000000001</c:v>
                </c:pt>
                <c:pt idx="2179">
                  <c:v>803.15</c:v>
                </c:pt>
                <c:pt idx="2180">
                  <c:v>805.43</c:v>
                </c:pt>
                <c:pt idx="2181">
                  <c:v>804.78000000000009</c:v>
                </c:pt>
                <c:pt idx="2182">
                  <c:v>804.7</c:v>
                </c:pt>
                <c:pt idx="2183">
                  <c:v>795.16</c:v>
                </c:pt>
                <c:pt idx="2184">
                  <c:v>795.99</c:v>
                </c:pt>
                <c:pt idx="2185">
                  <c:v>799.11</c:v>
                </c:pt>
                <c:pt idx="2186">
                  <c:v>799.85</c:v>
                </c:pt>
                <c:pt idx="2187">
                  <c:v>797.11</c:v>
                </c:pt>
                <c:pt idx="2188">
                  <c:v>802.63000000000011</c:v>
                </c:pt>
                <c:pt idx="2189">
                  <c:v>807.5100000000001</c:v>
                </c:pt>
                <c:pt idx="2190">
                  <c:v>809.79</c:v>
                </c:pt>
                <c:pt idx="2191">
                  <c:v>809.79</c:v>
                </c:pt>
                <c:pt idx="2192">
                  <c:v>810.6</c:v>
                </c:pt>
                <c:pt idx="2193">
                  <c:v>820.52</c:v>
                </c:pt>
                <c:pt idx="2194">
                  <c:v>818.09999999999991</c:v>
                </c:pt>
                <c:pt idx="2195">
                  <c:v>813.56999999999994</c:v>
                </c:pt>
                <c:pt idx="2196">
                  <c:v>806.55</c:v>
                </c:pt>
                <c:pt idx="2197">
                  <c:v>805.13</c:v>
                </c:pt>
                <c:pt idx="2198">
                  <c:v>799.64</c:v>
                </c:pt>
                <c:pt idx="2199">
                  <c:v>800.45</c:v>
                </c:pt>
                <c:pt idx="2200">
                  <c:v>807.67000000000007</c:v>
                </c:pt>
                <c:pt idx="2201">
                  <c:v>809.62</c:v>
                </c:pt>
                <c:pt idx="2202">
                  <c:v>808.12000000000012</c:v>
                </c:pt>
                <c:pt idx="2203">
                  <c:v>793.28</c:v>
                </c:pt>
                <c:pt idx="2204">
                  <c:v>795.81</c:v>
                </c:pt>
                <c:pt idx="2205">
                  <c:v>804.46</c:v>
                </c:pt>
                <c:pt idx="2206">
                  <c:v>805.49</c:v>
                </c:pt>
                <c:pt idx="2207">
                  <c:v>800.4799999999999</c:v>
                </c:pt>
                <c:pt idx="2208">
                  <c:v>800.4799999999999</c:v>
                </c:pt>
                <c:pt idx="2209">
                  <c:v>801.04000000000008</c:v>
                </c:pt>
                <c:pt idx="2210">
                  <c:v>801.28000000000009</c:v>
                </c:pt>
                <c:pt idx="2211">
                  <c:v>798.71999999999991</c:v>
                </c:pt>
                <c:pt idx="2212">
                  <c:v>798.59</c:v>
                </c:pt>
                <c:pt idx="2213">
                  <c:v>802.57</c:v>
                </c:pt>
                <c:pt idx="2214">
                  <c:v>802.06999999999994</c:v>
                </c:pt>
                <c:pt idx="2215">
                  <c:v>803.06</c:v>
                </c:pt>
                <c:pt idx="2216">
                  <c:v>807.36000000000013</c:v>
                </c:pt>
                <c:pt idx="2217">
                  <c:v>807.86</c:v>
                </c:pt>
                <c:pt idx="2218">
                  <c:v>805.71</c:v>
                </c:pt>
                <c:pt idx="2219">
                  <c:v>805.71</c:v>
                </c:pt>
                <c:pt idx="2220">
                  <c:v>801.73</c:v>
                </c:pt>
                <c:pt idx="2221">
                  <c:v>797.2</c:v>
                </c:pt>
                <c:pt idx="2222">
                  <c:v>796.13</c:v>
                </c:pt>
                <c:pt idx="2223">
                  <c:v>793.79</c:v>
                </c:pt>
                <c:pt idx="2224">
                  <c:v>785.01</c:v>
                </c:pt>
                <c:pt idx="2225">
                  <c:v>782.11</c:v>
                </c:pt>
                <c:pt idx="2226">
                  <c:v>779.74</c:v>
                </c:pt>
                <c:pt idx="2227">
                  <c:v>773.52</c:v>
                </c:pt>
                <c:pt idx="2228">
                  <c:v>774.49</c:v>
                </c:pt>
                <c:pt idx="2229">
                  <c:v>775.13</c:v>
                </c:pt>
                <c:pt idx="2230">
                  <c:v>778.88</c:v>
                </c:pt>
                <c:pt idx="2231">
                  <c:v>777.6099999999999</c:v>
                </c:pt>
                <c:pt idx="2232">
                  <c:v>773.99</c:v>
                </c:pt>
                <c:pt idx="2233">
                  <c:v>777.5</c:v>
                </c:pt>
                <c:pt idx="2234">
                  <c:v>777.69</c:v>
                </c:pt>
                <c:pt idx="2235">
                  <c:v>776.1</c:v>
                </c:pt>
                <c:pt idx="2236">
                  <c:v>776.38</c:v>
                </c:pt>
                <c:pt idx="2237">
                  <c:v>776.44</c:v>
                </c:pt>
                <c:pt idx="2238">
                  <c:v>771.3</c:v>
                </c:pt>
                <c:pt idx="2239">
                  <c:v>770.76</c:v>
                </c:pt>
                <c:pt idx="2240">
                  <c:v>781.72</c:v>
                </c:pt>
                <c:pt idx="2241">
                  <c:v>800.99</c:v>
                </c:pt>
                <c:pt idx="2242">
                  <c:v>789.47</c:v>
                </c:pt>
                <c:pt idx="2243">
                  <c:v>781.33999999999992</c:v>
                </c:pt>
                <c:pt idx="2244">
                  <c:v>778.48</c:v>
                </c:pt>
                <c:pt idx="2245">
                  <c:v>777.65000000000009</c:v>
                </c:pt>
                <c:pt idx="2246">
                  <c:v>777.16000000000008</c:v>
                </c:pt>
                <c:pt idx="2247">
                  <c:v>773.52</c:v>
                </c:pt>
                <c:pt idx="2248">
                  <c:v>770.43</c:v>
                </c:pt>
                <c:pt idx="2249">
                  <c:v>765.26</c:v>
                </c:pt>
                <c:pt idx="2250">
                  <c:v>762.89</c:v>
                </c:pt>
                <c:pt idx="2251">
                  <c:v>756.94999999999993</c:v>
                </c:pt>
                <c:pt idx="2252">
                  <c:v>754.96999999999991</c:v>
                </c:pt>
                <c:pt idx="2253">
                  <c:v>753.19</c:v>
                </c:pt>
                <c:pt idx="2254">
                  <c:v>752.93999999999994</c:v>
                </c:pt>
                <c:pt idx="2255">
                  <c:v>746.13</c:v>
                </c:pt>
                <c:pt idx="2256">
                  <c:v>742.54</c:v>
                </c:pt>
                <c:pt idx="2257">
                  <c:v>743.1</c:v>
                </c:pt>
                <c:pt idx="2258">
                  <c:v>744.73</c:v>
                </c:pt>
                <c:pt idx="2259">
                  <c:v>744.78</c:v>
                </c:pt>
                <c:pt idx="2260">
                  <c:v>744.35</c:v>
                </c:pt>
                <c:pt idx="2261">
                  <c:v>744.35</c:v>
                </c:pt>
                <c:pt idx="2262">
                  <c:v>747.9</c:v>
                </c:pt>
                <c:pt idx="2263">
                  <c:v>745.12</c:v>
                </c:pt>
                <c:pt idx="2264">
                  <c:v>738.57999999999993</c:v>
                </c:pt>
                <c:pt idx="2265">
                  <c:v>739.35</c:v>
                </c:pt>
                <c:pt idx="2266">
                  <c:v>736.59</c:v>
                </c:pt>
                <c:pt idx="2267">
                  <c:v>739.49</c:v>
                </c:pt>
                <c:pt idx="2268">
                  <c:v>741.56000000000006</c:v>
                </c:pt>
                <c:pt idx="2269">
                  <c:v>738.27</c:v>
                </c:pt>
                <c:pt idx="2270">
                  <c:v>733.51</c:v>
                </c:pt>
                <c:pt idx="2271">
                  <c:v>725.55</c:v>
                </c:pt>
                <c:pt idx="2272">
                  <c:v>721.12</c:v>
                </c:pt>
                <c:pt idx="2273">
                  <c:v>719.9</c:v>
                </c:pt>
                <c:pt idx="2274">
                  <c:v>707.75</c:v>
                </c:pt>
                <c:pt idx="2275">
                  <c:v>711.28</c:v>
                </c:pt>
                <c:pt idx="2276">
                  <c:v>709.62</c:v>
                </c:pt>
                <c:pt idx="2277">
                  <c:v>711.96</c:v>
                </c:pt>
                <c:pt idx="2278">
                  <c:v>713.75</c:v>
                </c:pt>
                <c:pt idx="2279">
                  <c:v>714.25</c:v>
                </c:pt>
                <c:pt idx="2280">
                  <c:v>707.82999999999993</c:v>
                </c:pt>
                <c:pt idx="2281">
                  <c:v>709.77</c:v>
                </c:pt>
                <c:pt idx="2282">
                  <c:v>709.88</c:v>
                </c:pt>
                <c:pt idx="2283">
                  <c:v>711.39</c:v>
                </c:pt>
                <c:pt idx="2284">
                  <c:v>715.14</c:v>
                </c:pt>
                <c:pt idx="2285">
                  <c:v>718.35</c:v>
                </c:pt>
                <c:pt idx="2286">
                  <c:v>726.56999999999994</c:v>
                </c:pt>
                <c:pt idx="2287">
                  <c:v>730.45999999999992</c:v>
                </c:pt>
                <c:pt idx="2288">
                  <c:v>730.53</c:v>
                </c:pt>
                <c:pt idx="2289">
                  <c:v>732.39</c:v>
                </c:pt>
                <c:pt idx="2290">
                  <c:v>731.2299999999999</c:v>
                </c:pt>
                <c:pt idx="2291">
                  <c:v>731.2299999999999</c:v>
                </c:pt>
                <c:pt idx="2292">
                  <c:v>726.66000000000008</c:v>
                </c:pt>
                <c:pt idx="2293">
                  <c:v>724.67</c:v>
                </c:pt>
                <c:pt idx="2294">
                  <c:v>726.45</c:v>
                </c:pt>
                <c:pt idx="2295">
                  <c:v>725.35</c:v>
                </c:pt>
                <c:pt idx="2296">
                  <c:v>731.21</c:v>
                </c:pt>
                <c:pt idx="2297">
                  <c:v>737.43999999999994</c:v>
                </c:pt>
                <c:pt idx="2298">
                  <c:v>743.45</c:v>
                </c:pt>
                <c:pt idx="2299">
                  <c:v>739.28</c:v>
                </c:pt>
                <c:pt idx="2300">
                  <c:v>739.9</c:v>
                </c:pt>
                <c:pt idx="2301">
                  <c:v>737.96</c:v>
                </c:pt>
                <c:pt idx="2302">
                  <c:v>740.28</c:v>
                </c:pt>
                <c:pt idx="2303">
                  <c:v>735.74</c:v>
                </c:pt>
                <c:pt idx="2304">
                  <c:v>742.41</c:v>
                </c:pt>
                <c:pt idx="2305">
                  <c:v>741.65</c:v>
                </c:pt>
                <c:pt idx="2306">
                  <c:v>740.39</c:v>
                </c:pt>
                <c:pt idx="2307">
                  <c:v>741.48</c:v>
                </c:pt>
                <c:pt idx="2308">
                  <c:v>738.03</c:v>
                </c:pt>
                <c:pt idx="2309">
                  <c:v>730.87</c:v>
                </c:pt>
                <c:pt idx="2310">
                  <c:v>724.05</c:v>
                </c:pt>
                <c:pt idx="2311">
                  <c:v>724.05</c:v>
                </c:pt>
                <c:pt idx="2312">
                  <c:v>730.45</c:v>
                </c:pt>
                <c:pt idx="2313">
                  <c:v>730.05000000000007</c:v>
                </c:pt>
                <c:pt idx="2314">
                  <c:v>730.21</c:v>
                </c:pt>
                <c:pt idx="2315">
                  <c:v>741.13</c:v>
                </c:pt>
                <c:pt idx="2316">
                  <c:v>739.89</c:v>
                </c:pt>
                <c:pt idx="2317">
                  <c:v>737.16</c:v>
                </c:pt>
                <c:pt idx="2318">
                  <c:v>735.83999999999992</c:v>
                </c:pt>
                <c:pt idx="2319">
                  <c:v>734.32</c:v>
                </c:pt>
                <c:pt idx="2320">
                  <c:v>735.61</c:v>
                </c:pt>
                <c:pt idx="2321">
                  <c:v>729.75</c:v>
                </c:pt>
                <c:pt idx="2322">
                  <c:v>731.73</c:v>
                </c:pt>
                <c:pt idx="2323">
                  <c:v>730.86</c:v>
                </c:pt>
                <c:pt idx="2324">
                  <c:v>730.86</c:v>
                </c:pt>
                <c:pt idx="2325">
                  <c:v>727.3</c:v>
                </c:pt>
                <c:pt idx="2326">
                  <c:v>723.36</c:v>
                </c:pt>
                <c:pt idx="2327">
                  <c:v>722.82</c:v>
                </c:pt>
                <c:pt idx="2328">
                  <c:v>720.56</c:v>
                </c:pt>
                <c:pt idx="2329">
                  <c:v>719.76</c:v>
                </c:pt>
                <c:pt idx="2330">
                  <c:v>716.94</c:v>
                </c:pt>
                <c:pt idx="2331">
                  <c:v>718.63</c:v>
                </c:pt>
                <c:pt idx="2332">
                  <c:v>720.07</c:v>
                </c:pt>
                <c:pt idx="2333">
                  <c:v>718.8</c:v>
                </c:pt>
                <c:pt idx="2334">
                  <c:v>723.43999999999994</c:v>
                </c:pt>
                <c:pt idx="2335">
                  <c:v>730.3</c:v>
                </c:pt>
                <c:pt idx="2336">
                  <c:v>733.45</c:v>
                </c:pt>
                <c:pt idx="2337">
                  <c:v>737.26</c:v>
                </c:pt>
                <c:pt idx="2338">
                  <c:v>746.67000000000007</c:v>
                </c:pt>
                <c:pt idx="2339">
                  <c:v>761.62</c:v>
                </c:pt>
                <c:pt idx="2340">
                  <c:v>759.18000000000006</c:v>
                </c:pt>
                <c:pt idx="2341">
                  <c:v>760.61</c:v>
                </c:pt>
                <c:pt idx="2342">
                  <c:v>762.6</c:v>
                </c:pt>
                <c:pt idx="2343">
                  <c:v>762.6</c:v>
                </c:pt>
                <c:pt idx="2344">
                  <c:v>761.52</c:v>
                </c:pt>
                <c:pt idx="2345">
                  <c:v>761.2</c:v>
                </c:pt>
                <c:pt idx="2346">
                  <c:v>760.17</c:v>
                </c:pt>
                <c:pt idx="2347">
                  <c:v>758.5</c:v>
                </c:pt>
                <c:pt idx="2348">
                  <c:v>758.5</c:v>
                </c:pt>
                <c:pt idx="2349">
                  <c:v>753.47</c:v>
                </c:pt>
                <c:pt idx="2350">
                  <c:v>750.51</c:v>
                </c:pt>
                <c:pt idx="2351">
                  <c:v>743.72</c:v>
                </c:pt>
                <c:pt idx="2352">
                  <c:v>750.22</c:v>
                </c:pt>
                <c:pt idx="2353">
                  <c:v>753.59</c:v>
                </c:pt>
                <c:pt idx="2354">
                  <c:v>752.3</c:v>
                </c:pt>
                <c:pt idx="2355">
                  <c:v>761.58</c:v>
                </c:pt>
                <c:pt idx="2356">
                  <c:v>768.64</c:v>
                </c:pt>
                <c:pt idx="2357">
                  <c:v>764.37</c:v>
                </c:pt>
                <c:pt idx="2358">
                  <c:v>746.23</c:v>
                </c:pt>
                <c:pt idx="2359">
                  <c:v>745.29</c:v>
                </c:pt>
                <c:pt idx="2360">
                  <c:v>740.84</c:v>
                </c:pt>
                <c:pt idx="2361">
                  <c:v>740.84</c:v>
                </c:pt>
                <c:pt idx="2362">
                  <c:v>734.07999999999993</c:v>
                </c:pt>
                <c:pt idx="2363">
                  <c:v>734.18999999999994</c:v>
                </c:pt>
                <c:pt idx="2364">
                  <c:v>736.34</c:v>
                </c:pt>
                <c:pt idx="2365">
                  <c:v>734.02</c:v>
                </c:pt>
                <c:pt idx="2366">
                  <c:v>735.32</c:v>
                </c:pt>
                <c:pt idx="2367">
                  <c:v>733.8</c:v>
                </c:pt>
                <c:pt idx="2368">
                  <c:v>734.13</c:v>
                </c:pt>
                <c:pt idx="2369">
                  <c:v>729.47</c:v>
                </c:pt>
                <c:pt idx="2370">
                  <c:v>728.75</c:v>
                </c:pt>
                <c:pt idx="2371">
                  <c:v>737.58</c:v>
                </c:pt>
                <c:pt idx="2372">
                  <c:v>734.31</c:v>
                </c:pt>
                <c:pt idx="2373">
                  <c:v>729.53</c:v>
                </c:pt>
                <c:pt idx="2374">
                  <c:v>727.56999999999994</c:v>
                </c:pt>
                <c:pt idx="2375">
                  <c:v>733.57</c:v>
                </c:pt>
                <c:pt idx="2376">
                  <c:v>732.63</c:v>
                </c:pt>
                <c:pt idx="2377">
                  <c:v>737.1</c:v>
                </c:pt>
                <c:pt idx="2378">
                  <c:v>743.83</c:v>
                </c:pt>
                <c:pt idx="2379">
                  <c:v>738.18000000000006</c:v>
                </c:pt>
                <c:pt idx="2380">
                  <c:v>732.63</c:v>
                </c:pt>
                <c:pt idx="2381">
                  <c:v>732.63</c:v>
                </c:pt>
                <c:pt idx="2382">
                  <c:v>733.92</c:v>
                </c:pt>
                <c:pt idx="2383">
                  <c:v>736.97</c:v>
                </c:pt>
                <c:pt idx="2384">
                  <c:v>736.29</c:v>
                </c:pt>
                <c:pt idx="2385">
                  <c:v>737.20999999999992</c:v>
                </c:pt>
                <c:pt idx="2386">
                  <c:v>737.72</c:v>
                </c:pt>
                <c:pt idx="2387">
                  <c:v>733.39</c:v>
                </c:pt>
                <c:pt idx="2388">
                  <c:v>727.94999999999993</c:v>
                </c:pt>
                <c:pt idx="2389">
                  <c:v>729.43</c:v>
                </c:pt>
                <c:pt idx="2390">
                  <c:v>729.06000000000006</c:v>
                </c:pt>
                <c:pt idx="2391">
                  <c:v>731.04</c:v>
                </c:pt>
                <c:pt idx="2392">
                  <c:v>739.15</c:v>
                </c:pt>
                <c:pt idx="2393">
                  <c:v>735.68</c:v>
                </c:pt>
                <c:pt idx="2394">
                  <c:v>742.64</c:v>
                </c:pt>
                <c:pt idx="2395">
                  <c:v>743.53</c:v>
                </c:pt>
                <c:pt idx="2396">
                  <c:v>751.77</c:v>
                </c:pt>
                <c:pt idx="2397">
                  <c:v>759.32</c:v>
                </c:pt>
                <c:pt idx="2398">
                  <c:v>760.86</c:v>
                </c:pt>
                <c:pt idx="2399">
                  <c:v>774.5</c:v>
                </c:pt>
                <c:pt idx="2400">
                  <c:v>769.01</c:v>
                </c:pt>
                <c:pt idx="2401">
                  <c:v>765.15000000000009</c:v>
                </c:pt>
                <c:pt idx="2402">
                  <c:v>767.34</c:v>
                </c:pt>
                <c:pt idx="2403">
                  <c:v>762.86</c:v>
                </c:pt>
                <c:pt idx="2404">
                  <c:v>757.95</c:v>
                </c:pt>
                <c:pt idx="2405">
                  <c:v>761.16</c:v>
                </c:pt>
                <c:pt idx="2406">
                  <c:v>753.54</c:v>
                </c:pt>
                <c:pt idx="2407">
                  <c:v>752.66</c:v>
                </c:pt>
                <c:pt idx="2408">
                  <c:v>762.99</c:v>
                </c:pt>
                <c:pt idx="2409">
                  <c:v>768.03</c:v>
                </c:pt>
                <c:pt idx="2410">
                  <c:v>777.43000000000006</c:v>
                </c:pt>
                <c:pt idx="2411">
                  <c:v>780.65</c:v>
                </c:pt>
                <c:pt idx="2412">
                  <c:v>776.83999999999992</c:v>
                </c:pt>
                <c:pt idx="2413">
                  <c:v>770.75</c:v>
                </c:pt>
                <c:pt idx="2414">
                  <c:v>798.18</c:v>
                </c:pt>
                <c:pt idx="2415">
                  <c:v>831.81999999999994</c:v>
                </c:pt>
                <c:pt idx="2416">
                  <c:v>862.81999999999994</c:v>
                </c:pt>
                <c:pt idx="2417">
                  <c:v>863.5</c:v>
                </c:pt>
                <c:pt idx="2418">
                  <c:v>864.72</c:v>
                </c:pt>
                <c:pt idx="2419">
                  <c:v>862.92000000000007</c:v>
                </c:pt>
                <c:pt idx="2420">
                  <c:v>861.88</c:v>
                </c:pt>
                <c:pt idx="2421">
                  <c:v>842.39</c:v>
                </c:pt>
                <c:pt idx="2422">
                  <c:v>834.8599999999999</c:v>
                </c:pt>
                <c:pt idx="2423">
                  <c:v>834.83</c:v>
                </c:pt>
                <c:pt idx="2424">
                  <c:v>829.19</c:v>
                </c:pt>
                <c:pt idx="2425">
                  <c:v>829.19</c:v>
                </c:pt>
                <c:pt idx="2426">
                  <c:v>839.98000000000013</c:v>
                </c:pt>
                <c:pt idx="2427">
                  <c:v>827.97</c:v>
                </c:pt>
                <c:pt idx="2428">
                  <c:v>806.53000000000009</c:v>
                </c:pt>
                <c:pt idx="2429">
                  <c:v>801.36</c:v>
                </c:pt>
                <c:pt idx="2430">
                  <c:v>794.05</c:v>
                </c:pt>
                <c:pt idx="2431">
                  <c:v>790.24</c:v>
                </c:pt>
                <c:pt idx="2432">
                  <c:v>789.9</c:v>
                </c:pt>
                <c:pt idx="2433">
                  <c:v>798.81000000000006</c:v>
                </c:pt>
                <c:pt idx="2434">
                  <c:v>793.09</c:v>
                </c:pt>
                <c:pt idx="2435">
                  <c:v>787.97</c:v>
                </c:pt>
                <c:pt idx="2436">
                  <c:v>786.95</c:v>
                </c:pt>
                <c:pt idx="2437">
                  <c:v>788.43</c:v>
                </c:pt>
                <c:pt idx="2438">
                  <c:v>788.17000000000007</c:v>
                </c:pt>
                <c:pt idx="2439">
                  <c:v>781.37</c:v>
                </c:pt>
                <c:pt idx="2440">
                  <c:v>782.43999999999994</c:v>
                </c:pt>
                <c:pt idx="2441">
                  <c:v>762.65</c:v>
                </c:pt>
                <c:pt idx="2442">
                  <c:v>755.53</c:v>
                </c:pt>
                <c:pt idx="2443">
                  <c:v>758.95</c:v>
                </c:pt>
                <c:pt idx="2444">
                  <c:v>761.64</c:v>
                </c:pt>
                <c:pt idx="2445">
                  <c:v>759.53</c:v>
                </c:pt>
                <c:pt idx="2446">
                  <c:v>762.86</c:v>
                </c:pt>
                <c:pt idx="2447">
                  <c:v>760.92000000000007</c:v>
                </c:pt>
                <c:pt idx="2448">
                  <c:v>768.35</c:v>
                </c:pt>
                <c:pt idx="2449">
                  <c:v>772.76</c:v>
                </c:pt>
                <c:pt idx="2450">
                  <c:v>777.33999999999992</c:v>
                </c:pt>
                <c:pt idx="2451">
                  <c:v>777.33999999999992</c:v>
                </c:pt>
                <c:pt idx="2452">
                  <c:v>764.01</c:v>
                </c:pt>
                <c:pt idx="2453">
                  <c:v>763.79</c:v>
                </c:pt>
                <c:pt idx="2454">
                  <c:v>758.61</c:v>
                </c:pt>
                <c:pt idx="2455">
                  <c:v>760.82</c:v>
                </c:pt>
                <c:pt idx="2456">
                  <c:v>762.33</c:v>
                </c:pt>
                <c:pt idx="2457">
                  <c:v>758.04</c:v>
                </c:pt>
                <c:pt idx="2458">
                  <c:v>753.59999999999991</c:v>
                </c:pt>
                <c:pt idx="2459">
                  <c:v>753.85</c:v>
                </c:pt>
                <c:pt idx="2460">
                  <c:v>755.36</c:v>
                </c:pt>
                <c:pt idx="2461">
                  <c:v>758.5</c:v>
                </c:pt>
                <c:pt idx="2462">
                  <c:v>756.14</c:v>
                </c:pt>
                <c:pt idx="2463">
                  <c:v>748.78</c:v>
                </c:pt>
                <c:pt idx="2464">
                  <c:v>750.51</c:v>
                </c:pt>
                <c:pt idx="2465">
                  <c:v>757.69</c:v>
                </c:pt>
                <c:pt idx="2466">
                  <c:v>753.29</c:v>
                </c:pt>
                <c:pt idx="2467">
                  <c:v>754.53</c:v>
                </c:pt>
                <c:pt idx="2468">
                  <c:v>752.65000000000009</c:v>
                </c:pt>
                <c:pt idx="2469">
                  <c:v>752.65000000000009</c:v>
                </c:pt>
                <c:pt idx="2470">
                  <c:v>750.05</c:v>
                </c:pt>
                <c:pt idx="2471">
                  <c:v>744.99</c:v>
                </c:pt>
                <c:pt idx="2472">
                  <c:v>734.63</c:v>
                </c:pt>
                <c:pt idx="2473">
                  <c:v>732.93</c:v>
                </c:pt>
                <c:pt idx="2474">
                  <c:v>728.82999999999993</c:v>
                </c:pt>
                <c:pt idx="2475">
                  <c:v>724.09</c:v>
                </c:pt>
                <c:pt idx="2476">
                  <c:v>718.02</c:v>
                </c:pt>
                <c:pt idx="2477">
                  <c:v>716.58</c:v>
                </c:pt>
                <c:pt idx="2478">
                  <c:v>715.2</c:v>
                </c:pt>
                <c:pt idx="2479">
                  <c:v>713.52</c:v>
                </c:pt>
                <c:pt idx="2480">
                  <c:v>713.52</c:v>
                </c:pt>
                <c:pt idx="2481">
                  <c:v>718.94</c:v>
                </c:pt>
                <c:pt idx="2482">
                  <c:v>724.29</c:v>
                </c:pt>
                <c:pt idx="2483">
                  <c:v>721.53</c:v>
                </c:pt>
                <c:pt idx="2484">
                  <c:v>719.3</c:v>
                </c:pt>
                <c:pt idx="2485">
                  <c:v>729.03</c:v>
                </c:pt>
                <c:pt idx="2486">
                  <c:v>728.59</c:v>
                </c:pt>
                <c:pt idx="2487">
                  <c:v>732.44999999999993</c:v>
                </c:pt>
                <c:pt idx="2488">
                  <c:v>731.31000000000006</c:v>
                </c:pt>
                <c:pt idx="2489">
                  <c:v>726.47</c:v>
                </c:pt>
                <c:pt idx="2490">
                  <c:v>724.36</c:v>
                </c:pt>
                <c:pt idx="2491">
                  <c:v>718.7299999999999</c:v>
                </c:pt>
                <c:pt idx="2492">
                  <c:v>717.37</c:v>
                </c:pt>
                <c:pt idx="2493">
                  <c:v>715.7</c:v>
                </c:pt>
                <c:pt idx="2494">
                  <c:v>717.73</c:v>
                </c:pt>
                <c:pt idx="2495">
                  <c:v>716.89</c:v>
                </c:pt>
                <c:pt idx="2496">
                  <c:v>718.21</c:v>
                </c:pt>
                <c:pt idx="2497">
                  <c:v>717.46999999999991</c:v>
                </c:pt>
                <c:pt idx="2498">
                  <c:v>721.52</c:v>
                </c:pt>
                <c:pt idx="2499">
                  <c:v>722.03</c:v>
                </c:pt>
                <c:pt idx="2500">
                  <c:v>728.18</c:v>
                </c:pt>
                <c:pt idx="2501">
                  <c:v>717.02</c:v>
                </c:pt>
                <c:pt idx="2502">
                  <c:v>716.41000000000008</c:v>
                </c:pt>
                <c:pt idx="2503">
                  <c:v>715.81999999999994</c:v>
                </c:pt>
                <c:pt idx="2504">
                  <c:v>715.6</c:v>
                </c:pt>
                <c:pt idx="2505">
                  <c:v>715.7</c:v>
                </c:pt>
                <c:pt idx="2506">
                  <c:v>716.06</c:v>
                </c:pt>
                <c:pt idx="2507">
                  <c:v>712.85</c:v>
                </c:pt>
                <c:pt idx="2508">
                  <c:v>706.86</c:v>
                </c:pt>
                <c:pt idx="2509">
                  <c:v>710.6</c:v>
                </c:pt>
                <c:pt idx="2510">
                  <c:v>710.76</c:v>
                </c:pt>
                <c:pt idx="2511">
                  <c:v>710.68</c:v>
                </c:pt>
                <c:pt idx="2512">
                  <c:v>711.93</c:v>
                </c:pt>
                <c:pt idx="2513">
                  <c:v>713.89</c:v>
                </c:pt>
                <c:pt idx="2514">
                  <c:v>719.14</c:v>
                </c:pt>
                <c:pt idx="2515">
                  <c:v>707.53000000000009</c:v>
                </c:pt>
                <c:pt idx="2516">
                  <c:v>703.70999999999992</c:v>
                </c:pt>
                <c:pt idx="2517">
                  <c:v>699.63</c:v>
                </c:pt>
                <c:pt idx="2518">
                  <c:v>698.04000000000008</c:v>
                </c:pt>
                <c:pt idx="2519">
                  <c:v>695.78</c:v>
                </c:pt>
                <c:pt idx="2520">
                  <c:v>698.31000000000006</c:v>
                </c:pt>
                <c:pt idx="2521">
                  <c:v>698.31000000000006</c:v>
                </c:pt>
                <c:pt idx="2522">
                  <c:v>709.97</c:v>
                </c:pt>
                <c:pt idx="2523">
                  <c:v>703.7</c:v>
                </c:pt>
                <c:pt idx="2524">
                  <c:v>697.97</c:v>
                </c:pt>
                <c:pt idx="2525">
                  <c:v>690.05</c:v>
                </c:pt>
                <c:pt idx="2526">
                  <c:v>687.63</c:v>
                </c:pt>
                <c:pt idx="2527">
                  <c:v>692.77</c:v>
                </c:pt>
                <c:pt idx="2528">
                  <c:v>688.51</c:v>
                </c:pt>
                <c:pt idx="2529">
                  <c:v>683.04</c:v>
                </c:pt>
                <c:pt idx="2530">
                  <c:v>685.93000000000006</c:v>
                </c:pt>
                <c:pt idx="2531">
                  <c:v>681.67</c:v>
                </c:pt>
                <c:pt idx="2532">
                  <c:v>683.4</c:v>
                </c:pt>
                <c:pt idx="2533">
                  <c:v>685.2</c:v>
                </c:pt>
                <c:pt idx="2534">
                  <c:v>681.96</c:v>
                </c:pt>
                <c:pt idx="2535">
                  <c:v>681.29</c:v>
                </c:pt>
                <c:pt idx="2536">
                  <c:v>681.93000000000006</c:v>
                </c:pt>
                <c:pt idx="2537">
                  <c:v>681.37</c:v>
                </c:pt>
                <c:pt idx="2538">
                  <c:v>682.93999999999994</c:v>
                </c:pt>
                <c:pt idx="2539">
                  <c:v>691.38</c:v>
                </c:pt>
                <c:pt idx="2540">
                  <c:v>690.66</c:v>
                </c:pt>
                <c:pt idx="2541">
                  <c:v>686.67</c:v>
                </c:pt>
                <c:pt idx="2542">
                  <c:v>690.80000000000007</c:v>
                </c:pt>
                <c:pt idx="2543">
                  <c:v>684.48</c:v>
                </c:pt>
                <c:pt idx="2544">
                  <c:v>683.52</c:v>
                </c:pt>
                <c:pt idx="2545">
                  <c:v>685.47</c:v>
                </c:pt>
                <c:pt idx="2546">
                  <c:v>684.41</c:v>
                </c:pt>
                <c:pt idx="2547">
                  <c:v>687.65</c:v>
                </c:pt>
                <c:pt idx="2548">
                  <c:v>690.80000000000007</c:v>
                </c:pt>
                <c:pt idx="2549">
                  <c:v>701.49</c:v>
                </c:pt>
                <c:pt idx="2550">
                  <c:v>716.45</c:v>
                </c:pt>
                <c:pt idx="2551">
                  <c:v>716.45</c:v>
                </c:pt>
                <c:pt idx="2552">
                  <c:v>704.88</c:v>
                </c:pt>
                <c:pt idx="2553">
                  <c:v>694.32</c:v>
                </c:pt>
                <c:pt idx="2554">
                  <c:v>696.73</c:v>
                </c:pt>
                <c:pt idx="2555">
                  <c:v>701.45999999999992</c:v>
                </c:pt>
                <c:pt idx="2556">
                  <c:v>696.34</c:v>
                </c:pt>
                <c:pt idx="2557">
                  <c:v>694.71</c:v>
                </c:pt>
                <c:pt idx="2558">
                  <c:v>697.11</c:v>
                </c:pt>
                <c:pt idx="2559">
                  <c:v>696.11</c:v>
                </c:pt>
                <c:pt idx="2560">
                  <c:v>691.38</c:v>
                </c:pt>
                <c:pt idx="2561">
                  <c:v>683.73</c:v>
                </c:pt>
                <c:pt idx="2562">
                  <c:v>685.02</c:v>
                </c:pt>
                <c:pt idx="2563">
                  <c:v>688.22</c:v>
                </c:pt>
                <c:pt idx="2564">
                  <c:v>695.15</c:v>
                </c:pt>
                <c:pt idx="2565">
                  <c:v>696.57</c:v>
                </c:pt>
                <c:pt idx="2566">
                  <c:v>704.65</c:v>
                </c:pt>
                <c:pt idx="2567">
                  <c:v>710.67</c:v>
                </c:pt>
                <c:pt idx="2568">
                  <c:v>708.06</c:v>
                </c:pt>
                <c:pt idx="2569">
                  <c:v>708.75</c:v>
                </c:pt>
                <c:pt idx="2570">
                  <c:v>711.36</c:v>
                </c:pt>
                <c:pt idx="2571">
                  <c:v>701.11</c:v>
                </c:pt>
                <c:pt idx="2572">
                  <c:v>701.11</c:v>
                </c:pt>
                <c:pt idx="2573">
                  <c:v>699.41000000000008</c:v>
                </c:pt>
                <c:pt idx="2574">
                  <c:v>704.73</c:v>
                </c:pt>
                <c:pt idx="2575">
                  <c:v>707.14</c:v>
                </c:pt>
                <c:pt idx="2576">
                  <c:v>709.15</c:v>
                </c:pt>
                <c:pt idx="2577">
                  <c:v>713.08999999999992</c:v>
                </c:pt>
                <c:pt idx="2578">
                  <c:v>711.09</c:v>
                </c:pt>
                <c:pt idx="2579">
                  <c:v>709.8900000000001</c:v>
                </c:pt>
                <c:pt idx="2580">
                  <c:v>709.56000000000006</c:v>
                </c:pt>
                <c:pt idx="2581">
                  <c:v>703.17</c:v>
                </c:pt>
                <c:pt idx="2582">
                  <c:v>696.28</c:v>
                </c:pt>
                <c:pt idx="2583">
                  <c:v>690.48</c:v>
                </c:pt>
                <c:pt idx="2584">
                  <c:v>690.48</c:v>
                </c:pt>
                <c:pt idx="2585">
                  <c:v>686.1</c:v>
                </c:pt>
                <c:pt idx="2586">
                  <c:v>692.43</c:v>
                </c:pt>
                <c:pt idx="2587">
                  <c:v>687.04</c:v>
                </c:pt>
                <c:pt idx="2588">
                  <c:v>682.08</c:v>
                </c:pt>
                <c:pt idx="2589">
                  <c:v>684.45</c:v>
                </c:pt>
                <c:pt idx="2590">
                  <c:v>684.16</c:v>
                </c:pt>
                <c:pt idx="2591">
                  <c:v>690.66</c:v>
                </c:pt>
                <c:pt idx="2592">
                  <c:v>694.22</c:v>
                </c:pt>
                <c:pt idx="2593">
                  <c:v>693.5</c:v>
                </c:pt>
                <c:pt idx="2594">
                  <c:v>689.44</c:v>
                </c:pt>
                <c:pt idx="2595">
                  <c:v>693.65</c:v>
                </c:pt>
                <c:pt idx="2596">
                  <c:v>693.83</c:v>
                </c:pt>
                <c:pt idx="2597">
                  <c:v>695.97</c:v>
                </c:pt>
                <c:pt idx="2598">
                  <c:v>695.6</c:v>
                </c:pt>
                <c:pt idx="2599">
                  <c:v>690.14</c:v>
                </c:pt>
                <c:pt idx="2600">
                  <c:v>687.71</c:v>
                </c:pt>
                <c:pt idx="2601">
                  <c:v>683.17</c:v>
                </c:pt>
                <c:pt idx="2602">
                  <c:v>683.63</c:v>
                </c:pt>
                <c:pt idx="2603">
                  <c:v>682.68000000000006</c:v>
                </c:pt>
                <c:pt idx="2604">
                  <c:v>682.68000000000006</c:v>
                </c:pt>
                <c:pt idx="2605">
                  <c:v>683.72</c:v>
                </c:pt>
                <c:pt idx="2606">
                  <c:v>680.32</c:v>
                </c:pt>
                <c:pt idx="2607">
                  <c:v>674.95</c:v>
                </c:pt>
                <c:pt idx="2608">
                  <c:v>677.8</c:v>
                </c:pt>
                <c:pt idx="2609">
                  <c:v>677.8</c:v>
                </c:pt>
                <c:pt idx="2610">
                  <c:v>679.66</c:v>
                </c:pt>
                <c:pt idx="2611">
                  <c:v>672.92</c:v>
                </c:pt>
                <c:pt idx="2612">
                  <c:v>670.15</c:v>
                </c:pt>
                <c:pt idx="2613">
                  <c:v>670.12</c:v>
                </c:pt>
                <c:pt idx="2614">
                  <c:v>671.45</c:v>
                </c:pt>
                <c:pt idx="2615">
                  <c:v>669.54000000000008</c:v>
                </c:pt>
                <c:pt idx="2616">
                  <c:v>670.4</c:v>
                </c:pt>
                <c:pt idx="2617">
                  <c:v>670.24</c:v>
                </c:pt>
                <c:pt idx="2618">
                  <c:v>672.12</c:v>
                </c:pt>
                <c:pt idx="2619">
                  <c:v>668.51</c:v>
                </c:pt>
                <c:pt idx="2620">
                  <c:v>668.18999999999994</c:v>
                </c:pt>
                <c:pt idx="2621">
                  <c:v>668.18999999999994</c:v>
                </c:pt>
                <c:pt idx="2622">
                  <c:v>680.06000000000006</c:v>
                </c:pt>
                <c:pt idx="2623">
                  <c:v>671.83</c:v>
                </c:pt>
                <c:pt idx="2624">
                  <c:v>668.7299999999999</c:v>
                </c:pt>
                <c:pt idx="2625">
                  <c:v>672.89</c:v>
                </c:pt>
                <c:pt idx="2626">
                  <c:v>672.85</c:v>
                </c:pt>
                <c:pt idx="2627">
                  <c:v>673.58</c:v>
                </c:pt>
                <c:pt idx="2628">
                  <c:v>676.18</c:v>
                </c:pt>
                <c:pt idx="2629">
                  <c:v>675.61</c:v>
                </c:pt>
                <c:pt idx="2630">
                  <c:v>676.14</c:v>
                </c:pt>
                <c:pt idx="2631">
                  <c:v>673.55</c:v>
                </c:pt>
                <c:pt idx="2632">
                  <c:v>677.25</c:v>
                </c:pt>
                <c:pt idx="2633">
                  <c:v>677.11</c:v>
                </c:pt>
                <c:pt idx="2634">
                  <c:v>681.96</c:v>
                </c:pt>
                <c:pt idx="2635">
                  <c:v>675.89</c:v>
                </c:pt>
                <c:pt idx="2636">
                  <c:v>672.6</c:v>
                </c:pt>
                <c:pt idx="2637">
                  <c:v>669.69</c:v>
                </c:pt>
                <c:pt idx="2638">
                  <c:v>672.64</c:v>
                </c:pt>
                <c:pt idx="2639">
                  <c:v>675</c:v>
                </c:pt>
                <c:pt idx="2640">
                  <c:v>676.74</c:v>
                </c:pt>
                <c:pt idx="2641">
                  <c:v>676.74</c:v>
                </c:pt>
                <c:pt idx="2642">
                  <c:v>678.5</c:v>
                </c:pt>
                <c:pt idx="2643">
                  <c:v>673.69</c:v>
                </c:pt>
                <c:pt idx="2644">
                  <c:v>674.68000000000006</c:v>
                </c:pt>
                <c:pt idx="2645">
                  <c:v>674.78</c:v>
                </c:pt>
                <c:pt idx="2646">
                  <c:v>679.38</c:v>
                </c:pt>
                <c:pt idx="2647">
                  <c:v>681.78</c:v>
                </c:pt>
                <c:pt idx="2648">
                  <c:v>680.12</c:v>
                </c:pt>
                <c:pt idx="2649">
                  <c:v>681.66</c:v>
                </c:pt>
                <c:pt idx="2650">
                  <c:v>688.24</c:v>
                </c:pt>
                <c:pt idx="2651">
                  <c:v>692.42</c:v>
                </c:pt>
                <c:pt idx="2652">
                  <c:v>696.93</c:v>
                </c:pt>
                <c:pt idx="2653">
                  <c:v>687.31</c:v>
                </c:pt>
                <c:pt idx="2654">
                  <c:v>694.92000000000007</c:v>
                </c:pt>
                <c:pt idx="2655">
                  <c:v>707.58</c:v>
                </c:pt>
                <c:pt idx="2656">
                  <c:v>710.92000000000007</c:v>
                </c:pt>
                <c:pt idx="2657">
                  <c:v>701.34999999999991</c:v>
                </c:pt>
                <c:pt idx="2658">
                  <c:v>710.43000000000006</c:v>
                </c:pt>
                <c:pt idx="2659">
                  <c:v>725.66</c:v>
                </c:pt>
                <c:pt idx="2660">
                  <c:v>737.71</c:v>
                </c:pt>
                <c:pt idx="2661">
                  <c:v>731.37</c:v>
                </c:pt>
                <c:pt idx="2662">
                  <c:v>724.41000000000008</c:v>
                </c:pt>
                <c:pt idx="2663">
                  <c:v>731.48</c:v>
                </c:pt>
                <c:pt idx="2664">
                  <c:v>742.69999999999993</c:v>
                </c:pt>
                <c:pt idx="2665">
                  <c:v>752.46</c:v>
                </c:pt>
                <c:pt idx="2666">
                  <c:v>743.38</c:v>
                </c:pt>
                <c:pt idx="2667">
                  <c:v>748.3</c:v>
                </c:pt>
                <c:pt idx="2668">
                  <c:v>740.19</c:v>
                </c:pt>
                <c:pt idx="2669">
                  <c:v>756.42</c:v>
                </c:pt>
                <c:pt idx="2670">
                  <c:v>773.74</c:v>
                </c:pt>
                <c:pt idx="2671">
                  <c:v>766.57</c:v>
                </c:pt>
                <c:pt idx="2672">
                  <c:v>744.27</c:v>
                </c:pt>
                <c:pt idx="2673">
                  <c:v>734.8900000000001</c:v>
                </c:pt>
                <c:pt idx="2674">
                  <c:v>737.17</c:v>
                </c:pt>
                <c:pt idx="2675">
                  <c:v>739.54000000000008</c:v>
                </c:pt>
                <c:pt idx="2676">
                  <c:v>730.61</c:v>
                </c:pt>
                <c:pt idx="2677">
                  <c:v>732.95</c:v>
                </c:pt>
                <c:pt idx="2678">
                  <c:v>712.30000000000007</c:v>
                </c:pt>
                <c:pt idx="2679">
                  <c:v>707</c:v>
                </c:pt>
                <c:pt idx="2680">
                  <c:v>713.86</c:v>
                </c:pt>
                <c:pt idx="2681">
                  <c:v>713.38</c:v>
                </c:pt>
                <c:pt idx="2682">
                  <c:v>699.70999999999992</c:v>
                </c:pt>
                <c:pt idx="2683">
                  <c:v>702.14</c:v>
                </c:pt>
                <c:pt idx="2684">
                  <c:v>703.77</c:v>
                </c:pt>
                <c:pt idx="2685">
                  <c:v>694.56</c:v>
                </c:pt>
                <c:pt idx="2686">
                  <c:v>697.04</c:v>
                </c:pt>
                <c:pt idx="2687">
                  <c:v>702.31000000000006</c:v>
                </c:pt>
                <c:pt idx="2688">
                  <c:v>701.29</c:v>
                </c:pt>
                <c:pt idx="2689">
                  <c:v>705.8</c:v>
                </c:pt>
                <c:pt idx="2690">
                  <c:v>705.59</c:v>
                </c:pt>
                <c:pt idx="2691">
                  <c:v>703.99</c:v>
                </c:pt>
                <c:pt idx="2692">
                  <c:v>708.48</c:v>
                </c:pt>
                <c:pt idx="2693">
                  <c:v>715.13</c:v>
                </c:pt>
                <c:pt idx="2694">
                  <c:v>709.02</c:v>
                </c:pt>
                <c:pt idx="2695">
                  <c:v>704.57</c:v>
                </c:pt>
                <c:pt idx="2696">
                  <c:v>711.37</c:v>
                </c:pt>
                <c:pt idx="2697">
                  <c:v>709.25</c:v>
                </c:pt>
                <c:pt idx="2698">
                  <c:v>700.46</c:v>
                </c:pt>
                <c:pt idx="2699">
                  <c:v>706.68</c:v>
                </c:pt>
                <c:pt idx="2700">
                  <c:v>706.32</c:v>
                </c:pt>
                <c:pt idx="2701">
                  <c:v>707.93999999999994</c:v>
                </c:pt>
                <c:pt idx="2702">
                  <c:v>715.78</c:v>
                </c:pt>
                <c:pt idx="2703">
                  <c:v>714.01</c:v>
                </c:pt>
                <c:pt idx="2704">
                  <c:v>711.42000000000007</c:v>
                </c:pt>
                <c:pt idx="2705">
                  <c:v>727.18</c:v>
                </c:pt>
                <c:pt idx="2706">
                  <c:v>730.17000000000007</c:v>
                </c:pt>
                <c:pt idx="2707">
                  <c:v>736.96</c:v>
                </c:pt>
                <c:pt idx="2708">
                  <c:v>724.46</c:v>
                </c:pt>
                <c:pt idx="2709">
                  <c:v>725.83</c:v>
                </c:pt>
                <c:pt idx="2710">
                  <c:v>725.18000000000006</c:v>
                </c:pt>
                <c:pt idx="2711">
                  <c:v>725.18000000000006</c:v>
                </c:pt>
                <c:pt idx="2712">
                  <c:v>715.56</c:v>
                </c:pt>
                <c:pt idx="2713">
                  <c:v>715.36</c:v>
                </c:pt>
                <c:pt idx="2714">
                  <c:v>714.75</c:v>
                </c:pt>
                <c:pt idx="2715">
                  <c:v>710.06999999999994</c:v>
                </c:pt>
                <c:pt idx="2716">
                  <c:v>713.45</c:v>
                </c:pt>
                <c:pt idx="2717">
                  <c:v>711.26</c:v>
                </c:pt>
                <c:pt idx="2718">
                  <c:v>718.71</c:v>
                </c:pt>
                <c:pt idx="2719">
                  <c:v>716.95</c:v>
                </c:pt>
                <c:pt idx="2720">
                  <c:v>728.68000000000006</c:v>
                </c:pt>
                <c:pt idx="2721">
                  <c:v>728.34</c:v>
                </c:pt>
                <c:pt idx="2722">
                  <c:v>726.38</c:v>
                </c:pt>
                <c:pt idx="2723">
                  <c:v>730.88</c:v>
                </c:pt>
                <c:pt idx="2724">
                  <c:v>723.67</c:v>
                </c:pt>
                <c:pt idx="2725">
                  <c:v>717.44</c:v>
                </c:pt>
                <c:pt idx="2726">
                  <c:v>709.15</c:v>
                </c:pt>
                <c:pt idx="2727">
                  <c:v>712.23</c:v>
                </c:pt>
                <c:pt idx="2728">
                  <c:v>716.81</c:v>
                </c:pt>
                <c:pt idx="2729">
                  <c:v>718.7299999999999</c:v>
                </c:pt>
                <c:pt idx="2730">
                  <c:v>718.7299999999999</c:v>
                </c:pt>
                <c:pt idx="2731">
                  <c:v>722.34999999999991</c:v>
                </c:pt>
                <c:pt idx="2732">
                  <c:v>726.26</c:v>
                </c:pt>
                <c:pt idx="2733">
                  <c:v>723.85</c:v>
                </c:pt>
                <c:pt idx="2734">
                  <c:v>724.36</c:v>
                </c:pt>
                <c:pt idx="2735">
                  <c:v>729.08</c:v>
                </c:pt>
                <c:pt idx="2736">
                  <c:v>725.31</c:v>
                </c:pt>
                <c:pt idx="2737">
                  <c:v>724.78</c:v>
                </c:pt>
                <c:pt idx="2738">
                  <c:v>727.51</c:v>
                </c:pt>
                <c:pt idx="2739">
                  <c:v>726.37</c:v>
                </c:pt>
                <c:pt idx="2740">
                  <c:v>726.37</c:v>
                </c:pt>
                <c:pt idx="2741">
                  <c:v>722.03</c:v>
                </c:pt>
                <c:pt idx="2742">
                  <c:v>722.74</c:v>
                </c:pt>
                <c:pt idx="2743">
                  <c:v>729.46</c:v>
                </c:pt>
                <c:pt idx="2744">
                  <c:v>726.45</c:v>
                </c:pt>
                <c:pt idx="2745">
                  <c:v>729.13</c:v>
                </c:pt>
                <c:pt idx="2746">
                  <c:v>733.62</c:v>
                </c:pt>
                <c:pt idx="2747">
                  <c:v>731.67</c:v>
                </c:pt>
                <c:pt idx="2748">
                  <c:v>726.94</c:v>
                </c:pt>
                <c:pt idx="2749">
                  <c:v>727.25</c:v>
                </c:pt>
                <c:pt idx="2750">
                  <c:v>730.32</c:v>
                </c:pt>
                <c:pt idx="2751">
                  <c:v>732.18</c:v>
                </c:pt>
                <c:pt idx="2752">
                  <c:v>734.97</c:v>
                </c:pt>
                <c:pt idx="2753">
                  <c:v>739.64</c:v>
                </c:pt>
                <c:pt idx="2754">
                  <c:v>753.23</c:v>
                </c:pt>
                <c:pt idx="2755">
                  <c:v>755.11</c:v>
                </c:pt>
                <c:pt idx="2756">
                  <c:v>753.16</c:v>
                </c:pt>
                <c:pt idx="2757">
                  <c:v>752.44999999999993</c:v>
                </c:pt>
                <c:pt idx="2758">
                  <c:v>757.30000000000007</c:v>
                </c:pt>
                <c:pt idx="2759">
                  <c:v>748.89</c:v>
                </c:pt>
                <c:pt idx="2760">
                  <c:v>751.36</c:v>
                </c:pt>
                <c:pt idx="2761">
                  <c:v>742.76</c:v>
                </c:pt>
                <c:pt idx="2762">
                  <c:v>733.88</c:v>
                </c:pt>
                <c:pt idx="2763">
                  <c:v>733.91</c:v>
                </c:pt>
                <c:pt idx="2764">
                  <c:v>736.12</c:v>
                </c:pt>
                <c:pt idx="2765">
                  <c:v>732.96</c:v>
                </c:pt>
                <c:pt idx="2766">
                  <c:v>735.81000000000006</c:v>
                </c:pt>
                <c:pt idx="2767">
                  <c:v>736.91000000000008</c:v>
                </c:pt>
                <c:pt idx="2768">
                  <c:v>733.63</c:v>
                </c:pt>
                <c:pt idx="2769">
                  <c:v>729.08999999999992</c:v>
                </c:pt>
                <c:pt idx="2770">
                  <c:v>730.94</c:v>
                </c:pt>
                <c:pt idx="2771">
                  <c:v>735.17</c:v>
                </c:pt>
                <c:pt idx="2772">
                  <c:v>741.65</c:v>
                </c:pt>
                <c:pt idx="2773">
                  <c:v>734.32</c:v>
                </c:pt>
                <c:pt idx="2774">
                  <c:v>741.52</c:v>
                </c:pt>
                <c:pt idx="2775">
                  <c:v>740.71999999999991</c:v>
                </c:pt>
              </c:numCache>
            </c:numRef>
          </c:val>
          <c:smooth val="0"/>
          <c:extLst>
            <c:ext xmlns:c16="http://schemas.microsoft.com/office/drawing/2014/chart" uri="{C3380CC4-5D6E-409C-BE32-E72D297353CC}">
              <c16:uniqueId val="{00000001-DE45-4391-9DB7-F77FF49DD258}"/>
            </c:ext>
          </c:extLst>
        </c:ser>
        <c:ser>
          <c:idx val="1"/>
          <c:order val="1"/>
          <c:tx>
            <c:v>NEXGEM</c:v>
          </c:tx>
          <c:spPr>
            <a:ln w="19050">
              <a:solidFill>
                <a:srgbClr val="0066CC"/>
              </a:solidFill>
            </a:ln>
          </c:spPr>
          <c:marker>
            <c:symbol val="none"/>
          </c:marker>
          <c:cat>
            <c:numRef>
              <c:f>Data_Frontier!$A$2:$A$2777</c:f>
              <c:numCache>
                <c:formatCode>dd\-mmm\-yyyy</c:formatCode>
                <c:ptCount val="2776"/>
                <c:pt idx="0">
                  <c:v>42370</c:v>
                </c:pt>
                <c:pt idx="1">
                  <c:v>42373</c:v>
                </c:pt>
                <c:pt idx="2">
                  <c:v>42374</c:v>
                </c:pt>
                <c:pt idx="3">
                  <c:v>42375</c:v>
                </c:pt>
                <c:pt idx="4">
                  <c:v>42376</c:v>
                </c:pt>
                <c:pt idx="5">
                  <c:v>42377</c:v>
                </c:pt>
                <c:pt idx="6">
                  <c:v>42380</c:v>
                </c:pt>
                <c:pt idx="7">
                  <c:v>42381</c:v>
                </c:pt>
                <c:pt idx="8">
                  <c:v>42382</c:v>
                </c:pt>
                <c:pt idx="9">
                  <c:v>42383</c:v>
                </c:pt>
                <c:pt idx="10">
                  <c:v>42384</c:v>
                </c:pt>
                <c:pt idx="11">
                  <c:v>42387</c:v>
                </c:pt>
                <c:pt idx="12">
                  <c:v>42388</c:v>
                </c:pt>
                <c:pt idx="13">
                  <c:v>42389</c:v>
                </c:pt>
                <c:pt idx="14">
                  <c:v>42390</c:v>
                </c:pt>
                <c:pt idx="15">
                  <c:v>42391</c:v>
                </c:pt>
                <c:pt idx="16">
                  <c:v>42394</c:v>
                </c:pt>
                <c:pt idx="17">
                  <c:v>42395</c:v>
                </c:pt>
                <c:pt idx="18">
                  <c:v>42396</c:v>
                </c:pt>
                <c:pt idx="19">
                  <c:v>42397</c:v>
                </c:pt>
                <c:pt idx="20">
                  <c:v>42398</c:v>
                </c:pt>
                <c:pt idx="21">
                  <c:v>42401</c:v>
                </c:pt>
                <c:pt idx="22">
                  <c:v>42402</c:v>
                </c:pt>
                <c:pt idx="23">
                  <c:v>42403</c:v>
                </c:pt>
                <c:pt idx="24">
                  <c:v>42404</c:v>
                </c:pt>
                <c:pt idx="25">
                  <c:v>42405</c:v>
                </c:pt>
                <c:pt idx="26">
                  <c:v>42408</c:v>
                </c:pt>
                <c:pt idx="27">
                  <c:v>42409</c:v>
                </c:pt>
                <c:pt idx="28">
                  <c:v>42410</c:v>
                </c:pt>
                <c:pt idx="29">
                  <c:v>42411</c:v>
                </c:pt>
                <c:pt idx="30">
                  <c:v>42412</c:v>
                </c:pt>
                <c:pt idx="31">
                  <c:v>42415</c:v>
                </c:pt>
                <c:pt idx="32">
                  <c:v>42416</c:v>
                </c:pt>
                <c:pt idx="33">
                  <c:v>42417</c:v>
                </c:pt>
                <c:pt idx="34">
                  <c:v>42418</c:v>
                </c:pt>
                <c:pt idx="35">
                  <c:v>42419</c:v>
                </c:pt>
                <c:pt idx="36">
                  <c:v>42422</c:v>
                </c:pt>
                <c:pt idx="37">
                  <c:v>42423</c:v>
                </c:pt>
                <c:pt idx="38">
                  <c:v>42424</c:v>
                </c:pt>
                <c:pt idx="39">
                  <c:v>42425</c:v>
                </c:pt>
                <c:pt idx="40">
                  <c:v>42426</c:v>
                </c:pt>
                <c:pt idx="41">
                  <c:v>42429</c:v>
                </c:pt>
                <c:pt idx="42">
                  <c:v>42430</c:v>
                </c:pt>
                <c:pt idx="43">
                  <c:v>42431</c:v>
                </c:pt>
                <c:pt idx="44">
                  <c:v>42432</c:v>
                </c:pt>
                <c:pt idx="45">
                  <c:v>42433</c:v>
                </c:pt>
                <c:pt idx="46">
                  <c:v>42436</c:v>
                </c:pt>
                <c:pt idx="47">
                  <c:v>42437</c:v>
                </c:pt>
                <c:pt idx="48">
                  <c:v>42438</c:v>
                </c:pt>
                <c:pt idx="49">
                  <c:v>42439</c:v>
                </c:pt>
                <c:pt idx="50">
                  <c:v>42440</c:v>
                </c:pt>
                <c:pt idx="51">
                  <c:v>42443</c:v>
                </c:pt>
                <c:pt idx="52">
                  <c:v>42444</c:v>
                </c:pt>
                <c:pt idx="53">
                  <c:v>42445</c:v>
                </c:pt>
                <c:pt idx="54">
                  <c:v>42446</c:v>
                </c:pt>
                <c:pt idx="55">
                  <c:v>42447</c:v>
                </c:pt>
                <c:pt idx="56">
                  <c:v>42450</c:v>
                </c:pt>
                <c:pt idx="57">
                  <c:v>42451</c:v>
                </c:pt>
                <c:pt idx="58">
                  <c:v>42452</c:v>
                </c:pt>
                <c:pt idx="59">
                  <c:v>42453</c:v>
                </c:pt>
                <c:pt idx="60">
                  <c:v>42454</c:v>
                </c:pt>
                <c:pt idx="61">
                  <c:v>42457</c:v>
                </c:pt>
                <c:pt idx="62">
                  <c:v>42458</c:v>
                </c:pt>
                <c:pt idx="63">
                  <c:v>42459</c:v>
                </c:pt>
                <c:pt idx="64">
                  <c:v>42460</c:v>
                </c:pt>
                <c:pt idx="65">
                  <c:v>42461</c:v>
                </c:pt>
                <c:pt idx="66">
                  <c:v>42464</c:v>
                </c:pt>
                <c:pt idx="67">
                  <c:v>42465</c:v>
                </c:pt>
                <c:pt idx="68">
                  <c:v>42466</c:v>
                </c:pt>
                <c:pt idx="69">
                  <c:v>42467</c:v>
                </c:pt>
                <c:pt idx="70">
                  <c:v>42468</c:v>
                </c:pt>
                <c:pt idx="71">
                  <c:v>42471</c:v>
                </c:pt>
                <c:pt idx="72">
                  <c:v>42472</c:v>
                </c:pt>
                <c:pt idx="73">
                  <c:v>42473</c:v>
                </c:pt>
                <c:pt idx="74">
                  <c:v>42474</c:v>
                </c:pt>
                <c:pt idx="75">
                  <c:v>42475</c:v>
                </c:pt>
                <c:pt idx="76">
                  <c:v>42478</c:v>
                </c:pt>
                <c:pt idx="77">
                  <c:v>42479</c:v>
                </c:pt>
                <c:pt idx="78">
                  <c:v>42480</c:v>
                </c:pt>
                <c:pt idx="79">
                  <c:v>42481</c:v>
                </c:pt>
                <c:pt idx="80">
                  <c:v>42482</c:v>
                </c:pt>
                <c:pt idx="81">
                  <c:v>42485</c:v>
                </c:pt>
                <c:pt idx="82">
                  <c:v>42486</c:v>
                </c:pt>
                <c:pt idx="83">
                  <c:v>42487</c:v>
                </c:pt>
                <c:pt idx="84">
                  <c:v>42488</c:v>
                </c:pt>
                <c:pt idx="85">
                  <c:v>42489</c:v>
                </c:pt>
                <c:pt idx="86">
                  <c:v>42492</c:v>
                </c:pt>
                <c:pt idx="87">
                  <c:v>42493</c:v>
                </c:pt>
                <c:pt idx="88">
                  <c:v>42494</c:v>
                </c:pt>
                <c:pt idx="89">
                  <c:v>42495</c:v>
                </c:pt>
                <c:pt idx="90">
                  <c:v>42496</c:v>
                </c:pt>
                <c:pt idx="91">
                  <c:v>42499</c:v>
                </c:pt>
                <c:pt idx="92">
                  <c:v>42500</c:v>
                </c:pt>
                <c:pt idx="93">
                  <c:v>42501</c:v>
                </c:pt>
                <c:pt idx="94">
                  <c:v>42502</c:v>
                </c:pt>
                <c:pt idx="95">
                  <c:v>42503</c:v>
                </c:pt>
                <c:pt idx="96">
                  <c:v>42506</c:v>
                </c:pt>
                <c:pt idx="97">
                  <c:v>42507</c:v>
                </c:pt>
                <c:pt idx="98">
                  <c:v>42508</c:v>
                </c:pt>
                <c:pt idx="99">
                  <c:v>42509</c:v>
                </c:pt>
                <c:pt idx="100">
                  <c:v>42510</c:v>
                </c:pt>
                <c:pt idx="101">
                  <c:v>42513</c:v>
                </c:pt>
                <c:pt idx="102">
                  <c:v>42514</c:v>
                </c:pt>
                <c:pt idx="103">
                  <c:v>42515</c:v>
                </c:pt>
                <c:pt idx="104">
                  <c:v>42516</c:v>
                </c:pt>
                <c:pt idx="105">
                  <c:v>42517</c:v>
                </c:pt>
                <c:pt idx="106">
                  <c:v>42520</c:v>
                </c:pt>
                <c:pt idx="107">
                  <c:v>42521</c:v>
                </c:pt>
                <c:pt idx="108">
                  <c:v>42522</c:v>
                </c:pt>
                <c:pt idx="109">
                  <c:v>42523</c:v>
                </c:pt>
                <c:pt idx="110">
                  <c:v>42524</c:v>
                </c:pt>
                <c:pt idx="111">
                  <c:v>42527</c:v>
                </c:pt>
                <c:pt idx="112">
                  <c:v>42528</c:v>
                </c:pt>
                <c:pt idx="113">
                  <c:v>42529</c:v>
                </c:pt>
                <c:pt idx="114">
                  <c:v>42530</c:v>
                </c:pt>
                <c:pt idx="115">
                  <c:v>42531</c:v>
                </c:pt>
                <c:pt idx="116">
                  <c:v>42534</c:v>
                </c:pt>
                <c:pt idx="117">
                  <c:v>42535</c:v>
                </c:pt>
                <c:pt idx="118">
                  <c:v>42536</c:v>
                </c:pt>
                <c:pt idx="119">
                  <c:v>42537</c:v>
                </c:pt>
                <c:pt idx="120">
                  <c:v>42538</c:v>
                </c:pt>
                <c:pt idx="121">
                  <c:v>42541</c:v>
                </c:pt>
                <c:pt idx="122">
                  <c:v>42542</c:v>
                </c:pt>
                <c:pt idx="123">
                  <c:v>42543</c:v>
                </c:pt>
                <c:pt idx="124">
                  <c:v>42544</c:v>
                </c:pt>
                <c:pt idx="125">
                  <c:v>42545</c:v>
                </c:pt>
                <c:pt idx="126">
                  <c:v>42548</c:v>
                </c:pt>
                <c:pt idx="127">
                  <c:v>42549</c:v>
                </c:pt>
                <c:pt idx="128">
                  <c:v>42550</c:v>
                </c:pt>
                <c:pt idx="129">
                  <c:v>42551</c:v>
                </c:pt>
                <c:pt idx="130">
                  <c:v>42552</c:v>
                </c:pt>
                <c:pt idx="131">
                  <c:v>42555</c:v>
                </c:pt>
                <c:pt idx="132">
                  <c:v>42556</c:v>
                </c:pt>
                <c:pt idx="133">
                  <c:v>42557</c:v>
                </c:pt>
                <c:pt idx="134">
                  <c:v>42558</c:v>
                </c:pt>
                <c:pt idx="135">
                  <c:v>42559</c:v>
                </c:pt>
                <c:pt idx="136">
                  <c:v>42562</c:v>
                </c:pt>
                <c:pt idx="137">
                  <c:v>42563</c:v>
                </c:pt>
                <c:pt idx="138">
                  <c:v>42564</c:v>
                </c:pt>
                <c:pt idx="139">
                  <c:v>42565</c:v>
                </c:pt>
                <c:pt idx="140">
                  <c:v>42566</c:v>
                </c:pt>
                <c:pt idx="141">
                  <c:v>42569</c:v>
                </c:pt>
                <c:pt idx="142">
                  <c:v>42570</c:v>
                </c:pt>
                <c:pt idx="143">
                  <c:v>42571</c:v>
                </c:pt>
                <c:pt idx="144">
                  <c:v>42572</c:v>
                </c:pt>
                <c:pt idx="145">
                  <c:v>42573</c:v>
                </c:pt>
                <c:pt idx="146">
                  <c:v>42576</c:v>
                </c:pt>
                <c:pt idx="147">
                  <c:v>42577</c:v>
                </c:pt>
                <c:pt idx="148">
                  <c:v>42578</c:v>
                </c:pt>
                <c:pt idx="149">
                  <c:v>42579</c:v>
                </c:pt>
                <c:pt idx="150">
                  <c:v>42580</c:v>
                </c:pt>
                <c:pt idx="151">
                  <c:v>42583</c:v>
                </c:pt>
                <c:pt idx="152">
                  <c:v>42584</c:v>
                </c:pt>
                <c:pt idx="153">
                  <c:v>42585</c:v>
                </c:pt>
                <c:pt idx="154">
                  <c:v>42586</c:v>
                </c:pt>
                <c:pt idx="155">
                  <c:v>42587</c:v>
                </c:pt>
                <c:pt idx="156">
                  <c:v>42590</c:v>
                </c:pt>
                <c:pt idx="157">
                  <c:v>42591</c:v>
                </c:pt>
                <c:pt idx="158">
                  <c:v>42592</c:v>
                </c:pt>
                <c:pt idx="159">
                  <c:v>42593</c:v>
                </c:pt>
                <c:pt idx="160">
                  <c:v>42594</c:v>
                </c:pt>
                <c:pt idx="161">
                  <c:v>42597</c:v>
                </c:pt>
                <c:pt idx="162">
                  <c:v>42598</c:v>
                </c:pt>
                <c:pt idx="163">
                  <c:v>42599</c:v>
                </c:pt>
                <c:pt idx="164">
                  <c:v>42600</c:v>
                </c:pt>
                <c:pt idx="165">
                  <c:v>42601</c:v>
                </c:pt>
                <c:pt idx="166">
                  <c:v>42604</c:v>
                </c:pt>
                <c:pt idx="167">
                  <c:v>42605</c:v>
                </c:pt>
                <c:pt idx="168">
                  <c:v>42606</c:v>
                </c:pt>
                <c:pt idx="169">
                  <c:v>42607</c:v>
                </c:pt>
                <c:pt idx="170">
                  <c:v>42608</c:v>
                </c:pt>
                <c:pt idx="171">
                  <c:v>42611</c:v>
                </c:pt>
                <c:pt idx="172">
                  <c:v>42612</c:v>
                </c:pt>
                <c:pt idx="173">
                  <c:v>42613</c:v>
                </c:pt>
                <c:pt idx="174">
                  <c:v>42614</c:v>
                </c:pt>
                <c:pt idx="175">
                  <c:v>42615</c:v>
                </c:pt>
                <c:pt idx="176">
                  <c:v>42618</c:v>
                </c:pt>
                <c:pt idx="177">
                  <c:v>42619</c:v>
                </c:pt>
                <c:pt idx="178">
                  <c:v>42620</c:v>
                </c:pt>
                <c:pt idx="179">
                  <c:v>42621</c:v>
                </c:pt>
                <c:pt idx="180">
                  <c:v>42622</c:v>
                </c:pt>
                <c:pt idx="181">
                  <c:v>42625</c:v>
                </c:pt>
                <c:pt idx="182">
                  <c:v>42626</c:v>
                </c:pt>
                <c:pt idx="183">
                  <c:v>42627</c:v>
                </c:pt>
                <c:pt idx="184">
                  <c:v>42628</c:v>
                </c:pt>
                <c:pt idx="185">
                  <c:v>42629</c:v>
                </c:pt>
                <c:pt idx="186">
                  <c:v>42632</c:v>
                </c:pt>
                <c:pt idx="187">
                  <c:v>42633</c:v>
                </c:pt>
                <c:pt idx="188">
                  <c:v>42634</c:v>
                </c:pt>
                <c:pt idx="189">
                  <c:v>42635</c:v>
                </c:pt>
                <c:pt idx="190">
                  <c:v>42636</c:v>
                </c:pt>
                <c:pt idx="191">
                  <c:v>42639</c:v>
                </c:pt>
                <c:pt idx="192">
                  <c:v>42640</c:v>
                </c:pt>
                <c:pt idx="193">
                  <c:v>42641</c:v>
                </c:pt>
                <c:pt idx="194">
                  <c:v>42642</c:v>
                </c:pt>
                <c:pt idx="195">
                  <c:v>42643</c:v>
                </c:pt>
                <c:pt idx="196">
                  <c:v>42646</c:v>
                </c:pt>
                <c:pt idx="197">
                  <c:v>42647</c:v>
                </c:pt>
                <c:pt idx="198">
                  <c:v>42648</c:v>
                </c:pt>
                <c:pt idx="199">
                  <c:v>42649</c:v>
                </c:pt>
                <c:pt idx="200">
                  <c:v>42650</c:v>
                </c:pt>
                <c:pt idx="201">
                  <c:v>42653</c:v>
                </c:pt>
                <c:pt idx="202">
                  <c:v>42654</c:v>
                </c:pt>
                <c:pt idx="203">
                  <c:v>42655</c:v>
                </c:pt>
                <c:pt idx="204">
                  <c:v>42656</c:v>
                </c:pt>
                <c:pt idx="205">
                  <c:v>42657</c:v>
                </c:pt>
                <c:pt idx="206">
                  <c:v>42660</c:v>
                </c:pt>
                <c:pt idx="207">
                  <c:v>42661</c:v>
                </c:pt>
                <c:pt idx="208">
                  <c:v>42662</c:v>
                </c:pt>
                <c:pt idx="209">
                  <c:v>42663</c:v>
                </c:pt>
                <c:pt idx="210">
                  <c:v>42664</c:v>
                </c:pt>
                <c:pt idx="211">
                  <c:v>42667</c:v>
                </c:pt>
                <c:pt idx="212">
                  <c:v>42668</c:v>
                </c:pt>
                <c:pt idx="213">
                  <c:v>42669</c:v>
                </c:pt>
                <c:pt idx="214">
                  <c:v>42670</c:v>
                </c:pt>
                <c:pt idx="215">
                  <c:v>42671</c:v>
                </c:pt>
                <c:pt idx="216">
                  <c:v>42674</c:v>
                </c:pt>
                <c:pt idx="217">
                  <c:v>42675</c:v>
                </c:pt>
                <c:pt idx="218">
                  <c:v>42676</c:v>
                </c:pt>
                <c:pt idx="219">
                  <c:v>42677</c:v>
                </c:pt>
                <c:pt idx="220">
                  <c:v>42678</c:v>
                </c:pt>
                <c:pt idx="221">
                  <c:v>42681</c:v>
                </c:pt>
                <c:pt idx="222">
                  <c:v>42682</c:v>
                </c:pt>
                <c:pt idx="223">
                  <c:v>42683</c:v>
                </c:pt>
                <c:pt idx="224">
                  <c:v>42684</c:v>
                </c:pt>
                <c:pt idx="225">
                  <c:v>42685</c:v>
                </c:pt>
                <c:pt idx="226">
                  <c:v>42688</c:v>
                </c:pt>
                <c:pt idx="227">
                  <c:v>42689</c:v>
                </c:pt>
                <c:pt idx="228">
                  <c:v>42690</c:v>
                </c:pt>
                <c:pt idx="229">
                  <c:v>42691</c:v>
                </c:pt>
                <c:pt idx="230">
                  <c:v>42692</c:v>
                </c:pt>
                <c:pt idx="231">
                  <c:v>42695</c:v>
                </c:pt>
                <c:pt idx="232">
                  <c:v>42696</c:v>
                </c:pt>
                <c:pt idx="233">
                  <c:v>42697</c:v>
                </c:pt>
                <c:pt idx="234">
                  <c:v>42698</c:v>
                </c:pt>
                <c:pt idx="235">
                  <c:v>42699</c:v>
                </c:pt>
                <c:pt idx="236">
                  <c:v>42702</c:v>
                </c:pt>
                <c:pt idx="237">
                  <c:v>42703</c:v>
                </c:pt>
                <c:pt idx="238">
                  <c:v>42704</c:v>
                </c:pt>
                <c:pt idx="239">
                  <c:v>42705</c:v>
                </c:pt>
                <c:pt idx="240">
                  <c:v>42706</c:v>
                </c:pt>
                <c:pt idx="241">
                  <c:v>42709</c:v>
                </c:pt>
                <c:pt idx="242">
                  <c:v>42710</c:v>
                </c:pt>
                <c:pt idx="243">
                  <c:v>42711</c:v>
                </c:pt>
                <c:pt idx="244">
                  <c:v>42712</c:v>
                </c:pt>
                <c:pt idx="245">
                  <c:v>42713</c:v>
                </c:pt>
                <c:pt idx="246">
                  <c:v>42716</c:v>
                </c:pt>
                <c:pt idx="247">
                  <c:v>42717</c:v>
                </c:pt>
                <c:pt idx="248">
                  <c:v>42718</c:v>
                </c:pt>
                <c:pt idx="249">
                  <c:v>42719</c:v>
                </c:pt>
                <c:pt idx="250">
                  <c:v>42720</c:v>
                </c:pt>
                <c:pt idx="251">
                  <c:v>42723</c:v>
                </c:pt>
                <c:pt idx="252">
                  <c:v>42724</c:v>
                </c:pt>
                <c:pt idx="253">
                  <c:v>42725</c:v>
                </c:pt>
                <c:pt idx="254">
                  <c:v>42726</c:v>
                </c:pt>
                <c:pt idx="255">
                  <c:v>42727</c:v>
                </c:pt>
                <c:pt idx="256">
                  <c:v>42730</c:v>
                </c:pt>
                <c:pt idx="257">
                  <c:v>42731</c:v>
                </c:pt>
                <c:pt idx="258">
                  <c:v>42732</c:v>
                </c:pt>
                <c:pt idx="259">
                  <c:v>42733</c:v>
                </c:pt>
                <c:pt idx="260">
                  <c:v>42734</c:v>
                </c:pt>
                <c:pt idx="261">
                  <c:v>42737</c:v>
                </c:pt>
                <c:pt idx="262">
                  <c:v>42738</c:v>
                </c:pt>
                <c:pt idx="263">
                  <c:v>42739</c:v>
                </c:pt>
                <c:pt idx="264">
                  <c:v>42740</c:v>
                </c:pt>
                <c:pt idx="265">
                  <c:v>42741</c:v>
                </c:pt>
                <c:pt idx="266">
                  <c:v>42744</c:v>
                </c:pt>
                <c:pt idx="267">
                  <c:v>42745</c:v>
                </c:pt>
                <c:pt idx="268">
                  <c:v>42746</c:v>
                </c:pt>
                <c:pt idx="269">
                  <c:v>42747</c:v>
                </c:pt>
                <c:pt idx="270">
                  <c:v>42748</c:v>
                </c:pt>
                <c:pt idx="271">
                  <c:v>42751</c:v>
                </c:pt>
                <c:pt idx="272">
                  <c:v>42752</c:v>
                </c:pt>
                <c:pt idx="273">
                  <c:v>42753</c:v>
                </c:pt>
                <c:pt idx="274">
                  <c:v>42754</c:v>
                </c:pt>
                <c:pt idx="275">
                  <c:v>42755</c:v>
                </c:pt>
                <c:pt idx="276">
                  <c:v>42758</c:v>
                </c:pt>
                <c:pt idx="277">
                  <c:v>42759</c:v>
                </c:pt>
                <c:pt idx="278">
                  <c:v>42760</c:v>
                </c:pt>
                <c:pt idx="279">
                  <c:v>42761</c:v>
                </c:pt>
                <c:pt idx="280">
                  <c:v>42762</c:v>
                </c:pt>
                <c:pt idx="281">
                  <c:v>42765</c:v>
                </c:pt>
                <c:pt idx="282">
                  <c:v>42766</c:v>
                </c:pt>
                <c:pt idx="283">
                  <c:v>42767</c:v>
                </c:pt>
                <c:pt idx="284">
                  <c:v>42768</c:v>
                </c:pt>
                <c:pt idx="285">
                  <c:v>42769</c:v>
                </c:pt>
                <c:pt idx="286">
                  <c:v>42772</c:v>
                </c:pt>
                <c:pt idx="287">
                  <c:v>42773</c:v>
                </c:pt>
                <c:pt idx="288">
                  <c:v>42774</c:v>
                </c:pt>
                <c:pt idx="289">
                  <c:v>42775</c:v>
                </c:pt>
                <c:pt idx="290">
                  <c:v>42776</c:v>
                </c:pt>
                <c:pt idx="291">
                  <c:v>42779</c:v>
                </c:pt>
                <c:pt idx="292">
                  <c:v>42780</c:v>
                </c:pt>
                <c:pt idx="293">
                  <c:v>42781</c:v>
                </c:pt>
                <c:pt idx="294">
                  <c:v>42782</c:v>
                </c:pt>
                <c:pt idx="295">
                  <c:v>42783</c:v>
                </c:pt>
                <c:pt idx="296">
                  <c:v>42786</c:v>
                </c:pt>
                <c:pt idx="297">
                  <c:v>42787</c:v>
                </c:pt>
                <c:pt idx="298">
                  <c:v>42788</c:v>
                </c:pt>
                <c:pt idx="299">
                  <c:v>42789</c:v>
                </c:pt>
                <c:pt idx="300">
                  <c:v>42790</c:v>
                </c:pt>
                <c:pt idx="301">
                  <c:v>42793</c:v>
                </c:pt>
                <c:pt idx="302">
                  <c:v>42794</c:v>
                </c:pt>
                <c:pt idx="303">
                  <c:v>42795</c:v>
                </c:pt>
                <c:pt idx="304">
                  <c:v>42796</c:v>
                </c:pt>
                <c:pt idx="305">
                  <c:v>42797</c:v>
                </c:pt>
                <c:pt idx="306">
                  <c:v>42800</c:v>
                </c:pt>
                <c:pt idx="307">
                  <c:v>42801</c:v>
                </c:pt>
                <c:pt idx="308">
                  <c:v>42802</c:v>
                </c:pt>
                <c:pt idx="309">
                  <c:v>42803</c:v>
                </c:pt>
                <c:pt idx="310">
                  <c:v>42804</c:v>
                </c:pt>
                <c:pt idx="311">
                  <c:v>42807</c:v>
                </c:pt>
                <c:pt idx="312">
                  <c:v>42808</c:v>
                </c:pt>
                <c:pt idx="313">
                  <c:v>42809</c:v>
                </c:pt>
                <c:pt idx="314">
                  <c:v>42810</c:v>
                </c:pt>
                <c:pt idx="315">
                  <c:v>42811</c:v>
                </c:pt>
                <c:pt idx="316">
                  <c:v>42814</c:v>
                </c:pt>
                <c:pt idx="317">
                  <c:v>42815</c:v>
                </c:pt>
                <c:pt idx="318">
                  <c:v>42816</c:v>
                </c:pt>
                <c:pt idx="319">
                  <c:v>42817</c:v>
                </c:pt>
                <c:pt idx="320">
                  <c:v>42818</c:v>
                </c:pt>
                <c:pt idx="321">
                  <c:v>42821</c:v>
                </c:pt>
                <c:pt idx="322">
                  <c:v>42822</c:v>
                </c:pt>
                <c:pt idx="323">
                  <c:v>42823</c:v>
                </c:pt>
                <c:pt idx="324">
                  <c:v>42824</c:v>
                </c:pt>
                <c:pt idx="325">
                  <c:v>42825</c:v>
                </c:pt>
                <c:pt idx="326">
                  <c:v>42828</c:v>
                </c:pt>
                <c:pt idx="327">
                  <c:v>42829</c:v>
                </c:pt>
                <c:pt idx="328">
                  <c:v>42830</c:v>
                </c:pt>
                <c:pt idx="329">
                  <c:v>42831</c:v>
                </c:pt>
                <c:pt idx="330">
                  <c:v>42832</c:v>
                </c:pt>
                <c:pt idx="331">
                  <c:v>42835</c:v>
                </c:pt>
                <c:pt idx="332">
                  <c:v>42836</c:v>
                </c:pt>
                <c:pt idx="333">
                  <c:v>42837</c:v>
                </c:pt>
                <c:pt idx="334">
                  <c:v>42838</c:v>
                </c:pt>
                <c:pt idx="335">
                  <c:v>42839</c:v>
                </c:pt>
                <c:pt idx="336">
                  <c:v>42842</c:v>
                </c:pt>
                <c:pt idx="337">
                  <c:v>42843</c:v>
                </c:pt>
                <c:pt idx="338">
                  <c:v>42844</c:v>
                </c:pt>
                <c:pt idx="339">
                  <c:v>42845</c:v>
                </c:pt>
                <c:pt idx="340">
                  <c:v>42846</c:v>
                </c:pt>
                <c:pt idx="341">
                  <c:v>42849</c:v>
                </c:pt>
                <c:pt idx="342">
                  <c:v>42850</c:v>
                </c:pt>
                <c:pt idx="343">
                  <c:v>42851</c:v>
                </c:pt>
                <c:pt idx="344">
                  <c:v>42852</c:v>
                </c:pt>
                <c:pt idx="345">
                  <c:v>42853</c:v>
                </c:pt>
                <c:pt idx="346">
                  <c:v>42856</c:v>
                </c:pt>
                <c:pt idx="347">
                  <c:v>42857</c:v>
                </c:pt>
                <c:pt idx="348">
                  <c:v>42858</c:v>
                </c:pt>
                <c:pt idx="349">
                  <c:v>42859</c:v>
                </c:pt>
                <c:pt idx="350">
                  <c:v>42860</c:v>
                </c:pt>
                <c:pt idx="351">
                  <c:v>42863</c:v>
                </c:pt>
                <c:pt idx="352">
                  <c:v>42864</c:v>
                </c:pt>
                <c:pt idx="353">
                  <c:v>42865</c:v>
                </c:pt>
                <c:pt idx="354">
                  <c:v>42866</c:v>
                </c:pt>
                <c:pt idx="355">
                  <c:v>42867</c:v>
                </c:pt>
                <c:pt idx="356">
                  <c:v>42870</c:v>
                </c:pt>
                <c:pt idx="357">
                  <c:v>42871</c:v>
                </c:pt>
                <c:pt idx="358">
                  <c:v>42872</c:v>
                </c:pt>
                <c:pt idx="359">
                  <c:v>42873</c:v>
                </c:pt>
                <c:pt idx="360">
                  <c:v>42874</c:v>
                </c:pt>
                <c:pt idx="361">
                  <c:v>42877</c:v>
                </c:pt>
                <c:pt idx="362">
                  <c:v>42878</c:v>
                </c:pt>
                <c:pt idx="363">
                  <c:v>42879</c:v>
                </c:pt>
                <c:pt idx="364">
                  <c:v>42880</c:v>
                </c:pt>
                <c:pt idx="365">
                  <c:v>42881</c:v>
                </c:pt>
                <c:pt idx="366">
                  <c:v>42884</c:v>
                </c:pt>
                <c:pt idx="367">
                  <c:v>42885</c:v>
                </c:pt>
                <c:pt idx="368">
                  <c:v>42886</c:v>
                </c:pt>
                <c:pt idx="369">
                  <c:v>42887</c:v>
                </c:pt>
                <c:pt idx="370">
                  <c:v>42888</c:v>
                </c:pt>
                <c:pt idx="371">
                  <c:v>42891</c:v>
                </c:pt>
                <c:pt idx="372">
                  <c:v>42892</c:v>
                </c:pt>
                <c:pt idx="373">
                  <c:v>42893</c:v>
                </c:pt>
                <c:pt idx="374">
                  <c:v>42894</c:v>
                </c:pt>
                <c:pt idx="375">
                  <c:v>42895</c:v>
                </c:pt>
                <c:pt idx="376">
                  <c:v>42898</c:v>
                </c:pt>
                <c:pt idx="377">
                  <c:v>42899</c:v>
                </c:pt>
                <c:pt idx="378">
                  <c:v>42900</c:v>
                </c:pt>
                <c:pt idx="379">
                  <c:v>42901</c:v>
                </c:pt>
                <c:pt idx="380">
                  <c:v>42902</c:v>
                </c:pt>
                <c:pt idx="381">
                  <c:v>42905</c:v>
                </c:pt>
                <c:pt idx="382">
                  <c:v>42906</c:v>
                </c:pt>
                <c:pt idx="383">
                  <c:v>42907</c:v>
                </c:pt>
                <c:pt idx="384">
                  <c:v>42908</c:v>
                </c:pt>
                <c:pt idx="385">
                  <c:v>42909</c:v>
                </c:pt>
                <c:pt idx="386">
                  <c:v>42912</c:v>
                </c:pt>
                <c:pt idx="387">
                  <c:v>42913</c:v>
                </c:pt>
                <c:pt idx="388">
                  <c:v>42914</c:v>
                </c:pt>
                <c:pt idx="389">
                  <c:v>42915</c:v>
                </c:pt>
                <c:pt idx="390">
                  <c:v>42916</c:v>
                </c:pt>
                <c:pt idx="391">
                  <c:v>42919</c:v>
                </c:pt>
                <c:pt idx="392">
                  <c:v>42920</c:v>
                </c:pt>
                <c:pt idx="393">
                  <c:v>42921</c:v>
                </c:pt>
                <c:pt idx="394">
                  <c:v>42922</c:v>
                </c:pt>
                <c:pt idx="395">
                  <c:v>42923</c:v>
                </c:pt>
                <c:pt idx="396">
                  <c:v>42926</c:v>
                </c:pt>
                <c:pt idx="397">
                  <c:v>42927</c:v>
                </c:pt>
                <c:pt idx="398">
                  <c:v>42928</c:v>
                </c:pt>
                <c:pt idx="399">
                  <c:v>42929</c:v>
                </c:pt>
                <c:pt idx="400">
                  <c:v>42930</c:v>
                </c:pt>
                <c:pt idx="401">
                  <c:v>42933</c:v>
                </c:pt>
                <c:pt idx="402">
                  <c:v>42934</c:v>
                </c:pt>
                <c:pt idx="403">
                  <c:v>42935</c:v>
                </c:pt>
                <c:pt idx="404">
                  <c:v>42936</c:v>
                </c:pt>
                <c:pt idx="405">
                  <c:v>42937</c:v>
                </c:pt>
                <c:pt idx="406">
                  <c:v>42940</c:v>
                </c:pt>
                <c:pt idx="407">
                  <c:v>42941</c:v>
                </c:pt>
                <c:pt idx="408">
                  <c:v>42942</c:v>
                </c:pt>
                <c:pt idx="409">
                  <c:v>42943</c:v>
                </c:pt>
                <c:pt idx="410">
                  <c:v>42944</c:v>
                </c:pt>
                <c:pt idx="411">
                  <c:v>42947</c:v>
                </c:pt>
                <c:pt idx="412">
                  <c:v>42948</c:v>
                </c:pt>
                <c:pt idx="413">
                  <c:v>42949</c:v>
                </c:pt>
                <c:pt idx="414">
                  <c:v>42950</c:v>
                </c:pt>
                <c:pt idx="415">
                  <c:v>42951</c:v>
                </c:pt>
                <c:pt idx="416">
                  <c:v>42954</c:v>
                </c:pt>
                <c:pt idx="417">
                  <c:v>42955</c:v>
                </c:pt>
                <c:pt idx="418">
                  <c:v>42956</c:v>
                </c:pt>
                <c:pt idx="419">
                  <c:v>42957</c:v>
                </c:pt>
                <c:pt idx="420">
                  <c:v>42958</c:v>
                </c:pt>
                <c:pt idx="421">
                  <c:v>42961</c:v>
                </c:pt>
                <c:pt idx="422">
                  <c:v>42962</c:v>
                </c:pt>
                <c:pt idx="423">
                  <c:v>42963</c:v>
                </c:pt>
                <c:pt idx="424">
                  <c:v>42964</c:v>
                </c:pt>
                <c:pt idx="425">
                  <c:v>42965</c:v>
                </c:pt>
                <c:pt idx="426">
                  <c:v>42968</c:v>
                </c:pt>
                <c:pt idx="427">
                  <c:v>42969</c:v>
                </c:pt>
                <c:pt idx="428">
                  <c:v>42970</c:v>
                </c:pt>
                <c:pt idx="429">
                  <c:v>42971</c:v>
                </c:pt>
                <c:pt idx="430">
                  <c:v>42972</c:v>
                </c:pt>
                <c:pt idx="431">
                  <c:v>42975</c:v>
                </c:pt>
                <c:pt idx="432">
                  <c:v>42976</c:v>
                </c:pt>
                <c:pt idx="433">
                  <c:v>42977</c:v>
                </c:pt>
                <c:pt idx="434">
                  <c:v>42978</c:v>
                </c:pt>
                <c:pt idx="435">
                  <c:v>42979</c:v>
                </c:pt>
                <c:pt idx="436">
                  <c:v>42982</c:v>
                </c:pt>
                <c:pt idx="437">
                  <c:v>42983</c:v>
                </c:pt>
                <c:pt idx="438">
                  <c:v>42984</c:v>
                </c:pt>
                <c:pt idx="439">
                  <c:v>42985</c:v>
                </c:pt>
                <c:pt idx="440">
                  <c:v>42986</c:v>
                </c:pt>
                <c:pt idx="441">
                  <c:v>42989</c:v>
                </c:pt>
                <c:pt idx="442">
                  <c:v>42990</c:v>
                </c:pt>
                <c:pt idx="443">
                  <c:v>42991</c:v>
                </c:pt>
                <c:pt idx="444">
                  <c:v>42992</c:v>
                </c:pt>
                <c:pt idx="445">
                  <c:v>42993</c:v>
                </c:pt>
                <c:pt idx="446">
                  <c:v>42996</c:v>
                </c:pt>
                <c:pt idx="447">
                  <c:v>42997</c:v>
                </c:pt>
                <c:pt idx="448">
                  <c:v>42998</c:v>
                </c:pt>
                <c:pt idx="449">
                  <c:v>42999</c:v>
                </c:pt>
                <c:pt idx="450">
                  <c:v>43000</c:v>
                </c:pt>
                <c:pt idx="451">
                  <c:v>43003</c:v>
                </c:pt>
                <c:pt idx="452">
                  <c:v>43004</c:v>
                </c:pt>
                <c:pt idx="453">
                  <c:v>43005</c:v>
                </c:pt>
                <c:pt idx="454">
                  <c:v>43006</c:v>
                </c:pt>
                <c:pt idx="455">
                  <c:v>43007</c:v>
                </c:pt>
                <c:pt idx="456">
                  <c:v>43010</c:v>
                </c:pt>
                <c:pt idx="457">
                  <c:v>43011</c:v>
                </c:pt>
                <c:pt idx="458">
                  <c:v>43012</c:v>
                </c:pt>
                <c:pt idx="459">
                  <c:v>43013</c:v>
                </c:pt>
                <c:pt idx="460">
                  <c:v>43014</c:v>
                </c:pt>
                <c:pt idx="461">
                  <c:v>43017</c:v>
                </c:pt>
                <c:pt idx="462">
                  <c:v>43018</c:v>
                </c:pt>
                <c:pt idx="463">
                  <c:v>43019</c:v>
                </c:pt>
                <c:pt idx="464">
                  <c:v>43020</c:v>
                </c:pt>
                <c:pt idx="465">
                  <c:v>43021</c:v>
                </c:pt>
                <c:pt idx="466">
                  <c:v>43024</c:v>
                </c:pt>
                <c:pt idx="467">
                  <c:v>43025</c:v>
                </c:pt>
                <c:pt idx="468">
                  <c:v>43026</c:v>
                </c:pt>
                <c:pt idx="469">
                  <c:v>43027</c:v>
                </c:pt>
                <c:pt idx="470">
                  <c:v>43028</c:v>
                </c:pt>
                <c:pt idx="471">
                  <c:v>43031</c:v>
                </c:pt>
                <c:pt idx="472">
                  <c:v>43032</c:v>
                </c:pt>
                <c:pt idx="473">
                  <c:v>43033</c:v>
                </c:pt>
                <c:pt idx="474">
                  <c:v>43034</c:v>
                </c:pt>
                <c:pt idx="475">
                  <c:v>43035</c:v>
                </c:pt>
                <c:pt idx="476">
                  <c:v>43038</c:v>
                </c:pt>
                <c:pt idx="477">
                  <c:v>43039</c:v>
                </c:pt>
                <c:pt idx="478">
                  <c:v>43040</c:v>
                </c:pt>
                <c:pt idx="479">
                  <c:v>43041</c:v>
                </c:pt>
                <c:pt idx="480">
                  <c:v>43042</c:v>
                </c:pt>
                <c:pt idx="481">
                  <c:v>43045</c:v>
                </c:pt>
                <c:pt idx="482">
                  <c:v>43046</c:v>
                </c:pt>
                <c:pt idx="483">
                  <c:v>43047</c:v>
                </c:pt>
                <c:pt idx="484">
                  <c:v>43048</c:v>
                </c:pt>
                <c:pt idx="485">
                  <c:v>43049</c:v>
                </c:pt>
                <c:pt idx="486">
                  <c:v>43052</c:v>
                </c:pt>
                <c:pt idx="487">
                  <c:v>43053</c:v>
                </c:pt>
                <c:pt idx="488">
                  <c:v>43054</c:v>
                </c:pt>
                <c:pt idx="489">
                  <c:v>43055</c:v>
                </c:pt>
                <c:pt idx="490">
                  <c:v>43056</c:v>
                </c:pt>
                <c:pt idx="491">
                  <c:v>43059</c:v>
                </c:pt>
                <c:pt idx="492">
                  <c:v>43060</c:v>
                </c:pt>
                <c:pt idx="493">
                  <c:v>43061</c:v>
                </c:pt>
                <c:pt idx="494">
                  <c:v>43062</c:v>
                </c:pt>
                <c:pt idx="495">
                  <c:v>43063</c:v>
                </c:pt>
                <c:pt idx="496">
                  <c:v>43066</c:v>
                </c:pt>
                <c:pt idx="497">
                  <c:v>43067</c:v>
                </c:pt>
                <c:pt idx="498">
                  <c:v>43068</c:v>
                </c:pt>
                <c:pt idx="499">
                  <c:v>43069</c:v>
                </c:pt>
                <c:pt idx="500">
                  <c:v>43070</c:v>
                </c:pt>
                <c:pt idx="501">
                  <c:v>43073</c:v>
                </c:pt>
                <c:pt idx="502">
                  <c:v>43074</c:v>
                </c:pt>
                <c:pt idx="503">
                  <c:v>43075</c:v>
                </c:pt>
                <c:pt idx="504">
                  <c:v>43076</c:v>
                </c:pt>
                <c:pt idx="505">
                  <c:v>43077</c:v>
                </c:pt>
                <c:pt idx="506">
                  <c:v>43080</c:v>
                </c:pt>
                <c:pt idx="507">
                  <c:v>43081</c:v>
                </c:pt>
                <c:pt idx="508">
                  <c:v>43082</c:v>
                </c:pt>
                <c:pt idx="509">
                  <c:v>43083</c:v>
                </c:pt>
                <c:pt idx="510">
                  <c:v>43084</c:v>
                </c:pt>
                <c:pt idx="511">
                  <c:v>43087</c:v>
                </c:pt>
                <c:pt idx="512">
                  <c:v>43088</c:v>
                </c:pt>
                <c:pt idx="513">
                  <c:v>43089</c:v>
                </c:pt>
                <c:pt idx="514">
                  <c:v>43090</c:v>
                </c:pt>
                <c:pt idx="515">
                  <c:v>43091</c:v>
                </c:pt>
                <c:pt idx="516">
                  <c:v>43094</c:v>
                </c:pt>
                <c:pt idx="517">
                  <c:v>43095</c:v>
                </c:pt>
                <c:pt idx="518">
                  <c:v>43096</c:v>
                </c:pt>
                <c:pt idx="519">
                  <c:v>43097</c:v>
                </c:pt>
                <c:pt idx="520">
                  <c:v>43098</c:v>
                </c:pt>
                <c:pt idx="521">
                  <c:v>43101</c:v>
                </c:pt>
                <c:pt idx="522">
                  <c:v>43102</c:v>
                </c:pt>
                <c:pt idx="523">
                  <c:v>43103</c:v>
                </c:pt>
                <c:pt idx="524">
                  <c:v>43104</c:v>
                </c:pt>
                <c:pt idx="525">
                  <c:v>43105</c:v>
                </c:pt>
                <c:pt idx="526">
                  <c:v>43108</c:v>
                </c:pt>
                <c:pt idx="527">
                  <c:v>43109</c:v>
                </c:pt>
                <c:pt idx="528">
                  <c:v>43110</c:v>
                </c:pt>
                <c:pt idx="529">
                  <c:v>43111</c:v>
                </c:pt>
                <c:pt idx="530">
                  <c:v>43112</c:v>
                </c:pt>
                <c:pt idx="531">
                  <c:v>43115</c:v>
                </c:pt>
                <c:pt idx="532">
                  <c:v>43116</c:v>
                </c:pt>
                <c:pt idx="533">
                  <c:v>43117</c:v>
                </c:pt>
                <c:pt idx="534">
                  <c:v>43118</c:v>
                </c:pt>
                <c:pt idx="535">
                  <c:v>43119</c:v>
                </c:pt>
                <c:pt idx="536">
                  <c:v>43122</c:v>
                </c:pt>
                <c:pt idx="537">
                  <c:v>43123</c:v>
                </c:pt>
                <c:pt idx="538">
                  <c:v>43124</c:v>
                </c:pt>
                <c:pt idx="539">
                  <c:v>43125</c:v>
                </c:pt>
                <c:pt idx="540">
                  <c:v>43126</c:v>
                </c:pt>
                <c:pt idx="541">
                  <c:v>43129</c:v>
                </c:pt>
                <c:pt idx="542">
                  <c:v>43130</c:v>
                </c:pt>
                <c:pt idx="543">
                  <c:v>43131</c:v>
                </c:pt>
                <c:pt idx="544">
                  <c:v>43132</c:v>
                </c:pt>
                <c:pt idx="545">
                  <c:v>43133</c:v>
                </c:pt>
                <c:pt idx="546">
                  <c:v>43136</c:v>
                </c:pt>
                <c:pt idx="547">
                  <c:v>43137</c:v>
                </c:pt>
                <c:pt idx="548">
                  <c:v>43138</c:v>
                </c:pt>
                <c:pt idx="549">
                  <c:v>43139</c:v>
                </c:pt>
                <c:pt idx="550">
                  <c:v>43140</c:v>
                </c:pt>
                <c:pt idx="551">
                  <c:v>43143</c:v>
                </c:pt>
                <c:pt idx="552">
                  <c:v>43144</c:v>
                </c:pt>
                <c:pt idx="553">
                  <c:v>43145</c:v>
                </c:pt>
                <c:pt idx="554">
                  <c:v>43146</c:v>
                </c:pt>
                <c:pt idx="555">
                  <c:v>43147</c:v>
                </c:pt>
                <c:pt idx="556">
                  <c:v>43150</c:v>
                </c:pt>
                <c:pt idx="557">
                  <c:v>43151</c:v>
                </c:pt>
                <c:pt idx="558">
                  <c:v>43152</c:v>
                </c:pt>
                <c:pt idx="559">
                  <c:v>43153</c:v>
                </c:pt>
                <c:pt idx="560">
                  <c:v>43154</c:v>
                </c:pt>
                <c:pt idx="561">
                  <c:v>43157</c:v>
                </c:pt>
                <c:pt idx="562">
                  <c:v>43158</c:v>
                </c:pt>
                <c:pt idx="563">
                  <c:v>43159</c:v>
                </c:pt>
                <c:pt idx="564">
                  <c:v>43160</c:v>
                </c:pt>
                <c:pt idx="565">
                  <c:v>43161</c:v>
                </c:pt>
                <c:pt idx="566">
                  <c:v>43164</c:v>
                </c:pt>
                <c:pt idx="567">
                  <c:v>43165</c:v>
                </c:pt>
                <c:pt idx="568">
                  <c:v>43166</c:v>
                </c:pt>
                <c:pt idx="569">
                  <c:v>43167</c:v>
                </c:pt>
                <c:pt idx="570">
                  <c:v>43168</c:v>
                </c:pt>
                <c:pt idx="571">
                  <c:v>43171</c:v>
                </c:pt>
                <c:pt idx="572">
                  <c:v>43172</c:v>
                </c:pt>
                <c:pt idx="573">
                  <c:v>43173</c:v>
                </c:pt>
                <c:pt idx="574">
                  <c:v>43174</c:v>
                </c:pt>
                <c:pt idx="575">
                  <c:v>43175</c:v>
                </c:pt>
                <c:pt idx="576">
                  <c:v>43178</c:v>
                </c:pt>
                <c:pt idx="577">
                  <c:v>43179</c:v>
                </c:pt>
                <c:pt idx="578">
                  <c:v>43180</c:v>
                </c:pt>
                <c:pt idx="579">
                  <c:v>43181</c:v>
                </c:pt>
                <c:pt idx="580">
                  <c:v>43182</c:v>
                </c:pt>
                <c:pt idx="581">
                  <c:v>43185</c:v>
                </c:pt>
                <c:pt idx="582">
                  <c:v>43186</c:v>
                </c:pt>
                <c:pt idx="583">
                  <c:v>43187</c:v>
                </c:pt>
                <c:pt idx="584">
                  <c:v>43188</c:v>
                </c:pt>
                <c:pt idx="585">
                  <c:v>43189</c:v>
                </c:pt>
                <c:pt idx="586">
                  <c:v>43192</c:v>
                </c:pt>
                <c:pt idx="587">
                  <c:v>43193</c:v>
                </c:pt>
                <c:pt idx="588">
                  <c:v>43194</c:v>
                </c:pt>
                <c:pt idx="589">
                  <c:v>43195</c:v>
                </c:pt>
                <c:pt idx="590">
                  <c:v>43196</c:v>
                </c:pt>
                <c:pt idx="591">
                  <c:v>43199</c:v>
                </c:pt>
                <c:pt idx="592">
                  <c:v>43200</c:v>
                </c:pt>
                <c:pt idx="593">
                  <c:v>43201</c:v>
                </c:pt>
                <c:pt idx="594">
                  <c:v>43202</c:v>
                </c:pt>
                <c:pt idx="595">
                  <c:v>43203</c:v>
                </c:pt>
                <c:pt idx="596">
                  <c:v>43206</c:v>
                </c:pt>
                <c:pt idx="597">
                  <c:v>43207</c:v>
                </c:pt>
                <c:pt idx="598">
                  <c:v>43208</c:v>
                </c:pt>
                <c:pt idx="599">
                  <c:v>43209</c:v>
                </c:pt>
                <c:pt idx="600">
                  <c:v>43210</c:v>
                </c:pt>
                <c:pt idx="601">
                  <c:v>43213</c:v>
                </c:pt>
                <c:pt idx="602">
                  <c:v>43214</c:v>
                </c:pt>
                <c:pt idx="603">
                  <c:v>43215</c:v>
                </c:pt>
                <c:pt idx="604">
                  <c:v>43216</c:v>
                </c:pt>
                <c:pt idx="605">
                  <c:v>43217</c:v>
                </c:pt>
                <c:pt idx="606">
                  <c:v>43220</c:v>
                </c:pt>
                <c:pt idx="607">
                  <c:v>43221</c:v>
                </c:pt>
                <c:pt idx="608">
                  <c:v>43222</c:v>
                </c:pt>
                <c:pt idx="609">
                  <c:v>43223</c:v>
                </c:pt>
                <c:pt idx="610">
                  <c:v>43224</c:v>
                </c:pt>
                <c:pt idx="611">
                  <c:v>43227</c:v>
                </c:pt>
                <c:pt idx="612">
                  <c:v>43228</c:v>
                </c:pt>
                <c:pt idx="613">
                  <c:v>43229</c:v>
                </c:pt>
                <c:pt idx="614">
                  <c:v>43230</c:v>
                </c:pt>
                <c:pt idx="615">
                  <c:v>43231</c:v>
                </c:pt>
                <c:pt idx="616">
                  <c:v>43234</c:v>
                </c:pt>
                <c:pt idx="617">
                  <c:v>43235</c:v>
                </c:pt>
                <c:pt idx="618">
                  <c:v>43236</c:v>
                </c:pt>
                <c:pt idx="619">
                  <c:v>43237</c:v>
                </c:pt>
                <c:pt idx="620">
                  <c:v>43238</c:v>
                </c:pt>
                <c:pt idx="621">
                  <c:v>43241</c:v>
                </c:pt>
                <c:pt idx="622">
                  <c:v>43242</c:v>
                </c:pt>
                <c:pt idx="623">
                  <c:v>43243</c:v>
                </c:pt>
                <c:pt idx="624">
                  <c:v>43244</c:v>
                </c:pt>
                <c:pt idx="625">
                  <c:v>43245</c:v>
                </c:pt>
                <c:pt idx="626">
                  <c:v>43248</c:v>
                </c:pt>
                <c:pt idx="627">
                  <c:v>43249</c:v>
                </c:pt>
                <c:pt idx="628">
                  <c:v>43250</c:v>
                </c:pt>
                <c:pt idx="629">
                  <c:v>43251</c:v>
                </c:pt>
                <c:pt idx="630">
                  <c:v>43252</c:v>
                </c:pt>
                <c:pt idx="631">
                  <c:v>43255</c:v>
                </c:pt>
                <c:pt idx="632">
                  <c:v>43256</c:v>
                </c:pt>
                <c:pt idx="633">
                  <c:v>43257</c:v>
                </c:pt>
                <c:pt idx="634">
                  <c:v>43258</c:v>
                </c:pt>
                <c:pt idx="635">
                  <c:v>43259</c:v>
                </c:pt>
                <c:pt idx="636">
                  <c:v>43262</c:v>
                </c:pt>
                <c:pt idx="637">
                  <c:v>43263</c:v>
                </c:pt>
                <c:pt idx="638">
                  <c:v>43264</c:v>
                </c:pt>
                <c:pt idx="639">
                  <c:v>43265</c:v>
                </c:pt>
                <c:pt idx="640">
                  <c:v>43266</c:v>
                </c:pt>
                <c:pt idx="641">
                  <c:v>43269</c:v>
                </c:pt>
                <c:pt idx="642">
                  <c:v>43270</c:v>
                </c:pt>
                <c:pt idx="643">
                  <c:v>43271</c:v>
                </c:pt>
                <c:pt idx="644">
                  <c:v>43272</c:v>
                </c:pt>
                <c:pt idx="645">
                  <c:v>43273</c:v>
                </c:pt>
                <c:pt idx="646">
                  <c:v>43276</c:v>
                </c:pt>
                <c:pt idx="647">
                  <c:v>43277</c:v>
                </c:pt>
                <c:pt idx="648">
                  <c:v>43278</c:v>
                </c:pt>
                <c:pt idx="649">
                  <c:v>43279</c:v>
                </c:pt>
                <c:pt idx="650">
                  <c:v>43280</c:v>
                </c:pt>
                <c:pt idx="651">
                  <c:v>43283</c:v>
                </c:pt>
                <c:pt idx="652">
                  <c:v>43284</c:v>
                </c:pt>
                <c:pt idx="653">
                  <c:v>43285</c:v>
                </c:pt>
                <c:pt idx="654">
                  <c:v>43286</c:v>
                </c:pt>
                <c:pt idx="655">
                  <c:v>43287</c:v>
                </c:pt>
                <c:pt idx="656">
                  <c:v>43290</c:v>
                </c:pt>
                <c:pt idx="657">
                  <c:v>43291</c:v>
                </c:pt>
                <c:pt idx="658">
                  <c:v>43292</c:v>
                </c:pt>
                <c:pt idx="659">
                  <c:v>43293</c:v>
                </c:pt>
                <c:pt idx="660">
                  <c:v>43294</c:v>
                </c:pt>
                <c:pt idx="661">
                  <c:v>43297</c:v>
                </c:pt>
                <c:pt idx="662">
                  <c:v>43298</c:v>
                </c:pt>
                <c:pt idx="663">
                  <c:v>43299</c:v>
                </c:pt>
                <c:pt idx="664">
                  <c:v>43300</c:v>
                </c:pt>
                <c:pt idx="665">
                  <c:v>43301</c:v>
                </c:pt>
                <c:pt idx="666">
                  <c:v>43304</c:v>
                </c:pt>
                <c:pt idx="667">
                  <c:v>43305</c:v>
                </c:pt>
                <c:pt idx="668">
                  <c:v>43306</c:v>
                </c:pt>
                <c:pt idx="669">
                  <c:v>43307</c:v>
                </c:pt>
                <c:pt idx="670">
                  <c:v>43308</c:v>
                </c:pt>
                <c:pt idx="671">
                  <c:v>43311</c:v>
                </c:pt>
                <c:pt idx="672">
                  <c:v>43312</c:v>
                </c:pt>
                <c:pt idx="673">
                  <c:v>43313</c:v>
                </c:pt>
                <c:pt idx="674">
                  <c:v>43314</c:v>
                </c:pt>
                <c:pt idx="675">
                  <c:v>43315</c:v>
                </c:pt>
                <c:pt idx="676">
                  <c:v>43318</c:v>
                </c:pt>
                <c:pt idx="677">
                  <c:v>43319</c:v>
                </c:pt>
                <c:pt idx="678">
                  <c:v>43320</c:v>
                </c:pt>
                <c:pt idx="679">
                  <c:v>43321</c:v>
                </c:pt>
                <c:pt idx="680">
                  <c:v>43322</c:v>
                </c:pt>
                <c:pt idx="681">
                  <c:v>43325</c:v>
                </c:pt>
                <c:pt idx="682">
                  <c:v>43326</c:v>
                </c:pt>
                <c:pt idx="683">
                  <c:v>43327</c:v>
                </c:pt>
                <c:pt idx="684">
                  <c:v>43328</c:v>
                </c:pt>
                <c:pt idx="685">
                  <c:v>43329</c:v>
                </c:pt>
                <c:pt idx="686">
                  <c:v>43332</c:v>
                </c:pt>
                <c:pt idx="687">
                  <c:v>43333</c:v>
                </c:pt>
                <c:pt idx="688">
                  <c:v>43334</c:v>
                </c:pt>
                <c:pt idx="689">
                  <c:v>43335</c:v>
                </c:pt>
                <c:pt idx="690">
                  <c:v>43336</c:v>
                </c:pt>
                <c:pt idx="691">
                  <c:v>43339</c:v>
                </c:pt>
                <c:pt idx="692">
                  <c:v>43340</c:v>
                </c:pt>
                <c:pt idx="693">
                  <c:v>43341</c:v>
                </c:pt>
                <c:pt idx="694">
                  <c:v>43342</c:v>
                </c:pt>
                <c:pt idx="695">
                  <c:v>43343</c:v>
                </c:pt>
                <c:pt idx="696">
                  <c:v>43346</c:v>
                </c:pt>
                <c:pt idx="697">
                  <c:v>43347</c:v>
                </c:pt>
                <c:pt idx="698">
                  <c:v>43348</c:v>
                </c:pt>
                <c:pt idx="699">
                  <c:v>43349</c:v>
                </c:pt>
                <c:pt idx="700">
                  <c:v>43350</c:v>
                </c:pt>
                <c:pt idx="701">
                  <c:v>43353</c:v>
                </c:pt>
                <c:pt idx="702">
                  <c:v>43354</c:v>
                </c:pt>
                <c:pt idx="703">
                  <c:v>43355</c:v>
                </c:pt>
                <c:pt idx="704">
                  <c:v>43356</c:v>
                </c:pt>
                <c:pt idx="705">
                  <c:v>43357</c:v>
                </c:pt>
                <c:pt idx="706">
                  <c:v>43360</c:v>
                </c:pt>
                <c:pt idx="707">
                  <c:v>43361</c:v>
                </c:pt>
                <c:pt idx="708">
                  <c:v>43362</c:v>
                </c:pt>
                <c:pt idx="709">
                  <c:v>43363</c:v>
                </c:pt>
                <c:pt idx="710">
                  <c:v>43364</c:v>
                </c:pt>
                <c:pt idx="711">
                  <c:v>43367</c:v>
                </c:pt>
                <c:pt idx="712">
                  <c:v>43368</c:v>
                </c:pt>
                <c:pt idx="713">
                  <c:v>43369</c:v>
                </c:pt>
                <c:pt idx="714">
                  <c:v>43370</c:v>
                </c:pt>
                <c:pt idx="715">
                  <c:v>43371</c:v>
                </c:pt>
                <c:pt idx="716">
                  <c:v>43374</c:v>
                </c:pt>
                <c:pt idx="717">
                  <c:v>43375</c:v>
                </c:pt>
                <c:pt idx="718">
                  <c:v>43376</c:v>
                </c:pt>
                <c:pt idx="719">
                  <c:v>43377</c:v>
                </c:pt>
                <c:pt idx="720">
                  <c:v>43378</c:v>
                </c:pt>
                <c:pt idx="721">
                  <c:v>43381</c:v>
                </c:pt>
                <c:pt idx="722">
                  <c:v>43382</c:v>
                </c:pt>
                <c:pt idx="723">
                  <c:v>43383</c:v>
                </c:pt>
                <c:pt idx="724">
                  <c:v>43384</c:v>
                </c:pt>
                <c:pt idx="725">
                  <c:v>43385</c:v>
                </c:pt>
                <c:pt idx="726">
                  <c:v>43388</c:v>
                </c:pt>
                <c:pt idx="727">
                  <c:v>43389</c:v>
                </c:pt>
                <c:pt idx="728">
                  <c:v>43390</c:v>
                </c:pt>
                <c:pt idx="729">
                  <c:v>43391</c:v>
                </c:pt>
                <c:pt idx="730">
                  <c:v>43392</c:v>
                </c:pt>
                <c:pt idx="731">
                  <c:v>43395</c:v>
                </c:pt>
                <c:pt idx="732">
                  <c:v>43396</c:v>
                </c:pt>
                <c:pt idx="733">
                  <c:v>43397</c:v>
                </c:pt>
                <c:pt idx="734">
                  <c:v>43398</c:v>
                </c:pt>
                <c:pt idx="735">
                  <c:v>43399</c:v>
                </c:pt>
                <c:pt idx="736">
                  <c:v>43402</c:v>
                </c:pt>
                <c:pt idx="737">
                  <c:v>43403</c:v>
                </c:pt>
                <c:pt idx="738">
                  <c:v>43404</c:v>
                </c:pt>
                <c:pt idx="739">
                  <c:v>43405</c:v>
                </c:pt>
                <c:pt idx="740">
                  <c:v>43406</c:v>
                </c:pt>
                <c:pt idx="741">
                  <c:v>43409</c:v>
                </c:pt>
                <c:pt idx="742">
                  <c:v>43410</c:v>
                </c:pt>
                <c:pt idx="743">
                  <c:v>43411</c:v>
                </c:pt>
                <c:pt idx="744">
                  <c:v>43412</c:v>
                </c:pt>
                <c:pt idx="745">
                  <c:v>43413</c:v>
                </c:pt>
                <c:pt idx="746">
                  <c:v>43416</c:v>
                </c:pt>
                <c:pt idx="747">
                  <c:v>43417</c:v>
                </c:pt>
                <c:pt idx="748">
                  <c:v>43418</c:v>
                </c:pt>
                <c:pt idx="749">
                  <c:v>43419</c:v>
                </c:pt>
                <c:pt idx="750">
                  <c:v>43420</c:v>
                </c:pt>
                <c:pt idx="751">
                  <c:v>43423</c:v>
                </c:pt>
                <c:pt idx="752">
                  <c:v>43424</c:v>
                </c:pt>
                <c:pt idx="753">
                  <c:v>43425</c:v>
                </c:pt>
                <c:pt idx="754">
                  <c:v>43426</c:v>
                </c:pt>
                <c:pt idx="755">
                  <c:v>43427</c:v>
                </c:pt>
                <c:pt idx="756">
                  <c:v>43430</c:v>
                </c:pt>
                <c:pt idx="757">
                  <c:v>43431</c:v>
                </c:pt>
                <c:pt idx="758">
                  <c:v>43432</c:v>
                </c:pt>
                <c:pt idx="759">
                  <c:v>43433</c:v>
                </c:pt>
                <c:pt idx="760">
                  <c:v>43434</c:v>
                </c:pt>
                <c:pt idx="761">
                  <c:v>43437</c:v>
                </c:pt>
                <c:pt idx="762">
                  <c:v>43438</c:v>
                </c:pt>
                <c:pt idx="763">
                  <c:v>43439</c:v>
                </c:pt>
                <c:pt idx="764">
                  <c:v>43440</c:v>
                </c:pt>
                <c:pt idx="765">
                  <c:v>43441</c:v>
                </c:pt>
                <c:pt idx="766">
                  <c:v>43444</c:v>
                </c:pt>
                <c:pt idx="767">
                  <c:v>43445</c:v>
                </c:pt>
                <c:pt idx="768">
                  <c:v>43446</c:v>
                </c:pt>
                <c:pt idx="769">
                  <c:v>43447</c:v>
                </c:pt>
                <c:pt idx="770">
                  <c:v>43448</c:v>
                </c:pt>
                <c:pt idx="771">
                  <c:v>43451</c:v>
                </c:pt>
                <c:pt idx="772">
                  <c:v>43452</c:v>
                </c:pt>
                <c:pt idx="773">
                  <c:v>43453</c:v>
                </c:pt>
                <c:pt idx="774">
                  <c:v>43454</c:v>
                </c:pt>
                <c:pt idx="775">
                  <c:v>43455</c:v>
                </c:pt>
                <c:pt idx="776">
                  <c:v>43458</c:v>
                </c:pt>
                <c:pt idx="777">
                  <c:v>43459</c:v>
                </c:pt>
                <c:pt idx="778">
                  <c:v>43460</c:v>
                </c:pt>
                <c:pt idx="779">
                  <c:v>43461</c:v>
                </c:pt>
                <c:pt idx="780">
                  <c:v>43462</c:v>
                </c:pt>
                <c:pt idx="781">
                  <c:v>43465</c:v>
                </c:pt>
                <c:pt idx="782">
                  <c:v>43466</c:v>
                </c:pt>
                <c:pt idx="783">
                  <c:v>43467</c:v>
                </c:pt>
                <c:pt idx="784">
                  <c:v>43468</c:v>
                </c:pt>
                <c:pt idx="785">
                  <c:v>43469</c:v>
                </c:pt>
                <c:pt idx="786">
                  <c:v>43472</c:v>
                </c:pt>
                <c:pt idx="787">
                  <c:v>43473</c:v>
                </c:pt>
                <c:pt idx="788">
                  <c:v>43474</c:v>
                </c:pt>
                <c:pt idx="789">
                  <c:v>43475</c:v>
                </c:pt>
                <c:pt idx="790">
                  <c:v>43476</c:v>
                </c:pt>
                <c:pt idx="791">
                  <c:v>43479</c:v>
                </c:pt>
                <c:pt idx="792">
                  <c:v>43480</c:v>
                </c:pt>
                <c:pt idx="793">
                  <c:v>43481</c:v>
                </c:pt>
                <c:pt idx="794">
                  <c:v>43482</c:v>
                </c:pt>
                <c:pt idx="795">
                  <c:v>43483</c:v>
                </c:pt>
                <c:pt idx="796">
                  <c:v>43486</c:v>
                </c:pt>
                <c:pt idx="797">
                  <c:v>43487</c:v>
                </c:pt>
                <c:pt idx="798">
                  <c:v>43488</c:v>
                </c:pt>
                <c:pt idx="799">
                  <c:v>43489</c:v>
                </c:pt>
                <c:pt idx="800">
                  <c:v>43490</c:v>
                </c:pt>
                <c:pt idx="801">
                  <c:v>43493</c:v>
                </c:pt>
                <c:pt idx="802">
                  <c:v>43494</c:v>
                </c:pt>
                <c:pt idx="803">
                  <c:v>43495</c:v>
                </c:pt>
                <c:pt idx="804">
                  <c:v>43496</c:v>
                </c:pt>
                <c:pt idx="805">
                  <c:v>43497</c:v>
                </c:pt>
                <c:pt idx="806">
                  <c:v>43500</c:v>
                </c:pt>
                <c:pt idx="807">
                  <c:v>43501</c:v>
                </c:pt>
                <c:pt idx="808">
                  <c:v>43502</c:v>
                </c:pt>
                <c:pt idx="809">
                  <c:v>43503</c:v>
                </c:pt>
                <c:pt idx="810">
                  <c:v>43504</c:v>
                </c:pt>
                <c:pt idx="811">
                  <c:v>43507</c:v>
                </c:pt>
                <c:pt idx="812">
                  <c:v>43508</c:v>
                </c:pt>
                <c:pt idx="813">
                  <c:v>43509</c:v>
                </c:pt>
                <c:pt idx="814">
                  <c:v>43510</c:v>
                </c:pt>
                <c:pt idx="815">
                  <c:v>43511</c:v>
                </c:pt>
                <c:pt idx="816">
                  <c:v>43514</c:v>
                </c:pt>
                <c:pt idx="817">
                  <c:v>43515</c:v>
                </c:pt>
                <c:pt idx="818">
                  <c:v>43516</c:v>
                </c:pt>
                <c:pt idx="819">
                  <c:v>43517</c:v>
                </c:pt>
                <c:pt idx="820">
                  <c:v>43518</c:v>
                </c:pt>
                <c:pt idx="821">
                  <c:v>43521</c:v>
                </c:pt>
                <c:pt idx="822">
                  <c:v>43522</c:v>
                </c:pt>
                <c:pt idx="823">
                  <c:v>43523</c:v>
                </c:pt>
                <c:pt idx="824">
                  <c:v>43524</c:v>
                </c:pt>
                <c:pt idx="825">
                  <c:v>43525</c:v>
                </c:pt>
                <c:pt idx="826">
                  <c:v>43528</c:v>
                </c:pt>
                <c:pt idx="827">
                  <c:v>43529</c:v>
                </c:pt>
                <c:pt idx="828">
                  <c:v>43530</c:v>
                </c:pt>
                <c:pt idx="829">
                  <c:v>43531</c:v>
                </c:pt>
                <c:pt idx="830">
                  <c:v>43532</c:v>
                </c:pt>
                <c:pt idx="831">
                  <c:v>43535</c:v>
                </c:pt>
                <c:pt idx="832">
                  <c:v>43536</c:v>
                </c:pt>
                <c:pt idx="833">
                  <c:v>43537</c:v>
                </c:pt>
                <c:pt idx="834">
                  <c:v>43538</c:v>
                </c:pt>
                <c:pt idx="835">
                  <c:v>43539</c:v>
                </c:pt>
                <c:pt idx="836">
                  <c:v>43542</c:v>
                </c:pt>
                <c:pt idx="837">
                  <c:v>43543</c:v>
                </c:pt>
                <c:pt idx="838">
                  <c:v>43544</c:v>
                </c:pt>
                <c:pt idx="839">
                  <c:v>43545</c:v>
                </c:pt>
                <c:pt idx="840">
                  <c:v>43546</c:v>
                </c:pt>
                <c:pt idx="841">
                  <c:v>43549</c:v>
                </c:pt>
                <c:pt idx="842">
                  <c:v>43550</c:v>
                </c:pt>
                <c:pt idx="843">
                  <c:v>43551</c:v>
                </c:pt>
                <c:pt idx="844">
                  <c:v>43552</c:v>
                </c:pt>
                <c:pt idx="845">
                  <c:v>43553</c:v>
                </c:pt>
                <c:pt idx="846">
                  <c:v>43556</c:v>
                </c:pt>
                <c:pt idx="847">
                  <c:v>43557</c:v>
                </c:pt>
                <c:pt idx="848">
                  <c:v>43558</c:v>
                </c:pt>
                <c:pt idx="849">
                  <c:v>43559</c:v>
                </c:pt>
                <c:pt idx="850">
                  <c:v>43560</c:v>
                </c:pt>
                <c:pt idx="851">
                  <c:v>43563</c:v>
                </c:pt>
                <c:pt idx="852">
                  <c:v>43564</c:v>
                </c:pt>
                <c:pt idx="853">
                  <c:v>43565</c:v>
                </c:pt>
                <c:pt idx="854">
                  <c:v>43566</c:v>
                </c:pt>
                <c:pt idx="855">
                  <c:v>43567</c:v>
                </c:pt>
                <c:pt idx="856">
                  <c:v>43570</c:v>
                </c:pt>
                <c:pt idx="857">
                  <c:v>43571</c:v>
                </c:pt>
                <c:pt idx="858">
                  <c:v>43572</c:v>
                </c:pt>
                <c:pt idx="859">
                  <c:v>43573</c:v>
                </c:pt>
                <c:pt idx="860">
                  <c:v>43574</c:v>
                </c:pt>
                <c:pt idx="861">
                  <c:v>43577</c:v>
                </c:pt>
                <c:pt idx="862">
                  <c:v>43578</c:v>
                </c:pt>
                <c:pt idx="863">
                  <c:v>43579</c:v>
                </c:pt>
                <c:pt idx="864">
                  <c:v>43580</c:v>
                </c:pt>
                <c:pt idx="865">
                  <c:v>43581</c:v>
                </c:pt>
                <c:pt idx="866">
                  <c:v>43584</c:v>
                </c:pt>
                <c:pt idx="867">
                  <c:v>43585</c:v>
                </c:pt>
                <c:pt idx="868">
                  <c:v>43586</c:v>
                </c:pt>
                <c:pt idx="869">
                  <c:v>43587</c:v>
                </c:pt>
                <c:pt idx="870">
                  <c:v>43588</c:v>
                </c:pt>
                <c:pt idx="871">
                  <c:v>43591</c:v>
                </c:pt>
                <c:pt idx="872">
                  <c:v>43592</c:v>
                </c:pt>
                <c:pt idx="873">
                  <c:v>43593</c:v>
                </c:pt>
                <c:pt idx="874">
                  <c:v>43594</c:v>
                </c:pt>
                <c:pt idx="875">
                  <c:v>43595</c:v>
                </c:pt>
                <c:pt idx="876">
                  <c:v>43598</c:v>
                </c:pt>
                <c:pt idx="877">
                  <c:v>43599</c:v>
                </c:pt>
                <c:pt idx="878">
                  <c:v>43600</c:v>
                </c:pt>
                <c:pt idx="879">
                  <c:v>43601</c:v>
                </c:pt>
                <c:pt idx="880">
                  <c:v>43602</c:v>
                </c:pt>
                <c:pt idx="881">
                  <c:v>43605</c:v>
                </c:pt>
                <c:pt idx="882">
                  <c:v>43606</c:v>
                </c:pt>
                <c:pt idx="883">
                  <c:v>43607</c:v>
                </c:pt>
                <c:pt idx="884">
                  <c:v>43608</c:v>
                </c:pt>
                <c:pt idx="885">
                  <c:v>43609</c:v>
                </c:pt>
                <c:pt idx="886">
                  <c:v>43612</c:v>
                </c:pt>
                <c:pt idx="887">
                  <c:v>43613</c:v>
                </c:pt>
                <c:pt idx="888">
                  <c:v>43614</c:v>
                </c:pt>
                <c:pt idx="889">
                  <c:v>43615</c:v>
                </c:pt>
                <c:pt idx="890">
                  <c:v>43616</c:v>
                </c:pt>
                <c:pt idx="891">
                  <c:v>43619</c:v>
                </c:pt>
                <c:pt idx="892">
                  <c:v>43620</c:v>
                </c:pt>
                <c:pt idx="893">
                  <c:v>43621</c:v>
                </c:pt>
                <c:pt idx="894">
                  <c:v>43622</c:v>
                </c:pt>
                <c:pt idx="895">
                  <c:v>43623</c:v>
                </c:pt>
                <c:pt idx="896">
                  <c:v>43626</c:v>
                </c:pt>
                <c:pt idx="897">
                  <c:v>43627</c:v>
                </c:pt>
                <c:pt idx="898">
                  <c:v>43628</c:v>
                </c:pt>
                <c:pt idx="899">
                  <c:v>43629</c:v>
                </c:pt>
                <c:pt idx="900">
                  <c:v>43630</c:v>
                </c:pt>
                <c:pt idx="901">
                  <c:v>43633</c:v>
                </c:pt>
                <c:pt idx="902">
                  <c:v>43634</c:v>
                </c:pt>
                <c:pt idx="903">
                  <c:v>43635</c:v>
                </c:pt>
                <c:pt idx="904">
                  <c:v>43636</c:v>
                </c:pt>
                <c:pt idx="905">
                  <c:v>43637</c:v>
                </c:pt>
                <c:pt idx="906">
                  <c:v>43640</c:v>
                </c:pt>
                <c:pt idx="907">
                  <c:v>43641</c:v>
                </c:pt>
                <c:pt idx="908">
                  <c:v>43642</c:v>
                </c:pt>
                <c:pt idx="909">
                  <c:v>43643</c:v>
                </c:pt>
                <c:pt idx="910">
                  <c:v>43644</c:v>
                </c:pt>
                <c:pt idx="911">
                  <c:v>43647</c:v>
                </c:pt>
                <c:pt idx="912">
                  <c:v>43648</c:v>
                </c:pt>
                <c:pt idx="913">
                  <c:v>43649</c:v>
                </c:pt>
                <c:pt idx="914">
                  <c:v>43650</c:v>
                </c:pt>
                <c:pt idx="915">
                  <c:v>43651</c:v>
                </c:pt>
                <c:pt idx="916">
                  <c:v>43654</c:v>
                </c:pt>
                <c:pt idx="917">
                  <c:v>43655</c:v>
                </c:pt>
                <c:pt idx="918">
                  <c:v>43656</c:v>
                </c:pt>
                <c:pt idx="919">
                  <c:v>43657</c:v>
                </c:pt>
                <c:pt idx="920">
                  <c:v>43658</c:v>
                </c:pt>
                <c:pt idx="921">
                  <c:v>43661</c:v>
                </c:pt>
                <c:pt idx="922">
                  <c:v>43662</c:v>
                </c:pt>
                <c:pt idx="923">
                  <c:v>43663</c:v>
                </c:pt>
                <c:pt idx="924">
                  <c:v>43664</c:v>
                </c:pt>
                <c:pt idx="925">
                  <c:v>43665</c:v>
                </c:pt>
                <c:pt idx="926">
                  <c:v>43668</c:v>
                </c:pt>
                <c:pt idx="927">
                  <c:v>43669</c:v>
                </c:pt>
                <c:pt idx="928">
                  <c:v>43670</c:v>
                </c:pt>
                <c:pt idx="929">
                  <c:v>43671</c:v>
                </c:pt>
                <c:pt idx="930">
                  <c:v>43672</c:v>
                </c:pt>
                <c:pt idx="931">
                  <c:v>43675</c:v>
                </c:pt>
                <c:pt idx="932">
                  <c:v>43676</c:v>
                </c:pt>
                <c:pt idx="933">
                  <c:v>43677</c:v>
                </c:pt>
                <c:pt idx="934">
                  <c:v>43678</c:v>
                </c:pt>
                <c:pt idx="935">
                  <c:v>43679</c:v>
                </c:pt>
                <c:pt idx="936">
                  <c:v>43682</c:v>
                </c:pt>
                <c:pt idx="937">
                  <c:v>43683</c:v>
                </c:pt>
                <c:pt idx="938">
                  <c:v>43684</c:v>
                </c:pt>
                <c:pt idx="939">
                  <c:v>43685</c:v>
                </c:pt>
                <c:pt idx="940">
                  <c:v>43686</c:v>
                </c:pt>
                <c:pt idx="941">
                  <c:v>43689</c:v>
                </c:pt>
                <c:pt idx="942">
                  <c:v>43690</c:v>
                </c:pt>
                <c:pt idx="943">
                  <c:v>43691</c:v>
                </c:pt>
                <c:pt idx="944">
                  <c:v>43692</c:v>
                </c:pt>
                <c:pt idx="945">
                  <c:v>43693</c:v>
                </c:pt>
                <c:pt idx="946">
                  <c:v>43696</c:v>
                </c:pt>
                <c:pt idx="947">
                  <c:v>43697</c:v>
                </c:pt>
                <c:pt idx="948">
                  <c:v>43698</c:v>
                </c:pt>
                <c:pt idx="949">
                  <c:v>43699</c:v>
                </c:pt>
                <c:pt idx="950">
                  <c:v>43700</c:v>
                </c:pt>
                <c:pt idx="951">
                  <c:v>43703</c:v>
                </c:pt>
                <c:pt idx="952">
                  <c:v>43704</c:v>
                </c:pt>
                <c:pt idx="953">
                  <c:v>43705</c:v>
                </c:pt>
                <c:pt idx="954">
                  <c:v>43706</c:v>
                </c:pt>
                <c:pt idx="955">
                  <c:v>43707</c:v>
                </c:pt>
                <c:pt idx="956">
                  <c:v>43710</c:v>
                </c:pt>
                <c:pt idx="957">
                  <c:v>43711</c:v>
                </c:pt>
                <c:pt idx="958">
                  <c:v>43712</c:v>
                </c:pt>
                <c:pt idx="959">
                  <c:v>43713</c:v>
                </c:pt>
                <c:pt idx="960">
                  <c:v>43714</c:v>
                </c:pt>
                <c:pt idx="961">
                  <c:v>43717</c:v>
                </c:pt>
                <c:pt idx="962">
                  <c:v>43718</c:v>
                </c:pt>
                <c:pt idx="963">
                  <c:v>43719</c:v>
                </c:pt>
                <c:pt idx="964">
                  <c:v>43720</c:v>
                </c:pt>
                <c:pt idx="965">
                  <c:v>43721</c:v>
                </c:pt>
                <c:pt idx="966">
                  <c:v>43724</c:v>
                </c:pt>
                <c:pt idx="967">
                  <c:v>43725</c:v>
                </c:pt>
                <c:pt idx="968">
                  <c:v>43726</c:v>
                </c:pt>
                <c:pt idx="969">
                  <c:v>43727</c:v>
                </c:pt>
                <c:pt idx="970">
                  <c:v>43728</c:v>
                </c:pt>
                <c:pt idx="971">
                  <c:v>43731</c:v>
                </c:pt>
                <c:pt idx="972">
                  <c:v>43732</c:v>
                </c:pt>
                <c:pt idx="973">
                  <c:v>43733</c:v>
                </c:pt>
                <c:pt idx="974">
                  <c:v>43734</c:v>
                </c:pt>
                <c:pt idx="975">
                  <c:v>43735</c:v>
                </c:pt>
                <c:pt idx="976">
                  <c:v>43738</c:v>
                </c:pt>
                <c:pt idx="977">
                  <c:v>43739</c:v>
                </c:pt>
                <c:pt idx="978">
                  <c:v>43740</c:v>
                </c:pt>
                <c:pt idx="979">
                  <c:v>43741</c:v>
                </c:pt>
                <c:pt idx="980">
                  <c:v>43742</c:v>
                </c:pt>
                <c:pt idx="981">
                  <c:v>43745</c:v>
                </c:pt>
                <c:pt idx="982">
                  <c:v>43746</c:v>
                </c:pt>
                <c:pt idx="983">
                  <c:v>43747</c:v>
                </c:pt>
                <c:pt idx="984">
                  <c:v>43748</c:v>
                </c:pt>
                <c:pt idx="985">
                  <c:v>43749</c:v>
                </c:pt>
                <c:pt idx="986">
                  <c:v>43752</c:v>
                </c:pt>
                <c:pt idx="987">
                  <c:v>43753</c:v>
                </c:pt>
                <c:pt idx="988">
                  <c:v>43754</c:v>
                </c:pt>
                <c:pt idx="989">
                  <c:v>43755</c:v>
                </c:pt>
                <c:pt idx="990">
                  <c:v>43756</c:v>
                </c:pt>
                <c:pt idx="991">
                  <c:v>43759</c:v>
                </c:pt>
                <c:pt idx="992">
                  <c:v>43760</c:v>
                </c:pt>
                <c:pt idx="993">
                  <c:v>43761</c:v>
                </c:pt>
                <c:pt idx="994">
                  <c:v>43762</c:v>
                </c:pt>
                <c:pt idx="995">
                  <c:v>43763</c:v>
                </c:pt>
                <c:pt idx="996">
                  <c:v>43766</c:v>
                </c:pt>
                <c:pt idx="997">
                  <c:v>43767</c:v>
                </c:pt>
                <c:pt idx="998">
                  <c:v>43768</c:v>
                </c:pt>
                <c:pt idx="999">
                  <c:v>43769</c:v>
                </c:pt>
                <c:pt idx="1000">
                  <c:v>43770</c:v>
                </c:pt>
                <c:pt idx="1001">
                  <c:v>43773</c:v>
                </c:pt>
                <c:pt idx="1002">
                  <c:v>43774</c:v>
                </c:pt>
                <c:pt idx="1003">
                  <c:v>43775</c:v>
                </c:pt>
                <c:pt idx="1004">
                  <c:v>43776</c:v>
                </c:pt>
                <c:pt idx="1005">
                  <c:v>43777</c:v>
                </c:pt>
                <c:pt idx="1006">
                  <c:v>43780</c:v>
                </c:pt>
                <c:pt idx="1007">
                  <c:v>43781</c:v>
                </c:pt>
                <c:pt idx="1008">
                  <c:v>43782</c:v>
                </c:pt>
                <c:pt idx="1009">
                  <c:v>43783</c:v>
                </c:pt>
                <c:pt idx="1010">
                  <c:v>43784</c:v>
                </c:pt>
                <c:pt idx="1011">
                  <c:v>43787</c:v>
                </c:pt>
                <c:pt idx="1012">
                  <c:v>43788</c:v>
                </c:pt>
                <c:pt idx="1013">
                  <c:v>43789</c:v>
                </c:pt>
                <c:pt idx="1014">
                  <c:v>43790</c:v>
                </c:pt>
                <c:pt idx="1015">
                  <c:v>43791</c:v>
                </c:pt>
                <c:pt idx="1016">
                  <c:v>43794</c:v>
                </c:pt>
                <c:pt idx="1017">
                  <c:v>43795</c:v>
                </c:pt>
                <c:pt idx="1018">
                  <c:v>43796</c:v>
                </c:pt>
                <c:pt idx="1019">
                  <c:v>43797</c:v>
                </c:pt>
                <c:pt idx="1020">
                  <c:v>43798</c:v>
                </c:pt>
                <c:pt idx="1021">
                  <c:v>43801</c:v>
                </c:pt>
                <c:pt idx="1022">
                  <c:v>43802</c:v>
                </c:pt>
                <c:pt idx="1023">
                  <c:v>43803</c:v>
                </c:pt>
                <c:pt idx="1024">
                  <c:v>43804</c:v>
                </c:pt>
                <c:pt idx="1025">
                  <c:v>43805</c:v>
                </c:pt>
                <c:pt idx="1026">
                  <c:v>43808</c:v>
                </c:pt>
                <c:pt idx="1027">
                  <c:v>43809</c:v>
                </c:pt>
                <c:pt idx="1028">
                  <c:v>43810</c:v>
                </c:pt>
                <c:pt idx="1029">
                  <c:v>43811</c:v>
                </c:pt>
                <c:pt idx="1030">
                  <c:v>43812</c:v>
                </c:pt>
                <c:pt idx="1031">
                  <c:v>43815</c:v>
                </c:pt>
                <c:pt idx="1032">
                  <c:v>43816</c:v>
                </c:pt>
                <c:pt idx="1033">
                  <c:v>43817</c:v>
                </c:pt>
                <c:pt idx="1034">
                  <c:v>43818</c:v>
                </c:pt>
                <c:pt idx="1035">
                  <c:v>43819</c:v>
                </c:pt>
                <c:pt idx="1036">
                  <c:v>43822</c:v>
                </c:pt>
                <c:pt idx="1037">
                  <c:v>43823</c:v>
                </c:pt>
                <c:pt idx="1038">
                  <c:v>43824</c:v>
                </c:pt>
                <c:pt idx="1039">
                  <c:v>43825</c:v>
                </c:pt>
                <c:pt idx="1040">
                  <c:v>43826</c:v>
                </c:pt>
                <c:pt idx="1041">
                  <c:v>43829</c:v>
                </c:pt>
                <c:pt idx="1042">
                  <c:v>43830</c:v>
                </c:pt>
                <c:pt idx="1043">
                  <c:v>43831</c:v>
                </c:pt>
                <c:pt idx="1044">
                  <c:v>43832</c:v>
                </c:pt>
                <c:pt idx="1045">
                  <c:v>43833</c:v>
                </c:pt>
                <c:pt idx="1046">
                  <c:v>43836</c:v>
                </c:pt>
                <c:pt idx="1047">
                  <c:v>43837</c:v>
                </c:pt>
                <c:pt idx="1048">
                  <c:v>43838</c:v>
                </c:pt>
                <c:pt idx="1049">
                  <c:v>43839</c:v>
                </c:pt>
                <c:pt idx="1050">
                  <c:v>43840</c:v>
                </c:pt>
                <c:pt idx="1051">
                  <c:v>43843</c:v>
                </c:pt>
                <c:pt idx="1052">
                  <c:v>43844</c:v>
                </c:pt>
                <c:pt idx="1053">
                  <c:v>43845</c:v>
                </c:pt>
                <c:pt idx="1054">
                  <c:v>43846</c:v>
                </c:pt>
                <c:pt idx="1055">
                  <c:v>43847</c:v>
                </c:pt>
                <c:pt idx="1056">
                  <c:v>43850</c:v>
                </c:pt>
                <c:pt idx="1057">
                  <c:v>43851</c:v>
                </c:pt>
                <c:pt idx="1058">
                  <c:v>43852</c:v>
                </c:pt>
                <c:pt idx="1059">
                  <c:v>43853</c:v>
                </c:pt>
                <c:pt idx="1060">
                  <c:v>43854</c:v>
                </c:pt>
                <c:pt idx="1061">
                  <c:v>43857</c:v>
                </c:pt>
                <c:pt idx="1062">
                  <c:v>43858</c:v>
                </c:pt>
                <c:pt idx="1063">
                  <c:v>43859</c:v>
                </c:pt>
                <c:pt idx="1064">
                  <c:v>43860</c:v>
                </c:pt>
                <c:pt idx="1065">
                  <c:v>43861</c:v>
                </c:pt>
                <c:pt idx="1066">
                  <c:v>43864</c:v>
                </c:pt>
                <c:pt idx="1067">
                  <c:v>43865</c:v>
                </c:pt>
                <c:pt idx="1068">
                  <c:v>43866</c:v>
                </c:pt>
                <c:pt idx="1069">
                  <c:v>43867</c:v>
                </c:pt>
                <c:pt idx="1070">
                  <c:v>43868</c:v>
                </c:pt>
                <c:pt idx="1071">
                  <c:v>43871</c:v>
                </c:pt>
                <c:pt idx="1072">
                  <c:v>43872</c:v>
                </c:pt>
                <c:pt idx="1073">
                  <c:v>43873</c:v>
                </c:pt>
                <c:pt idx="1074">
                  <c:v>43874</c:v>
                </c:pt>
                <c:pt idx="1075">
                  <c:v>43875</c:v>
                </c:pt>
                <c:pt idx="1076">
                  <c:v>43878</c:v>
                </c:pt>
                <c:pt idx="1077">
                  <c:v>43879</c:v>
                </c:pt>
                <c:pt idx="1078">
                  <c:v>43880</c:v>
                </c:pt>
                <c:pt idx="1079">
                  <c:v>43881</c:v>
                </c:pt>
                <c:pt idx="1080">
                  <c:v>43882</c:v>
                </c:pt>
                <c:pt idx="1081">
                  <c:v>43885</c:v>
                </c:pt>
                <c:pt idx="1082">
                  <c:v>43886</c:v>
                </c:pt>
                <c:pt idx="1083">
                  <c:v>43887</c:v>
                </c:pt>
                <c:pt idx="1084">
                  <c:v>43888</c:v>
                </c:pt>
                <c:pt idx="1085">
                  <c:v>43889</c:v>
                </c:pt>
                <c:pt idx="1086">
                  <c:v>43892</c:v>
                </c:pt>
                <c:pt idx="1087">
                  <c:v>43893</c:v>
                </c:pt>
                <c:pt idx="1088">
                  <c:v>43894</c:v>
                </c:pt>
                <c:pt idx="1089">
                  <c:v>43895</c:v>
                </c:pt>
                <c:pt idx="1090">
                  <c:v>43896</c:v>
                </c:pt>
                <c:pt idx="1091">
                  <c:v>43899</c:v>
                </c:pt>
                <c:pt idx="1092">
                  <c:v>43900</c:v>
                </c:pt>
                <c:pt idx="1093">
                  <c:v>43901</c:v>
                </c:pt>
                <c:pt idx="1094">
                  <c:v>43902</c:v>
                </c:pt>
                <c:pt idx="1095">
                  <c:v>43903</c:v>
                </c:pt>
                <c:pt idx="1096">
                  <c:v>43906</c:v>
                </c:pt>
                <c:pt idx="1097">
                  <c:v>43907</c:v>
                </c:pt>
                <c:pt idx="1098">
                  <c:v>43908</c:v>
                </c:pt>
                <c:pt idx="1099">
                  <c:v>43909</c:v>
                </c:pt>
                <c:pt idx="1100">
                  <c:v>43910</c:v>
                </c:pt>
                <c:pt idx="1101">
                  <c:v>43913</c:v>
                </c:pt>
                <c:pt idx="1102">
                  <c:v>43914</c:v>
                </c:pt>
                <c:pt idx="1103">
                  <c:v>43915</c:v>
                </c:pt>
                <c:pt idx="1104">
                  <c:v>43916</c:v>
                </c:pt>
                <c:pt idx="1105">
                  <c:v>43917</c:v>
                </c:pt>
                <c:pt idx="1106">
                  <c:v>43920</c:v>
                </c:pt>
                <c:pt idx="1107">
                  <c:v>43921</c:v>
                </c:pt>
                <c:pt idx="1108">
                  <c:v>43922</c:v>
                </c:pt>
                <c:pt idx="1109">
                  <c:v>43923</c:v>
                </c:pt>
                <c:pt idx="1110">
                  <c:v>43924</c:v>
                </c:pt>
                <c:pt idx="1111">
                  <c:v>43927</c:v>
                </c:pt>
                <c:pt idx="1112">
                  <c:v>43928</c:v>
                </c:pt>
                <c:pt idx="1113">
                  <c:v>43929</c:v>
                </c:pt>
                <c:pt idx="1114">
                  <c:v>43930</c:v>
                </c:pt>
                <c:pt idx="1115">
                  <c:v>43931</c:v>
                </c:pt>
                <c:pt idx="1116">
                  <c:v>43934</c:v>
                </c:pt>
                <c:pt idx="1117">
                  <c:v>43935</c:v>
                </c:pt>
                <c:pt idx="1118">
                  <c:v>43936</c:v>
                </c:pt>
                <c:pt idx="1119">
                  <c:v>43937</c:v>
                </c:pt>
                <c:pt idx="1120">
                  <c:v>43938</c:v>
                </c:pt>
                <c:pt idx="1121">
                  <c:v>43941</c:v>
                </c:pt>
                <c:pt idx="1122">
                  <c:v>43942</c:v>
                </c:pt>
                <c:pt idx="1123">
                  <c:v>43943</c:v>
                </c:pt>
                <c:pt idx="1124">
                  <c:v>43944</c:v>
                </c:pt>
                <c:pt idx="1125">
                  <c:v>43945</c:v>
                </c:pt>
                <c:pt idx="1126">
                  <c:v>43948</c:v>
                </c:pt>
                <c:pt idx="1127">
                  <c:v>43949</c:v>
                </c:pt>
                <c:pt idx="1128">
                  <c:v>43950</c:v>
                </c:pt>
                <c:pt idx="1129">
                  <c:v>43951</c:v>
                </c:pt>
                <c:pt idx="1130">
                  <c:v>43952</c:v>
                </c:pt>
                <c:pt idx="1131">
                  <c:v>43955</c:v>
                </c:pt>
                <c:pt idx="1132">
                  <c:v>43956</c:v>
                </c:pt>
                <c:pt idx="1133">
                  <c:v>43957</c:v>
                </c:pt>
                <c:pt idx="1134">
                  <c:v>43958</c:v>
                </c:pt>
                <c:pt idx="1135">
                  <c:v>43959</c:v>
                </c:pt>
                <c:pt idx="1136">
                  <c:v>43962</c:v>
                </c:pt>
                <c:pt idx="1137">
                  <c:v>43963</c:v>
                </c:pt>
                <c:pt idx="1138">
                  <c:v>43964</c:v>
                </c:pt>
                <c:pt idx="1139">
                  <c:v>43965</c:v>
                </c:pt>
                <c:pt idx="1140">
                  <c:v>43966</c:v>
                </c:pt>
                <c:pt idx="1141">
                  <c:v>43969</c:v>
                </c:pt>
                <c:pt idx="1142">
                  <c:v>43970</c:v>
                </c:pt>
                <c:pt idx="1143">
                  <c:v>43971</c:v>
                </c:pt>
                <c:pt idx="1144">
                  <c:v>43972</c:v>
                </c:pt>
                <c:pt idx="1145">
                  <c:v>43973</c:v>
                </c:pt>
                <c:pt idx="1146">
                  <c:v>43976</c:v>
                </c:pt>
                <c:pt idx="1147">
                  <c:v>43977</c:v>
                </c:pt>
                <c:pt idx="1148">
                  <c:v>43978</c:v>
                </c:pt>
                <c:pt idx="1149">
                  <c:v>43979</c:v>
                </c:pt>
                <c:pt idx="1150">
                  <c:v>43980</c:v>
                </c:pt>
                <c:pt idx="1151">
                  <c:v>43983</c:v>
                </c:pt>
                <c:pt idx="1152">
                  <c:v>43984</c:v>
                </c:pt>
                <c:pt idx="1153">
                  <c:v>43985</c:v>
                </c:pt>
                <c:pt idx="1154">
                  <c:v>43986</c:v>
                </c:pt>
                <c:pt idx="1155">
                  <c:v>43987</c:v>
                </c:pt>
                <c:pt idx="1156">
                  <c:v>43990</c:v>
                </c:pt>
                <c:pt idx="1157">
                  <c:v>43991</c:v>
                </c:pt>
                <c:pt idx="1158">
                  <c:v>43992</c:v>
                </c:pt>
                <c:pt idx="1159">
                  <c:v>43993</c:v>
                </c:pt>
                <c:pt idx="1160">
                  <c:v>43994</c:v>
                </c:pt>
                <c:pt idx="1161">
                  <c:v>43997</c:v>
                </c:pt>
                <c:pt idx="1162">
                  <c:v>43998</c:v>
                </c:pt>
                <c:pt idx="1163">
                  <c:v>43999</c:v>
                </c:pt>
                <c:pt idx="1164">
                  <c:v>44000</c:v>
                </c:pt>
                <c:pt idx="1165">
                  <c:v>44001</c:v>
                </c:pt>
                <c:pt idx="1166">
                  <c:v>44004</c:v>
                </c:pt>
                <c:pt idx="1167">
                  <c:v>44005</c:v>
                </c:pt>
                <c:pt idx="1168">
                  <c:v>44006</c:v>
                </c:pt>
                <c:pt idx="1169">
                  <c:v>44007</c:v>
                </c:pt>
                <c:pt idx="1170">
                  <c:v>44008</c:v>
                </c:pt>
                <c:pt idx="1171">
                  <c:v>44011</c:v>
                </c:pt>
                <c:pt idx="1172">
                  <c:v>44012</c:v>
                </c:pt>
                <c:pt idx="1173">
                  <c:v>44013</c:v>
                </c:pt>
                <c:pt idx="1174">
                  <c:v>44014</c:v>
                </c:pt>
                <c:pt idx="1175">
                  <c:v>44015</c:v>
                </c:pt>
                <c:pt idx="1176">
                  <c:v>44018</c:v>
                </c:pt>
                <c:pt idx="1177">
                  <c:v>44019</c:v>
                </c:pt>
                <c:pt idx="1178">
                  <c:v>44020</c:v>
                </c:pt>
                <c:pt idx="1179">
                  <c:v>44021</c:v>
                </c:pt>
                <c:pt idx="1180">
                  <c:v>44022</c:v>
                </c:pt>
                <c:pt idx="1181">
                  <c:v>44025</c:v>
                </c:pt>
                <c:pt idx="1182">
                  <c:v>44026</c:v>
                </c:pt>
                <c:pt idx="1183">
                  <c:v>44027</c:v>
                </c:pt>
                <c:pt idx="1184">
                  <c:v>44028</c:v>
                </c:pt>
                <c:pt idx="1185">
                  <c:v>44029</c:v>
                </c:pt>
                <c:pt idx="1186">
                  <c:v>44032</c:v>
                </c:pt>
                <c:pt idx="1187">
                  <c:v>44033</c:v>
                </c:pt>
                <c:pt idx="1188">
                  <c:v>44034</c:v>
                </c:pt>
                <c:pt idx="1189">
                  <c:v>44035</c:v>
                </c:pt>
                <c:pt idx="1190">
                  <c:v>44036</c:v>
                </c:pt>
                <c:pt idx="1191">
                  <c:v>44039</c:v>
                </c:pt>
                <c:pt idx="1192">
                  <c:v>44040</c:v>
                </c:pt>
                <c:pt idx="1193">
                  <c:v>44041</c:v>
                </c:pt>
                <c:pt idx="1194">
                  <c:v>44042</c:v>
                </c:pt>
                <c:pt idx="1195">
                  <c:v>44043</c:v>
                </c:pt>
                <c:pt idx="1196">
                  <c:v>44046</c:v>
                </c:pt>
                <c:pt idx="1197">
                  <c:v>44047</c:v>
                </c:pt>
                <c:pt idx="1198">
                  <c:v>44048</c:v>
                </c:pt>
                <c:pt idx="1199">
                  <c:v>44049</c:v>
                </c:pt>
                <c:pt idx="1200">
                  <c:v>44050</c:v>
                </c:pt>
                <c:pt idx="1201">
                  <c:v>44053</c:v>
                </c:pt>
                <c:pt idx="1202">
                  <c:v>44054</c:v>
                </c:pt>
                <c:pt idx="1203">
                  <c:v>44055</c:v>
                </c:pt>
                <c:pt idx="1204">
                  <c:v>44056</c:v>
                </c:pt>
                <c:pt idx="1205">
                  <c:v>44057</c:v>
                </c:pt>
                <c:pt idx="1206">
                  <c:v>44060</c:v>
                </c:pt>
                <c:pt idx="1207">
                  <c:v>44061</c:v>
                </c:pt>
                <c:pt idx="1208">
                  <c:v>44062</c:v>
                </c:pt>
                <c:pt idx="1209">
                  <c:v>44063</c:v>
                </c:pt>
                <c:pt idx="1210">
                  <c:v>44064</c:v>
                </c:pt>
                <c:pt idx="1211">
                  <c:v>44067</c:v>
                </c:pt>
                <c:pt idx="1212">
                  <c:v>44068</c:v>
                </c:pt>
                <c:pt idx="1213">
                  <c:v>44069</c:v>
                </c:pt>
                <c:pt idx="1214">
                  <c:v>44070</c:v>
                </c:pt>
                <c:pt idx="1215">
                  <c:v>44071</c:v>
                </c:pt>
                <c:pt idx="1216">
                  <c:v>44074</c:v>
                </c:pt>
                <c:pt idx="1217">
                  <c:v>44075</c:v>
                </c:pt>
                <c:pt idx="1218">
                  <c:v>44076</c:v>
                </c:pt>
                <c:pt idx="1219">
                  <c:v>44077</c:v>
                </c:pt>
                <c:pt idx="1220">
                  <c:v>44078</c:v>
                </c:pt>
                <c:pt idx="1221">
                  <c:v>44081</c:v>
                </c:pt>
                <c:pt idx="1222">
                  <c:v>44082</c:v>
                </c:pt>
                <c:pt idx="1223">
                  <c:v>44083</c:v>
                </c:pt>
                <c:pt idx="1224">
                  <c:v>44084</c:v>
                </c:pt>
                <c:pt idx="1225">
                  <c:v>44085</c:v>
                </c:pt>
                <c:pt idx="1226">
                  <c:v>44088</c:v>
                </c:pt>
                <c:pt idx="1227">
                  <c:v>44089</c:v>
                </c:pt>
                <c:pt idx="1228">
                  <c:v>44090</c:v>
                </c:pt>
                <c:pt idx="1229">
                  <c:v>44091</c:v>
                </c:pt>
                <c:pt idx="1230">
                  <c:v>44092</c:v>
                </c:pt>
                <c:pt idx="1231">
                  <c:v>44095</c:v>
                </c:pt>
                <c:pt idx="1232">
                  <c:v>44096</c:v>
                </c:pt>
                <c:pt idx="1233">
                  <c:v>44097</c:v>
                </c:pt>
                <c:pt idx="1234">
                  <c:v>44098</c:v>
                </c:pt>
                <c:pt idx="1235">
                  <c:v>44099</c:v>
                </c:pt>
                <c:pt idx="1236">
                  <c:v>44102</c:v>
                </c:pt>
                <c:pt idx="1237">
                  <c:v>44103</c:v>
                </c:pt>
                <c:pt idx="1238">
                  <c:v>44104</c:v>
                </c:pt>
                <c:pt idx="1239">
                  <c:v>44105</c:v>
                </c:pt>
                <c:pt idx="1240">
                  <c:v>44106</c:v>
                </c:pt>
                <c:pt idx="1241">
                  <c:v>44109</c:v>
                </c:pt>
                <c:pt idx="1242">
                  <c:v>44110</c:v>
                </c:pt>
                <c:pt idx="1243">
                  <c:v>44111</c:v>
                </c:pt>
                <c:pt idx="1244">
                  <c:v>44112</c:v>
                </c:pt>
                <c:pt idx="1245">
                  <c:v>44113</c:v>
                </c:pt>
                <c:pt idx="1246">
                  <c:v>44116</c:v>
                </c:pt>
                <c:pt idx="1247">
                  <c:v>44117</c:v>
                </c:pt>
                <c:pt idx="1248">
                  <c:v>44118</c:v>
                </c:pt>
                <c:pt idx="1249">
                  <c:v>44119</c:v>
                </c:pt>
                <c:pt idx="1250">
                  <c:v>44120</c:v>
                </c:pt>
                <c:pt idx="1251">
                  <c:v>44123</c:v>
                </c:pt>
                <c:pt idx="1252">
                  <c:v>44124</c:v>
                </c:pt>
                <c:pt idx="1253">
                  <c:v>44125</c:v>
                </c:pt>
                <c:pt idx="1254">
                  <c:v>44126</c:v>
                </c:pt>
                <c:pt idx="1255">
                  <c:v>44127</c:v>
                </c:pt>
                <c:pt idx="1256">
                  <c:v>44130</c:v>
                </c:pt>
                <c:pt idx="1257">
                  <c:v>44131</c:v>
                </c:pt>
                <c:pt idx="1258">
                  <c:v>44132</c:v>
                </c:pt>
                <c:pt idx="1259">
                  <c:v>44133</c:v>
                </c:pt>
                <c:pt idx="1260">
                  <c:v>44134</c:v>
                </c:pt>
                <c:pt idx="1261">
                  <c:v>44137</c:v>
                </c:pt>
                <c:pt idx="1262">
                  <c:v>44138</c:v>
                </c:pt>
                <c:pt idx="1263">
                  <c:v>44139</c:v>
                </c:pt>
                <c:pt idx="1264">
                  <c:v>44140</c:v>
                </c:pt>
                <c:pt idx="1265">
                  <c:v>44141</c:v>
                </c:pt>
                <c:pt idx="1266">
                  <c:v>44144</c:v>
                </c:pt>
                <c:pt idx="1267">
                  <c:v>44145</c:v>
                </c:pt>
                <c:pt idx="1268">
                  <c:v>44146</c:v>
                </c:pt>
                <c:pt idx="1269">
                  <c:v>44147</c:v>
                </c:pt>
                <c:pt idx="1270">
                  <c:v>44148</c:v>
                </c:pt>
                <c:pt idx="1271">
                  <c:v>44151</c:v>
                </c:pt>
                <c:pt idx="1272">
                  <c:v>44152</c:v>
                </c:pt>
                <c:pt idx="1273">
                  <c:v>44153</c:v>
                </c:pt>
                <c:pt idx="1274">
                  <c:v>44154</c:v>
                </c:pt>
                <c:pt idx="1275">
                  <c:v>44155</c:v>
                </c:pt>
                <c:pt idx="1276">
                  <c:v>44158</c:v>
                </c:pt>
                <c:pt idx="1277">
                  <c:v>44159</c:v>
                </c:pt>
                <c:pt idx="1278">
                  <c:v>44160</c:v>
                </c:pt>
                <c:pt idx="1279">
                  <c:v>44161</c:v>
                </c:pt>
                <c:pt idx="1280">
                  <c:v>44162</c:v>
                </c:pt>
                <c:pt idx="1281">
                  <c:v>44165</c:v>
                </c:pt>
                <c:pt idx="1282">
                  <c:v>44166</c:v>
                </c:pt>
                <c:pt idx="1283">
                  <c:v>44167</c:v>
                </c:pt>
                <c:pt idx="1284">
                  <c:v>44168</c:v>
                </c:pt>
                <c:pt idx="1285">
                  <c:v>44169</c:v>
                </c:pt>
                <c:pt idx="1286">
                  <c:v>44172</c:v>
                </c:pt>
                <c:pt idx="1287">
                  <c:v>44173</c:v>
                </c:pt>
                <c:pt idx="1288">
                  <c:v>44174</c:v>
                </c:pt>
                <c:pt idx="1289">
                  <c:v>44175</c:v>
                </c:pt>
                <c:pt idx="1290">
                  <c:v>44176</c:v>
                </c:pt>
                <c:pt idx="1291">
                  <c:v>44179</c:v>
                </c:pt>
                <c:pt idx="1292">
                  <c:v>44180</c:v>
                </c:pt>
                <c:pt idx="1293">
                  <c:v>44181</c:v>
                </c:pt>
                <c:pt idx="1294">
                  <c:v>44182</c:v>
                </c:pt>
                <c:pt idx="1295">
                  <c:v>44183</c:v>
                </c:pt>
                <c:pt idx="1296">
                  <c:v>44186</c:v>
                </c:pt>
                <c:pt idx="1297">
                  <c:v>44187</c:v>
                </c:pt>
                <c:pt idx="1298">
                  <c:v>44188</c:v>
                </c:pt>
                <c:pt idx="1299">
                  <c:v>44189</c:v>
                </c:pt>
                <c:pt idx="1300">
                  <c:v>44190</c:v>
                </c:pt>
                <c:pt idx="1301">
                  <c:v>44193</c:v>
                </c:pt>
                <c:pt idx="1302">
                  <c:v>44194</c:v>
                </c:pt>
                <c:pt idx="1303">
                  <c:v>44195</c:v>
                </c:pt>
                <c:pt idx="1304">
                  <c:v>44196</c:v>
                </c:pt>
                <c:pt idx="1305">
                  <c:v>44197</c:v>
                </c:pt>
                <c:pt idx="1306">
                  <c:v>44200</c:v>
                </c:pt>
                <c:pt idx="1307">
                  <c:v>44201</c:v>
                </c:pt>
                <c:pt idx="1308">
                  <c:v>44202</c:v>
                </c:pt>
                <c:pt idx="1309">
                  <c:v>44203</c:v>
                </c:pt>
                <c:pt idx="1310">
                  <c:v>44204</c:v>
                </c:pt>
                <c:pt idx="1311">
                  <c:v>44207</c:v>
                </c:pt>
                <c:pt idx="1312">
                  <c:v>44208</c:v>
                </c:pt>
                <c:pt idx="1313">
                  <c:v>44209</c:v>
                </c:pt>
                <c:pt idx="1314">
                  <c:v>44210</c:v>
                </c:pt>
                <c:pt idx="1315">
                  <c:v>44211</c:v>
                </c:pt>
                <c:pt idx="1316">
                  <c:v>44214</c:v>
                </c:pt>
                <c:pt idx="1317">
                  <c:v>44215</c:v>
                </c:pt>
                <c:pt idx="1318">
                  <c:v>44216</c:v>
                </c:pt>
                <c:pt idx="1319">
                  <c:v>44217</c:v>
                </c:pt>
                <c:pt idx="1320">
                  <c:v>44218</c:v>
                </c:pt>
                <c:pt idx="1321">
                  <c:v>44221</c:v>
                </c:pt>
                <c:pt idx="1322">
                  <c:v>44222</c:v>
                </c:pt>
                <c:pt idx="1323">
                  <c:v>44223</c:v>
                </c:pt>
                <c:pt idx="1324">
                  <c:v>44224</c:v>
                </c:pt>
                <c:pt idx="1325">
                  <c:v>44225</c:v>
                </c:pt>
                <c:pt idx="1326">
                  <c:v>44228</c:v>
                </c:pt>
                <c:pt idx="1327">
                  <c:v>44229</c:v>
                </c:pt>
                <c:pt idx="1328">
                  <c:v>44230</c:v>
                </c:pt>
                <c:pt idx="1329">
                  <c:v>44231</c:v>
                </c:pt>
                <c:pt idx="1330">
                  <c:v>44232</c:v>
                </c:pt>
                <c:pt idx="1331">
                  <c:v>44235</c:v>
                </c:pt>
                <c:pt idx="1332">
                  <c:v>44236</c:v>
                </c:pt>
                <c:pt idx="1333">
                  <c:v>44237</c:v>
                </c:pt>
                <c:pt idx="1334">
                  <c:v>44238</c:v>
                </c:pt>
                <c:pt idx="1335">
                  <c:v>44239</c:v>
                </c:pt>
                <c:pt idx="1336">
                  <c:v>44242</c:v>
                </c:pt>
                <c:pt idx="1337">
                  <c:v>44243</c:v>
                </c:pt>
                <c:pt idx="1338">
                  <c:v>44244</c:v>
                </c:pt>
                <c:pt idx="1339">
                  <c:v>44245</c:v>
                </c:pt>
                <c:pt idx="1340">
                  <c:v>44246</c:v>
                </c:pt>
                <c:pt idx="1341">
                  <c:v>44249</c:v>
                </c:pt>
                <c:pt idx="1342">
                  <c:v>44250</c:v>
                </c:pt>
                <c:pt idx="1343">
                  <c:v>44251</c:v>
                </c:pt>
                <c:pt idx="1344">
                  <c:v>44252</c:v>
                </c:pt>
                <c:pt idx="1345">
                  <c:v>44253</c:v>
                </c:pt>
                <c:pt idx="1346">
                  <c:v>44256</c:v>
                </c:pt>
                <c:pt idx="1347">
                  <c:v>44257</c:v>
                </c:pt>
                <c:pt idx="1348">
                  <c:v>44258</c:v>
                </c:pt>
                <c:pt idx="1349">
                  <c:v>44259</c:v>
                </c:pt>
                <c:pt idx="1350">
                  <c:v>44260</c:v>
                </c:pt>
                <c:pt idx="1351">
                  <c:v>44263</c:v>
                </c:pt>
                <c:pt idx="1352">
                  <c:v>44264</c:v>
                </c:pt>
                <c:pt idx="1353">
                  <c:v>44265</c:v>
                </c:pt>
                <c:pt idx="1354">
                  <c:v>44266</c:v>
                </c:pt>
                <c:pt idx="1355">
                  <c:v>44267</c:v>
                </c:pt>
                <c:pt idx="1356">
                  <c:v>44270</c:v>
                </c:pt>
                <c:pt idx="1357">
                  <c:v>44271</c:v>
                </c:pt>
                <c:pt idx="1358">
                  <c:v>44272</c:v>
                </c:pt>
                <c:pt idx="1359">
                  <c:v>44273</c:v>
                </c:pt>
                <c:pt idx="1360">
                  <c:v>44274</c:v>
                </c:pt>
                <c:pt idx="1361">
                  <c:v>44277</c:v>
                </c:pt>
                <c:pt idx="1362">
                  <c:v>44278</c:v>
                </c:pt>
                <c:pt idx="1363">
                  <c:v>44279</c:v>
                </c:pt>
                <c:pt idx="1364">
                  <c:v>44280</c:v>
                </c:pt>
                <c:pt idx="1365">
                  <c:v>44281</c:v>
                </c:pt>
                <c:pt idx="1366">
                  <c:v>44284</c:v>
                </c:pt>
                <c:pt idx="1367">
                  <c:v>44285</c:v>
                </c:pt>
                <c:pt idx="1368">
                  <c:v>44286</c:v>
                </c:pt>
                <c:pt idx="1369">
                  <c:v>44287</c:v>
                </c:pt>
                <c:pt idx="1370">
                  <c:v>44288</c:v>
                </c:pt>
                <c:pt idx="1371">
                  <c:v>44291</c:v>
                </c:pt>
                <c:pt idx="1372">
                  <c:v>44292</c:v>
                </c:pt>
                <c:pt idx="1373">
                  <c:v>44293</c:v>
                </c:pt>
                <c:pt idx="1374">
                  <c:v>44294</c:v>
                </c:pt>
                <c:pt idx="1375">
                  <c:v>44295</c:v>
                </c:pt>
                <c:pt idx="1376">
                  <c:v>44298</c:v>
                </c:pt>
                <c:pt idx="1377">
                  <c:v>44299</c:v>
                </c:pt>
                <c:pt idx="1378">
                  <c:v>44300</c:v>
                </c:pt>
                <c:pt idx="1379">
                  <c:v>44301</c:v>
                </c:pt>
                <c:pt idx="1380">
                  <c:v>44302</c:v>
                </c:pt>
                <c:pt idx="1381">
                  <c:v>44305</c:v>
                </c:pt>
                <c:pt idx="1382">
                  <c:v>44306</c:v>
                </c:pt>
                <c:pt idx="1383">
                  <c:v>44307</c:v>
                </c:pt>
                <c:pt idx="1384">
                  <c:v>44308</c:v>
                </c:pt>
                <c:pt idx="1385">
                  <c:v>44309</c:v>
                </c:pt>
                <c:pt idx="1386">
                  <c:v>44312</c:v>
                </c:pt>
                <c:pt idx="1387">
                  <c:v>44313</c:v>
                </c:pt>
                <c:pt idx="1388">
                  <c:v>44314</c:v>
                </c:pt>
                <c:pt idx="1389">
                  <c:v>44315</c:v>
                </c:pt>
                <c:pt idx="1390">
                  <c:v>44316</c:v>
                </c:pt>
                <c:pt idx="1391">
                  <c:v>44319</c:v>
                </c:pt>
                <c:pt idx="1392">
                  <c:v>44320</c:v>
                </c:pt>
                <c:pt idx="1393">
                  <c:v>44321</c:v>
                </c:pt>
                <c:pt idx="1394">
                  <c:v>44322</c:v>
                </c:pt>
                <c:pt idx="1395">
                  <c:v>44323</c:v>
                </c:pt>
                <c:pt idx="1396">
                  <c:v>44326</c:v>
                </c:pt>
                <c:pt idx="1397">
                  <c:v>44327</c:v>
                </c:pt>
                <c:pt idx="1398">
                  <c:v>44328</c:v>
                </c:pt>
                <c:pt idx="1399">
                  <c:v>44329</c:v>
                </c:pt>
                <c:pt idx="1400">
                  <c:v>44330</c:v>
                </c:pt>
                <c:pt idx="1401">
                  <c:v>44333</c:v>
                </c:pt>
                <c:pt idx="1402">
                  <c:v>44334</c:v>
                </c:pt>
                <c:pt idx="1403">
                  <c:v>44335</c:v>
                </c:pt>
                <c:pt idx="1404">
                  <c:v>44336</c:v>
                </c:pt>
                <c:pt idx="1405">
                  <c:v>44337</c:v>
                </c:pt>
                <c:pt idx="1406">
                  <c:v>44340</c:v>
                </c:pt>
                <c:pt idx="1407">
                  <c:v>44341</c:v>
                </c:pt>
                <c:pt idx="1408">
                  <c:v>44342</c:v>
                </c:pt>
                <c:pt idx="1409">
                  <c:v>44343</c:v>
                </c:pt>
                <c:pt idx="1410">
                  <c:v>44344</c:v>
                </c:pt>
                <c:pt idx="1411">
                  <c:v>44347</c:v>
                </c:pt>
                <c:pt idx="1412">
                  <c:v>44348</c:v>
                </c:pt>
                <c:pt idx="1413">
                  <c:v>44349</c:v>
                </c:pt>
                <c:pt idx="1414">
                  <c:v>44350</c:v>
                </c:pt>
                <c:pt idx="1415">
                  <c:v>44351</c:v>
                </c:pt>
                <c:pt idx="1416">
                  <c:v>44354</c:v>
                </c:pt>
                <c:pt idx="1417">
                  <c:v>44355</c:v>
                </c:pt>
                <c:pt idx="1418">
                  <c:v>44356</c:v>
                </c:pt>
                <c:pt idx="1419">
                  <c:v>44357</c:v>
                </c:pt>
                <c:pt idx="1420">
                  <c:v>44358</c:v>
                </c:pt>
                <c:pt idx="1421">
                  <c:v>44361</c:v>
                </c:pt>
                <c:pt idx="1422">
                  <c:v>44362</c:v>
                </c:pt>
                <c:pt idx="1423">
                  <c:v>44363</c:v>
                </c:pt>
                <c:pt idx="1424">
                  <c:v>44364</c:v>
                </c:pt>
                <c:pt idx="1425">
                  <c:v>44365</c:v>
                </c:pt>
                <c:pt idx="1426">
                  <c:v>44368</c:v>
                </c:pt>
                <c:pt idx="1427">
                  <c:v>44369</c:v>
                </c:pt>
                <c:pt idx="1428">
                  <c:v>44370</c:v>
                </c:pt>
                <c:pt idx="1429">
                  <c:v>44371</c:v>
                </c:pt>
                <c:pt idx="1430">
                  <c:v>44372</c:v>
                </c:pt>
                <c:pt idx="1431">
                  <c:v>44375</c:v>
                </c:pt>
                <c:pt idx="1432">
                  <c:v>44376</c:v>
                </c:pt>
                <c:pt idx="1433">
                  <c:v>44377</c:v>
                </c:pt>
                <c:pt idx="1434">
                  <c:v>44378</c:v>
                </c:pt>
                <c:pt idx="1435">
                  <c:v>44379</c:v>
                </c:pt>
                <c:pt idx="1436">
                  <c:v>44382</c:v>
                </c:pt>
                <c:pt idx="1437">
                  <c:v>44383</c:v>
                </c:pt>
                <c:pt idx="1438">
                  <c:v>44384</c:v>
                </c:pt>
                <c:pt idx="1439">
                  <c:v>44385</c:v>
                </c:pt>
                <c:pt idx="1440">
                  <c:v>44386</c:v>
                </c:pt>
                <c:pt idx="1441">
                  <c:v>44389</c:v>
                </c:pt>
                <c:pt idx="1442">
                  <c:v>44390</c:v>
                </c:pt>
                <c:pt idx="1443">
                  <c:v>44391</c:v>
                </c:pt>
                <c:pt idx="1444">
                  <c:v>44392</c:v>
                </c:pt>
                <c:pt idx="1445">
                  <c:v>44393</c:v>
                </c:pt>
                <c:pt idx="1446">
                  <c:v>44396</c:v>
                </c:pt>
                <c:pt idx="1447">
                  <c:v>44397</c:v>
                </c:pt>
                <c:pt idx="1448">
                  <c:v>44398</c:v>
                </c:pt>
                <c:pt idx="1449">
                  <c:v>44399</c:v>
                </c:pt>
                <c:pt idx="1450">
                  <c:v>44400</c:v>
                </c:pt>
                <c:pt idx="1451">
                  <c:v>44403</c:v>
                </c:pt>
                <c:pt idx="1452">
                  <c:v>44404</c:v>
                </c:pt>
                <c:pt idx="1453">
                  <c:v>44405</c:v>
                </c:pt>
                <c:pt idx="1454">
                  <c:v>44406</c:v>
                </c:pt>
                <c:pt idx="1455">
                  <c:v>44407</c:v>
                </c:pt>
                <c:pt idx="1456">
                  <c:v>44410</c:v>
                </c:pt>
                <c:pt idx="1457">
                  <c:v>44411</c:v>
                </c:pt>
                <c:pt idx="1458">
                  <c:v>44412</c:v>
                </c:pt>
                <c:pt idx="1459">
                  <c:v>44413</c:v>
                </c:pt>
                <c:pt idx="1460">
                  <c:v>44414</c:v>
                </c:pt>
                <c:pt idx="1461">
                  <c:v>44417</c:v>
                </c:pt>
                <c:pt idx="1462">
                  <c:v>44418</c:v>
                </c:pt>
                <c:pt idx="1463">
                  <c:v>44419</c:v>
                </c:pt>
                <c:pt idx="1464">
                  <c:v>44420</c:v>
                </c:pt>
                <c:pt idx="1465">
                  <c:v>44421</c:v>
                </c:pt>
                <c:pt idx="1466">
                  <c:v>44424</c:v>
                </c:pt>
                <c:pt idx="1467">
                  <c:v>44425</c:v>
                </c:pt>
                <c:pt idx="1468">
                  <c:v>44426</c:v>
                </c:pt>
                <c:pt idx="1469">
                  <c:v>44427</c:v>
                </c:pt>
                <c:pt idx="1470">
                  <c:v>44428</c:v>
                </c:pt>
                <c:pt idx="1471">
                  <c:v>44431</c:v>
                </c:pt>
                <c:pt idx="1472">
                  <c:v>44432</c:v>
                </c:pt>
                <c:pt idx="1473">
                  <c:v>44433</c:v>
                </c:pt>
                <c:pt idx="1474">
                  <c:v>44434</c:v>
                </c:pt>
                <c:pt idx="1475">
                  <c:v>44435</c:v>
                </c:pt>
                <c:pt idx="1476">
                  <c:v>44438</c:v>
                </c:pt>
                <c:pt idx="1477">
                  <c:v>44439</c:v>
                </c:pt>
                <c:pt idx="1478">
                  <c:v>44440</c:v>
                </c:pt>
                <c:pt idx="1479">
                  <c:v>44441</c:v>
                </c:pt>
                <c:pt idx="1480">
                  <c:v>44442</c:v>
                </c:pt>
                <c:pt idx="1481">
                  <c:v>44445</c:v>
                </c:pt>
                <c:pt idx="1482">
                  <c:v>44446</c:v>
                </c:pt>
                <c:pt idx="1483">
                  <c:v>44447</c:v>
                </c:pt>
                <c:pt idx="1484">
                  <c:v>44448</c:v>
                </c:pt>
                <c:pt idx="1485">
                  <c:v>44449</c:v>
                </c:pt>
                <c:pt idx="1486">
                  <c:v>44452</c:v>
                </c:pt>
                <c:pt idx="1487">
                  <c:v>44453</c:v>
                </c:pt>
                <c:pt idx="1488">
                  <c:v>44454</c:v>
                </c:pt>
                <c:pt idx="1489">
                  <c:v>44455</c:v>
                </c:pt>
                <c:pt idx="1490">
                  <c:v>44456</c:v>
                </c:pt>
                <c:pt idx="1491">
                  <c:v>44459</c:v>
                </c:pt>
                <c:pt idx="1492">
                  <c:v>44460</c:v>
                </c:pt>
                <c:pt idx="1493">
                  <c:v>44461</c:v>
                </c:pt>
                <c:pt idx="1494">
                  <c:v>44462</c:v>
                </c:pt>
                <c:pt idx="1495">
                  <c:v>44463</c:v>
                </c:pt>
                <c:pt idx="1496">
                  <c:v>44466</c:v>
                </c:pt>
                <c:pt idx="1497">
                  <c:v>44467</c:v>
                </c:pt>
                <c:pt idx="1498">
                  <c:v>44468</c:v>
                </c:pt>
                <c:pt idx="1499">
                  <c:v>44469</c:v>
                </c:pt>
                <c:pt idx="1500">
                  <c:v>44470</c:v>
                </c:pt>
                <c:pt idx="1501">
                  <c:v>44473</c:v>
                </c:pt>
                <c:pt idx="1502">
                  <c:v>44474</c:v>
                </c:pt>
                <c:pt idx="1503">
                  <c:v>44475</c:v>
                </c:pt>
                <c:pt idx="1504">
                  <c:v>44476</c:v>
                </c:pt>
                <c:pt idx="1505">
                  <c:v>44477</c:v>
                </c:pt>
                <c:pt idx="1506">
                  <c:v>44480</c:v>
                </c:pt>
                <c:pt idx="1507">
                  <c:v>44481</c:v>
                </c:pt>
                <c:pt idx="1508">
                  <c:v>44482</c:v>
                </c:pt>
                <c:pt idx="1509">
                  <c:v>44483</c:v>
                </c:pt>
                <c:pt idx="1510">
                  <c:v>44484</c:v>
                </c:pt>
                <c:pt idx="1511">
                  <c:v>44487</c:v>
                </c:pt>
                <c:pt idx="1512">
                  <c:v>44488</c:v>
                </c:pt>
                <c:pt idx="1513">
                  <c:v>44489</c:v>
                </c:pt>
                <c:pt idx="1514">
                  <c:v>44490</c:v>
                </c:pt>
                <c:pt idx="1515">
                  <c:v>44491</c:v>
                </c:pt>
                <c:pt idx="1516">
                  <c:v>44494</c:v>
                </c:pt>
                <c:pt idx="1517">
                  <c:v>44495</c:v>
                </c:pt>
                <c:pt idx="1518">
                  <c:v>44496</c:v>
                </c:pt>
                <c:pt idx="1519">
                  <c:v>44497</c:v>
                </c:pt>
                <c:pt idx="1520">
                  <c:v>44498</c:v>
                </c:pt>
                <c:pt idx="1521">
                  <c:v>44501</c:v>
                </c:pt>
                <c:pt idx="1522">
                  <c:v>44502</c:v>
                </c:pt>
                <c:pt idx="1523">
                  <c:v>44503</c:v>
                </c:pt>
                <c:pt idx="1524">
                  <c:v>44504</c:v>
                </c:pt>
                <c:pt idx="1525">
                  <c:v>44505</c:v>
                </c:pt>
                <c:pt idx="1526">
                  <c:v>44508</c:v>
                </c:pt>
                <c:pt idx="1527">
                  <c:v>44509</c:v>
                </c:pt>
                <c:pt idx="1528">
                  <c:v>44510</c:v>
                </c:pt>
                <c:pt idx="1529">
                  <c:v>44511</c:v>
                </c:pt>
                <c:pt idx="1530">
                  <c:v>44512</c:v>
                </c:pt>
                <c:pt idx="1531">
                  <c:v>44515</c:v>
                </c:pt>
                <c:pt idx="1532">
                  <c:v>44516</c:v>
                </c:pt>
                <c:pt idx="1533">
                  <c:v>44517</c:v>
                </c:pt>
                <c:pt idx="1534">
                  <c:v>44518</c:v>
                </c:pt>
                <c:pt idx="1535">
                  <c:v>44519</c:v>
                </c:pt>
                <c:pt idx="1536">
                  <c:v>44522</c:v>
                </c:pt>
                <c:pt idx="1537">
                  <c:v>44523</c:v>
                </c:pt>
                <c:pt idx="1538">
                  <c:v>44524</c:v>
                </c:pt>
                <c:pt idx="1539">
                  <c:v>44525</c:v>
                </c:pt>
                <c:pt idx="1540">
                  <c:v>44526</c:v>
                </c:pt>
                <c:pt idx="1541">
                  <c:v>44529</c:v>
                </c:pt>
                <c:pt idx="1542">
                  <c:v>44530</c:v>
                </c:pt>
                <c:pt idx="1543">
                  <c:v>44531</c:v>
                </c:pt>
                <c:pt idx="1544">
                  <c:v>44532</c:v>
                </c:pt>
                <c:pt idx="1545">
                  <c:v>44533</c:v>
                </c:pt>
                <c:pt idx="1546">
                  <c:v>44536</c:v>
                </c:pt>
                <c:pt idx="1547">
                  <c:v>44537</c:v>
                </c:pt>
                <c:pt idx="1548">
                  <c:v>44538</c:v>
                </c:pt>
                <c:pt idx="1549">
                  <c:v>44539</c:v>
                </c:pt>
                <c:pt idx="1550">
                  <c:v>44540</c:v>
                </c:pt>
                <c:pt idx="1551">
                  <c:v>44543</c:v>
                </c:pt>
                <c:pt idx="1552">
                  <c:v>44544</c:v>
                </c:pt>
                <c:pt idx="1553">
                  <c:v>44545</c:v>
                </c:pt>
                <c:pt idx="1554">
                  <c:v>44546</c:v>
                </c:pt>
                <c:pt idx="1555">
                  <c:v>44547</c:v>
                </c:pt>
                <c:pt idx="1556">
                  <c:v>44550</c:v>
                </c:pt>
                <c:pt idx="1557">
                  <c:v>44551</c:v>
                </c:pt>
                <c:pt idx="1558">
                  <c:v>44552</c:v>
                </c:pt>
                <c:pt idx="1559">
                  <c:v>44553</c:v>
                </c:pt>
                <c:pt idx="1560">
                  <c:v>44554</c:v>
                </c:pt>
                <c:pt idx="1561">
                  <c:v>44557</c:v>
                </c:pt>
                <c:pt idx="1562">
                  <c:v>44558</c:v>
                </c:pt>
                <c:pt idx="1563">
                  <c:v>44559</c:v>
                </c:pt>
                <c:pt idx="1564">
                  <c:v>44560</c:v>
                </c:pt>
                <c:pt idx="1565">
                  <c:v>44561</c:v>
                </c:pt>
                <c:pt idx="1566">
                  <c:v>44564</c:v>
                </c:pt>
                <c:pt idx="1567">
                  <c:v>44565</c:v>
                </c:pt>
                <c:pt idx="1568">
                  <c:v>44566</c:v>
                </c:pt>
                <c:pt idx="1569">
                  <c:v>44567</c:v>
                </c:pt>
                <c:pt idx="1570">
                  <c:v>44568</c:v>
                </c:pt>
                <c:pt idx="1571">
                  <c:v>44571</c:v>
                </c:pt>
                <c:pt idx="1572">
                  <c:v>44572</c:v>
                </c:pt>
                <c:pt idx="1573">
                  <c:v>44573</c:v>
                </c:pt>
                <c:pt idx="1574">
                  <c:v>44574</c:v>
                </c:pt>
                <c:pt idx="1575">
                  <c:v>44575</c:v>
                </c:pt>
                <c:pt idx="1576">
                  <c:v>44578</c:v>
                </c:pt>
                <c:pt idx="1577">
                  <c:v>44579</c:v>
                </c:pt>
                <c:pt idx="1578">
                  <c:v>44580</c:v>
                </c:pt>
                <c:pt idx="1579">
                  <c:v>44581</c:v>
                </c:pt>
                <c:pt idx="1580">
                  <c:v>44582</c:v>
                </c:pt>
                <c:pt idx="1581">
                  <c:v>44585</c:v>
                </c:pt>
                <c:pt idx="1582">
                  <c:v>44586</c:v>
                </c:pt>
                <c:pt idx="1583">
                  <c:v>44587</c:v>
                </c:pt>
                <c:pt idx="1584">
                  <c:v>44588</c:v>
                </c:pt>
                <c:pt idx="1585">
                  <c:v>44589</c:v>
                </c:pt>
                <c:pt idx="1586">
                  <c:v>44592</c:v>
                </c:pt>
                <c:pt idx="1587">
                  <c:v>44593</c:v>
                </c:pt>
                <c:pt idx="1588">
                  <c:v>44594</c:v>
                </c:pt>
                <c:pt idx="1589">
                  <c:v>44595</c:v>
                </c:pt>
                <c:pt idx="1590">
                  <c:v>44596</c:v>
                </c:pt>
                <c:pt idx="1591">
                  <c:v>44599</c:v>
                </c:pt>
                <c:pt idx="1592">
                  <c:v>44600</c:v>
                </c:pt>
                <c:pt idx="1593">
                  <c:v>44601</c:v>
                </c:pt>
                <c:pt idx="1594">
                  <c:v>44602</c:v>
                </c:pt>
                <c:pt idx="1595">
                  <c:v>44603</c:v>
                </c:pt>
                <c:pt idx="1596">
                  <c:v>44606</c:v>
                </c:pt>
                <c:pt idx="1597">
                  <c:v>44607</c:v>
                </c:pt>
                <c:pt idx="1598">
                  <c:v>44608</c:v>
                </c:pt>
                <c:pt idx="1599">
                  <c:v>44609</c:v>
                </c:pt>
                <c:pt idx="1600">
                  <c:v>44610</c:v>
                </c:pt>
                <c:pt idx="1601">
                  <c:v>44613</c:v>
                </c:pt>
                <c:pt idx="1602">
                  <c:v>44614</c:v>
                </c:pt>
                <c:pt idx="1603">
                  <c:v>44615</c:v>
                </c:pt>
                <c:pt idx="1604">
                  <c:v>44616</c:v>
                </c:pt>
                <c:pt idx="1605">
                  <c:v>44617</c:v>
                </c:pt>
                <c:pt idx="1606">
                  <c:v>44620</c:v>
                </c:pt>
                <c:pt idx="1607">
                  <c:v>44621</c:v>
                </c:pt>
                <c:pt idx="1608">
                  <c:v>44622</c:v>
                </c:pt>
                <c:pt idx="1609">
                  <c:v>44623</c:v>
                </c:pt>
                <c:pt idx="1610">
                  <c:v>44624</c:v>
                </c:pt>
                <c:pt idx="1611">
                  <c:v>44627</c:v>
                </c:pt>
                <c:pt idx="1612">
                  <c:v>44628</c:v>
                </c:pt>
                <c:pt idx="1613">
                  <c:v>44629</c:v>
                </c:pt>
                <c:pt idx="1614">
                  <c:v>44630</c:v>
                </c:pt>
                <c:pt idx="1615">
                  <c:v>44631</c:v>
                </c:pt>
                <c:pt idx="1616">
                  <c:v>44634</c:v>
                </c:pt>
                <c:pt idx="1617">
                  <c:v>44635</c:v>
                </c:pt>
                <c:pt idx="1618">
                  <c:v>44636</c:v>
                </c:pt>
                <c:pt idx="1619">
                  <c:v>44637</c:v>
                </c:pt>
                <c:pt idx="1620">
                  <c:v>44638</c:v>
                </c:pt>
                <c:pt idx="1621">
                  <c:v>44641</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44656</c:v>
                </c:pt>
                <c:pt idx="1633">
                  <c:v>44657</c:v>
                </c:pt>
                <c:pt idx="1634">
                  <c:v>44658</c:v>
                </c:pt>
                <c:pt idx="1635">
                  <c:v>44659</c:v>
                </c:pt>
                <c:pt idx="1636">
                  <c:v>44662</c:v>
                </c:pt>
                <c:pt idx="1637">
                  <c:v>44663</c:v>
                </c:pt>
                <c:pt idx="1638">
                  <c:v>44664</c:v>
                </c:pt>
                <c:pt idx="1639">
                  <c:v>44665</c:v>
                </c:pt>
                <c:pt idx="1640">
                  <c:v>44666</c:v>
                </c:pt>
                <c:pt idx="1641">
                  <c:v>44669</c:v>
                </c:pt>
                <c:pt idx="1642">
                  <c:v>44670</c:v>
                </c:pt>
                <c:pt idx="1643">
                  <c:v>44671</c:v>
                </c:pt>
                <c:pt idx="1644">
                  <c:v>44672</c:v>
                </c:pt>
                <c:pt idx="1645">
                  <c:v>44673</c:v>
                </c:pt>
                <c:pt idx="1646">
                  <c:v>44676</c:v>
                </c:pt>
                <c:pt idx="1647">
                  <c:v>44677</c:v>
                </c:pt>
                <c:pt idx="1648">
                  <c:v>44678</c:v>
                </c:pt>
                <c:pt idx="1649">
                  <c:v>44679</c:v>
                </c:pt>
                <c:pt idx="1650">
                  <c:v>44680</c:v>
                </c:pt>
                <c:pt idx="1651">
                  <c:v>44683</c:v>
                </c:pt>
                <c:pt idx="1652">
                  <c:v>44684</c:v>
                </c:pt>
                <c:pt idx="1653">
                  <c:v>44685</c:v>
                </c:pt>
                <c:pt idx="1654">
                  <c:v>44686</c:v>
                </c:pt>
                <c:pt idx="1655">
                  <c:v>44687</c:v>
                </c:pt>
                <c:pt idx="1656">
                  <c:v>44690</c:v>
                </c:pt>
                <c:pt idx="1657">
                  <c:v>44691</c:v>
                </c:pt>
                <c:pt idx="1658">
                  <c:v>44692</c:v>
                </c:pt>
                <c:pt idx="1659">
                  <c:v>44693</c:v>
                </c:pt>
                <c:pt idx="1660">
                  <c:v>44694</c:v>
                </c:pt>
                <c:pt idx="1661">
                  <c:v>44697</c:v>
                </c:pt>
                <c:pt idx="1662">
                  <c:v>44698</c:v>
                </c:pt>
                <c:pt idx="1663">
                  <c:v>44699</c:v>
                </c:pt>
                <c:pt idx="1664">
                  <c:v>44700</c:v>
                </c:pt>
                <c:pt idx="1665">
                  <c:v>44701</c:v>
                </c:pt>
                <c:pt idx="1666">
                  <c:v>44704</c:v>
                </c:pt>
                <c:pt idx="1667">
                  <c:v>44705</c:v>
                </c:pt>
                <c:pt idx="1668">
                  <c:v>44706</c:v>
                </c:pt>
                <c:pt idx="1669">
                  <c:v>44707</c:v>
                </c:pt>
                <c:pt idx="1670">
                  <c:v>44708</c:v>
                </c:pt>
                <c:pt idx="1671">
                  <c:v>44711</c:v>
                </c:pt>
                <c:pt idx="1672">
                  <c:v>44712</c:v>
                </c:pt>
                <c:pt idx="1673">
                  <c:v>44713</c:v>
                </c:pt>
                <c:pt idx="1674">
                  <c:v>44714</c:v>
                </c:pt>
                <c:pt idx="1675">
                  <c:v>44715</c:v>
                </c:pt>
                <c:pt idx="1676">
                  <c:v>44718</c:v>
                </c:pt>
                <c:pt idx="1677">
                  <c:v>44719</c:v>
                </c:pt>
                <c:pt idx="1678">
                  <c:v>44720</c:v>
                </c:pt>
                <c:pt idx="1679">
                  <c:v>44721</c:v>
                </c:pt>
                <c:pt idx="1680">
                  <c:v>44722</c:v>
                </c:pt>
                <c:pt idx="1681">
                  <c:v>44725</c:v>
                </c:pt>
                <c:pt idx="1682">
                  <c:v>44726</c:v>
                </c:pt>
                <c:pt idx="1683">
                  <c:v>44727</c:v>
                </c:pt>
                <c:pt idx="1684">
                  <c:v>44728</c:v>
                </c:pt>
                <c:pt idx="1685">
                  <c:v>44729</c:v>
                </c:pt>
                <c:pt idx="1686">
                  <c:v>44732</c:v>
                </c:pt>
                <c:pt idx="1687">
                  <c:v>44733</c:v>
                </c:pt>
                <c:pt idx="1688">
                  <c:v>44734</c:v>
                </c:pt>
                <c:pt idx="1689">
                  <c:v>44735</c:v>
                </c:pt>
                <c:pt idx="1690">
                  <c:v>44736</c:v>
                </c:pt>
                <c:pt idx="1691">
                  <c:v>44739</c:v>
                </c:pt>
                <c:pt idx="1692">
                  <c:v>44740</c:v>
                </c:pt>
                <c:pt idx="1693">
                  <c:v>44741</c:v>
                </c:pt>
                <c:pt idx="1694">
                  <c:v>44742</c:v>
                </c:pt>
                <c:pt idx="1695">
                  <c:v>44743</c:v>
                </c:pt>
                <c:pt idx="1696">
                  <c:v>44746</c:v>
                </c:pt>
                <c:pt idx="1697">
                  <c:v>44747</c:v>
                </c:pt>
                <c:pt idx="1698">
                  <c:v>44748</c:v>
                </c:pt>
                <c:pt idx="1699">
                  <c:v>44749</c:v>
                </c:pt>
                <c:pt idx="1700">
                  <c:v>44750</c:v>
                </c:pt>
                <c:pt idx="1701">
                  <c:v>44753</c:v>
                </c:pt>
                <c:pt idx="1702">
                  <c:v>44754</c:v>
                </c:pt>
                <c:pt idx="1703">
                  <c:v>44755</c:v>
                </c:pt>
                <c:pt idx="1704">
                  <c:v>44756</c:v>
                </c:pt>
                <c:pt idx="1705">
                  <c:v>44757</c:v>
                </c:pt>
                <c:pt idx="1706">
                  <c:v>44760</c:v>
                </c:pt>
                <c:pt idx="1707">
                  <c:v>44761</c:v>
                </c:pt>
                <c:pt idx="1708">
                  <c:v>44762</c:v>
                </c:pt>
                <c:pt idx="1709">
                  <c:v>44763</c:v>
                </c:pt>
                <c:pt idx="1710">
                  <c:v>44764</c:v>
                </c:pt>
                <c:pt idx="1711">
                  <c:v>44767</c:v>
                </c:pt>
                <c:pt idx="1712">
                  <c:v>44768</c:v>
                </c:pt>
                <c:pt idx="1713">
                  <c:v>44769</c:v>
                </c:pt>
                <c:pt idx="1714">
                  <c:v>44770</c:v>
                </c:pt>
                <c:pt idx="1715">
                  <c:v>44771</c:v>
                </c:pt>
                <c:pt idx="1716">
                  <c:v>44774</c:v>
                </c:pt>
                <c:pt idx="1717">
                  <c:v>44775</c:v>
                </c:pt>
                <c:pt idx="1718">
                  <c:v>44776</c:v>
                </c:pt>
                <c:pt idx="1719">
                  <c:v>44777</c:v>
                </c:pt>
                <c:pt idx="1720">
                  <c:v>44778</c:v>
                </c:pt>
                <c:pt idx="1721">
                  <c:v>44781</c:v>
                </c:pt>
                <c:pt idx="1722">
                  <c:v>44782</c:v>
                </c:pt>
                <c:pt idx="1723">
                  <c:v>44783</c:v>
                </c:pt>
                <c:pt idx="1724">
                  <c:v>44784</c:v>
                </c:pt>
                <c:pt idx="1725">
                  <c:v>44785</c:v>
                </c:pt>
                <c:pt idx="1726">
                  <c:v>44788</c:v>
                </c:pt>
                <c:pt idx="1727">
                  <c:v>44789</c:v>
                </c:pt>
                <c:pt idx="1728">
                  <c:v>44790</c:v>
                </c:pt>
                <c:pt idx="1729">
                  <c:v>44791</c:v>
                </c:pt>
                <c:pt idx="1730">
                  <c:v>44792</c:v>
                </c:pt>
                <c:pt idx="1731">
                  <c:v>44795</c:v>
                </c:pt>
                <c:pt idx="1732">
                  <c:v>44796</c:v>
                </c:pt>
                <c:pt idx="1733">
                  <c:v>44797</c:v>
                </c:pt>
                <c:pt idx="1734">
                  <c:v>44798</c:v>
                </c:pt>
                <c:pt idx="1735">
                  <c:v>44799</c:v>
                </c:pt>
                <c:pt idx="1736">
                  <c:v>44802</c:v>
                </c:pt>
                <c:pt idx="1737">
                  <c:v>44803</c:v>
                </c:pt>
                <c:pt idx="1738">
                  <c:v>44804</c:v>
                </c:pt>
                <c:pt idx="1739">
                  <c:v>44805</c:v>
                </c:pt>
                <c:pt idx="1740">
                  <c:v>44806</c:v>
                </c:pt>
                <c:pt idx="1741">
                  <c:v>44809</c:v>
                </c:pt>
                <c:pt idx="1742">
                  <c:v>44810</c:v>
                </c:pt>
                <c:pt idx="1743">
                  <c:v>44811</c:v>
                </c:pt>
                <c:pt idx="1744">
                  <c:v>44812</c:v>
                </c:pt>
                <c:pt idx="1745">
                  <c:v>44813</c:v>
                </c:pt>
                <c:pt idx="1746">
                  <c:v>44816</c:v>
                </c:pt>
                <c:pt idx="1747">
                  <c:v>44817</c:v>
                </c:pt>
                <c:pt idx="1748">
                  <c:v>44818</c:v>
                </c:pt>
                <c:pt idx="1749">
                  <c:v>44819</c:v>
                </c:pt>
                <c:pt idx="1750">
                  <c:v>44820</c:v>
                </c:pt>
                <c:pt idx="1751">
                  <c:v>44823</c:v>
                </c:pt>
                <c:pt idx="1752">
                  <c:v>44824</c:v>
                </c:pt>
                <c:pt idx="1753">
                  <c:v>44825</c:v>
                </c:pt>
                <c:pt idx="1754">
                  <c:v>44826</c:v>
                </c:pt>
                <c:pt idx="1755">
                  <c:v>44827</c:v>
                </c:pt>
                <c:pt idx="1756">
                  <c:v>44830</c:v>
                </c:pt>
                <c:pt idx="1757">
                  <c:v>44831</c:v>
                </c:pt>
                <c:pt idx="1758">
                  <c:v>44832</c:v>
                </c:pt>
                <c:pt idx="1759">
                  <c:v>44833</c:v>
                </c:pt>
                <c:pt idx="1760">
                  <c:v>44834</c:v>
                </c:pt>
                <c:pt idx="1761">
                  <c:v>44837</c:v>
                </c:pt>
                <c:pt idx="1762">
                  <c:v>44838</c:v>
                </c:pt>
                <c:pt idx="1763">
                  <c:v>44839</c:v>
                </c:pt>
                <c:pt idx="1764">
                  <c:v>44840</c:v>
                </c:pt>
                <c:pt idx="1765">
                  <c:v>44841</c:v>
                </c:pt>
                <c:pt idx="1766">
                  <c:v>44844</c:v>
                </c:pt>
                <c:pt idx="1767">
                  <c:v>44845</c:v>
                </c:pt>
                <c:pt idx="1768">
                  <c:v>44846</c:v>
                </c:pt>
                <c:pt idx="1769">
                  <c:v>44847</c:v>
                </c:pt>
                <c:pt idx="1770">
                  <c:v>44848</c:v>
                </c:pt>
                <c:pt idx="1771">
                  <c:v>44851</c:v>
                </c:pt>
                <c:pt idx="1772">
                  <c:v>44852</c:v>
                </c:pt>
                <c:pt idx="1773">
                  <c:v>44853</c:v>
                </c:pt>
                <c:pt idx="1774">
                  <c:v>44854</c:v>
                </c:pt>
                <c:pt idx="1775">
                  <c:v>44855</c:v>
                </c:pt>
                <c:pt idx="1776">
                  <c:v>44858</c:v>
                </c:pt>
                <c:pt idx="1777">
                  <c:v>44859</c:v>
                </c:pt>
                <c:pt idx="1778">
                  <c:v>44860</c:v>
                </c:pt>
                <c:pt idx="1779">
                  <c:v>44861</c:v>
                </c:pt>
                <c:pt idx="1780">
                  <c:v>44862</c:v>
                </c:pt>
                <c:pt idx="1781">
                  <c:v>44865</c:v>
                </c:pt>
                <c:pt idx="1782">
                  <c:v>44866</c:v>
                </c:pt>
                <c:pt idx="1783">
                  <c:v>44867</c:v>
                </c:pt>
                <c:pt idx="1784">
                  <c:v>44868</c:v>
                </c:pt>
                <c:pt idx="1785">
                  <c:v>44869</c:v>
                </c:pt>
                <c:pt idx="1786">
                  <c:v>44872</c:v>
                </c:pt>
                <c:pt idx="1787">
                  <c:v>44873</c:v>
                </c:pt>
                <c:pt idx="1788">
                  <c:v>44874</c:v>
                </c:pt>
                <c:pt idx="1789">
                  <c:v>44875</c:v>
                </c:pt>
                <c:pt idx="1790">
                  <c:v>44876</c:v>
                </c:pt>
                <c:pt idx="1791">
                  <c:v>44879</c:v>
                </c:pt>
                <c:pt idx="1792">
                  <c:v>44880</c:v>
                </c:pt>
                <c:pt idx="1793">
                  <c:v>44881</c:v>
                </c:pt>
                <c:pt idx="1794">
                  <c:v>44882</c:v>
                </c:pt>
                <c:pt idx="1795">
                  <c:v>44883</c:v>
                </c:pt>
                <c:pt idx="1796">
                  <c:v>44886</c:v>
                </c:pt>
                <c:pt idx="1797">
                  <c:v>44887</c:v>
                </c:pt>
                <c:pt idx="1798">
                  <c:v>44888</c:v>
                </c:pt>
                <c:pt idx="1799">
                  <c:v>44889</c:v>
                </c:pt>
                <c:pt idx="1800">
                  <c:v>44890</c:v>
                </c:pt>
                <c:pt idx="1801">
                  <c:v>44893</c:v>
                </c:pt>
                <c:pt idx="1802">
                  <c:v>44894</c:v>
                </c:pt>
                <c:pt idx="1803">
                  <c:v>44895</c:v>
                </c:pt>
                <c:pt idx="1804">
                  <c:v>44896</c:v>
                </c:pt>
                <c:pt idx="1805">
                  <c:v>44897</c:v>
                </c:pt>
                <c:pt idx="1806">
                  <c:v>44900</c:v>
                </c:pt>
                <c:pt idx="1807">
                  <c:v>44901</c:v>
                </c:pt>
                <c:pt idx="1808">
                  <c:v>44902</c:v>
                </c:pt>
                <c:pt idx="1809">
                  <c:v>44903</c:v>
                </c:pt>
                <c:pt idx="1810">
                  <c:v>44904</c:v>
                </c:pt>
                <c:pt idx="1811">
                  <c:v>44907</c:v>
                </c:pt>
                <c:pt idx="1812">
                  <c:v>44908</c:v>
                </c:pt>
                <c:pt idx="1813">
                  <c:v>44909</c:v>
                </c:pt>
                <c:pt idx="1814">
                  <c:v>44910</c:v>
                </c:pt>
                <c:pt idx="1815">
                  <c:v>44911</c:v>
                </c:pt>
                <c:pt idx="1816">
                  <c:v>44914</c:v>
                </c:pt>
                <c:pt idx="1817">
                  <c:v>44915</c:v>
                </c:pt>
                <c:pt idx="1818">
                  <c:v>44916</c:v>
                </c:pt>
                <c:pt idx="1819">
                  <c:v>44917</c:v>
                </c:pt>
                <c:pt idx="1820">
                  <c:v>44918</c:v>
                </c:pt>
                <c:pt idx="1821">
                  <c:v>44921</c:v>
                </c:pt>
                <c:pt idx="1822">
                  <c:v>44922</c:v>
                </c:pt>
                <c:pt idx="1823">
                  <c:v>44923</c:v>
                </c:pt>
                <c:pt idx="1824">
                  <c:v>44924</c:v>
                </c:pt>
                <c:pt idx="1825">
                  <c:v>44925</c:v>
                </c:pt>
                <c:pt idx="1826">
                  <c:v>44928</c:v>
                </c:pt>
                <c:pt idx="1827">
                  <c:v>44929</c:v>
                </c:pt>
                <c:pt idx="1828">
                  <c:v>44930</c:v>
                </c:pt>
                <c:pt idx="1829">
                  <c:v>44931</c:v>
                </c:pt>
                <c:pt idx="1830">
                  <c:v>44932</c:v>
                </c:pt>
                <c:pt idx="1831">
                  <c:v>44935</c:v>
                </c:pt>
                <c:pt idx="1832">
                  <c:v>44936</c:v>
                </c:pt>
                <c:pt idx="1833">
                  <c:v>44937</c:v>
                </c:pt>
                <c:pt idx="1834">
                  <c:v>44938</c:v>
                </c:pt>
                <c:pt idx="1835">
                  <c:v>44939</c:v>
                </c:pt>
                <c:pt idx="1836">
                  <c:v>44942</c:v>
                </c:pt>
                <c:pt idx="1837">
                  <c:v>44943</c:v>
                </c:pt>
                <c:pt idx="1838">
                  <c:v>44944</c:v>
                </c:pt>
                <c:pt idx="1839">
                  <c:v>44945</c:v>
                </c:pt>
                <c:pt idx="1840">
                  <c:v>44946</c:v>
                </c:pt>
                <c:pt idx="1841">
                  <c:v>44949</c:v>
                </c:pt>
                <c:pt idx="1842">
                  <c:v>44950</c:v>
                </c:pt>
                <c:pt idx="1843">
                  <c:v>44951</c:v>
                </c:pt>
                <c:pt idx="1844">
                  <c:v>44952</c:v>
                </c:pt>
                <c:pt idx="1845">
                  <c:v>44953</c:v>
                </c:pt>
                <c:pt idx="1846">
                  <c:v>44956</c:v>
                </c:pt>
                <c:pt idx="1847">
                  <c:v>44957</c:v>
                </c:pt>
                <c:pt idx="1848">
                  <c:v>44958</c:v>
                </c:pt>
                <c:pt idx="1849">
                  <c:v>44959</c:v>
                </c:pt>
                <c:pt idx="1850">
                  <c:v>44960</c:v>
                </c:pt>
                <c:pt idx="1851">
                  <c:v>44963</c:v>
                </c:pt>
                <c:pt idx="1852">
                  <c:v>44964</c:v>
                </c:pt>
                <c:pt idx="1853">
                  <c:v>44965</c:v>
                </c:pt>
                <c:pt idx="1854">
                  <c:v>44966</c:v>
                </c:pt>
                <c:pt idx="1855">
                  <c:v>44967</c:v>
                </c:pt>
                <c:pt idx="1856">
                  <c:v>44970</c:v>
                </c:pt>
                <c:pt idx="1857">
                  <c:v>44971</c:v>
                </c:pt>
                <c:pt idx="1858">
                  <c:v>44972</c:v>
                </c:pt>
                <c:pt idx="1859">
                  <c:v>44973</c:v>
                </c:pt>
                <c:pt idx="1860">
                  <c:v>44974</c:v>
                </c:pt>
                <c:pt idx="1861">
                  <c:v>44977</c:v>
                </c:pt>
                <c:pt idx="1862">
                  <c:v>44978</c:v>
                </c:pt>
                <c:pt idx="1863">
                  <c:v>44979</c:v>
                </c:pt>
                <c:pt idx="1864">
                  <c:v>44980</c:v>
                </c:pt>
                <c:pt idx="1865">
                  <c:v>44981</c:v>
                </c:pt>
                <c:pt idx="1866">
                  <c:v>44984</c:v>
                </c:pt>
                <c:pt idx="1867">
                  <c:v>44985</c:v>
                </c:pt>
                <c:pt idx="1868">
                  <c:v>44986</c:v>
                </c:pt>
                <c:pt idx="1869">
                  <c:v>44987</c:v>
                </c:pt>
                <c:pt idx="1870">
                  <c:v>44988</c:v>
                </c:pt>
                <c:pt idx="1871">
                  <c:v>44991</c:v>
                </c:pt>
                <c:pt idx="1872">
                  <c:v>44992</c:v>
                </c:pt>
                <c:pt idx="1873">
                  <c:v>44993</c:v>
                </c:pt>
                <c:pt idx="1874">
                  <c:v>44994</c:v>
                </c:pt>
                <c:pt idx="1875">
                  <c:v>44995</c:v>
                </c:pt>
                <c:pt idx="1876">
                  <c:v>44998</c:v>
                </c:pt>
                <c:pt idx="1877">
                  <c:v>44999</c:v>
                </c:pt>
                <c:pt idx="1878">
                  <c:v>45000</c:v>
                </c:pt>
                <c:pt idx="1879">
                  <c:v>45001</c:v>
                </c:pt>
                <c:pt idx="1880">
                  <c:v>45002</c:v>
                </c:pt>
                <c:pt idx="1881">
                  <c:v>45005</c:v>
                </c:pt>
                <c:pt idx="1882">
                  <c:v>45006</c:v>
                </c:pt>
                <c:pt idx="1883">
                  <c:v>45007</c:v>
                </c:pt>
                <c:pt idx="1884">
                  <c:v>45008</c:v>
                </c:pt>
                <c:pt idx="1885">
                  <c:v>45009</c:v>
                </c:pt>
                <c:pt idx="1886">
                  <c:v>45012</c:v>
                </c:pt>
                <c:pt idx="1887">
                  <c:v>45013</c:v>
                </c:pt>
                <c:pt idx="1888">
                  <c:v>45014</c:v>
                </c:pt>
                <c:pt idx="1889">
                  <c:v>45015</c:v>
                </c:pt>
                <c:pt idx="1890">
                  <c:v>45016</c:v>
                </c:pt>
                <c:pt idx="1891">
                  <c:v>45019</c:v>
                </c:pt>
                <c:pt idx="1892">
                  <c:v>45020</c:v>
                </c:pt>
                <c:pt idx="1893">
                  <c:v>45021</c:v>
                </c:pt>
                <c:pt idx="1894">
                  <c:v>45022</c:v>
                </c:pt>
                <c:pt idx="1895">
                  <c:v>45023</c:v>
                </c:pt>
                <c:pt idx="1896">
                  <c:v>45026</c:v>
                </c:pt>
                <c:pt idx="1897">
                  <c:v>45027</c:v>
                </c:pt>
                <c:pt idx="1898">
                  <c:v>45028</c:v>
                </c:pt>
                <c:pt idx="1899">
                  <c:v>45029</c:v>
                </c:pt>
                <c:pt idx="1900">
                  <c:v>45030</c:v>
                </c:pt>
                <c:pt idx="1901">
                  <c:v>45033</c:v>
                </c:pt>
                <c:pt idx="1902">
                  <c:v>45034</c:v>
                </c:pt>
                <c:pt idx="1903">
                  <c:v>45035</c:v>
                </c:pt>
                <c:pt idx="1904">
                  <c:v>45036</c:v>
                </c:pt>
                <c:pt idx="1905">
                  <c:v>45037</c:v>
                </c:pt>
                <c:pt idx="1906">
                  <c:v>45040</c:v>
                </c:pt>
                <c:pt idx="1907">
                  <c:v>45041</c:v>
                </c:pt>
                <c:pt idx="1908">
                  <c:v>45042</c:v>
                </c:pt>
                <c:pt idx="1909">
                  <c:v>45043</c:v>
                </c:pt>
                <c:pt idx="1910">
                  <c:v>45044</c:v>
                </c:pt>
                <c:pt idx="1911">
                  <c:v>45047</c:v>
                </c:pt>
                <c:pt idx="1912">
                  <c:v>45048</c:v>
                </c:pt>
                <c:pt idx="1913">
                  <c:v>45049</c:v>
                </c:pt>
                <c:pt idx="1914">
                  <c:v>45050</c:v>
                </c:pt>
                <c:pt idx="1915">
                  <c:v>45051</c:v>
                </c:pt>
                <c:pt idx="1916">
                  <c:v>45054</c:v>
                </c:pt>
                <c:pt idx="1917">
                  <c:v>45055</c:v>
                </c:pt>
                <c:pt idx="1918">
                  <c:v>45056</c:v>
                </c:pt>
                <c:pt idx="1919">
                  <c:v>45057</c:v>
                </c:pt>
                <c:pt idx="1920">
                  <c:v>45058</c:v>
                </c:pt>
                <c:pt idx="1921">
                  <c:v>45061</c:v>
                </c:pt>
                <c:pt idx="1922">
                  <c:v>45062</c:v>
                </c:pt>
                <c:pt idx="1923">
                  <c:v>45063</c:v>
                </c:pt>
                <c:pt idx="1924">
                  <c:v>45064</c:v>
                </c:pt>
                <c:pt idx="1925">
                  <c:v>45065</c:v>
                </c:pt>
                <c:pt idx="1926">
                  <c:v>45068</c:v>
                </c:pt>
                <c:pt idx="1927">
                  <c:v>45069</c:v>
                </c:pt>
                <c:pt idx="1928">
                  <c:v>45070</c:v>
                </c:pt>
                <c:pt idx="1929">
                  <c:v>45071</c:v>
                </c:pt>
                <c:pt idx="1930">
                  <c:v>45072</c:v>
                </c:pt>
                <c:pt idx="1931">
                  <c:v>45075</c:v>
                </c:pt>
                <c:pt idx="1932">
                  <c:v>45076</c:v>
                </c:pt>
                <c:pt idx="1933">
                  <c:v>45077</c:v>
                </c:pt>
                <c:pt idx="1934">
                  <c:v>45078</c:v>
                </c:pt>
                <c:pt idx="1935">
                  <c:v>45079</c:v>
                </c:pt>
                <c:pt idx="1936">
                  <c:v>45082</c:v>
                </c:pt>
                <c:pt idx="1937">
                  <c:v>45083</c:v>
                </c:pt>
                <c:pt idx="1938">
                  <c:v>45084</c:v>
                </c:pt>
                <c:pt idx="1939">
                  <c:v>45085</c:v>
                </c:pt>
                <c:pt idx="1940">
                  <c:v>45086</c:v>
                </c:pt>
                <c:pt idx="1941">
                  <c:v>45089</c:v>
                </c:pt>
                <c:pt idx="1942">
                  <c:v>45090</c:v>
                </c:pt>
                <c:pt idx="1943">
                  <c:v>45091</c:v>
                </c:pt>
                <c:pt idx="1944">
                  <c:v>45092</c:v>
                </c:pt>
                <c:pt idx="1945">
                  <c:v>45093</c:v>
                </c:pt>
                <c:pt idx="1946">
                  <c:v>45096</c:v>
                </c:pt>
                <c:pt idx="1947">
                  <c:v>45097</c:v>
                </c:pt>
                <c:pt idx="1948">
                  <c:v>45098</c:v>
                </c:pt>
                <c:pt idx="1949">
                  <c:v>45099</c:v>
                </c:pt>
                <c:pt idx="1950">
                  <c:v>45100</c:v>
                </c:pt>
                <c:pt idx="1951">
                  <c:v>45103</c:v>
                </c:pt>
                <c:pt idx="1952">
                  <c:v>45104</c:v>
                </c:pt>
                <c:pt idx="1953">
                  <c:v>45105</c:v>
                </c:pt>
                <c:pt idx="1954">
                  <c:v>45106</c:v>
                </c:pt>
                <c:pt idx="1955">
                  <c:v>45107</c:v>
                </c:pt>
                <c:pt idx="1956">
                  <c:v>45110</c:v>
                </c:pt>
                <c:pt idx="1957">
                  <c:v>45111</c:v>
                </c:pt>
                <c:pt idx="1958">
                  <c:v>45112</c:v>
                </c:pt>
                <c:pt idx="1959">
                  <c:v>45113</c:v>
                </c:pt>
                <c:pt idx="1960">
                  <c:v>45114</c:v>
                </c:pt>
                <c:pt idx="1961">
                  <c:v>45117</c:v>
                </c:pt>
                <c:pt idx="1962">
                  <c:v>45118</c:v>
                </c:pt>
                <c:pt idx="1963">
                  <c:v>45119</c:v>
                </c:pt>
                <c:pt idx="1964">
                  <c:v>45120</c:v>
                </c:pt>
                <c:pt idx="1965">
                  <c:v>45121</c:v>
                </c:pt>
                <c:pt idx="1966">
                  <c:v>45124</c:v>
                </c:pt>
                <c:pt idx="1967">
                  <c:v>45125</c:v>
                </c:pt>
                <c:pt idx="1968">
                  <c:v>45126</c:v>
                </c:pt>
                <c:pt idx="1969">
                  <c:v>45127</c:v>
                </c:pt>
                <c:pt idx="1970">
                  <c:v>45128</c:v>
                </c:pt>
                <c:pt idx="1971">
                  <c:v>45131</c:v>
                </c:pt>
                <c:pt idx="1972">
                  <c:v>45132</c:v>
                </c:pt>
                <c:pt idx="1973">
                  <c:v>45133</c:v>
                </c:pt>
                <c:pt idx="1974">
                  <c:v>45134</c:v>
                </c:pt>
                <c:pt idx="1975">
                  <c:v>45135</c:v>
                </c:pt>
                <c:pt idx="1976">
                  <c:v>45138</c:v>
                </c:pt>
                <c:pt idx="1977">
                  <c:v>45139</c:v>
                </c:pt>
                <c:pt idx="1978">
                  <c:v>45140</c:v>
                </c:pt>
                <c:pt idx="1979">
                  <c:v>45141</c:v>
                </c:pt>
                <c:pt idx="1980">
                  <c:v>45142</c:v>
                </c:pt>
                <c:pt idx="1981">
                  <c:v>45145</c:v>
                </c:pt>
                <c:pt idx="1982">
                  <c:v>45146</c:v>
                </c:pt>
                <c:pt idx="1983">
                  <c:v>45147</c:v>
                </c:pt>
                <c:pt idx="1984">
                  <c:v>45148</c:v>
                </c:pt>
                <c:pt idx="1985">
                  <c:v>45149</c:v>
                </c:pt>
                <c:pt idx="1986">
                  <c:v>45152</c:v>
                </c:pt>
                <c:pt idx="1987">
                  <c:v>45153</c:v>
                </c:pt>
                <c:pt idx="1988">
                  <c:v>45154</c:v>
                </c:pt>
                <c:pt idx="1989">
                  <c:v>45155</c:v>
                </c:pt>
                <c:pt idx="1990">
                  <c:v>45156</c:v>
                </c:pt>
                <c:pt idx="1991">
                  <c:v>45159</c:v>
                </c:pt>
                <c:pt idx="1992">
                  <c:v>45160</c:v>
                </c:pt>
                <c:pt idx="1993">
                  <c:v>45161</c:v>
                </c:pt>
                <c:pt idx="1994">
                  <c:v>45162</c:v>
                </c:pt>
                <c:pt idx="1995">
                  <c:v>45163</c:v>
                </c:pt>
                <c:pt idx="1996">
                  <c:v>45166</c:v>
                </c:pt>
                <c:pt idx="1997">
                  <c:v>45167</c:v>
                </c:pt>
                <c:pt idx="1998">
                  <c:v>45168</c:v>
                </c:pt>
                <c:pt idx="1999">
                  <c:v>45169</c:v>
                </c:pt>
                <c:pt idx="2000">
                  <c:v>45170</c:v>
                </c:pt>
                <c:pt idx="2001">
                  <c:v>45173</c:v>
                </c:pt>
                <c:pt idx="2002">
                  <c:v>45174</c:v>
                </c:pt>
                <c:pt idx="2003">
                  <c:v>45175</c:v>
                </c:pt>
                <c:pt idx="2004">
                  <c:v>45176</c:v>
                </c:pt>
                <c:pt idx="2005">
                  <c:v>45177</c:v>
                </c:pt>
                <c:pt idx="2006">
                  <c:v>45180</c:v>
                </c:pt>
                <c:pt idx="2007">
                  <c:v>45181</c:v>
                </c:pt>
                <c:pt idx="2008">
                  <c:v>45182</c:v>
                </c:pt>
                <c:pt idx="2009">
                  <c:v>45183</c:v>
                </c:pt>
                <c:pt idx="2010">
                  <c:v>45184</c:v>
                </c:pt>
                <c:pt idx="2011">
                  <c:v>45187</c:v>
                </c:pt>
                <c:pt idx="2012">
                  <c:v>45188</c:v>
                </c:pt>
                <c:pt idx="2013">
                  <c:v>45189</c:v>
                </c:pt>
                <c:pt idx="2014">
                  <c:v>45190</c:v>
                </c:pt>
                <c:pt idx="2015">
                  <c:v>45191</c:v>
                </c:pt>
                <c:pt idx="2016">
                  <c:v>45194</c:v>
                </c:pt>
                <c:pt idx="2017">
                  <c:v>45195</c:v>
                </c:pt>
                <c:pt idx="2018">
                  <c:v>45196</c:v>
                </c:pt>
                <c:pt idx="2019">
                  <c:v>45197</c:v>
                </c:pt>
                <c:pt idx="2020">
                  <c:v>45198</c:v>
                </c:pt>
                <c:pt idx="2021">
                  <c:v>45201</c:v>
                </c:pt>
                <c:pt idx="2022">
                  <c:v>45202</c:v>
                </c:pt>
                <c:pt idx="2023">
                  <c:v>45203</c:v>
                </c:pt>
                <c:pt idx="2024">
                  <c:v>45204</c:v>
                </c:pt>
                <c:pt idx="2025">
                  <c:v>45205</c:v>
                </c:pt>
                <c:pt idx="2026">
                  <c:v>45208</c:v>
                </c:pt>
                <c:pt idx="2027">
                  <c:v>45209</c:v>
                </c:pt>
                <c:pt idx="2028">
                  <c:v>45210</c:v>
                </c:pt>
                <c:pt idx="2029">
                  <c:v>45211</c:v>
                </c:pt>
                <c:pt idx="2030">
                  <c:v>45212</c:v>
                </c:pt>
                <c:pt idx="2031">
                  <c:v>45215</c:v>
                </c:pt>
                <c:pt idx="2032">
                  <c:v>45216</c:v>
                </c:pt>
                <c:pt idx="2033">
                  <c:v>45217</c:v>
                </c:pt>
                <c:pt idx="2034">
                  <c:v>45218</c:v>
                </c:pt>
                <c:pt idx="2035">
                  <c:v>45219</c:v>
                </c:pt>
                <c:pt idx="2036">
                  <c:v>45222</c:v>
                </c:pt>
                <c:pt idx="2037">
                  <c:v>45223</c:v>
                </c:pt>
                <c:pt idx="2038">
                  <c:v>45224</c:v>
                </c:pt>
                <c:pt idx="2039">
                  <c:v>45225</c:v>
                </c:pt>
                <c:pt idx="2040">
                  <c:v>45226</c:v>
                </c:pt>
                <c:pt idx="2041">
                  <c:v>45229</c:v>
                </c:pt>
                <c:pt idx="2042">
                  <c:v>45230</c:v>
                </c:pt>
                <c:pt idx="2043">
                  <c:v>45231</c:v>
                </c:pt>
                <c:pt idx="2044">
                  <c:v>45232</c:v>
                </c:pt>
                <c:pt idx="2045">
                  <c:v>45233</c:v>
                </c:pt>
                <c:pt idx="2046">
                  <c:v>45236</c:v>
                </c:pt>
                <c:pt idx="2047">
                  <c:v>45237</c:v>
                </c:pt>
                <c:pt idx="2048">
                  <c:v>45238</c:v>
                </c:pt>
                <c:pt idx="2049">
                  <c:v>45239</c:v>
                </c:pt>
                <c:pt idx="2050">
                  <c:v>45240</c:v>
                </c:pt>
                <c:pt idx="2051">
                  <c:v>45243</c:v>
                </c:pt>
                <c:pt idx="2052">
                  <c:v>45244</c:v>
                </c:pt>
                <c:pt idx="2053">
                  <c:v>45245</c:v>
                </c:pt>
                <c:pt idx="2054">
                  <c:v>45246</c:v>
                </c:pt>
                <c:pt idx="2055">
                  <c:v>45247</c:v>
                </c:pt>
                <c:pt idx="2056">
                  <c:v>45250</c:v>
                </c:pt>
                <c:pt idx="2057">
                  <c:v>45251</c:v>
                </c:pt>
                <c:pt idx="2058">
                  <c:v>45252</c:v>
                </c:pt>
                <c:pt idx="2059">
                  <c:v>45253</c:v>
                </c:pt>
                <c:pt idx="2060">
                  <c:v>45254</c:v>
                </c:pt>
                <c:pt idx="2061">
                  <c:v>45257</c:v>
                </c:pt>
                <c:pt idx="2062">
                  <c:v>45258</c:v>
                </c:pt>
                <c:pt idx="2063">
                  <c:v>45259</c:v>
                </c:pt>
                <c:pt idx="2064">
                  <c:v>45260</c:v>
                </c:pt>
                <c:pt idx="2065">
                  <c:v>45261</c:v>
                </c:pt>
                <c:pt idx="2066">
                  <c:v>45264</c:v>
                </c:pt>
                <c:pt idx="2067">
                  <c:v>45265</c:v>
                </c:pt>
                <c:pt idx="2068">
                  <c:v>45266</c:v>
                </c:pt>
                <c:pt idx="2069">
                  <c:v>45267</c:v>
                </c:pt>
                <c:pt idx="2070">
                  <c:v>45268</c:v>
                </c:pt>
                <c:pt idx="2071">
                  <c:v>45271</c:v>
                </c:pt>
                <c:pt idx="2072">
                  <c:v>45272</c:v>
                </c:pt>
                <c:pt idx="2073">
                  <c:v>45273</c:v>
                </c:pt>
                <c:pt idx="2074">
                  <c:v>45274</c:v>
                </c:pt>
                <c:pt idx="2075">
                  <c:v>45275</c:v>
                </c:pt>
                <c:pt idx="2076">
                  <c:v>45278</c:v>
                </c:pt>
                <c:pt idx="2077">
                  <c:v>45279</c:v>
                </c:pt>
                <c:pt idx="2078">
                  <c:v>45280</c:v>
                </c:pt>
                <c:pt idx="2079">
                  <c:v>45281</c:v>
                </c:pt>
                <c:pt idx="2080">
                  <c:v>45282</c:v>
                </c:pt>
                <c:pt idx="2081">
                  <c:v>45285</c:v>
                </c:pt>
                <c:pt idx="2082">
                  <c:v>45286</c:v>
                </c:pt>
                <c:pt idx="2083">
                  <c:v>45287</c:v>
                </c:pt>
                <c:pt idx="2084">
                  <c:v>45288</c:v>
                </c:pt>
                <c:pt idx="2085">
                  <c:v>45289</c:v>
                </c:pt>
                <c:pt idx="2086">
                  <c:v>45292</c:v>
                </c:pt>
                <c:pt idx="2087">
                  <c:v>45293</c:v>
                </c:pt>
                <c:pt idx="2088">
                  <c:v>45294</c:v>
                </c:pt>
                <c:pt idx="2089">
                  <c:v>45295</c:v>
                </c:pt>
                <c:pt idx="2090">
                  <c:v>45296</c:v>
                </c:pt>
                <c:pt idx="2091">
                  <c:v>45299</c:v>
                </c:pt>
                <c:pt idx="2092">
                  <c:v>45300</c:v>
                </c:pt>
                <c:pt idx="2093">
                  <c:v>45301</c:v>
                </c:pt>
                <c:pt idx="2094">
                  <c:v>45302</c:v>
                </c:pt>
                <c:pt idx="2095">
                  <c:v>45303</c:v>
                </c:pt>
                <c:pt idx="2096">
                  <c:v>45306</c:v>
                </c:pt>
                <c:pt idx="2097">
                  <c:v>45307</c:v>
                </c:pt>
                <c:pt idx="2098">
                  <c:v>45308</c:v>
                </c:pt>
                <c:pt idx="2099">
                  <c:v>45309</c:v>
                </c:pt>
                <c:pt idx="2100">
                  <c:v>45310</c:v>
                </c:pt>
                <c:pt idx="2101">
                  <c:v>45313</c:v>
                </c:pt>
                <c:pt idx="2102">
                  <c:v>45314</c:v>
                </c:pt>
                <c:pt idx="2103">
                  <c:v>45315</c:v>
                </c:pt>
                <c:pt idx="2104">
                  <c:v>45316</c:v>
                </c:pt>
                <c:pt idx="2105">
                  <c:v>45317</c:v>
                </c:pt>
                <c:pt idx="2106">
                  <c:v>45320</c:v>
                </c:pt>
                <c:pt idx="2107">
                  <c:v>45321</c:v>
                </c:pt>
                <c:pt idx="2108">
                  <c:v>45322</c:v>
                </c:pt>
                <c:pt idx="2109">
                  <c:v>45323</c:v>
                </c:pt>
                <c:pt idx="2110">
                  <c:v>45324</c:v>
                </c:pt>
                <c:pt idx="2111">
                  <c:v>45327</c:v>
                </c:pt>
                <c:pt idx="2112">
                  <c:v>45328</c:v>
                </c:pt>
                <c:pt idx="2113">
                  <c:v>45329</c:v>
                </c:pt>
                <c:pt idx="2114">
                  <c:v>45330</c:v>
                </c:pt>
                <c:pt idx="2115">
                  <c:v>45331</c:v>
                </c:pt>
                <c:pt idx="2116">
                  <c:v>45334</c:v>
                </c:pt>
                <c:pt idx="2117">
                  <c:v>45335</c:v>
                </c:pt>
                <c:pt idx="2118">
                  <c:v>45336</c:v>
                </c:pt>
                <c:pt idx="2119">
                  <c:v>45337</c:v>
                </c:pt>
                <c:pt idx="2120">
                  <c:v>45338</c:v>
                </c:pt>
                <c:pt idx="2121">
                  <c:v>45341</c:v>
                </c:pt>
                <c:pt idx="2122">
                  <c:v>45342</c:v>
                </c:pt>
                <c:pt idx="2123">
                  <c:v>45343</c:v>
                </c:pt>
                <c:pt idx="2124">
                  <c:v>45344</c:v>
                </c:pt>
                <c:pt idx="2125">
                  <c:v>45345</c:v>
                </c:pt>
                <c:pt idx="2126">
                  <c:v>45348</c:v>
                </c:pt>
                <c:pt idx="2127">
                  <c:v>45349</c:v>
                </c:pt>
                <c:pt idx="2128">
                  <c:v>45350</c:v>
                </c:pt>
                <c:pt idx="2129">
                  <c:v>45351</c:v>
                </c:pt>
                <c:pt idx="2130">
                  <c:v>45352</c:v>
                </c:pt>
                <c:pt idx="2131">
                  <c:v>45355</c:v>
                </c:pt>
                <c:pt idx="2132">
                  <c:v>45356</c:v>
                </c:pt>
                <c:pt idx="2133">
                  <c:v>45357</c:v>
                </c:pt>
                <c:pt idx="2134">
                  <c:v>45358</c:v>
                </c:pt>
                <c:pt idx="2135">
                  <c:v>45359</c:v>
                </c:pt>
                <c:pt idx="2136">
                  <c:v>45362</c:v>
                </c:pt>
                <c:pt idx="2137">
                  <c:v>45363</c:v>
                </c:pt>
                <c:pt idx="2138">
                  <c:v>45364</c:v>
                </c:pt>
                <c:pt idx="2139">
                  <c:v>45365</c:v>
                </c:pt>
                <c:pt idx="2140">
                  <c:v>45366</c:v>
                </c:pt>
                <c:pt idx="2141">
                  <c:v>45369</c:v>
                </c:pt>
                <c:pt idx="2142">
                  <c:v>45370</c:v>
                </c:pt>
                <c:pt idx="2143">
                  <c:v>45371</c:v>
                </c:pt>
                <c:pt idx="2144">
                  <c:v>45372</c:v>
                </c:pt>
                <c:pt idx="2145">
                  <c:v>45373</c:v>
                </c:pt>
                <c:pt idx="2146">
                  <c:v>45376</c:v>
                </c:pt>
                <c:pt idx="2147">
                  <c:v>45377</c:v>
                </c:pt>
                <c:pt idx="2148">
                  <c:v>45378</c:v>
                </c:pt>
                <c:pt idx="2149">
                  <c:v>45379</c:v>
                </c:pt>
                <c:pt idx="2150">
                  <c:v>45380</c:v>
                </c:pt>
                <c:pt idx="2151">
                  <c:v>45383</c:v>
                </c:pt>
                <c:pt idx="2152">
                  <c:v>45384</c:v>
                </c:pt>
                <c:pt idx="2153">
                  <c:v>45385</c:v>
                </c:pt>
                <c:pt idx="2154">
                  <c:v>45386</c:v>
                </c:pt>
                <c:pt idx="2155">
                  <c:v>45387</c:v>
                </c:pt>
                <c:pt idx="2156">
                  <c:v>45390</c:v>
                </c:pt>
                <c:pt idx="2157">
                  <c:v>45391</c:v>
                </c:pt>
                <c:pt idx="2158">
                  <c:v>45392</c:v>
                </c:pt>
                <c:pt idx="2159">
                  <c:v>45393</c:v>
                </c:pt>
                <c:pt idx="2160">
                  <c:v>45394</c:v>
                </c:pt>
                <c:pt idx="2161">
                  <c:v>45397</c:v>
                </c:pt>
                <c:pt idx="2162">
                  <c:v>45398</c:v>
                </c:pt>
                <c:pt idx="2163">
                  <c:v>45399</c:v>
                </c:pt>
                <c:pt idx="2164">
                  <c:v>45400</c:v>
                </c:pt>
                <c:pt idx="2165">
                  <c:v>45401</c:v>
                </c:pt>
                <c:pt idx="2166">
                  <c:v>45404</c:v>
                </c:pt>
                <c:pt idx="2167">
                  <c:v>45405</c:v>
                </c:pt>
                <c:pt idx="2168">
                  <c:v>45406</c:v>
                </c:pt>
                <c:pt idx="2169">
                  <c:v>45407</c:v>
                </c:pt>
                <c:pt idx="2170">
                  <c:v>45408</c:v>
                </c:pt>
                <c:pt idx="2171">
                  <c:v>45411</c:v>
                </c:pt>
                <c:pt idx="2172">
                  <c:v>45412</c:v>
                </c:pt>
                <c:pt idx="2173">
                  <c:v>45413</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45432</c:v>
                </c:pt>
                <c:pt idx="2187">
                  <c:v>45433</c:v>
                </c:pt>
                <c:pt idx="2188">
                  <c:v>45434</c:v>
                </c:pt>
                <c:pt idx="2189">
                  <c:v>45435</c:v>
                </c:pt>
                <c:pt idx="2190">
                  <c:v>45436</c:v>
                </c:pt>
                <c:pt idx="2191">
                  <c:v>45439</c:v>
                </c:pt>
                <c:pt idx="2192">
                  <c:v>45440</c:v>
                </c:pt>
                <c:pt idx="2193">
                  <c:v>45441</c:v>
                </c:pt>
                <c:pt idx="2194">
                  <c:v>45442</c:v>
                </c:pt>
                <c:pt idx="2195">
                  <c:v>45443</c:v>
                </c:pt>
                <c:pt idx="2196">
                  <c:v>45446</c:v>
                </c:pt>
                <c:pt idx="2197">
                  <c:v>45447</c:v>
                </c:pt>
                <c:pt idx="2198">
                  <c:v>45448</c:v>
                </c:pt>
                <c:pt idx="2199">
                  <c:v>45449</c:v>
                </c:pt>
                <c:pt idx="2200">
                  <c:v>45450</c:v>
                </c:pt>
                <c:pt idx="2201">
                  <c:v>45453</c:v>
                </c:pt>
                <c:pt idx="2202">
                  <c:v>45454</c:v>
                </c:pt>
                <c:pt idx="2203">
                  <c:v>45455</c:v>
                </c:pt>
                <c:pt idx="2204">
                  <c:v>45456</c:v>
                </c:pt>
                <c:pt idx="2205">
                  <c:v>45457</c:v>
                </c:pt>
                <c:pt idx="2206">
                  <c:v>45460</c:v>
                </c:pt>
                <c:pt idx="2207">
                  <c:v>45461</c:v>
                </c:pt>
                <c:pt idx="2208">
                  <c:v>45462</c:v>
                </c:pt>
                <c:pt idx="2209">
                  <c:v>45463</c:v>
                </c:pt>
                <c:pt idx="2210">
                  <c:v>45464</c:v>
                </c:pt>
                <c:pt idx="2211">
                  <c:v>45467</c:v>
                </c:pt>
                <c:pt idx="2212">
                  <c:v>45468</c:v>
                </c:pt>
                <c:pt idx="2213">
                  <c:v>45469</c:v>
                </c:pt>
                <c:pt idx="2214">
                  <c:v>45470</c:v>
                </c:pt>
                <c:pt idx="2215">
                  <c:v>45471</c:v>
                </c:pt>
                <c:pt idx="2216">
                  <c:v>45474</c:v>
                </c:pt>
                <c:pt idx="2217">
                  <c:v>45475</c:v>
                </c:pt>
                <c:pt idx="2218">
                  <c:v>45476</c:v>
                </c:pt>
                <c:pt idx="2219">
                  <c:v>45477</c:v>
                </c:pt>
                <c:pt idx="2220">
                  <c:v>45478</c:v>
                </c:pt>
                <c:pt idx="2221">
                  <c:v>45481</c:v>
                </c:pt>
                <c:pt idx="2222">
                  <c:v>45482</c:v>
                </c:pt>
                <c:pt idx="2223">
                  <c:v>45483</c:v>
                </c:pt>
                <c:pt idx="2224">
                  <c:v>45484</c:v>
                </c:pt>
                <c:pt idx="2225">
                  <c:v>45485</c:v>
                </c:pt>
                <c:pt idx="2226">
                  <c:v>45488</c:v>
                </c:pt>
                <c:pt idx="2227">
                  <c:v>45489</c:v>
                </c:pt>
                <c:pt idx="2228">
                  <c:v>45490</c:v>
                </c:pt>
                <c:pt idx="2229">
                  <c:v>45491</c:v>
                </c:pt>
                <c:pt idx="2230">
                  <c:v>45492</c:v>
                </c:pt>
                <c:pt idx="2231">
                  <c:v>45495</c:v>
                </c:pt>
                <c:pt idx="2232">
                  <c:v>45496</c:v>
                </c:pt>
                <c:pt idx="2233">
                  <c:v>45497</c:v>
                </c:pt>
                <c:pt idx="2234">
                  <c:v>45498</c:v>
                </c:pt>
                <c:pt idx="2235">
                  <c:v>45499</c:v>
                </c:pt>
                <c:pt idx="2236">
                  <c:v>45502</c:v>
                </c:pt>
                <c:pt idx="2237">
                  <c:v>45503</c:v>
                </c:pt>
                <c:pt idx="2238">
                  <c:v>45504</c:v>
                </c:pt>
                <c:pt idx="2239">
                  <c:v>45505</c:v>
                </c:pt>
                <c:pt idx="2240">
                  <c:v>45506</c:v>
                </c:pt>
                <c:pt idx="2241">
                  <c:v>45509</c:v>
                </c:pt>
                <c:pt idx="2242">
                  <c:v>45510</c:v>
                </c:pt>
                <c:pt idx="2243">
                  <c:v>45511</c:v>
                </c:pt>
                <c:pt idx="2244">
                  <c:v>45512</c:v>
                </c:pt>
                <c:pt idx="2245">
                  <c:v>45513</c:v>
                </c:pt>
                <c:pt idx="2246">
                  <c:v>45516</c:v>
                </c:pt>
                <c:pt idx="2247">
                  <c:v>45517</c:v>
                </c:pt>
                <c:pt idx="2248">
                  <c:v>45518</c:v>
                </c:pt>
                <c:pt idx="2249">
                  <c:v>45519</c:v>
                </c:pt>
                <c:pt idx="2250">
                  <c:v>45520</c:v>
                </c:pt>
                <c:pt idx="2251">
                  <c:v>45523</c:v>
                </c:pt>
                <c:pt idx="2252">
                  <c:v>45524</c:v>
                </c:pt>
                <c:pt idx="2253">
                  <c:v>45525</c:v>
                </c:pt>
                <c:pt idx="2254">
                  <c:v>45526</c:v>
                </c:pt>
                <c:pt idx="2255">
                  <c:v>45527</c:v>
                </c:pt>
                <c:pt idx="2256">
                  <c:v>45530</c:v>
                </c:pt>
                <c:pt idx="2257">
                  <c:v>45531</c:v>
                </c:pt>
                <c:pt idx="2258">
                  <c:v>45532</c:v>
                </c:pt>
                <c:pt idx="2259">
                  <c:v>45533</c:v>
                </c:pt>
                <c:pt idx="2260">
                  <c:v>45534</c:v>
                </c:pt>
                <c:pt idx="2261">
                  <c:v>45537</c:v>
                </c:pt>
                <c:pt idx="2262">
                  <c:v>45538</c:v>
                </c:pt>
                <c:pt idx="2263">
                  <c:v>45539</c:v>
                </c:pt>
                <c:pt idx="2264">
                  <c:v>45540</c:v>
                </c:pt>
                <c:pt idx="2265">
                  <c:v>45541</c:v>
                </c:pt>
                <c:pt idx="2266">
                  <c:v>45544</c:v>
                </c:pt>
                <c:pt idx="2267">
                  <c:v>45545</c:v>
                </c:pt>
                <c:pt idx="2268">
                  <c:v>45546</c:v>
                </c:pt>
                <c:pt idx="2269">
                  <c:v>45547</c:v>
                </c:pt>
                <c:pt idx="2270">
                  <c:v>45548</c:v>
                </c:pt>
                <c:pt idx="2271">
                  <c:v>45551</c:v>
                </c:pt>
                <c:pt idx="2272">
                  <c:v>45552</c:v>
                </c:pt>
                <c:pt idx="2273">
                  <c:v>45553</c:v>
                </c:pt>
                <c:pt idx="2274">
                  <c:v>45554</c:v>
                </c:pt>
                <c:pt idx="2275">
                  <c:v>45555</c:v>
                </c:pt>
                <c:pt idx="2276">
                  <c:v>45558</c:v>
                </c:pt>
                <c:pt idx="2277">
                  <c:v>45559</c:v>
                </c:pt>
                <c:pt idx="2278">
                  <c:v>45560</c:v>
                </c:pt>
                <c:pt idx="2279">
                  <c:v>45561</c:v>
                </c:pt>
                <c:pt idx="2280">
                  <c:v>45562</c:v>
                </c:pt>
                <c:pt idx="2281">
                  <c:v>45565</c:v>
                </c:pt>
                <c:pt idx="2282">
                  <c:v>45566</c:v>
                </c:pt>
                <c:pt idx="2283">
                  <c:v>45567</c:v>
                </c:pt>
                <c:pt idx="2284">
                  <c:v>45568</c:v>
                </c:pt>
                <c:pt idx="2285">
                  <c:v>45569</c:v>
                </c:pt>
                <c:pt idx="2286">
                  <c:v>45572</c:v>
                </c:pt>
                <c:pt idx="2287">
                  <c:v>45573</c:v>
                </c:pt>
                <c:pt idx="2288">
                  <c:v>45574</c:v>
                </c:pt>
                <c:pt idx="2289">
                  <c:v>45575</c:v>
                </c:pt>
                <c:pt idx="2290">
                  <c:v>45576</c:v>
                </c:pt>
                <c:pt idx="2291">
                  <c:v>45579</c:v>
                </c:pt>
                <c:pt idx="2292">
                  <c:v>45580</c:v>
                </c:pt>
                <c:pt idx="2293">
                  <c:v>45581</c:v>
                </c:pt>
                <c:pt idx="2294">
                  <c:v>45582</c:v>
                </c:pt>
                <c:pt idx="2295">
                  <c:v>45583</c:v>
                </c:pt>
                <c:pt idx="2296">
                  <c:v>45586</c:v>
                </c:pt>
                <c:pt idx="2297">
                  <c:v>45587</c:v>
                </c:pt>
                <c:pt idx="2298">
                  <c:v>45588</c:v>
                </c:pt>
                <c:pt idx="2299">
                  <c:v>45589</c:v>
                </c:pt>
                <c:pt idx="2300">
                  <c:v>45590</c:v>
                </c:pt>
                <c:pt idx="2301">
                  <c:v>45593</c:v>
                </c:pt>
                <c:pt idx="2302">
                  <c:v>45594</c:v>
                </c:pt>
                <c:pt idx="2303">
                  <c:v>45595</c:v>
                </c:pt>
                <c:pt idx="2304">
                  <c:v>45596</c:v>
                </c:pt>
                <c:pt idx="2305">
                  <c:v>45597</c:v>
                </c:pt>
                <c:pt idx="2306">
                  <c:v>45600</c:v>
                </c:pt>
                <c:pt idx="2307">
                  <c:v>45601</c:v>
                </c:pt>
                <c:pt idx="2308">
                  <c:v>45602</c:v>
                </c:pt>
                <c:pt idx="2309">
                  <c:v>45603</c:v>
                </c:pt>
                <c:pt idx="2310">
                  <c:v>45604</c:v>
                </c:pt>
                <c:pt idx="2311">
                  <c:v>45607</c:v>
                </c:pt>
                <c:pt idx="2312">
                  <c:v>45608</c:v>
                </c:pt>
                <c:pt idx="2313">
                  <c:v>45609</c:v>
                </c:pt>
                <c:pt idx="2314">
                  <c:v>45610</c:v>
                </c:pt>
                <c:pt idx="2315">
                  <c:v>45611</c:v>
                </c:pt>
                <c:pt idx="2316">
                  <c:v>45614</c:v>
                </c:pt>
                <c:pt idx="2317">
                  <c:v>45615</c:v>
                </c:pt>
                <c:pt idx="2318">
                  <c:v>45616</c:v>
                </c:pt>
                <c:pt idx="2319">
                  <c:v>45617</c:v>
                </c:pt>
                <c:pt idx="2320">
                  <c:v>45618</c:v>
                </c:pt>
                <c:pt idx="2321">
                  <c:v>45621</c:v>
                </c:pt>
                <c:pt idx="2322">
                  <c:v>45622</c:v>
                </c:pt>
                <c:pt idx="2323">
                  <c:v>45623</c:v>
                </c:pt>
                <c:pt idx="2324">
                  <c:v>45624</c:v>
                </c:pt>
                <c:pt idx="2325">
                  <c:v>45625</c:v>
                </c:pt>
                <c:pt idx="2326">
                  <c:v>45628</c:v>
                </c:pt>
                <c:pt idx="2327">
                  <c:v>45629</c:v>
                </c:pt>
                <c:pt idx="2328">
                  <c:v>45630</c:v>
                </c:pt>
                <c:pt idx="2329">
                  <c:v>45631</c:v>
                </c:pt>
                <c:pt idx="2330">
                  <c:v>45632</c:v>
                </c:pt>
                <c:pt idx="2331">
                  <c:v>45635</c:v>
                </c:pt>
                <c:pt idx="2332">
                  <c:v>45636</c:v>
                </c:pt>
                <c:pt idx="2333">
                  <c:v>45637</c:v>
                </c:pt>
                <c:pt idx="2334">
                  <c:v>45638</c:v>
                </c:pt>
                <c:pt idx="2335">
                  <c:v>45639</c:v>
                </c:pt>
                <c:pt idx="2336">
                  <c:v>45642</c:v>
                </c:pt>
                <c:pt idx="2337">
                  <c:v>45643</c:v>
                </c:pt>
                <c:pt idx="2338">
                  <c:v>45644</c:v>
                </c:pt>
                <c:pt idx="2339">
                  <c:v>45645</c:v>
                </c:pt>
                <c:pt idx="2340">
                  <c:v>45646</c:v>
                </c:pt>
                <c:pt idx="2341">
                  <c:v>45649</c:v>
                </c:pt>
                <c:pt idx="2342">
                  <c:v>45650</c:v>
                </c:pt>
                <c:pt idx="2343">
                  <c:v>45651</c:v>
                </c:pt>
                <c:pt idx="2344">
                  <c:v>45652</c:v>
                </c:pt>
                <c:pt idx="2345">
                  <c:v>45653</c:v>
                </c:pt>
                <c:pt idx="2346">
                  <c:v>45656</c:v>
                </c:pt>
                <c:pt idx="2347">
                  <c:v>45657</c:v>
                </c:pt>
                <c:pt idx="2348">
                  <c:v>45658</c:v>
                </c:pt>
                <c:pt idx="2349">
                  <c:v>45659</c:v>
                </c:pt>
                <c:pt idx="2350">
                  <c:v>45660</c:v>
                </c:pt>
                <c:pt idx="2351">
                  <c:v>45663</c:v>
                </c:pt>
                <c:pt idx="2352">
                  <c:v>45664</c:v>
                </c:pt>
                <c:pt idx="2353">
                  <c:v>45665</c:v>
                </c:pt>
                <c:pt idx="2354">
                  <c:v>45666</c:v>
                </c:pt>
                <c:pt idx="2355">
                  <c:v>45667</c:v>
                </c:pt>
                <c:pt idx="2356">
                  <c:v>45670</c:v>
                </c:pt>
                <c:pt idx="2357">
                  <c:v>45671</c:v>
                </c:pt>
                <c:pt idx="2358">
                  <c:v>45672</c:v>
                </c:pt>
                <c:pt idx="2359">
                  <c:v>45673</c:v>
                </c:pt>
                <c:pt idx="2360">
                  <c:v>45674</c:v>
                </c:pt>
                <c:pt idx="2361">
                  <c:v>45677</c:v>
                </c:pt>
                <c:pt idx="2362">
                  <c:v>45678</c:v>
                </c:pt>
                <c:pt idx="2363">
                  <c:v>45679</c:v>
                </c:pt>
                <c:pt idx="2364">
                  <c:v>45680</c:v>
                </c:pt>
                <c:pt idx="2365">
                  <c:v>45681</c:v>
                </c:pt>
                <c:pt idx="2366">
                  <c:v>45684</c:v>
                </c:pt>
                <c:pt idx="2367">
                  <c:v>45685</c:v>
                </c:pt>
                <c:pt idx="2368">
                  <c:v>45686</c:v>
                </c:pt>
                <c:pt idx="2369">
                  <c:v>45687</c:v>
                </c:pt>
                <c:pt idx="2370">
                  <c:v>45688</c:v>
                </c:pt>
                <c:pt idx="2371">
                  <c:v>45691</c:v>
                </c:pt>
                <c:pt idx="2372">
                  <c:v>45692</c:v>
                </c:pt>
                <c:pt idx="2373">
                  <c:v>45693</c:v>
                </c:pt>
                <c:pt idx="2374">
                  <c:v>45694</c:v>
                </c:pt>
                <c:pt idx="2375">
                  <c:v>45695</c:v>
                </c:pt>
                <c:pt idx="2376">
                  <c:v>45698</c:v>
                </c:pt>
                <c:pt idx="2377">
                  <c:v>45699</c:v>
                </c:pt>
                <c:pt idx="2378">
                  <c:v>45700</c:v>
                </c:pt>
                <c:pt idx="2379">
                  <c:v>45701</c:v>
                </c:pt>
                <c:pt idx="2380">
                  <c:v>45702</c:v>
                </c:pt>
                <c:pt idx="2381">
                  <c:v>45705</c:v>
                </c:pt>
                <c:pt idx="2382">
                  <c:v>45706</c:v>
                </c:pt>
                <c:pt idx="2383">
                  <c:v>45707</c:v>
                </c:pt>
                <c:pt idx="2384">
                  <c:v>45708</c:v>
                </c:pt>
                <c:pt idx="2385">
                  <c:v>45709</c:v>
                </c:pt>
                <c:pt idx="2386">
                  <c:v>45712</c:v>
                </c:pt>
                <c:pt idx="2387">
                  <c:v>45713</c:v>
                </c:pt>
                <c:pt idx="2388">
                  <c:v>45714</c:v>
                </c:pt>
                <c:pt idx="2389">
                  <c:v>45715</c:v>
                </c:pt>
                <c:pt idx="2390">
                  <c:v>45716</c:v>
                </c:pt>
                <c:pt idx="2391">
                  <c:v>45719</c:v>
                </c:pt>
                <c:pt idx="2392">
                  <c:v>45720</c:v>
                </c:pt>
                <c:pt idx="2393">
                  <c:v>45721</c:v>
                </c:pt>
                <c:pt idx="2394">
                  <c:v>45722</c:v>
                </c:pt>
                <c:pt idx="2395">
                  <c:v>45723</c:v>
                </c:pt>
                <c:pt idx="2396">
                  <c:v>45726</c:v>
                </c:pt>
                <c:pt idx="2397">
                  <c:v>45727</c:v>
                </c:pt>
                <c:pt idx="2398">
                  <c:v>45728</c:v>
                </c:pt>
                <c:pt idx="2399">
                  <c:v>45729</c:v>
                </c:pt>
                <c:pt idx="2400">
                  <c:v>45730</c:v>
                </c:pt>
                <c:pt idx="2401">
                  <c:v>45733</c:v>
                </c:pt>
                <c:pt idx="2402">
                  <c:v>45734</c:v>
                </c:pt>
                <c:pt idx="2403">
                  <c:v>45735</c:v>
                </c:pt>
                <c:pt idx="2404">
                  <c:v>45736</c:v>
                </c:pt>
                <c:pt idx="2405">
                  <c:v>45737</c:v>
                </c:pt>
                <c:pt idx="2406">
                  <c:v>45740</c:v>
                </c:pt>
                <c:pt idx="2407">
                  <c:v>45741</c:v>
                </c:pt>
                <c:pt idx="2408">
                  <c:v>45742</c:v>
                </c:pt>
                <c:pt idx="2409">
                  <c:v>45743</c:v>
                </c:pt>
                <c:pt idx="2410">
                  <c:v>45744</c:v>
                </c:pt>
                <c:pt idx="2411">
                  <c:v>45747</c:v>
                </c:pt>
                <c:pt idx="2412">
                  <c:v>45748</c:v>
                </c:pt>
                <c:pt idx="2413">
                  <c:v>45749</c:v>
                </c:pt>
                <c:pt idx="2414">
                  <c:v>45750</c:v>
                </c:pt>
                <c:pt idx="2415">
                  <c:v>45751</c:v>
                </c:pt>
                <c:pt idx="2416">
                  <c:v>45754</c:v>
                </c:pt>
                <c:pt idx="2417">
                  <c:v>45755</c:v>
                </c:pt>
                <c:pt idx="2418">
                  <c:v>45756</c:v>
                </c:pt>
                <c:pt idx="2419">
                  <c:v>45757</c:v>
                </c:pt>
                <c:pt idx="2420">
                  <c:v>45758</c:v>
                </c:pt>
                <c:pt idx="2421">
                  <c:v>45761</c:v>
                </c:pt>
                <c:pt idx="2422">
                  <c:v>45762</c:v>
                </c:pt>
                <c:pt idx="2423">
                  <c:v>45763</c:v>
                </c:pt>
                <c:pt idx="2424">
                  <c:v>45764</c:v>
                </c:pt>
                <c:pt idx="2425">
                  <c:v>45765</c:v>
                </c:pt>
                <c:pt idx="2426">
                  <c:v>45768</c:v>
                </c:pt>
                <c:pt idx="2427">
                  <c:v>45769</c:v>
                </c:pt>
                <c:pt idx="2428">
                  <c:v>45770</c:v>
                </c:pt>
                <c:pt idx="2429">
                  <c:v>45771</c:v>
                </c:pt>
                <c:pt idx="2430">
                  <c:v>45772</c:v>
                </c:pt>
                <c:pt idx="2431">
                  <c:v>45775</c:v>
                </c:pt>
                <c:pt idx="2432">
                  <c:v>45776</c:v>
                </c:pt>
                <c:pt idx="2433">
                  <c:v>45777</c:v>
                </c:pt>
                <c:pt idx="2434">
                  <c:v>45778</c:v>
                </c:pt>
                <c:pt idx="2435">
                  <c:v>45779</c:v>
                </c:pt>
                <c:pt idx="2436">
                  <c:v>45782</c:v>
                </c:pt>
                <c:pt idx="2437">
                  <c:v>45783</c:v>
                </c:pt>
                <c:pt idx="2438">
                  <c:v>45784</c:v>
                </c:pt>
                <c:pt idx="2439">
                  <c:v>45785</c:v>
                </c:pt>
                <c:pt idx="2440">
                  <c:v>45786</c:v>
                </c:pt>
                <c:pt idx="2441">
                  <c:v>45789</c:v>
                </c:pt>
                <c:pt idx="2442">
                  <c:v>45790</c:v>
                </c:pt>
                <c:pt idx="2443">
                  <c:v>45791</c:v>
                </c:pt>
                <c:pt idx="2444">
                  <c:v>45792</c:v>
                </c:pt>
                <c:pt idx="2445">
                  <c:v>45793</c:v>
                </c:pt>
                <c:pt idx="2446">
                  <c:v>45796</c:v>
                </c:pt>
                <c:pt idx="2447">
                  <c:v>45797</c:v>
                </c:pt>
                <c:pt idx="2448">
                  <c:v>45798</c:v>
                </c:pt>
                <c:pt idx="2449">
                  <c:v>45799</c:v>
                </c:pt>
                <c:pt idx="2450">
                  <c:v>45800</c:v>
                </c:pt>
                <c:pt idx="2451">
                  <c:v>45803</c:v>
                </c:pt>
                <c:pt idx="2452">
                  <c:v>45804</c:v>
                </c:pt>
                <c:pt idx="2453">
                  <c:v>45805</c:v>
                </c:pt>
                <c:pt idx="2454">
                  <c:v>45806</c:v>
                </c:pt>
                <c:pt idx="2455">
                  <c:v>45807</c:v>
                </c:pt>
                <c:pt idx="2456">
                  <c:v>45810</c:v>
                </c:pt>
                <c:pt idx="2457">
                  <c:v>45811</c:v>
                </c:pt>
                <c:pt idx="2458">
                  <c:v>45812</c:v>
                </c:pt>
                <c:pt idx="2459">
                  <c:v>45813</c:v>
                </c:pt>
                <c:pt idx="2460">
                  <c:v>45814</c:v>
                </c:pt>
                <c:pt idx="2461">
                  <c:v>45817</c:v>
                </c:pt>
                <c:pt idx="2462">
                  <c:v>45818</c:v>
                </c:pt>
                <c:pt idx="2463">
                  <c:v>45819</c:v>
                </c:pt>
                <c:pt idx="2464">
                  <c:v>45820</c:v>
                </c:pt>
                <c:pt idx="2465">
                  <c:v>45821</c:v>
                </c:pt>
                <c:pt idx="2466">
                  <c:v>45824</c:v>
                </c:pt>
                <c:pt idx="2467">
                  <c:v>45825</c:v>
                </c:pt>
                <c:pt idx="2468">
                  <c:v>45826</c:v>
                </c:pt>
                <c:pt idx="2469">
                  <c:v>45827</c:v>
                </c:pt>
                <c:pt idx="2470">
                  <c:v>45828</c:v>
                </c:pt>
                <c:pt idx="2471">
                  <c:v>45831</c:v>
                </c:pt>
                <c:pt idx="2472">
                  <c:v>45832</c:v>
                </c:pt>
                <c:pt idx="2473">
                  <c:v>45833</c:v>
                </c:pt>
                <c:pt idx="2474">
                  <c:v>45834</c:v>
                </c:pt>
                <c:pt idx="2475">
                  <c:v>45835</c:v>
                </c:pt>
                <c:pt idx="2476">
                  <c:v>45838</c:v>
                </c:pt>
                <c:pt idx="2477">
                  <c:v>45839</c:v>
                </c:pt>
                <c:pt idx="2478">
                  <c:v>45840</c:v>
                </c:pt>
                <c:pt idx="2479">
                  <c:v>45841</c:v>
                </c:pt>
                <c:pt idx="2480">
                  <c:v>45842</c:v>
                </c:pt>
                <c:pt idx="2481">
                  <c:v>45845</c:v>
                </c:pt>
                <c:pt idx="2482">
                  <c:v>45846</c:v>
                </c:pt>
                <c:pt idx="2483">
                  <c:v>45847</c:v>
                </c:pt>
                <c:pt idx="2484">
                  <c:v>45848</c:v>
                </c:pt>
                <c:pt idx="2485">
                  <c:v>45849</c:v>
                </c:pt>
                <c:pt idx="2486">
                  <c:v>45852</c:v>
                </c:pt>
                <c:pt idx="2487">
                  <c:v>45853</c:v>
                </c:pt>
                <c:pt idx="2488">
                  <c:v>45854</c:v>
                </c:pt>
                <c:pt idx="2489">
                  <c:v>45855</c:v>
                </c:pt>
                <c:pt idx="2490">
                  <c:v>45856</c:v>
                </c:pt>
                <c:pt idx="2491">
                  <c:v>45859</c:v>
                </c:pt>
                <c:pt idx="2492">
                  <c:v>45860</c:v>
                </c:pt>
                <c:pt idx="2493">
                  <c:v>45861</c:v>
                </c:pt>
                <c:pt idx="2494">
                  <c:v>45862</c:v>
                </c:pt>
                <c:pt idx="2495">
                  <c:v>45863</c:v>
                </c:pt>
                <c:pt idx="2496">
                  <c:v>45866</c:v>
                </c:pt>
                <c:pt idx="2497">
                  <c:v>45867</c:v>
                </c:pt>
                <c:pt idx="2498">
                  <c:v>45868</c:v>
                </c:pt>
                <c:pt idx="2499">
                  <c:v>45869</c:v>
                </c:pt>
                <c:pt idx="2500">
                  <c:v>45870</c:v>
                </c:pt>
                <c:pt idx="2501">
                  <c:v>45873</c:v>
                </c:pt>
                <c:pt idx="2502">
                  <c:v>45874</c:v>
                </c:pt>
                <c:pt idx="2503">
                  <c:v>45875</c:v>
                </c:pt>
                <c:pt idx="2504">
                  <c:v>45876</c:v>
                </c:pt>
                <c:pt idx="2505">
                  <c:v>45877</c:v>
                </c:pt>
                <c:pt idx="2506">
                  <c:v>45880</c:v>
                </c:pt>
                <c:pt idx="2507">
                  <c:v>45881</c:v>
                </c:pt>
                <c:pt idx="2508">
                  <c:v>45882</c:v>
                </c:pt>
                <c:pt idx="2509">
                  <c:v>45883</c:v>
                </c:pt>
                <c:pt idx="2510">
                  <c:v>45884</c:v>
                </c:pt>
                <c:pt idx="2511">
                  <c:v>45887</c:v>
                </c:pt>
                <c:pt idx="2512">
                  <c:v>45888</c:v>
                </c:pt>
                <c:pt idx="2513">
                  <c:v>45889</c:v>
                </c:pt>
                <c:pt idx="2514">
                  <c:v>45890</c:v>
                </c:pt>
                <c:pt idx="2515">
                  <c:v>45891</c:v>
                </c:pt>
                <c:pt idx="2516">
                  <c:v>45894</c:v>
                </c:pt>
                <c:pt idx="2517">
                  <c:v>45895</c:v>
                </c:pt>
                <c:pt idx="2518">
                  <c:v>45896</c:v>
                </c:pt>
                <c:pt idx="2519">
                  <c:v>45897</c:v>
                </c:pt>
                <c:pt idx="2520">
                  <c:v>45898</c:v>
                </c:pt>
                <c:pt idx="2521">
                  <c:v>45901</c:v>
                </c:pt>
                <c:pt idx="2522">
                  <c:v>45902</c:v>
                </c:pt>
                <c:pt idx="2523">
                  <c:v>45903</c:v>
                </c:pt>
                <c:pt idx="2524">
                  <c:v>45904</c:v>
                </c:pt>
                <c:pt idx="2525">
                  <c:v>45905</c:v>
                </c:pt>
                <c:pt idx="2526">
                  <c:v>45908</c:v>
                </c:pt>
                <c:pt idx="2527">
                  <c:v>45909</c:v>
                </c:pt>
                <c:pt idx="2528">
                  <c:v>45910</c:v>
                </c:pt>
                <c:pt idx="2529">
                  <c:v>45911</c:v>
                </c:pt>
                <c:pt idx="2530">
                  <c:v>45912</c:v>
                </c:pt>
                <c:pt idx="2531">
                  <c:v>45915</c:v>
                </c:pt>
                <c:pt idx="2532">
                  <c:v>45916</c:v>
                </c:pt>
                <c:pt idx="2533">
                  <c:v>45917</c:v>
                </c:pt>
                <c:pt idx="2534">
                  <c:v>45918</c:v>
                </c:pt>
                <c:pt idx="2535">
                  <c:v>45919</c:v>
                </c:pt>
                <c:pt idx="2536">
                  <c:v>45922</c:v>
                </c:pt>
                <c:pt idx="2537">
                  <c:v>45923</c:v>
                </c:pt>
                <c:pt idx="2538">
                  <c:v>45924</c:v>
                </c:pt>
                <c:pt idx="2539">
                  <c:v>45925</c:v>
                </c:pt>
                <c:pt idx="2540">
                  <c:v>45926</c:v>
                </c:pt>
                <c:pt idx="2541">
                  <c:v>45929</c:v>
                </c:pt>
                <c:pt idx="2542">
                  <c:v>45930</c:v>
                </c:pt>
                <c:pt idx="2543">
                  <c:v>45931</c:v>
                </c:pt>
                <c:pt idx="2544">
                  <c:v>45932</c:v>
                </c:pt>
                <c:pt idx="2545">
                  <c:v>45933</c:v>
                </c:pt>
                <c:pt idx="2546">
                  <c:v>45936</c:v>
                </c:pt>
                <c:pt idx="2547">
                  <c:v>45937</c:v>
                </c:pt>
                <c:pt idx="2548">
                  <c:v>45938</c:v>
                </c:pt>
                <c:pt idx="2549">
                  <c:v>45939</c:v>
                </c:pt>
                <c:pt idx="2550">
                  <c:v>45940</c:v>
                </c:pt>
                <c:pt idx="2551">
                  <c:v>45943</c:v>
                </c:pt>
                <c:pt idx="2552">
                  <c:v>45944</c:v>
                </c:pt>
                <c:pt idx="2553">
                  <c:v>45945</c:v>
                </c:pt>
                <c:pt idx="2554">
                  <c:v>45946</c:v>
                </c:pt>
                <c:pt idx="2555">
                  <c:v>45947</c:v>
                </c:pt>
                <c:pt idx="2556">
                  <c:v>45950</c:v>
                </c:pt>
                <c:pt idx="2557">
                  <c:v>45951</c:v>
                </c:pt>
                <c:pt idx="2558">
                  <c:v>45952</c:v>
                </c:pt>
                <c:pt idx="2559">
                  <c:v>45953</c:v>
                </c:pt>
                <c:pt idx="2560">
                  <c:v>45954</c:v>
                </c:pt>
                <c:pt idx="2561">
                  <c:v>45957</c:v>
                </c:pt>
                <c:pt idx="2562">
                  <c:v>45958</c:v>
                </c:pt>
                <c:pt idx="2563">
                  <c:v>45959</c:v>
                </c:pt>
                <c:pt idx="2564">
                  <c:v>45960</c:v>
                </c:pt>
                <c:pt idx="2565">
                  <c:v>45961</c:v>
                </c:pt>
                <c:pt idx="2566">
                  <c:v>45964</c:v>
                </c:pt>
                <c:pt idx="2567">
                  <c:v>45965</c:v>
                </c:pt>
                <c:pt idx="2568">
                  <c:v>45966</c:v>
                </c:pt>
                <c:pt idx="2569">
                  <c:v>45967</c:v>
                </c:pt>
                <c:pt idx="2570">
                  <c:v>45968</c:v>
                </c:pt>
                <c:pt idx="2571">
                  <c:v>45971</c:v>
                </c:pt>
                <c:pt idx="2572">
                  <c:v>45972</c:v>
                </c:pt>
                <c:pt idx="2573">
                  <c:v>45973</c:v>
                </c:pt>
                <c:pt idx="2574">
                  <c:v>45974</c:v>
                </c:pt>
                <c:pt idx="2575">
                  <c:v>45975</c:v>
                </c:pt>
                <c:pt idx="2576">
                  <c:v>45978</c:v>
                </c:pt>
                <c:pt idx="2577">
                  <c:v>45979</c:v>
                </c:pt>
                <c:pt idx="2578">
                  <c:v>45980</c:v>
                </c:pt>
                <c:pt idx="2579">
                  <c:v>45981</c:v>
                </c:pt>
                <c:pt idx="2580">
                  <c:v>45982</c:v>
                </c:pt>
                <c:pt idx="2581">
                  <c:v>45985</c:v>
                </c:pt>
                <c:pt idx="2582">
                  <c:v>45986</c:v>
                </c:pt>
                <c:pt idx="2583">
                  <c:v>45987</c:v>
                </c:pt>
                <c:pt idx="2584">
                  <c:v>45988</c:v>
                </c:pt>
                <c:pt idx="2585">
                  <c:v>45989</c:v>
                </c:pt>
                <c:pt idx="2586">
                  <c:v>45992</c:v>
                </c:pt>
                <c:pt idx="2587">
                  <c:v>45993</c:v>
                </c:pt>
                <c:pt idx="2588">
                  <c:v>45994</c:v>
                </c:pt>
                <c:pt idx="2589">
                  <c:v>45995</c:v>
                </c:pt>
                <c:pt idx="2590">
                  <c:v>45996</c:v>
                </c:pt>
                <c:pt idx="2591">
                  <c:v>45999</c:v>
                </c:pt>
                <c:pt idx="2592">
                  <c:v>46000</c:v>
                </c:pt>
                <c:pt idx="2593">
                  <c:v>46001</c:v>
                </c:pt>
                <c:pt idx="2594">
                  <c:v>46002</c:v>
                </c:pt>
                <c:pt idx="2595">
                  <c:v>46003</c:v>
                </c:pt>
                <c:pt idx="2596">
                  <c:v>46006</c:v>
                </c:pt>
                <c:pt idx="2597">
                  <c:v>46007</c:v>
                </c:pt>
                <c:pt idx="2598">
                  <c:v>46008</c:v>
                </c:pt>
                <c:pt idx="2599">
                  <c:v>46009</c:v>
                </c:pt>
                <c:pt idx="2600">
                  <c:v>46010</c:v>
                </c:pt>
                <c:pt idx="2601">
                  <c:v>46013</c:v>
                </c:pt>
                <c:pt idx="2602">
                  <c:v>46014</c:v>
                </c:pt>
                <c:pt idx="2603">
                  <c:v>46015</c:v>
                </c:pt>
                <c:pt idx="2604">
                  <c:v>46016</c:v>
                </c:pt>
                <c:pt idx="2605">
                  <c:v>46017</c:v>
                </c:pt>
                <c:pt idx="2606">
                  <c:v>46020</c:v>
                </c:pt>
                <c:pt idx="2607">
                  <c:v>46021</c:v>
                </c:pt>
                <c:pt idx="2608">
                  <c:v>46022</c:v>
                </c:pt>
                <c:pt idx="2609">
                  <c:v>46023</c:v>
                </c:pt>
                <c:pt idx="2610">
                  <c:v>46024</c:v>
                </c:pt>
                <c:pt idx="2611">
                  <c:v>46027</c:v>
                </c:pt>
                <c:pt idx="2612">
                  <c:v>46028</c:v>
                </c:pt>
                <c:pt idx="2613">
                  <c:v>46029</c:v>
                </c:pt>
                <c:pt idx="2614">
                  <c:v>46030</c:v>
                </c:pt>
                <c:pt idx="2615">
                  <c:v>46031</c:v>
                </c:pt>
                <c:pt idx="2616">
                  <c:v>46034</c:v>
                </c:pt>
                <c:pt idx="2617">
                  <c:v>46035</c:v>
                </c:pt>
                <c:pt idx="2618">
                  <c:v>46036</c:v>
                </c:pt>
                <c:pt idx="2619">
                  <c:v>46037</c:v>
                </c:pt>
                <c:pt idx="2620">
                  <c:v>46038</c:v>
                </c:pt>
                <c:pt idx="2621">
                  <c:v>46041</c:v>
                </c:pt>
                <c:pt idx="2622">
                  <c:v>46042</c:v>
                </c:pt>
                <c:pt idx="2623">
                  <c:v>46043</c:v>
                </c:pt>
                <c:pt idx="2624">
                  <c:v>46044</c:v>
                </c:pt>
                <c:pt idx="2625">
                  <c:v>46045</c:v>
                </c:pt>
                <c:pt idx="2626">
                  <c:v>46048</c:v>
                </c:pt>
                <c:pt idx="2627">
                  <c:v>46049</c:v>
                </c:pt>
                <c:pt idx="2628">
                  <c:v>46050</c:v>
                </c:pt>
                <c:pt idx="2629">
                  <c:v>46051</c:v>
                </c:pt>
                <c:pt idx="2630">
                  <c:v>46052</c:v>
                </c:pt>
                <c:pt idx="2631">
                  <c:v>46055</c:v>
                </c:pt>
                <c:pt idx="2632">
                  <c:v>46056</c:v>
                </c:pt>
                <c:pt idx="2633">
                  <c:v>46057</c:v>
                </c:pt>
                <c:pt idx="2634">
                  <c:v>46058</c:v>
                </c:pt>
                <c:pt idx="2635">
                  <c:v>46059</c:v>
                </c:pt>
                <c:pt idx="2636">
                  <c:v>46062</c:v>
                </c:pt>
                <c:pt idx="2637">
                  <c:v>46063</c:v>
                </c:pt>
                <c:pt idx="2638">
                  <c:v>46064</c:v>
                </c:pt>
                <c:pt idx="2639">
                  <c:v>46065</c:v>
                </c:pt>
                <c:pt idx="2640">
                  <c:v>46066</c:v>
                </c:pt>
                <c:pt idx="2641">
                  <c:v>46069</c:v>
                </c:pt>
                <c:pt idx="2642">
                  <c:v>46070</c:v>
                </c:pt>
                <c:pt idx="2643">
                  <c:v>46071</c:v>
                </c:pt>
                <c:pt idx="2644">
                  <c:v>46072</c:v>
                </c:pt>
                <c:pt idx="2645">
                  <c:v>46073</c:v>
                </c:pt>
                <c:pt idx="2646">
                  <c:v>46076</c:v>
                </c:pt>
                <c:pt idx="2647">
                  <c:v>46077</c:v>
                </c:pt>
                <c:pt idx="2648">
                  <c:v>46078</c:v>
                </c:pt>
                <c:pt idx="2649">
                  <c:v>46079</c:v>
                </c:pt>
                <c:pt idx="2650">
                  <c:v>46080</c:v>
                </c:pt>
                <c:pt idx="2651">
                  <c:v>46083</c:v>
                </c:pt>
                <c:pt idx="2652">
                  <c:v>46084</c:v>
                </c:pt>
                <c:pt idx="2653">
                  <c:v>46085</c:v>
                </c:pt>
                <c:pt idx="2654">
                  <c:v>46086</c:v>
                </c:pt>
                <c:pt idx="2655">
                  <c:v>46087</c:v>
                </c:pt>
                <c:pt idx="2656">
                  <c:v>46090</c:v>
                </c:pt>
                <c:pt idx="2657">
                  <c:v>46091</c:v>
                </c:pt>
                <c:pt idx="2658">
                  <c:v>46092</c:v>
                </c:pt>
                <c:pt idx="2659">
                  <c:v>46093</c:v>
                </c:pt>
                <c:pt idx="2660">
                  <c:v>46094</c:v>
                </c:pt>
                <c:pt idx="2661">
                  <c:v>46097</c:v>
                </c:pt>
                <c:pt idx="2662">
                  <c:v>46098</c:v>
                </c:pt>
                <c:pt idx="2663">
                  <c:v>46099</c:v>
                </c:pt>
                <c:pt idx="2664">
                  <c:v>46100</c:v>
                </c:pt>
                <c:pt idx="2665">
                  <c:v>46101</c:v>
                </c:pt>
                <c:pt idx="2666">
                  <c:v>46104</c:v>
                </c:pt>
                <c:pt idx="2667">
                  <c:v>46105</c:v>
                </c:pt>
                <c:pt idx="2668">
                  <c:v>46106</c:v>
                </c:pt>
                <c:pt idx="2669">
                  <c:v>46107</c:v>
                </c:pt>
                <c:pt idx="2670">
                  <c:v>46108</c:v>
                </c:pt>
                <c:pt idx="2671">
                  <c:v>46111</c:v>
                </c:pt>
                <c:pt idx="2672">
                  <c:v>46112</c:v>
                </c:pt>
                <c:pt idx="2673">
                  <c:v>46113</c:v>
                </c:pt>
                <c:pt idx="2674">
                  <c:v>46114</c:v>
                </c:pt>
                <c:pt idx="2675">
                  <c:v>46115</c:v>
                </c:pt>
                <c:pt idx="2676">
                  <c:v>46118</c:v>
                </c:pt>
                <c:pt idx="2677">
                  <c:v>46119</c:v>
                </c:pt>
                <c:pt idx="2678">
                  <c:v>46120</c:v>
                </c:pt>
                <c:pt idx="2679">
                  <c:v>46121</c:v>
                </c:pt>
                <c:pt idx="2680">
                  <c:v>46122</c:v>
                </c:pt>
                <c:pt idx="2681">
                  <c:v>46125</c:v>
                </c:pt>
                <c:pt idx="2682">
                  <c:v>46126</c:v>
                </c:pt>
                <c:pt idx="2683">
                  <c:v>46127</c:v>
                </c:pt>
                <c:pt idx="2684">
                  <c:v>46128</c:v>
                </c:pt>
                <c:pt idx="2685">
                  <c:v>46129</c:v>
                </c:pt>
                <c:pt idx="2686">
                  <c:v>46132</c:v>
                </c:pt>
                <c:pt idx="2687">
                  <c:v>46133</c:v>
                </c:pt>
                <c:pt idx="2688">
                  <c:v>46134</c:v>
                </c:pt>
                <c:pt idx="2689">
                  <c:v>46135</c:v>
                </c:pt>
                <c:pt idx="2690">
                  <c:v>46136</c:v>
                </c:pt>
                <c:pt idx="2691">
                  <c:v>46139</c:v>
                </c:pt>
                <c:pt idx="2692">
                  <c:v>46140</c:v>
                </c:pt>
                <c:pt idx="2693">
                  <c:v>46141</c:v>
                </c:pt>
                <c:pt idx="2694">
                  <c:v>46142</c:v>
                </c:pt>
                <c:pt idx="2695">
                  <c:v>46143</c:v>
                </c:pt>
                <c:pt idx="2696">
                  <c:v>46146</c:v>
                </c:pt>
                <c:pt idx="2697">
                  <c:v>46147</c:v>
                </c:pt>
                <c:pt idx="2698">
                  <c:v>46148</c:v>
                </c:pt>
                <c:pt idx="2699">
                  <c:v>46149</c:v>
                </c:pt>
                <c:pt idx="2700">
                  <c:v>46150</c:v>
                </c:pt>
                <c:pt idx="2701">
                  <c:v>46153</c:v>
                </c:pt>
                <c:pt idx="2702">
                  <c:v>46154</c:v>
                </c:pt>
                <c:pt idx="2703">
                  <c:v>46155</c:v>
                </c:pt>
                <c:pt idx="2704">
                  <c:v>46156</c:v>
                </c:pt>
                <c:pt idx="2705">
                  <c:v>46157</c:v>
                </c:pt>
                <c:pt idx="2706">
                  <c:v>46160</c:v>
                </c:pt>
                <c:pt idx="2707">
                  <c:v>46161</c:v>
                </c:pt>
                <c:pt idx="2708">
                  <c:v>46162</c:v>
                </c:pt>
                <c:pt idx="2709">
                  <c:v>46163</c:v>
                </c:pt>
                <c:pt idx="2710">
                  <c:v>46164</c:v>
                </c:pt>
                <c:pt idx="2711">
                  <c:v>46167</c:v>
                </c:pt>
                <c:pt idx="2712">
                  <c:v>46168</c:v>
                </c:pt>
                <c:pt idx="2713">
                  <c:v>46169</c:v>
                </c:pt>
                <c:pt idx="2714">
                  <c:v>46170</c:v>
                </c:pt>
                <c:pt idx="2715">
                  <c:v>46171</c:v>
                </c:pt>
                <c:pt idx="2716">
                  <c:v>46174</c:v>
                </c:pt>
                <c:pt idx="2717">
                  <c:v>46175</c:v>
                </c:pt>
                <c:pt idx="2718">
                  <c:v>46176</c:v>
                </c:pt>
                <c:pt idx="2719">
                  <c:v>46177</c:v>
                </c:pt>
                <c:pt idx="2720">
                  <c:v>46178</c:v>
                </c:pt>
                <c:pt idx="2721">
                  <c:v>46181</c:v>
                </c:pt>
                <c:pt idx="2722">
                  <c:v>46182</c:v>
                </c:pt>
                <c:pt idx="2723">
                  <c:v>46183</c:v>
                </c:pt>
                <c:pt idx="2724">
                  <c:v>46184</c:v>
                </c:pt>
                <c:pt idx="2725">
                  <c:v>46185</c:v>
                </c:pt>
                <c:pt idx="2726">
                  <c:v>46188</c:v>
                </c:pt>
                <c:pt idx="2727">
                  <c:v>46189</c:v>
                </c:pt>
                <c:pt idx="2728">
                  <c:v>46190</c:v>
                </c:pt>
                <c:pt idx="2729">
                  <c:v>46191</c:v>
                </c:pt>
                <c:pt idx="2730">
                  <c:v>46192</c:v>
                </c:pt>
                <c:pt idx="2731">
                  <c:v>46195</c:v>
                </c:pt>
                <c:pt idx="2732">
                  <c:v>46196</c:v>
                </c:pt>
                <c:pt idx="2733">
                  <c:v>46197</c:v>
                </c:pt>
                <c:pt idx="2734">
                  <c:v>46198</c:v>
                </c:pt>
                <c:pt idx="2735">
                  <c:v>46199</c:v>
                </c:pt>
                <c:pt idx="2736">
                  <c:v>46202</c:v>
                </c:pt>
                <c:pt idx="2737">
                  <c:v>46203</c:v>
                </c:pt>
                <c:pt idx="2738">
                  <c:v>46204</c:v>
                </c:pt>
                <c:pt idx="2739">
                  <c:v>46205</c:v>
                </c:pt>
                <c:pt idx="2740">
                  <c:v>46206</c:v>
                </c:pt>
                <c:pt idx="2741">
                  <c:v>46209</c:v>
                </c:pt>
                <c:pt idx="2742">
                  <c:v>46210</c:v>
                </c:pt>
                <c:pt idx="2743">
                  <c:v>46211</c:v>
                </c:pt>
                <c:pt idx="2744">
                  <c:v>46212</c:v>
                </c:pt>
                <c:pt idx="2745">
                  <c:v>46213</c:v>
                </c:pt>
                <c:pt idx="2746">
                  <c:v>46216</c:v>
                </c:pt>
                <c:pt idx="2747">
                  <c:v>46217</c:v>
                </c:pt>
                <c:pt idx="2748">
                  <c:v>46218</c:v>
                </c:pt>
                <c:pt idx="2749">
                  <c:v>46219</c:v>
                </c:pt>
                <c:pt idx="2750">
                  <c:v>46220</c:v>
                </c:pt>
                <c:pt idx="2751">
                  <c:v>46223</c:v>
                </c:pt>
                <c:pt idx="2752">
                  <c:v>46224</c:v>
                </c:pt>
                <c:pt idx="2753">
                  <c:v>46225</c:v>
                </c:pt>
                <c:pt idx="2754">
                  <c:v>46226</c:v>
                </c:pt>
                <c:pt idx="2755">
                  <c:v>46227</c:v>
                </c:pt>
                <c:pt idx="2756">
                  <c:v>46230</c:v>
                </c:pt>
                <c:pt idx="2757">
                  <c:v>46231</c:v>
                </c:pt>
                <c:pt idx="2758">
                  <c:v>46232</c:v>
                </c:pt>
                <c:pt idx="2759">
                  <c:v>46233</c:v>
                </c:pt>
                <c:pt idx="2760">
                  <c:v>46234</c:v>
                </c:pt>
                <c:pt idx="2761">
                  <c:v>46237</c:v>
                </c:pt>
                <c:pt idx="2762">
                  <c:v>46238</c:v>
                </c:pt>
                <c:pt idx="2763">
                  <c:v>46239</c:v>
                </c:pt>
                <c:pt idx="2764">
                  <c:v>46240</c:v>
                </c:pt>
                <c:pt idx="2765">
                  <c:v>46241</c:v>
                </c:pt>
                <c:pt idx="2766">
                  <c:v>46244</c:v>
                </c:pt>
                <c:pt idx="2767">
                  <c:v>46245</c:v>
                </c:pt>
                <c:pt idx="2768">
                  <c:v>46246</c:v>
                </c:pt>
                <c:pt idx="2769">
                  <c:v>46247</c:v>
                </c:pt>
                <c:pt idx="2770">
                  <c:v>46248</c:v>
                </c:pt>
                <c:pt idx="2771">
                  <c:v>46251</c:v>
                </c:pt>
                <c:pt idx="2772">
                  <c:v>46252</c:v>
                </c:pt>
                <c:pt idx="2773">
                  <c:v>46253</c:v>
                </c:pt>
                <c:pt idx="2774">
                  <c:v>46254</c:v>
                </c:pt>
                <c:pt idx="2775">
                  <c:v>46255</c:v>
                </c:pt>
              </c:numCache>
            </c:numRef>
          </c:cat>
          <c:val>
            <c:numRef>
              <c:f>Data_Frontier!$E$2:$E$2777</c:f>
              <c:numCache>
                <c:formatCode>0.0;[Red]\(0.0\);\-</c:formatCode>
                <c:ptCount val="2776"/>
                <c:pt idx="0">
                  <c:v>788.8</c:v>
                </c:pt>
                <c:pt idx="1">
                  <c:v>794.2</c:v>
                </c:pt>
                <c:pt idx="2">
                  <c:v>795.30000000000007</c:v>
                </c:pt>
                <c:pt idx="3">
                  <c:v>801.09999999999991</c:v>
                </c:pt>
                <c:pt idx="4">
                  <c:v>808.30000000000007</c:v>
                </c:pt>
                <c:pt idx="5">
                  <c:v>810.6</c:v>
                </c:pt>
                <c:pt idx="6">
                  <c:v>815.49999999999989</c:v>
                </c:pt>
                <c:pt idx="7">
                  <c:v>820.80000000000007</c:v>
                </c:pt>
                <c:pt idx="8">
                  <c:v>829.19999999999993</c:v>
                </c:pt>
                <c:pt idx="9">
                  <c:v>839.89999999999986</c:v>
                </c:pt>
                <c:pt idx="10">
                  <c:v>855.59999999999991</c:v>
                </c:pt>
                <c:pt idx="11">
                  <c:v>855.59999999999991</c:v>
                </c:pt>
                <c:pt idx="12">
                  <c:v>855.00000000000011</c:v>
                </c:pt>
                <c:pt idx="13">
                  <c:v>870.9</c:v>
                </c:pt>
                <c:pt idx="14">
                  <c:v>864.19999999999993</c:v>
                </c:pt>
                <c:pt idx="15">
                  <c:v>849.6</c:v>
                </c:pt>
                <c:pt idx="16">
                  <c:v>850.09999999999991</c:v>
                </c:pt>
                <c:pt idx="17">
                  <c:v>850.6</c:v>
                </c:pt>
                <c:pt idx="18">
                  <c:v>844.99999999999989</c:v>
                </c:pt>
                <c:pt idx="19">
                  <c:v>837.7</c:v>
                </c:pt>
                <c:pt idx="20">
                  <c:v>863.59999999999991</c:v>
                </c:pt>
                <c:pt idx="21">
                  <c:v>866.49999999999989</c:v>
                </c:pt>
                <c:pt idx="22">
                  <c:v>874.90000000000009</c:v>
                </c:pt>
                <c:pt idx="23">
                  <c:v>876.3</c:v>
                </c:pt>
                <c:pt idx="24">
                  <c:v>876.3</c:v>
                </c:pt>
                <c:pt idx="25">
                  <c:v>880.00000000000011</c:v>
                </c:pt>
                <c:pt idx="26">
                  <c:v>893.09999999999991</c:v>
                </c:pt>
                <c:pt idx="27">
                  <c:v>896.1</c:v>
                </c:pt>
                <c:pt idx="28">
                  <c:v>893.9</c:v>
                </c:pt>
                <c:pt idx="29">
                  <c:v>905.1</c:v>
                </c:pt>
                <c:pt idx="30">
                  <c:v>901.3</c:v>
                </c:pt>
                <c:pt idx="31">
                  <c:v>901.3</c:v>
                </c:pt>
                <c:pt idx="32">
                  <c:v>892.9</c:v>
                </c:pt>
                <c:pt idx="33">
                  <c:v>878.5</c:v>
                </c:pt>
                <c:pt idx="34">
                  <c:v>872.30000000000007</c:v>
                </c:pt>
                <c:pt idx="35">
                  <c:v>871.7</c:v>
                </c:pt>
                <c:pt idx="36">
                  <c:v>864.5</c:v>
                </c:pt>
                <c:pt idx="37">
                  <c:v>859.2</c:v>
                </c:pt>
                <c:pt idx="38">
                  <c:v>861.7</c:v>
                </c:pt>
                <c:pt idx="39">
                  <c:v>853.40000000000009</c:v>
                </c:pt>
                <c:pt idx="40">
                  <c:v>839.7</c:v>
                </c:pt>
                <c:pt idx="41">
                  <c:v>829.1</c:v>
                </c:pt>
                <c:pt idx="42">
                  <c:v>819.5</c:v>
                </c:pt>
                <c:pt idx="43">
                  <c:v>815.30000000000007</c:v>
                </c:pt>
                <c:pt idx="44">
                  <c:v>806.6</c:v>
                </c:pt>
                <c:pt idx="45">
                  <c:v>806</c:v>
                </c:pt>
                <c:pt idx="46">
                  <c:v>803.2</c:v>
                </c:pt>
                <c:pt idx="47">
                  <c:v>803.9</c:v>
                </c:pt>
                <c:pt idx="48">
                  <c:v>804.9</c:v>
                </c:pt>
                <c:pt idx="49">
                  <c:v>801.2</c:v>
                </c:pt>
                <c:pt idx="50">
                  <c:v>796.8</c:v>
                </c:pt>
                <c:pt idx="51">
                  <c:v>796</c:v>
                </c:pt>
                <c:pt idx="52">
                  <c:v>798.5</c:v>
                </c:pt>
                <c:pt idx="53">
                  <c:v>794.4</c:v>
                </c:pt>
                <c:pt idx="54">
                  <c:v>778.2</c:v>
                </c:pt>
                <c:pt idx="55">
                  <c:v>758.90000000000009</c:v>
                </c:pt>
                <c:pt idx="56">
                  <c:v>756.3</c:v>
                </c:pt>
                <c:pt idx="57">
                  <c:v>760.5</c:v>
                </c:pt>
                <c:pt idx="58">
                  <c:v>764.2</c:v>
                </c:pt>
                <c:pt idx="59">
                  <c:v>770.69999999999993</c:v>
                </c:pt>
                <c:pt idx="60">
                  <c:v>770.69999999999993</c:v>
                </c:pt>
                <c:pt idx="61">
                  <c:v>771</c:v>
                </c:pt>
                <c:pt idx="62">
                  <c:v>775.1</c:v>
                </c:pt>
                <c:pt idx="63">
                  <c:v>766.80000000000007</c:v>
                </c:pt>
                <c:pt idx="64">
                  <c:v>762.1</c:v>
                </c:pt>
                <c:pt idx="65">
                  <c:v>760.9</c:v>
                </c:pt>
                <c:pt idx="66">
                  <c:v>758.5</c:v>
                </c:pt>
                <c:pt idx="67">
                  <c:v>763.19999999999993</c:v>
                </c:pt>
                <c:pt idx="68">
                  <c:v>759</c:v>
                </c:pt>
                <c:pt idx="69">
                  <c:v>758.69999999999993</c:v>
                </c:pt>
                <c:pt idx="70">
                  <c:v>757.5</c:v>
                </c:pt>
                <c:pt idx="71">
                  <c:v>754.90000000000009</c:v>
                </c:pt>
                <c:pt idx="72">
                  <c:v>748</c:v>
                </c:pt>
                <c:pt idx="73">
                  <c:v>745.9</c:v>
                </c:pt>
                <c:pt idx="74">
                  <c:v>741.80000000000007</c:v>
                </c:pt>
                <c:pt idx="75">
                  <c:v>740.1</c:v>
                </c:pt>
                <c:pt idx="76">
                  <c:v>742.69999999999993</c:v>
                </c:pt>
                <c:pt idx="77">
                  <c:v>734.3</c:v>
                </c:pt>
                <c:pt idx="78">
                  <c:v>734.8</c:v>
                </c:pt>
                <c:pt idx="79">
                  <c:v>736.5</c:v>
                </c:pt>
                <c:pt idx="80">
                  <c:v>742.8</c:v>
                </c:pt>
                <c:pt idx="81">
                  <c:v>748.2</c:v>
                </c:pt>
                <c:pt idx="82">
                  <c:v>749.4</c:v>
                </c:pt>
                <c:pt idx="83">
                  <c:v>748.80000000000007</c:v>
                </c:pt>
                <c:pt idx="84">
                  <c:v>740.1</c:v>
                </c:pt>
                <c:pt idx="85">
                  <c:v>740.3</c:v>
                </c:pt>
                <c:pt idx="86">
                  <c:v>741</c:v>
                </c:pt>
                <c:pt idx="87">
                  <c:v>748.2</c:v>
                </c:pt>
                <c:pt idx="88">
                  <c:v>755.3</c:v>
                </c:pt>
                <c:pt idx="89">
                  <c:v>755</c:v>
                </c:pt>
                <c:pt idx="90">
                  <c:v>754.6</c:v>
                </c:pt>
                <c:pt idx="91">
                  <c:v>753.4</c:v>
                </c:pt>
                <c:pt idx="92">
                  <c:v>752.8</c:v>
                </c:pt>
                <c:pt idx="93">
                  <c:v>748.9</c:v>
                </c:pt>
                <c:pt idx="94">
                  <c:v>745.09999999999991</c:v>
                </c:pt>
                <c:pt idx="95">
                  <c:v>743.8</c:v>
                </c:pt>
                <c:pt idx="96">
                  <c:v>742.9</c:v>
                </c:pt>
                <c:pt idx="97">
                  <c:v>740.3</c:v>
                </c:pt>
                <c:pt idx="98">
                  <c:v>744.9</c:v>
                </c:pt>
                <c:pt idx="99">
                  <c:v>753.7</c:v>
                </c:pt>
                <c:pt idx="100">
                  <c:v>752.4</c:v>
                </c:pt>
                <c:pt idx="101">
                  <c:v>753.5</c:v>
                </c:pt>
                <c:pt idx="102">
                  <c:v>755.4</c:v>
                </c:pt>
                <c:pt idx="103">
                  <c:v>753.59999999999991</c:v>
                </c:pt>
                <c:pt idx="104">
                  <c:v>751.5</c:v>
                </c:pt>
                <c:pt idx="105">
                  <c:v>751.5</c:v>
                </c:pt>
                <c:pt idx="106">
                  <c:v>751.5</c:v>
                </c:pt>
                <c:pt idx="107">
                  <c:v>746.19999999999993</c:v>
                </c:pt>
                <c:pt idx="108">
                  <c:v>747</c:v>
                </c:pt>
                <c:pt idx="109">
                  <c:v>744.4</c:v>
                </c:pt>
                <c:pt idx="110">
                  <c:v>737.30000000000007</c:v>
                </c:pt>
                <c:pt idx="111">
                  <c:v>733.4</c:v>
                </c:pt>
                <c:pt idx="112">
                  <c:v>728.30000000000007</c:v>
                </c:pt>
                <c:pt idx="113">
                  <c:v>717.19999999999993</c:v>
                </c:pt>
                <c:pt idx="114">
                  <c:v>719.4</c:v>
                </c:pt>
                <c:pt idx="115">
                  <c:v>722.1</c:v>
                </c:pt>
                <c:pt idx="116">
                  <c:v>725</c:v>
                </c:pt>
                <c:pt idx="117">
                  <c:v>735.6</c:v>
                </c:pt>
                <c:pt idx="118">
                  <c:v>734.5</c:v>
                </c:pt>
                <c:pt idx="119">
                  <c:v>737.69999999999993</c:v>
                </c:pt>
                <c:pt idx="120">
                  <c:v>737.30000000000007</c:v>
                </c:pt>
                <c:pt idx="121">
                  <c:v>729.90000000000009</c:v>
                </c:pt>
                <c:pt idx="122">
                  <c:v>726.1</c:v>
                </c:pt>
                <c:pt idx="123">
                  <c:v>727.1</c:v>
                </c:pt>
                <c:pt idx="124">
                  <c:v>723.5</c:v>
                </c:pt>
                <c:pt idx="125">
                  <c:v>731.5</c:v>
                </c:pt>
                <c:pt idx="126">
                  <c:v>735.7</c:v>
                </c:pt>
                <c:pt idx="127">
                  <c:v>728.9</c:v>
                </c:pt>
                <c:pt idx="128">
                  <c:v>717.40000000000009</c:v>
                </c:pt>
                <c:pt idx="129">
                  <c:v>711.30000000000007</c:v>
                </c:pt>
                <c:pt idx="130">
                  <c:v>703.7</c:v>
                </c:pt>
                <c:pt idx="131">
                  <c:v>703.7</c:v>
                </c:pt>
                <c:pt idx="132">
                  <c:v>695.30000000000007</c:v>
                </c:pt>
                <c:pt idx="133">
                  <c:v>695.80000000000007</c:v>
                </c:pt>
                <c:pt idx="134">
                  <c:v>687.4</c:v>
                </c:pt>
                <c:pt idx="135">
                  <c:v>681</c:v>
                </c:pt>
                <c:pt idx="136">
                  <c:v>669.2</c:v>
                </c:pt>
                <c:pt idx="137">
                  <c:v>662.1</c:v>
                </c:pt>
                <c:pt idx="138">
                  <c:v>657.7</c:v>
                </c:pt>
                <c:pt idx="139">
                  <c:v>654.79999999999995</c:v>
                </c:pt>
                <c:pt idx="140">
                  <c:v>652.5</c:v>
                </c:pt>
                <c:pt idx="141">
                  <c:v>653.80000000000007</c:v>
                </c:pt>
                <c:pt idx="142">
                  <c:v>655.4</c:v>
                </c:pt>
                <c:pt idx="143">
                  <c:v>655.6</c:v>
                </c:pt>
                <c:pt idx="144">
                  <c:v>652.9</c:v>
                </c:pt>
                <c:pt idx="145">
                  <c:v>650.1</c:v>
                </c:pt>
                <c:pt idx="146">
                  <c:v>648.1</c:v>
                </c:pt>
                <c:pt idx="147">
                  <c:v>656</c:v>
                </c:pt>
                <c:pt idx="148">
                  <c:v>653.59999999999991</c:v>
                </c:pt>
                <c:pt idx="149">
                  <c:v>658</c:v>
                </c:pt>
                <c:pt idx="150">
                  <c:v>655.8</c:v>
                </c:pt>
                <c:pt idx="151">
                  <c:v>654.1</c:v>
                </c:pt>
                <c:pt idx="152">
                  <c:v>654.4</c:v>
                </c:pt>
                <c:pt idx="153">
                  <c:v>652.6</c:v>
                </c:pt>
                <c:pt idx="154">
                  <c:v>648.80000000000007</c:v>
                </c:pt>
                <c:pt idx="155">
                  <c:v>645.69999999999993</c:v>
                </c:pt>
                <c:pt idx="156">
                  <c:v>641.30000000000007</c:v>
                </c:pt>
                <c:pt idx="157">
                  <c:v>633.4</c:v>
                </c:pt>
                <c:pt idx="158">
                  <c:v>634</c:v>
                </c:pt>
                <c:pt idx="159">
                  <c:v>630.29999999999995</c:v>
                </c:pt>
                <c:pt idx="160">
                  <c:v>627.9</c:v>
                </c:pt>
                <c:pt idx="161">
                  <c:v>622.6</c:v>
                </c:pt>
                <c:pt idx="162">
                  <c:v>618.4</c:v>
                </c:pt>
                <c:pt idx="163">
                  <c:v>617.9</c:v>
                </c:pt>
                <c:pt idx="164">
                  <c:v>616.5</c:v>
                </c:pt>
                <c:pt idx="165">
                  <c:v>617.40000000000009</c:v>
                </c:pt>
                <c:pt idx="166">
                  <c:v>618.9</c:v>
                </c:pt>
                <c:pt idx="167">
                  <c:v>616.9</c:v>
                </c:pt>
                <c:pt idx="168">
                  <c:v>616.6</c:v>
                </c:pt>
                <c:pt idx="169">
                  <c:v>617</c:v>
                </c:pt>
                <c:pt idx="170">
                  <c:v>617.19999999999993</c:v>
                </c:pt>
                <c:pt idx="171">
                  <c:v>617.9</c:v>
                </c:pt>
                <c:pt idx="172">
                  <c:v>619</c:v>
                </c:pt>
                <c:pt idx="173">
                  <c:v>626.70000000000005</c:v>
                </c:pt>
                <c:pt idx="174">
                  <c:v>629.79999999999995</c:v>
                </c:pt>
                <c:pt idx="175">
                  <c:v>624.5</c:v>
                </c:pt>
                <c:pt idx="176">
                  <c:v>624.5</c:v>
                </c:pt>
                <c:pt idx="177">
                  <c:v>623.20000000000005</c:v>
                </c:pt>
                <c:pt idx="178">
                  <c:v>617.9</c:v>
                </c:pt>
                <c:pt idx="179">
                  <c:v>612.79999999999995</c:v>
                </c:pt>
                <c:pt idx="180">
                  <c:v>620.9</c:v>
                </c:pt>
                <c:pt idx="181">
                  <c:v>630</c:v>
                </c:pt>
                <c:pt idx="182">
                  <c:v>633.4</c:v>
                </c:pt>
                <c:pt idx="183">
                  <c:v>642.79999999999995</c:v>
                </c:pt>
                <c:pt idx="184">
                  <c:v>643.79999999999995</c:v>
                </c:pt>
                <c:pt idx="185">
                  <c:v>644.4</c:v>
                </c:pt>
                <c:pt idx="186">
                  <c:v>642.40000000000009</c:v>
                </c:pt>
                <c:pt idx="187">
                  <c:v>637.6</c:v>
                </c:pt>
                <c:pt idx="188">
                  <c:v>628.59999999999991</c:v>
                </c:pt>
                <c:pt idx="189">
                  <c:v>616.9</c:v>
                </c:pt>
                <c:pt idx="190">
                  <c:v>617.9</c:v>
                </c:pt>
                <c:pt idx="191">
                  <c:v>622.70000000000005</c:v>
                </c:pt>
                <c:pt idx="192">
                  <c:v>626</c:v>
                </c:pt>
                <c:pt idx="193">
                  <c:v>626.9</c:v>
                </c:pt>
                <c:pt idx="194">
                  <c:v>623.6</c:v>
                </c:pt>
                <c:pt idx="195">
                  <c:v>626.6</c:v>
                </c:pt>
                <c:pt idx="196">
                  <c:v>626.79999999999995</c:v>
                </c:pt>
                <c:pt idx="197">
                  <c:v>625.90000000000009</c:v>
                </c:pt>
                <c:pt idx="198">
                  <c:v>628.70000000000005</c:v>
                </c:pt>
                <c:pt idx="199">
                  <c:v>631.1</c:v>
                </c:pt>
                <c:pt idx="200">
                  <c:v>633.69999999999993</c:v>
                </c:pt>
                <c:pt idx="201">
                  <c:v>633.69999999999993</c:v>
                </c:pt>
                <c:pt idx="202">
                  <c:v>639.4</c:v>
                </c:pt>
                <c:pt idx="203">
                  <c:v>640.70000000000005</c:v>
                </c:pt>
                <c:pt idx="204">
                  <c:v>640.6</c:v>
                </c:pt>
                <c:pt idx="205">
                  <c:v>640.29999999999995</c:v>
                </c:pt>
                <c:pt idx="206">
                  <c:v>639.4</c:v>
                </c:pt>
                <c:pt idx="207">
                  <c:v>636.1</c:v>
                </c:pt>
                <c:pt idx="208">
                  <c:v>633.79999999999995</c:v>
                </c:pt>
                <c:pt idx="209">
                  <c:v>630.70000000000005</c:v>
                </c:pt>
                <c:pt idx="210">
                  <c:v>627.9</c:v>
                </c:pt>
                <c:pt idx="211">
                  <c:v>626</c:v>
                </c:pt>
                <c:pt idx="212">
                  <c:v>627</c:v>
                </c:pt>
                <c:pt idx="213">
                  <c:v>629.5</c:v>
                </c:pt>
                <c:pt idx="214">
                  <c:v>637.30000000000007</c:v>
                </c:pt>
                <c:pt idx="215">
                  <c:v>642</c:v>
                </c:pt>
                <c:pt idx="216">
                  <c:v>647.6</c:v>
                </c:pt>
                <c:pt idx="217">
                  <c:v>650.6</c:v>
                </c:pt>
                <c:pt idx="218">
                  <c:v>654.19999999999993</c:v>
                </c:pt>
                <c:pt idx="219">
                  <c:v>652.20000000000005</c:v>
                </c:pt>
                <c:pt idx="220">
                  <c:v>654.30000000000007</c:v>
                </c:pt>
                <c:pt idx="221">
                  <c:v>651.4</c:v>
                </c:pt>
                <c:pt idx="222">
                  <c:v>644.1</c:v>
                </c:pt>
                <c:pt idx="223">
                  <c:v>662.1</c:v>
                </c:pt>
                <c:pt idx="224">
                  <c:v>687.6</c:v>
                </c:pt>
                <c:pt idx="225">
                  <c:v>687.6</c:v>
                </c:pt>
                <c:pt idx="226">
                  <c:v>744.4</c:v>
                </c:pt>
                <c:pt idx="227">
                  <c:v>720.80000000000007</c:v>
                </c:pt>
                <c:pt idx="228">
                  <c:v>717.6</c:v>
                </c:pt>
                <c:pt idx="229">
                  <c:v>710.3</c:v>
                </c:pt>
                <c:pt idx="230">
                  <c:v>712.8</c:v>
                </c:pt>
                <c:pt idx="231">
                  <c:v>708.30000000000007</c:v>
                </c:pt>
                <c:pt idx="232">
                  <c:v>712</c:v>
                </c:pt>
                <c:pt idx="233">
                  <c:v>716.5</c:v>
                </c:pt>
                <c:pt idx="234">
                  <c:v>716.5</c:v>
                </c:pt>
                <c:pt idx="235">
                  <c:v>719.3</c:v>
                </c:pt>
                <c:pt idx="236">
                  <c:v>718.7</c:v>
                </c:pt>
                <c:pt idx="237">
                  <c:v>724.80000000000007</c:v>
                </c:pt>
                <c:pt idx="238">
                  <c:v>724</c:v>
                </c:pt>
                <c:pt idx="239">
                  <c:v>731.9</c:v>
                </c:pt>
                <c:pt idx="240">
                  <c:v>734.3</c:v>
                </c:pt>
                <c:pt idx="241">
                  <c:v>731.8</c:v>
                </c:pt>
                <c:pt idx="242">
                  <c:v>725.3</c:v>
                </c:pt>
                <c:pt idx="243">
                  <c:v>713.1</c:v>
                </c:pt>
                <c:pt idx="244">
                  <c:v>713.1</c:v>
                </c:pt>
                <c:pt idx="245">
                  <c:v>711.5</c:v>
                </c:pt>
                <c:pt idx="246">
                  <c:v>710.4</c:v>
                </c:pt>
                <c:pt idx="247">
                  <c:v>705.3</c:v>
                </c:pt>
                <c:pt idx="248">
                  <c:v>703.30000000000007</c:v>
                </c:pt>
                <c:pt idx="249">
                  <c:v>710.2</c:v>
                </c:pt>
                <c:pt idx="250">
                  <c:v>712.1</c:v>
                </c:pt>
                <c:pt idx="251">
                  <c:v>711.1</c:v>
                </c:pt>
                <c:pt idx="252">
                  <c:v>708.69999999999993</c:v>
                </c:pt>
                <c:pt idx="253">
                  <c:v>703.4</c:v>
                </c:pt>
                <c:pt idx="254">
                  <c:v>701.5</c:v>
                </c:pt>
                <c:pt idx="255">
                  <c:v>702.3</c:v>
                </c:pt>
                <c:pt idx="256">
                  <c:v>702.3</c:v>
                </c:pt>
                <c:pt idx="257">
                  <c:v>701.5</c:v>
                </c:pt>
                <c:pt idx="258">
                  <c:v>700.3</c:v>
                </c:pt>
                <c:pt idx="259">
                  <c:v>700.69999999999993</c:v>
                </c:pt>
                <c:pt idx="260">
                  <c:v>704.69999999999993</c:v>
                </c:pt>
                <c:pt idx="261">
                  <c:v>704.69999999999993</c:v>
                </c:pt>
                <c:pt idx="262">
                  <c:v>701</c:v>
                </c:pt>
                <c:pt idx="263">
                  <c:v>691.4</c:v>
                </c:pt>
                <c:pt idx="264">
                  <c:v>676.19999999999993</c:v>
                </c:pt>
                <c:pt idx="265">
                  <c:v>674.4</c:v>
                </c:pt>
                <c:pt idx="266">
                  <c:v>674.80000000000007</c:v>
                </c:pt>
                <c:pt idx="267">
                  <c:v>678.4</c:v>
                </c:pt>
                <c:pt idx="268">
                  <c:v>681.9</c:v>
                </c:pt>
                <c:pt idx="269">
                  <c:v>676.7</c:v>
                </c:pt>
                <c:pt idx="270">
                  <c:v>677.3</c:v>
                </c:pt>
                <c:pt idx="271">
                  <c:v>677.3</c:v>
                </c:pt>
                <c:pt idx="272">
                  <c:v>672.1</c:v>
                </c:pt>
                <c:pt idx="273">
                  <c:v>675.69999999999993</c:v>
                </c:pt>
                <c:pt idx="274">
                  <c:v>683.5</c:v>
                </c:pt>
                <c:pt idx="275">
                  <c:v>687.9</c:v>
                </c:pt>
                <c:pt idx="276">
                  <c:v>686.80000000000007</c:v>
                </c:pt>
                <c:pt idx="277">
                  <c:v>686</c:v>
                </c:pt>
                <c:pt idx="278">
                  <c:v>688.6</c:v>
                </c:pt>
                <c:pt idx="279">
                  <c:v>691.30000000000007</c:v>
                </c:pt>
                <c:pt idx="280">
                  <c:v>687.8</c:v>
                </c:pt>
                <c:pt idx="281">
                  <c:v>688.8</c:v>
                </c:pt>
                <c:pt idx="282">
                  <c:v>690.3</c:v>
                </c:pt>
                <c:pt idx="283">
                  <c:v>690.2</c:v>
                </c:pt>
                <c:pt idx="284">
                  <c:v>685.6</c:v>
                </c:pt>
                <c:pt idx="285">
                  <c:v>685.7</c:v>
                </c:pt>
                <c:pt idx="286">
                  <c:v>682.9</c:v>
                </c:pt>
                <c:pt idx="287">
                  <c:v>686.2</c:v>
                </c:pt>
                <c:pt idx="288">
                  <c:v>684</c:v>
                </c:pt>
                <c:pt idx="289">
                  <c:v>679.1</c:v>
                </c:pt>
                <c:pt idx="290">
                  <c:v>676.7</c:v>
                </c:pt>
                <c:pt idx="291">
                  <c:v>671.8</c:v>
                </c:pt>
                <c:pt idx="292">
                  <c:v>667.6</c:v>
                </c:pt>
                <c:pt idx="293">
                  <c:v>674.4</c:v>
                </c:pt>
                <c:pt idx="294">
                  <c:v>672.7</c:v>
                </c:pt>
                <c:pt idx="295">
                  <c:v>674.4</c:v>
                </c:pt>
                <c:pt idx="296">
                  <c:v>674.4</c:v>
                </c:pt>
                <c:pt idx="297">
                  <c:v>670.9</c:v>
                </c:pt>
                <c:pt idx="298">
                  <c:v>667.1</c:v>
                </c:pt>
                <c:pt idx="299">
                  <c:v>663.3</c:v>
                </c:pt>
                <c:pt idx="300">
                  <c:v>662</c:v>
                </c:pt>
                <c:pt idx="301">
                  <c:v>656</c:v>
                </c:pt>
                <c:pt idx="302">
                  <c:v>651.6</c:v>
                </c:pt>
                <c:pt idx="303">
                  <c:v>654.19999999999993</c:v>
                </c:pt>
                <c:pt idx="304">
                  <c:v>656.6</c:v>
                </c:pt>
                <c:pt idx="305">
                  <c:v>656.4</c:v>
                </c:pt>
                <c:pt idx="306">
                  <c:v>653.5</c:v>
                </c:pt>
                <c:pt idx="307">
                  <c:v>650.19999999999993</c:v>
                </c:pt>
                <c:pt idx="308">
                  <c:v>662.2</c:v>
                </c:pt>
                <c:pt idx="309">
                  <c:v>673.80000000000007</c:v>
                </c:pt>
                <c:pt idx="310">
                  <c:v>670.80000000000007</c:v>
                </c:pt>
                <c:pt idx="311">
                  <c:v>670.30000000000007</c:v>
                </c:pt>
                <c:pt idx="312">
                  <c:v>676.8</c:v>
                </c:pt>
                <c:pt idx="313">
                  <c:v>671.1</c:v>
                </c:pt>
                <c:pt idx="314">
                  <c:v>660.5</c:v>
                </c:pt>
                <c:pt idx="315">
                  <c:v>655.9</c:v>
                </c:pt>
                <c:pt idx="316">
                  <c:v>655.1</c:v>
                </c:pt>
                <c:pt idx="317">
                  <c:v>649.20000000000005</c:v>
                </c:pt>
                <c:pt idx="318">
                  <c:v>657</c:v>
                </c:pt>
                <c:pt idx="319">
                  <c:v>654</c:v>
                </c:pt>
                <c:pt idx="320">
                  <c:v>654.5</c:v>
                </c:pt>
                <c:pt idx="321">
                  <c:v>653.4</c:v>
                </c:pt>
                <c:pt idx="322">
                  <c:v>652</c:v>
                </c:pt>
                <c:pt idx="323">
                  <c:v>653.4</c:v>
                </c:pt>
                <c:pt idx="324">
                  <c:v>651.9</c:v>
                </c:pt>
                <c:pt idx="325">
                  <c:v>669.1</c:v>
                </c:pt>
                <c:pt idx="326">
                  <c:v>671.5</c:v>
                </c:pt>
                <c:pt idx="327">
                  <c:v>670.2</c:v>
                </c:pt>
                <c:pt idx="328">
                  <c:v>665.6</c:v>
                </c:pt>
                <c:pt idx="329">
                  <c:v>662.9</c:v>
                </c:pt>
                <c:pt idx="330">
                  <c:v>662.8</c:v>
                </c:pt>
                <c:pt idx="331">
                  <c:v>667</c:v>
                </c:pt>
                <c:pt idx="332">
                  <c:v>665.7</c:v>
                </c:pt>
                <c:pt idx="333">
                  <c:v>667.40000000000009</c:v>
                </c:pt>
                <c:pt idx="334">
                  <c:v>667.1</c:v>
                </c:pt>
                <c:pt idx="335">
                  <c:v>667.1</c:v>
                </c:pt>
                <c:pt idx="336">
                  <c:v>666</c:v>
                </c:pt>
                <c:pt idx="337">
                  <c:v>663.8</c:v>
                </c:pt>
                <c:pt idx="338">
                  <c:v>662.9</c:v>
                </c:pt>
                <c:pt idx="339">
                  <c:v>665</c:v>
                </c:pt>
                <c:pt idx="340">
                  <c:v>664.8</c:v>
                </c:pt>
                <c:pt idx="341">
                  <c:v>659.8</c:v>
                </c:pt>
                <c:pt idx="342">
                  <c:v>657.1</c:v>
                </c:pt>
                <c:pt idx="343">
                  <c:v>655.1</c:v>
                </c:pt>
                <c:pt idx="344">
                  <c:v>655.29999999999995</c:v>
                </c:pt>
                <c:pt idx="345">
                  <c:v>649.6</c:v>
                </c:pt>
                <c:pt idx="346">
                  <c:v>649.5</c:v>
                </c:pt>
                <c:pt idx="347">
                  <c:v>647.1</c:v>
                </c:pt>
                <c:pt idx="348">
                  <c:v>642.9</c:v>
                </c:pt>
                <c:pt idx="349">
                  <c:v>646.6</c:v>
                </c:pt>
                <c:pt idx="350">
                  <c:v>649.9</c:v>
                </c:pt>
                <c:pt idx="351">
                  <c:v>647.79999999999995</c:v>
                </c:pt>
                <c:pt idx="352">
                  <c:v>648</c:v>
                </c:pt>
                <c:pt idx="353">
                  <c:v>648</c:v>
                </c:pt>
                <c:pt idx="354">
                  <c:v>645.30000000000007</c:v>
                </c:pt>
                <c:pt idx="355">
                  <c:v>642.1</c:v>
                </c:pt>
                <c:pt idx="356">
                  <c:v>642.19999999999993</c:v>
                </c:pt>
                <c:pt idx="357">
                  <c:v>639.70000000000005</c:v>
                </c:pt>
                <c:pt idx="358">
                  <c:v>642</c:v>
                </c:pt>
                <c:pt idx="359">
                  <c:v>650.4</c:v>
                </c:pt>
                <c:pt idx="360">
                  <c:v>647.5</c:v>
                </c:pt>
                <c:pt idx="361">
                  <c:v>644.4</c:v>
                </c:pt>
                <c:pt idx="362">
                  <c:v>642.9</c:v>
                </c:pt>
                <c:pt idx="363">
                  <c:v>639.70000000000005</c:v>
                </c:pt>
                <c:pt idx="364">
                  <c:v>637.5</c:v>
                </c:pt>
                <c:pt idx="365">
                  <c:v>636.70000000000005</c:v>
                </c:pt>
                <c:pt idx="366">
                  <c:v>636.70000000000005</c:v>
                </c:pt>
                <c:pt idx="367">
                  <c:v>637</c:v>
                </c:pt>
                <c:pt idx="368">
                  <c:v>629.79999999999995</c:v>
                </c:pt>
                <c:pt idx="369">
                  <c:v>628.80000000000007</c:v>
                </c:pt>
                <c:pt idx="370">
                  <c:v>628.30000000000007</c:v>
                </c:pt>
                <c:pt idx="371">
                  <c:v>626.6</c:v>
                </c:pt>
                <c:pt idx="372">
                  <c:v>623.9</c:v>
                </c:pt>
                <c:pt idx="373">
                  <c:v>620.69999999999993</c:v>
                </c:pt>
                <c:pt idx="374">
                  <c:v>623</c:v>
                </c:pt>
                <c:pt idx="375">
                  <c:v>625.5</c:v>
                </c:pt>
                <c:pt idx="376">
                  <c:v>623.29999999999995</c:v>
                </c:pt>
                <c:pt idx="377">
                  <c:v>623.20000000000005</c:v>
                </c:pt>
                <c:pt idx="378">
                  <c:v>623.5</c:v>
                </c:pt>
                <c:pt idx="379">
                  <c:v>624.5</c:v>
                </c:pt>
                <c:pt idx="380">
                  <c:v>627.9</c:v>
                </c:pt>
                <c:pt idx="381">
                  <c:v>629.1</c:v>
                </c:pt>
                <c:pt idx="382">
                  <c:v>637</c:v>
                </c:pt>
                <c:pt idx="383">
                  <c:v>638.19999999999993</c:v>
                </c:pt>
                <c:pt idx="384">
                  <c:v>643</c:v>
                </c:pt>
                <c:pt idx="385">
                  <c:v>639.20000000000005</c:v>
                </c:pt>
                <c:pt idx="386">
                  <c:v>635.20000000000005</c:v>
                </c:pt>
                <c:pt idx="387">
                  <c:v>631.70000000000005</c:v>
                </c:pt>
                <c:pt idx="388">
                  <c:v>637.6</c:v>
                </c:pt>
                <c:pt idx="389">
                  <c:v>639.20000000000005</c:v>
                </c:pt>
                <c:pt idx="390">
                  <c:v>648.29999999999995</c:v>
                </c:pt>
                <c:pt idx="391">
                  <c:v>648.70000000000005</c:v>
                </c:pt>
                <c:pt idx="392">
                  <c:v>648.70000000000005</c:v>
                </c:pt>
                <c:pt idx="393">
                  <c:v>656.9</c:v>
                </c:pt>
                <c:pt idx="394">
                  <c:v>665.5</c:v>
                </c:pt>
                <c:pt idx="395">
                  <c:v>668.5</c:v>
                </c:pt>
                <c:pt idx="396">
                  <c:v>664.1</c:v>
                </c:pt>
                <c:pt idx="397">
                  <c:v>662.6</c:v>
                </c:pt>
                <c:pt idx="398">
                  <c:v>652.4</c:v>
                </c:pt>
                <c:pt idx="399">
                  <c:v>651.29999999999995</c:v>
                </c:pt>
                <c:pt idx="400">
                  <c:v>649.30000000000007</c:v>
                </c:pt>
                <c:pt idx="401">
                  <c:v>646.19999999999993</c:v>
                </c:pt>
                <c:pt idx="402">
                  <c:v>643.9</c:v>
                </c:pt>
                <c:pt idx="403">
                  <c:v>640.9</c:v>
                </c:pt>
                <c:pt idx="404">
                  <c:v>639.20000000000005</c:v>
                </c:pt>
                <c:pt idx="405">
                  <c:v>634.70000000000005</c:v>
                </c:pt>
                <c:pt idx="406">
                  <c:v>635.1</c:v>
                </c:pt>
                <c:pt idx="407">
                  <c:v>638.19999999999993</c:v>
                </c:pt>
                <c:pt idx="408">
                  <c:v>629.4</c:v>
                </c:pt>
                <c:pt idx="409">
                  <c:v>632.9</c:v>
                </c:pt>
                <c:pt idx="410">
                  <c:v>634.79999999999995</c:v>
                </c:pt>
                <c:pt idx="411">
                  <c:v>631.79999999999995</c:v>
                </c:pt>
                <c:pt idx="412">
                  <c:v>627.79999999999995</c:v>
                </c:pt>
                <c:pt idx="413">
                  <c:v>622.5</c:v>
                </c:pt>
                <c:pt idx="414">
                  <c:v>621.19999999999993</c:v>
                </c:pt>
                <c:pt idx="415">
                  <c:v>622.79999999999995</c:v>
                </c:pt>
                <c:pt idx="416">
                  <c:v>623</c:v>
                </c:pt>
                <c:pt idx="417">
                  <c:v>620.5</c:v>
                </c:pt>
                <c:pt idx="418">
                  <c:v>621.9</c:v>
                </c:pt>
                <c:pt idx="419">
                  <c:v>626.70000000000005</c:v>
                </c:pt>
                <c:pt idx="420">
                  <c:v>628.70000000000005</c:v>
                </c:pt>
                <c:pt idx="421">
                  <c:v>624</c:v>
                </c:pt>
                <c:pt idx="422">
                  <c:v>624.70000000000005</c:v>
                </c:pt>
                <c:pt idx="423">
                  <c:v>621.29999999999995</c:v>
                </c:pt>
                <c:pt idx="424">
                  <c:v>619.4</c:v>
                </c:pt>
                <c:pt idx="425">
                  <c:v>619.29999999999995</c:v>
                </c:pt>
                <c:pt idx="426">
                  <c:v>618.79999999999995</c:v>
                </c:pt>
                <c:pt idx="427">
                  <c:v>617.6</c:v>
                </c:pt>
                <c:pt idx="428">
                  <c:v>617.69999999999993</c:v>
                </c:pt>
                <c:pt idx="429">
                  <c:v>615.5</c:v>
                </c:pt>
                <c:pt idx="430">
                  <c:v>613.9</c:v>
                </c:pt>
                <c:pt idx="431">
                  <c:v>614.6</c:v>
                </c:pt>
                <c:pt idx="432">
                  <c:v>614.1</c:v>
                </c:pt>
                <c:pt idx="433">
                  <c:v>610.5</c:v>
                </c:pt>
                <c:pt idx="434">
                  <c:v>603.80000000000007</c:v>
                </c:pt>
                <c:pt idx="435">
                  <c:v>603.59999999999991</c:v>
                </c:pt>
                <c:pt idx="436">
                  <c:v>603.59999999999991</c:v>
                </c:pt>
                <c:pt idx="437">
                  <c:v>600.79999999999995</c:v>
                </c:pt>
                <c:pt idx="438">
                  <c:v>598.1</c:v>
                </c:pt>
                <c:pt idx="439">
                  <c:v>596.79999999999995</c:v>
                </c:pt>
                <c:pt idx="440">
                  <c:v>594.80000000000007</c:v>
                </c:pt>
                <c:pt idx="441">
                  <c:v>596.40000000000009</c:v>
                </c:pt>
                <c:pt idx="442">
                  <c:v>597.5</c:v>
                </c:pt>
                <c:pt idx="443">
                  <c:v>598.5</c:v>
                </c:pt>
                <c:pt idx="444">
                  <c:v>599.20000000000005</c:v>
                </c:pt>
                <c:pt idx="445">
                  <c:v>598.70000000000005</c:v>
                </c:pt>
                <c:pt idx="446">
                  <c:v>598.9</c:v>
                </c:pt>
                <c:pt idx="447">
                  <c:v>601.70000000000005</c:v>
                </c:pt>
                <c:pt idx="448">
                  <c:v>603.70000000000005</c:v>
                </c:pt>
                <c:pt idx="449">
                  <c:v>608.69999999999993</c:v>
                </c:pt>
                <c:pt idx="450">
                  <c:v>607.70000000000005</c:v>
                </c:pt>
                <c:pt idx="451">
                  <c:v>609.5</c:v>
                </c:pt>
                <c:pt idx="452">
                  <c:v>608.79999999999995</c:v>
                </c:pt>
                <c:pt idx="453">
                  <c:v>612.20000000000005</c:v>
                </c:pt>
                <c:pt idx="454">
                  <c:v>608.90000000000009</c:v>
                </c:pt>
                <c:pt idx="455">
                  <c:v>603.80000000000007</c:v>
                </c:pt>
                <c:pt idx="456">
                  <c:v>600.90000000000009</c:v>
                </c:pt>
                <c:pt idx="457">
                  <c:v>597.79999999999995</c:v>
                </c:pt>
                <c:pt idx="458">
                  <c:v>595.69999999999993</c:v>
                </c:pt>
                <c:pt idx="459">
                  <c:v>596.40000000000009</c:v>
                </c:pt>
                <c:pt idx="460">
                  <c:v>599.5</c:v>
                </c:pt>
                <c:pt idx="461">
                  <c:v>599.5</c:v>
                </c:pt>
                <c:pt idx="462">
                  <c:v>598.6</c:v>
                </c:pt>
                <c:pt idx="463">
                  <c:v>598.5</c:v>
                </c:pt>
                <c:pt idx="464">
                  <c:v>596.19999999999993</c:v>
                </c:pt>
                <c:pt idx="465">
                  <c:v>596</c:v>
                </c:pt>
                <c:pt idx="466">
                  <c:v>594.20000000000005</c:v>
                </c:pt>
                <c:pt idx="467">
                  <c:v>593</c:v>
                </c:pt>
                <c:pt idx="468">
                  <c:v>592.9</c:v>
                </c:pt>
                <c:pt idx="469">
                  <c:v>590.6</c:v>
                </c:pt>
                <c:pt idx="470">
                  <c:v>593.4</c:v>
                </c:pt>
                <c:pt idx="471">
                  <c:v>593.1</c:v>
                </c:pt>
                <c:pt idx="472">
                  <c:v>595.5</c:v>
                </c:pt>
                <c:pt idx="473">
                  <c:v>600.5</c:v>
                </c:pt>
                <c:pt idx="474">
                  <c:v>601.9</c:v>
                </c:pt>
                <c:pt idx="475">
                  <c:v>600.79999999999995</c:v>
                </c:pt>
                <c:pt idx="476">
                  <c:v>594.4</c:v>
                </c:pt>
                <c:pt idx="477">
                  <c:v>596</c:v>
                </c:pt>
                <c:pt idx="478">
                  <c:v>591.20000000000005</c:v>
                </c:pt>
                <c:pt idx="479">
                  <c:v>588.79999999999995</c:v>
                </c:pt>
                <c:pt idx="480">
                  <c:v>591.80000000000007</c:v>
                </c:pt>
                <c:pt idx="481">
                  <c:v>593.9</c:v>
                </c:pt>
                <c:pt idx="482">
                  <c:v>598.80000000000007</c:v>
                </c:pt>
                <c:pt idx="483">
                  <c:v>603.5</c:v>
                </c:pt>
                <c:pt idx="484">
                  <c:v>604.19999999999993</c:v>
                </c:pt>
                <c:pt idx="485">
                  <c:v>608.30000000000007</c:v>
                </c:pt>
                <c:pt idx="486">
                  <c:v>608.1</c:v>
                </c:pt>
                <c:pt idx="487">
                  <c:v>606</c:v>
                </c:pt>
                <c:pt idx="488">
                  <c:v>608.30000000000007</c:v>
                </c:pt>
                <c:pt idx="489">
                  <c:v>603.70000000000005</c:v>
                </c:pt>
                <c:pt idx="490">
                  <c:v>599</c:v>
                </c:pt>
                <c:pt idx="491">
                  <c:v>598.1</c:v>
                </c:pt>
                <c:pt idx="492">
                  <c:v>595.5</c:v>
                </c:pt>
                <c:pt idx="493">
                  <c:v>590.6</c:v>
                </c:pt>
                <c:pt idx="494">
                  <c:v>590.6</c:v>
                </c:pt>
                <c:pt idx="495">
                  <c:v>590</c:v>
                </c:pt>
                <c:pt idx="496">
                  <c:v>586.9</c:v>
                </c:pt>
                <c:pt idx="497">
                  <c:v>588</c:v>
                </c:pt>
                <c:pt idx="498">
                  <c:v>591.09999999999991</c:v>
                </c:pt>
                <c:pt idx="499">
                  <c:v>595.9</c:v>
                </c:pt>
                <c:pt idx="500">
                  <c:v>594</c:v>
                </c:pt>
                <c:pt idx="501">
                  <c:v>594.70000000000005</c:v>
                </c:pt>
                <c:pt idx="502">
                  <c:v>592.9</c:v>
                </c:pt>
                <c:pt idx="503">
                  <c:v>590.29999999999995</c:v>
                </c:pt>
                <c:pt idx="504">
                  <c:v>593</c:v>
                </c:pt>
                <c:pt idx="505">
                  <c:v>593.79999999999995</c:v>
                </c:pt>
                <c:pt idx="506">
                  <c:v>592.6</c:v>
                </c:pt>
                <c:pt idx="507">
                  <c:v>591.30000000000007</c:v>
                </c:pt>
                <c:pt idx="508">
                  <c:v>589.1</c:v>
                </c:pt>
                <c:pt idx="509">
                  <c:v>585.79999999999995</c:v>
                </c:pt>
                <c:pt idx="510">
                  <c:v>582.59999999999991</c:v>
                </c:pt>
                <c:pt idx="511">
                  <c:v>581.5</c:v>
                </c:pt>
                <c:pt idx="512">
                  <c:v>583.1</c:v>
                </c:pt>
                <c:pt idx="513">
                  <c:v>585.29999999999995</c:v>
                </c:pt>
                <c:pt idx="514">
                  <c:v>585.4</c:v>
                </c:pt>
                <c:pt idx="515">
                  <c:v>586.20000000000005</c:v>
                </c:pt>
                <c:pt idx="516">
                  <c:v>586.20000000000005</c:v>
                </c:pt>
                <c:pt idx="517">
                  <c:v>585.5</c:v>
                </c:pt>
                <c:pt idx="518">
                  <c:v>584.5</c:v>
                </c:pt>
                <c:pt idx="519">
                  <c:v>584.79999999999995</c:v>
                </c:pt>
                <c:pt idx="520">
                  <c:v>588.6</c:v>
                </c:pt>
                <c:pt idx="521">
                  <c:v>588.6</c:v>
                </c:pt>
                <c:pt idx="522">
                  <c:v>587.4</c:v>
                </c:pt>
                <c:pt idx="523">
                  <c:v>580.79999999999995</c:v>
                </c:pt>
                <c:pt idx="524">
                  <c:v>574.4</c:v>
                </c:pt>
                <c:pt idx="525">
                  <c:v>570.9</c:v>
                </c:pt>
                <c:pt idx="526">
                  <c:v>572.6</c:v>
                </c:pt>
                <c:pt idx="527">
                  <c:v>576.19999999999993</c:v>
                </c:pt>
                <c:pt idx="528">
                  <c:v>581.6</c:v>
                </c:pt>
                <c:pt idx="529">
                  <c:v>581.6</c:v>
                </c:pt>
                <c:pt idx="530">
                  <c:v>582.5</c:v>
                </c:pt>
                <c:pt idx="531">
                  <c:v>582.5</c:v>
                </c:pt>
                <c:pt idx="532">
                  <c:v>577.9</c:v>
                </c:pt>
                <c:pt idx="533">
                  <c:v>576.79999999999995</c:v>
                </c:pt>
                <c:pt idx="534">
                  <c:v>577.5</c:v>
                </c:pt>
                <c:pt idx="535">
                  <c:v>582.9</c:v>
                </c:pt>
                <c:pt idx="536">
                  <c:v>583.30000000000007</c:v>
                </c:pt>
                <c:pt idx="537">
                  <c:v>581.4</c:v>
                </c:pt>
                <c:pt idx="538">
                  <c:v>582.4</c:v>
                </c:pt>
                <c:pt idx="539">
                  <c:v>579</c:v>
                </c:pt>
                <c:pt idx="540">
                  <c:v>576.6</c:v>
                </c:pt>
                <c:pt idx="541">
                  <c:v>583</c:v>
                </c:pt>
                <c:pt idx="542">
                  <c:v>586.20000000000005</c:v>
                </c:pt>
                <c:pt idx="543">
                  <c:v>583.30000000000007</c:v>
                </c:pt>
                <c:pt idx="544">
                  <c:v>583.6</c:v>
                </c:pt>
                <c:pt idx="545">
                  <c:v>589.20000000000005</c:v>
                </c:pt>
                <c:pt idx="546">
                  <c:v>598.5</c:v>
                </c:pt>
                <c:pt idx="547">
                  <c:v>602.70000000000005</c:v>
                </c:pt>
                <c:pt idx="548">
                  <c:v>600.5</c:v>
                </c:pt>
                <c:pt idx="549">
                  <c:v>613.6</c:v>
                </c:pt>
                <c:pt idx="550">
                  <c:v>630.5</c:v>
                </c:pt>
                <c:pt idx="551">
                  <c:v>628.1</c:v>
                </c:pt>
                <c:pt idx="552">
                  <c:v>634</c:v>
                </c:pt>
                <c:pt idx="553">
                  <c:v>642.19999999999993</c:v>
                </c:pt>
                <c:pt idx="554">
                  <c:v>641.80000000000007</c:v>
                </c:pt>
                <c:pt idx="555">
                  <c:v>631.79999999999995</c:v>
                </c:pt>
                <c:pt idx="556">
                  <c:v>631.79999999999995</c:v>
                </c:pt>
                <c:pt idx="557">
                  <c:v>632.4</c:v>
                </c:pt>
                <c:pt idx="558">
                  <c:v>633.5</c:v>
                </c:pt>
                <c:pt idx="559">
                  <c:v>632.4</c:v>
                </c:pt>
                <c:pt idx="560">
                  <c:v>631</c:v>
                </c:pt>
                <c:pt idx="561">
                  <c:v>626.19999999999993</c:v>
                </c:pt>
                <c:pt idx="562">
                  <c:v>624.20000000000005</c:v>
                </c:pt>
                <c:pt idx="563">
                  <c:v>630.9</c:v>
                </c:pt>
                <c:pt idx="564">
                  <c:v>635.20000000000005</c:v>
                </c:pt>
                <c:pt idx="565">
                  <c:v>639.20000000000005</c:v>
                </c:pt>
                <c:pt idx="566">
                  <c:v>639.20000000000005</c:v>
                </c:pt>
                <c:pt idx="567">
                  <c:v>637.20000000000005</c:v>
                </c:pt>
                <c:pt idx="568">
                  <c:v>640.5</c:v>
                </c:pt>
                <c:pt idx="569">
                  <c:v>643.6</c:v>
                </c:pt>
                <c:pt idx="570">
                  <c:v>644.6</c:v>
                </c:pt>
                <c:pt idx="571">
                  <c:v>641.20000000000005</c:v>
                </c:pt>
                <c:pt idx="572">
                  <c:v>642.19999999999993</c:v>
                </c:pt>
                <c:pt idx="573">
                  <c:v>641.5</c:v>
                </c:pt>
                <c:pt idx="574">
                  <c:v>641.9</c:v>
                </c:pt>
                <c:pt idx="575">
                  <c:v>644.4</c:v>
                </c:pt>
                <c:pt idx="576">
                  <c:v>651.29999999999995</c:v>
                </c:pt>
                <c:pt idx="577">
                  <c:v>656.2</c:v>
                </c:pt>
                <c:pt idx="578">
                  <c:v>655.6</c:v>
                </c:pt>
                <c:pt idx="579">
                  <c:v>655.9</c:v>
                </c:pt>
                <c:pt idx="580">
                  <c:v>660.1</c:v>
                </c:pt>
                <c:pt idx="581">
                  <c:v>659</c:v>
                </c:pt>
                <c:pt idx="582">
                  <c:v>649.70000000000005</c:v>
                </c:pt>
                <c:pt idx="583">
                  <c:v>648.70000000000005</c:v>
                </c:pt>
                <c:pt idx="584">
                  <c:v>646.69999999999993</c:v>
                </c:pt>
                <c:pt idx="585">
                  <c:v>646.69999999999993</c:v>
                </c:pt>
                <c:pt idx="586">
                  <c:v>647.9</c:v>
                </c:pt>
                <c:pt idx="587">
                  <c:v>646.6</c:v>
                </c:pt>
                <c:pt idx="588">
                  <c:v>646.5</c:v>
                </c:pt>
                <c:pt idx="589">
                  <c:v>640.29999999999995</c:v>
                </c:pt>
                <c:pt idx="590">
                  <c:v>637.4</c:v>
                </c:pt>
                <c:pt idx="591">
                  <c:v>642.5</c:v>
                </c:pt>
                <c:pt idx="592">
                  <c:v>644.29999999999995</c:v>
                </c:pt>
                <c:pt idx="593">
                  <c:v>645.5</c:v>
                </c:pt>
                <c:pt idx="594">
                  <c:v>645.20000000000005</c:v>
                </c:pt>
                <c:pt idx="595">
                  <c:v>646.19999999999993</c:v>
                </c:pt>
                <c:pt idx="596">
                  <c:v>649.30000000000007</c:v>
                </c:pt>
                <c:pt idx="597">
                  <c:v>653.1</c:v>
                </c:pt>
                <c:pt idx="598">
                  <c:v>650.5</c:v>
                </c:pt>
                <c:pt idx="599">
                  <c:v>655.4</c:v>
                </c:pt>
                <c:pt idx="600">
                  <c:v>661.5</c:v>
                </c:pt>
                <c:pt idx="601">
                  <c:v>668.6</c:v>
                </c:pt>
                <c:pt idx="602">
                  <c:v>667.40000000000009</c:v>
                </c:pt>
                <c:pt idx="603">
                  <c:v>674.2</c:v>
                </c:pt>
                <c:pt idx="604">
                  <c:v>674</c:v>
                </c:pt>
                <c:pt idx="605">
                  <c:v>677.3</c:v>
                </c:pt>
                <c:pt idx="606">
                  <c:v>681.6</c:v>
                </c:pt>
                <c:pt idx="607">
                  <c:v>688.5</c:v>
                </c:pt>
                <c:pt idx="608">
                  <c:v>700.6</c:v>
                </c:pt>
                <c:pt idx="609">
                  <c:v>705.5</c:v>
                </c:pt>
                <c:pt idx="610">
                  <c:v>709.7</c:v>
                </c:pt>
                <c:pt idx="611">
                  <c:v>710.2</c:v>
                </c:pt>
                <c:pt idx="612">
                  <c:v>723.2</c:v>
                </c:pt>
                <c:pt idx="613">
                  <c:v>734.3</c:v>
                </c:pt>
                <c:pt idx="614">
                  <c:v>713.9</c:v>
                </c:pt>
                <c:pt idx="615">
                  <c:v>706.9</c:v>
                </c:pt>
                <c:pt idx="616">
                  <c:v>703</c:v>
                </c:pt>
                <c:pt idx="617">
                  <c:v>709.9</c:v>
                </c:pt>
                <c:pt idx="618">
                  <c:v>705.7</c:v>
                </c:pt>
                <c:pt idx="619">
                  <c:v>709.5</c:v>
                </c:pt>
                <c:pt idx="620">
                  <c:v>712.8</c:v>
                </c:pt>
                <c:pt idx="621">
                  <c:v>715.2</c:v>
                </c:pt>
                <c:pt idx="622">
                  <c:v>708.1</c:v>
                </c:pt>
                <c:pt idx="623">
                  <c:v>702.1</c:v>
                </c:pt>
                <c:pt idx="624">
                  <c:v>695.30000000000007</c:v>
                </c:pt>
                <c:pt idx="625">
                  <c:v>692.19999999999993</c:v>
                </c:pt>
                <c:pt idx="626">
                  <c:v>692.19999999999993</c:v>
                </c:pt>
                <c:pt idx="627">
                  <c:v>695.09999999999991</c:v>
                </c:pt>
                <c:pt idx="628">
                  <c:v>697.9</c:v>
                </c:pt>
                <c:pt idx="629">
                  <c:v>710.1</c:v>
                </c:pt>
                <c:pt idx="630">
                  <c:v>717.8</c:v>
                </c:pt>
                <c:pt idx="631">
                  <c:v>715.7</c:v>
                </c:pt>
                <c:pt idx="632">
                  <c:v>714.8</c:v>
                </c:pt>
                <c:pt idx="633">
                  <c:v>719.5</c:v>
                </c:pt>
                <c:pt idx="634">
                  <c:v>718.6</c:v>
                </c:pt>
                <c:pt idx="635">
                  <c:v>723</c:v>
                </c:pt>
                <c:pt idx="636">
                  <c:v>726.1</c:v>
                </c:pt>
                <c:pt idx="637">
                  <c:v>734.1</c:v>
                </c:pt>
                <c:pt idx="638">
                  <c:v>741.5</c:v>
                </c:pt>
                <c:pt idx="639">
                  <c:v>736.80000000000007</c:v>
                </c:pt>
                <c:pt idx="640">
                  <c:v>746</c:v>
                </c:pt>
                <c:pt idx="641">
                  <c:v>760.8</c:v>
                </c:pt>
                <c:pt idx="642">
                  <c:v>778.1</c:v>
                </c:pt>
                <c:pt idx="643">
                  <c:v>762.2</c:v>
                </c:pt>
                <c:pt idx="644">
                  <c:v>760</c:v>
                </c:pt>
                <c:pt idx="645">
                  <c:v>745.2</c:v>
                </c:pt>
                <c:pt idx="646">
                  <c:v>751.9</c:v>
                </c:pt>
                <c:pt idx="647">
                  <c:v>756.3</c:v>
                </c:pt>
                <c:pt idx="648">
                  <c:v>757.30000000000007</c:v>
                </c:pt>
                <c:pt idx="649">
                  <c:v>762</c:v>
                </c:pt>
                <c:pt idx="650">
                  <c:v>762</c:v>
                </c:pt>
                <c:pt idx="651">
                  <c:v>764.1</c:v>
                </c:pt>
                <c:pt idx="652">
                  <c:v>755.4</c:v>
                </c:pt>
                <c:pt idx="653">
                  <c:v>755.4</c:v>
                </c:pt>
                <c:pt idx="654">
                  <c:v>744.80000000000007</c:v>
                </c:pt>
                <c:pt idx="655">
                  <c:v>732.7</c:v>
                </c:pt>
                <c:pt idx="656">
                  <c:v>720.4</c:v>
                </c:pt>
                <c:pt idx="657">
                  <c:v>720.2</c:v>
                </c:pt>
                <c:pt idx="658">
                  <c:v>722.7</c:v>
                </c:pt>
                <c:pt idx="659">
                  <c:v>720.80000000000007</c:v>
                </c:pt>
                <c:pt idx="660">
                  <c:v>711.80000000000007</c:v>
                </c:pt>
                <c:pt idx="661">
                  <c:v>715</c:v>
                </c:pt>
                <c:pt idx="662">
                  <c:v>719.1</c:v>
                </c:pt>
                <c:pt idx="663">
                  <c:v>716.9</c:v>
                </c:pt>
                <c:pt idx="664">
                  <c:v>718</c:v>
                </c:pt>
                <c:pt idx="665">
                  <c:v>715.2</c:v>
                </c:pt>
                <c:pt idx="666">
                  <c:v>717.3</c:v>
                </c:pt>
                <c:pt idx="667">
                  <c:v>714.8</c:v>
                </c:pt>
                <c:pt idx="668">
                  <c:v>707.7</c:v>
                </c:pt>
                <c:pt idx="669">
                  <c:v>696.5</c:v>
                </c:pt>
                <c:pt idx="670">
                  <c:v>693.7</c:v>
                </c:pt>
                <c:pt idx="671">
                  <c:v>696.40000000000009</c:v>
                </c:pt>
                <c:pt idx="672">
                  <c:v>697.9</c:v>
                </c:pt>
                <c:pt idx="673">
                  <c:v>706</c:v>
                </c:pt>
                <c:pt idx="674">
                  <c:v>713.5</c:v>
                </c:pt>
                <c:pt idx="675">
                  <c:v>710.9</c:v>
                </c:pt>
                <c:pt idx="676">
                  <c:v>713.40000000000009</c:v>
                </c:pt>
                <c:pt idx="677">
                  <c:v>716.2</c:v>
                </c:pt>
                <c:pt idx="678">
                  <c:v>719.7</c:v>
                </c:pt>
                <c:pt idx="679">
                  <c:v>726.1</c:v>
                </c:pt>
                <c:pt idx="680">
                  <c:v>742.6</c:v>
                </c:pt>
                <c:pt idx="681">
                  <c:v>765.2</c:v>
                </c:pt>
                <c:pt idx="682">
                  <c:v>753.4</c:v>
                </c:pt>
                <c:pt idx="683">
                  <c:v>754.69999999999993</c:v>
                </c:pt>
                <c:pt idx="684">
                  <c:v>756.1</c:v>
                </c:pt>
                <c:pt idx="685">
                  <c:v>754.8</c:v>
                </c:pt>
                <c:pt idx="686">
                  <c:v>754.6</c:v>
                </c:pt>
                <c:pt idx="687">
                  <c:v>751.19999999999993</c:v>
                </c:pt>
                <c:pt idx="688">
                  <c:v>739.3</c:v>
                </c:pt>
                <c:pt idx="689">
                  <c:v>739</c:v>
                </c:pt>
                <c:pt idx="690">
                  <c:v>740.9</c:v>
                </c:pt>
                <c:pt idx="691">
                  <c:v>741.5</c:v>
                </c:pt>
                <c:pt idx="692">
                  <c:v>739.5</c:v>
                </c:pt>
                <c:pt idx="693">
                  <c:v>742.1</c:v>
                </c:pt>
                <c:pt idx="694">
                  <c:v>748</c:v>
                </c:pt>
                <c:pt idx="695">
                  <c:v>754.6</c:v>
                </c:pt>
                <c:pt idx="696">
                  <c:v>754.6</c:v>
                </c:pt>
                <c:pt idx="697">
                  <c:v>769.6</c:v>
                </c:pt>
                <c:pt idx="698">
                  <c:v>773.9</c:v>
                </c:pt>
                <c:pt idx="699">
                  <c:v>765.5</c:v>
                </c:pt>
                <c:pt idx="700">
                  <c:v>765.9</c:v>
                </c:pt>
                <c:pt idx="701">
                  <c:v>769.80000000000007</c:v>
                </c:pt>
                <c:pt idx="702">
                  <c:v>776.7</c:v>
                </c:pt>
                <c:pt idx="703">
                  <c:v>772</c:v>
                </c:pt>
                <c:pt idx="704">
                  <c:v>759.19999999999993</c:v>
                </c:pt>
                <c:pt idx="705">
                  <c:v>753.59999999999991</c:v>
                </c:pt>
                <c:pt idx="706">
                  <c:v>757.80000000000007</c:v>
                </c:pt>
                <c:pt idx="707">
                  <c:v>760.7</c:v>
                </c:pt>
                <c:pt idx="708">
                  <c:v>760.3</c:v>
                </c:pt>
                <c:pt idx="709">
                  <c:v>749.5</c:v>
                </c:pt>
                <c:pt idx="710">
                  <c:v>743</c:v>
                </c:pt>
                <c:pt idx="711">
                  <c:v>738.5</c:v>
                </c:pt>
                <c:pt idx="712">
                  <c:v>737.4</c:v>
                </c:pt>
                <c:pt idx="713">
                  <c:v>732.9</c:v>
                </c:pt>
                <c:pt idx="714">
                  <c:v>725.90000000000009</c:v>
                </c:pt>
                <c:pt idx="715">
                  <c:v>730.6</c:v>
                </c:pt>
                <c:pt idx="716">
                  <c:v>733.6</c:v>
                </c:pt>
                <c:pt idx="717">
                  <c:v>736</c:v>
                </c:pt>
                <c:pt idx="718">
                  <c:v>734.19999999999993</c:v>
                </c:pt>
                <c:pt idx="719">
                  <c:v>748.2</c:v>
                </c:pt>
                <c:pt idx="720">
                  <c:v>756.1</c:v>
                </c:pt>
                <c:pt idx="721">
                  <c:v>756.1</c:v>
                </c:pt>
                <c:pt idx="722">
                  <c:v>760.8</c:v>
                </c:pt>
                <c:pt idx="723">
                  <c:v>763.5</c:v>
                </c:pt>
                <c:pt idx="724">
                  <c:v>769.1</c:v>
                </c:pt>
                <c:pt idx="725">
                  <c:v>765.5</c:v>
                </c:pt>
                <c:pt idx="726">
                  <c:v>766.4</c:v>
                </c:pt>
                <c:pt idx="727">
                  <c:v>760.3</c:v>
                </c:pt>
                <c:pt idx="728">
                  <c:v>758</c:v>
                </c:pt>
                <c:pt idx="729">
                  <c:v>764.4</c:v>
                </c:pt>
                <c:pt idx="730">
                  <c:v>769.6</c:v>
                </c:pt>
                <c:pt idx="731">
                  <c:v>771.5</c:v>
                </c:pt>
                <c:pt idx="732">
                  <c:v>777.1</c:v>
                </c:pt>
                <c:pt idx="733">
                  <c:v>775.1</c:v>
                </c:pt>
                <c:pt idx="734">
                  <c:v>778.1</c:v>
                </c:pt>
                <c:pt idx="735">
                  <c:v>779.69999999999993</c:v>
                </c:pt>
                <c:pt idx="736">
                  <c:v>785.1</c:v>
                </c:pt>
                <c:pt idx="737">
                  <c:v>793.7</c:v>
                </c:pt>
                <c:pt idx="738">
                  <c:v>796.1</c:v>
                </c:pt>
                <c:pt idx="739">
                  <c:v>788.69999999999993</c:v>
                </c:pt>
                <c:pt idx="740">
                  <c:v>784.6</c:v>
                </c:pt>
                <c:pt idx="741">
                  <c:v>780.8</c:v>
                </c:pt>
                <c:pt idx="742">
                  <c:v>780.1</c:v>
                </c:pt>
                <c:pt idx="743">
                  <c:v>778.2</c:v>
                </c:pt>
                <c:pt idx="744">
                  <c:v>782.4</c:v>
                </c:pt>
                <c:pt idx="745">
                  <c:v>786.80000000000007</c:v>
                </c:pt>
                <c:pt idx="746">
                  <c:v>786.80000000000007</c:v>
                </c:pt>
                <c:pt idx="747">
                  <c:v>798.3</c:v>
                </c:pt>
                <c:pt idx="748">
                  <c:v>800.6</c:v>
                </c:pt>
                <c:pt idx="749">
                  <c:v>807.8</c:v>
                </c:pt>
                <c:pt idx="750">
                  <c:v>808</c:v>
                </c:pt>
                <c:pt idx="751">
                  <c:v>811.7</c:v>
                </c:pt>
                <c:pt idx="752">
                  <c:v>831.4</c:v>
                </c:pt>
                <c:pt idx="753">
                  <c:v>828.99999999999989</c:v>
                </c:pt>
                <c:pt idx="754">
                  <c:v>828.99999999999989</c:v>
                </c:pt>
                <c:pt idx="755">
                  <c:v>836.1</c:v>
                </c:pt>
                <c:pt idx="756">
                  <c:v>837.5</c:v>
                </c:pt>
                <c:pt idx="757">
                  <c:v>846.9</c:v>
                </c:pt>
                <c:pt idx="758">
                  <c:v>837.3</c:v>
                </c:pt>
                <c:pt idx="759">
                  <c:v>824</c:v>
                </c:pt>
                <c:pt idx="760">
                  <c:v>818.5</c:v>
                </c:pt>
                <c:pt idx="761">
                  <c:v>796.8</c:v>
                </c:pt>
                <c:pt idx="762">
                  <c:v>802.2</c:v>
                </c:pt>
                <c:pt idx="763">
                  <c:v>802.2</c:v>
                </c:pt>
                <c:pt idx="764">
                  <c:v>810.5</c:v>
                </c:pt>
                <c:pt idx="765">
                  <c:v>802.6</c:v>
                </c:pt>
                <c:pt idx="766">
                  <c:v>807.30000000000007</c:v>
                </c:pt>
                <c:pt idx="767">
                  <c:v>808.69999999999993</c:v>
                </c:pt>
                <c:pt idx="768">
                  <c:v>803.80000000000007</c:v>
                </c:pt>
                <c:pt idx="769">
                  <c:v>795.69999999999993</c:v>
                </c:pt>
                <c:pt idx="770">
                  <c:v>796.9</c:v>
                </c:pt>
                <c:pt idx="771">
                  <c:v>796.69999999999993</c:v>
                </c:pt>
                <c:pt idx="772">
                  <c:v>800.90000000000009</c:v>
                </c:pt>
                <c:pt idx="773">
                  <c:v>806.5</c:v>
                </c:pt>
                <c:pt idx="774">
                  <c:v>810.69999999999993</c:v>
                </c:pt>
                <c:pt idx="775">
                  <c:v>813.1</c:v>
                </c:pt>
                <c:pt idx="776">
                  <c:v>813.59999999999991</c:v>
                </c:pt>
                <c:pt idx="777">
                  <c:v>813.59999999999991</c:v>
                </c:pt>
                <c:pt idx="778">
                  <c:v>815.8</c:v>
                </c:pt>
                <c:pt idx="779">
                  <c:v>816</c:v>
                </c:pt>
                <c:pt idx="780">
                  <c:v>815.49999999999989</c:v>
                </c:pt>
                <c:pt idx="781">
                  <c:v>793.9</c:v>
                </c:pt>
                <c:pt idx="782">
                  <c:v>793.9</c:v>
                </c:pt>
                <c:pt idx="783">
                  <c:v>797.4</c:v>
                </c:pt>
                <c:pt idx="784">
                  <c:v>794.80000000000007</c:v>
                </c:pt>
                <c:pt idx="785">
                  <c:v>785</c:v>
                </c:pt>
                <c:pt idx="786">
                  <c:v>771.3</c:v>
                </c:pt>
                <c:pt idx="787">
                  <c:v>771.9</c:v>
                </c:pt>
                <c:pt idx="788">
                  <c:v>758.8</c:v>
                </c:pt>
                <c:pt idx="789">
                  <c:v>763.19999999999993</c:v>
                </c:pt>
                <c:pt idx="790">
                  <c:v>760.2</c:v>
                </c:pt>
                <c:pt idx="791">
                  <c:v>765.7</c:v>
                </c:pt>
                <c:pt idx="792">
                  <c:v>760.7</c:v>
                </c:pt>
                <c:pt idx="793">
                  <c:v>752.6</c:v>
                </c:pt>
                <c:pt idx="794">
                  <c:v>753.1</c:v>
                </c:pt>
                <c:pt idx="795">
                  <c:v>739.3</c:v>
                </c:pt>
                <c:pt idx="796">
                  <c:v>739.3</c:v>
                </c:pt>
                <c:pt idx="797">
                  <c:v>736.1</c:v>
                </c:pt>
                <c:pt idx="798">
                  <c:v>726.7</c:v>
                </c:pt>
                <c:pt idx="799">
                  <c:v>719.3</c:v>
                </c:pt>
                <c:pt idx="800">
                  <c:v>719</c:v>
                </c:pt>
                <c:pt idx="801">
                  <c:v>728.2</c:v>
                </c:pt>
                <c:pt idx="802">
                  <c:v>735.5</c:v>
                </c:pt>
                <c:pt idx="803">
                  <c:v>736.5</c:v>
                </c:pt>
                <c:pt idx="804">
                  <c:v>714.4</c:v>
                </c:pt>
                <c:pt idx="805">
                  <c:v>713.6</c:v>
                </c:pt>
                <c:pt idx="806">
                  <c:v>713.8</c:v>
                </c:pt>
                <c:pt idx="807">
                  <c:v>705.19999999999993</c:v>
                </c:pt>
                <c:pt idx="808">
                  <c:v>703.4</c:v>
                </c:pt>
                <c:pt idx="809">
                  <c:v>710.3</c:v>
                </c:pt>
                <c:pt idx="810">
                  <c:v>716.2</c:v>
                </c:pt>
                <c:pt idx="811">
                  <c:v>720.2</c:v>
                </c:pt>
                <c:pt idx="812">
                  <c:v>715.5</c:v>
                </c:pt>
                <c:pt idx="813">
                  <c:v>706.2</c:v>
                </c:pt>
                <c:pt idx="814">
                  <c:v>708.5</c:v>
                </c:pt>
                <c:pt idx="815">
                  <c:v>710.6</c:v>
                </c:pt>
                <c:pt idx="816">
                  <c:v>710.6</c:v>
                </c:pt>
                <c:pt idx="817">
                  <c:v>704.8</c:v>
                </c:pt>
                <c:pt idx="818">
                  <c:v>701.6</c:v>
                </c:pt>
                <c:pt idx="819">
                  <c:v>698.80000000000007</c:v>
                </c:pt>
                <c:pt idx="820">
                  <c:v>696.6</c:v>
                </c:pt>
                <c:pt idx="821">
                  <c:v>693.5</c:v>
                </c:pt>
                <c:pt idx="822">
                  <c:v>693.9</c:v>
                </c:pt>
                <c:pt idx="823">
                  <c:v>691.5</c:v>
                </c:pt>
                <c:pt idx="824">
                  <c:v>689.2</c:v>
                </c:pt>
                <c:pt idx="825">
                  <c:v>692.6</c:v>
                </c:pt>
                <c:pt idx="826">
                  <c:v>694.6</c:v>
                </c:pt>
                <c:pt idx="827">
                  <c:v>698.1</c:v>
                </c:pt>
                <c:pt idx="828">
                  <c:v>695.6</c:v>
                </c:pt>
                <c:pt idx="829">
                  <c:v>700.1</c:v>
                </c:pt>
                <c:pt idx="830">
                  <c:v>708.6</c:v>
                </c:pt>
                <c:pt idx="831">
                  <c:v>701.1</c:v>
                </c:pt>
                <c:pt idx="832">
                  <c:v>696.9</c:v>
                </c:pt>
                <c:pt idx="833">
                  <c:v>697.1</c:v>
                </c:pt>
                <c:pt idx="834">
                  <c:v>693.6</c:v>
                </c:pt>
                <c:pt idx="835">
                  <c:v>688.6</c:v>
                </c:pt>
                <c:pt idx="836">
                  <c:v>684</c:v>
                </c:pt>
                <c:pt idx="837">
                  <c:v>679.19999999999993</c:v>
                </c:pt>
                <c:pt idx="838">
                  <c:v>682</c:v>
                </c:pt>
                <c:pt idx="839">
                  <c:v>673.1</c:v>
                </c:pt>
                <c:pt idx="840">
                  <c:v>680</c:v>
                </c:pt>
                <c:pt idx="841">
                  <c:v>683.4</c:v>
                </c:pt>
                <c:pt idx="842">
                  <c:v>679.30000000000007</c:v>
                </c:pt>
                <c:pt idx="843">
                  <c:v>687.2</c:v>
                </c:pt>
                <c:pt idx="844">
                  <c:v>688.69999999999993</c:v>
                </c:pt>
                <c:pt idx="845">
                  <c:v>685</c:v>
                </c:pt>
                <c:pt idx="846">
                  <c:v>680</c:v>
                </c:pt>
                <c:pt idx="847">
                  <c:v>678.5</c:v>
                </c:pt>
                <c:pt idx="848">
                  <c:v>680</c:v>
                </c:pt>
                <c:pt idx="849">
                  <c:v>681.2</c:v>
                </c:pt>
                <c:pt idx="850">
                  <c:v>679.19999999999993</c:v>
                </c:pt>
                <c:pt idx="851">
                  <c:v>680.19999999999993</c:v>
                </c:pt>
                <c:pt idx="852">
                  <c:v>677.7</c:v>
                </c:pt>
                <c:pt idx="853">
                  <c:v>681.5</c:v>
                </c:pt>
                <c:pt idx="854">
                  <c:v>687</c:v>
                </c:pt>
                <c:pt idx="855">
                  <c:v>687.30000000000007</c:v>
                </c:pt>
                <c:pt idx="856">
                  <c:v>683.6</c:v>
                </c:pt>
                <c:pt idx="857">
                  <c:v>683.6</c:v>
                </c:pt>
                <c:pt idx="858">
                  <c:v>681.2</c:v>
                </c:pt>
                <c:pt idx="859">
                  <c:v>682.5</c:v>
                </c:pt>
                <c:pt idx="860">
                  <c:v>682.5</c:v>
                </c:pt>
                <c:pt idx="861">
                  <c:v>684.3</c:v>
                </c:pt>
                <c:pt idx="862">
                  <c:v>682.80000000000007</c:v>
                </c:pt>
                <c:pt idx="863">
                  <c:v>683.8</c:v>
                </c:pt>
                <c:pt idx="864">
                  <c:v>694.7</c:v>
                </c:pt>
                <c:pt idx="865">
                  <c:v>689.8</c:v>
                </c:pt>
                <c:pt idx="866">
                  <c:v>691.9</c:v>
                </c:pt>
                <c:pt idx="867">
                  <c:v>683.6</c:v>
                </c:pt>
                <c:pt idx="868">
                  <c:v>680.7</c:v>
                </c:pt>
                <c:pt idx="869">
                  <c:v>682</c:v>
                </c:pt>
                <c:pt idx="870">
                  <c:v>680.1</c:v>
                </c:pt>
                <c:pt idx="871">
                  <c:v>681.6</c:v>
                </c:pt>
                <c:pt idx="872">
                  <c:v>684.4</c:v>
                </c:pt>
                <c:pt idx="873">
                  <c:v>690.3</c:v>
                </c:pt>
                <c:pt idx="874">
                  <c:v>697.1</c:v>
                </c:pt>
                <c:pt idx="875">
                  <c:v>694.2</c:v>
                </c:pt>
                <c:pt idx="876">
                  <c:v>703.1</c:v>
                </c:pt>
                <c:pt idx="877">
                  <c:v>701.4</c:v>
                </c:pt>
                <c:pt idx="878">
                  <c:v>698.6</c:v>
                </c:pt>
                <c:pt idx="879">
                  <c:v>693.9</c:v>
                </c:pt>
                <c:pt idx="880">
                  <c:v>695.2</c:v>
                </c:pt>
                <c:pt idx="881">
                  <c:v>694.5</c:v>
                </c:pt>
                <c:pt idx="882">
                  <c:v>694.9</c:v>
                </c:pt>
                <c:pt idx="883">
                  <c:v>691.6</c:v>
                </c:pt>
                <c:pt idx="884">
                  <c:v>699.4</c:v>
                </c:pt>
                <c:pt idx="885">
                  <c:v>700.19999999999993</c:v>
                </c:pt>
                <c:pt idx="886">
                  <c:v>700.19999999999993</c:v>
                </c:pt>
                <c:pt idx="887">
                  <c:v>702</c:v>
                </c:pt>
                <c:pt idx="888">
                  <c:v>707</c:v>
                </c:pt>
                <c:pt idx="889">
                  <c:v>702.8</c:v>
                </c:pt>
                <c:pt idx="890">
                  <c:v>710.7</c:v>
                </c:pt>
                <c:pt idx="891">
                  <c:v>712.9</c:v>
                </c:pt>
                <c:pt idx="892">
                  <c:v>708.4</c:v>
                </c:pt>
                <c:pt idx="893">
                  <c:v>698.4</c:v>
                </c:pt>
                <c:pt idx="894">
                  <c:v>693.2</c:v>
                </c:pt>
                <c:pt idx="895">
                  <c:v>686.5</c:v>
                </c:pt>
                <c:pt idx="896">
                  <c:v>679.4</c:v>
                </c:pt>
                <c:pt idx="897">
                  <c:v>681.7</c:v>
                </c:pt>
                <c:pt idx="898">
                  <c:v>684.5</c:v>
                </c:pt>
                <c:pt idx="899">
                  <c:v>685</c:v>
                </c:pt>
                <c:pt idx="900">
                  <c:v>686.1</c:v>
                </c:pt>
                <c:pt idx="901">
                  <c:v>684</c:v>
                </c:pt>
                <c:pt idx="902">
                  <c:v>668.8</c:v>
                </c:pt>
                <c:pt idx="903">
                  <c:v>662.1</c:v>
                </c:pt>
                <c:pt idx="904">
                  <c:v>644</c:v>
                </c:pt>
                <c:pt idx="905">
                  <c:v>649.70000000000005</c:v>
                </c:pt>
                <c:pt idx="906">
                  <c:v>648.20000000000005</c:v>
                </c:pt>
                <c:pt idx="907">
                  <c:v>651.19999999999993</c:v>
                </c:pt>
                <c:pt idx="908">
                  <c:v>653.30000000000007</c:v>
                </c:pt>
                <c:pt idx="909">
                  <c:v>651.19999999999993</c:v>
                </c:pt>
                <c:pt idx="910">
                  <c:v>644.9</c:v>
                </c:pt>
                <c:pt idx="911">
                  <c:v>634.4</c:v>
                </c:pt>
                <c:pt idx="912">
                  <c:v>634.70000000000005</c:v>
                </c:pt>
                <c:pt idx="913">
                  <c:v>630.5</c:v>
                </c:pt>
                <c:pt idx="914">
                  <c:v>630.5</c:v>
                </c:pt>
                <c:pt idx="915">
                  <c:v>632.70000000000005</c:v>
                </c:pt>
                <c:pt idx="916">
                  <c:v>634.19999999999993</c:v>
                </c:pt>
                <c:pt idx="917">
                  <c:v>640</c:v>
                </c:pt>
                <c:pt idx="918">
                  <c:v>637.4</c:v>
                </c:pt>
                <c:pt idx="919">
                  <c:v>635.1</c:v>
                </c:pt>
                <c:pt idx="920">
                  <c:v>636.20000000000005</c:v>
                </c:pt>
                <c:pt idx="921">
                  <c:v>632.5</c:v>
                </c:pt>
                <c:pt idx="922">
                  <c:v>630.70000000000005</c:v>
                </c:pt>
                <c:pt idx="923">
                  <c:v>628.80000000000007</c:v>
                </c:pt>
                <c:pt idx="924">
                  <c:v>631.29999999999995</c:v>
                </c:pt>
                <c:pt idx="925">
                  <c:v>629.5</c:v>
                </c:pt>
                <c:pt idx="926">
                  <c:v>628</c:v>
                </c:pt>
                <c:pt idx="927">
                  <c:v>623.9</c:v>
                </c:pt>
                <c:pt idx="928">
                  <c:v>618.9</c:v>
                </c:pt>
                <c:pt idx="929">
                  <c:v>617</c:v>
                </c:pt>
                <c:pt idx="930">
                  <c:v>620.80000000000007</c:v>
                </c:pt>
                <c:pt idx="931">
                  <c:v>623.1</c:v>
                </c:pt>
                <c:pt idx="932">
                  <c:v>627.4</c:v>
                </c:pt>
                <c:pt idx="933">
                  <c:v>627.29999999999995</c:v>
                </c:pt>
                <c:pt idx="934">
                  <c:v>633.1</c:v>
                </c:pt>
                <c:pt idx="935">
                  <c:v>639.9</c:v>
                </c:pt>
                <c:pt idx="936">
                  <c:v>654.69999999999993</c:v>
                </c:pt>
                <c:pt idx="937">
                  <c:v>649.5</c:v>
                </c:pt>
                <c:pt idx="938">
                  <c:v>648</c:v>
                </c:pt>
                <c:pt idx="939">
                  <c:v>646.5</c:v>
                </c:pt>
                <c:pt idx="940">
                  <c:v>640.70000000000005</c:v>
                </c:pt>
                <c:pt idx="941">
                  <c:v>653.20000000000005</c:v>
                </c:pt>
                <c:pt idx="942">
                  <c:v>655.8</c:v>
                </c:pt>
                <c:pt idx="943">
                  <c:v>660.8</c:v>
                </c:pt>
                <c:pt idx="944">
                  <c:v>669.3</c:v>
                </c:pt>
                <c:pt idx="945">
                  <c:v>660.4</c:v>
                </c:pt>
                <c:pt idx="946">
                  <c:v>657.30000000000007</c:v>
                </c:pt>
                <c:pt idx="947">
                  <c:v>658.6</c:v>
                </c:pt>
                <c:pt idx="948">
                  <c:v>652.70000000000005</c:v>
                </c:pt>
                <c:pt idx="949">
                  <c:v>646.40000000000009</c:v>
                </c:pt>
                <c:pt idx="950">
                  <c:v>648.70000000000005</c:v>
                </c:pt>
                <c:pt idx="951">
                  <c:v>650.90000000000009</c:v>
                </c:pt>
                <c:pt idx="952">
                  <c:v>651.19999999999993</c:v>
                </c:pt>
                <c:pt idx="953">
                  <c:v>651.70000000000005</c:v>
                </c:pt>
                <c:pt idx="954">
                  <c:v>649.70000000000005</c:v>
                </c:pt>
                <c:pt idx="955">
                  <c:v>643.79999999999995</c:v>
                </c:pt>
                <c:pt idx="956">
                  <c:v>643.79999999999995</c:v>
                </c:pt>
                <c:pt idx="957">
                  <c:v>640.80000000000007</c:v>
                </c:pt>
                <c:pt idx="958">
                  <c:v>631</c:v>
                </c:pt>
                <c:pt idx="959">
                  <c:v>623.4</c:v>
                </c:pt>
                <c:pt idx="960">
                  <c:v>624.20000000000005</c:v>
                </c:pt>
                <c:pt idx="961">
                  <c:v>624.30000000000007</c:v>
                </c:pt>
                <c:pt idx="962">
                  <c:v>632</c:v>
                </c:pt>
                <c:pt idx="963">
                  <c:v>636.4</c:v>
                </c:pt>
                <c:pt idx="964">
                  <c:v>630.9</c:v>
                </c:pt>
                <c:pt idx="965">
                  <c:v>639.4</c:v>
                </c:pt>
                <c:pt idx="966">
                  <c:v>641.30000000000007</c:v>
                </c:pt>
                <c:pt idx="967">
                  <c:v>639.29999999999995</c:v>
                </c:pt>
                <c:pt idx="968">
                  <c:v>636.20000000000005</c:v>
                </c:pt>
                <c:pt idx="969">
                  <c:v>636.30000000000007</c:v>
                </c:pt>
                <c:pt idx="970">
                  <c:v>631.70000000000005</c:v>
                </c:pt>
                <c:pt idx="971">
                  <c:v>631.79999999999995</c:v>
                </c:pt>
                <c:pt idx="972">
                  <c:v>639.4</c:v>
                </c:pt>
                <c:pt idx="973">
                  <c:v>646.6</c:v>
                </c:pt>
                <c:pt idx="974">
                  <c:v>642.29999999999995</c:v>
                </c:pt>
                <c:pt idx="975">
                  <c:v>640.4</c:v>
                </c:pt>
                <c:pt idx="976">
                  <c:v>643.20000000000005</c:v>
                </c:pt>
                <c:pt idx="977">
                  <c:v>645</c:v>
                </c:pt>
                <c:pt idx="978">
                  <c:v>652.79999999999995</c:v>
                </c:pt>
                <c:pt idx="979">
                  <c:v>652.4</c:v>
                </c:pt>
                <c:pt idx="980">
                  <c:v>648.80000000000007</c:v>
                </c:pt>
                <c:pt idx="981">
                  <c:v>646.19999999999993</c:v>
                </c:pt>
                <c:pt idx="982">
                  <c:v>648.70000000000005</c:v>
                </c:pt>
                <c:pt idx="983">
                  <c:v>651.19999999999993</c:v>
                </c:pt>
                <c:pt idx="984">
                  <c:v>653.4</c:v>
                </c:pt>
                <c:pt idx="985">
                  <c:v>651.4</c:v>
                </c:pt>
                <c:pt idx="986">
                  <c:v>651.4</c:v>
                </c:pt>
                <c:pt idx="987">
                  <c:v>647.9</c:v>
                </c:pt>
                <c:pt idx="988">
                  <c:v>647.20000000000005</c:v>
                </c:pt>
                <c:pt idx="989">
                  <c:v>644</c:v>
                </c:pt>
                <c:pt idx="990">
                  <c:v>641.09999999999991</c:v>
                </c:pt>
                <c:pt idx="991">
                  <c:v>641.30000000000007</c:v>
                </c:pt>
                <c:pt idx="992">
                  <c:v>641.5</c:v>
                </c:pt>
                <c:pt idx="993">
                  <c:v>641.4</c:v>
                </c:pt>
                <c:pt idx="994">
                  <c:v>640.9</c:v>
                </c:pt>
                <c:pt idx="995">
                  <c:v>638.6</c:v>
                </c:pt>
                <c:pt idx="996">
                  <c:v>637.30000000000007</c:v>
                </c:pt>
                <c:pt idx="997">
                  <c:v>637.5</c:v>
                </c:pt>
                <c:pt idx="998">
                  <c:v>639.4</c:v>
                </c:pt>
                <c:pt idx="999">
                  <c:v>635.70000000000005</c:v>
                </c:pt>
                <c:pt idx="1000">
                  <c:v>630.4</c:v>
                </c:pt>
                <c:pt idx="1001">
                  <c:v>627.20000000000005</c:v>
                </c:pt>
                <c:pt idx="1002">
                  <c:v>630.79999999999995</c:v>
                </c:pt>
                <c:pt idx="1003">
                  <c:v>630.4</c:v>
                </c:pt>
                <c:pt idx="1004">
                  <c:v>629.90000000000009</c:v>
                </c:pt>
                <c:pt idx="1005">
                  <c:v>631.9</c:v>
                </c:pt>
                <c:pt idx="1006">
                  <c:v>631.9</c:v>
                </c:pt>
                <c:pt idx="1007">
                  <c:v>635.29999999999995</c:v>
                </c:pt>
                <c:pt idx="1008">
                  <c:v>639.4</c:v>
                </c:pt>
                <c:pt idx="1009">
                  <c:v>634.79999999999995</c:v>
                </c:pt>
                <c:pt idx="1010">
                  <c:v>634.5</c:v>
                </c:pt>
                <c:pt idx="1011">
                  <c:v>634.1</c:v>
                </c:pt>
                <c:pt idx="1012">
                  <c:v>638.1</c:v>
                </c:pt>
                <c:pt idx="1013">
                  <c:v>641.4</c:v>
                </c:pt>
                <c:pt idx="1014">
                  <c:v>644.4</c:v>
                </c:pt>
                <c:pt idx="1015">
                  <c:v>644.5</c:v>
                </c:pt>
                <c:pt idx="1016">
                  <c:v>644.20000000000005</c:v>
                </c:pt>
                <c:pt idx="1017">
                  <c:v>645.4</c:v>
                </c:pt>
                <c:pt idx="1018">
                  <c:v>646.69999999999993</c:v>
                </c:pt>
                <c:pt idx="1019">
                  <c:v>646.69999999999993</c:v>
                </c:pt>
                <c:pt idx="1020">
                  <c:v>653.9</c:v>
                </c:pt>
                <c:pt idx="1021">
                  <c:v>657.30000000000007</c:v>
                </c:pt>
                <c:pt idx="1022">
                  <c:v>661.4</c:v>
                </c:pt>
                <c:pt idx="1023">
                  <c:v>657.4</c:v>
                </c:pt>
                <c:pt idx="1024">
                  <c:v>655.8</c:v>
                </c:pt>
                <c:pt idx="1025">
                  <c:v>652.6</c:v>
                </c:pt>
                <c:pt idx="1026">
                  <c:v>647.4</c:v>
                </c:pt>
                <c:pt idx="1027">
                  <c:v>646.9</c:v>
                </c:pt>
                <c:pt idx="1028">
                  <c:v>643</c:v>
                </c:pt>
                <c:pt idx="1029">
                  <c:v>635.20000000000005</c:v>
                </c:pt>
                <c:pt idx="1030">
                  <c:v>629.6</c:v>
                </c:pt>
                <c:pt idx="1031">
                  <c:v>628.4</c:v>
                </c:pt>
                <c:pt idx="1032">
                  <c:v>622.79999999999995</c:v>
                </c:pt>
                <c:pt idx="1033">
                  <c:v>620.09999999999991</c:v>
                </c:pt>
                <c:pt idx="1034">
                  <c:v>620.80000000000007</c:v>
                </c:pt>
                <c:pt idx="1035">
                  <c:v>619.70000000000005</c:v>
                </c:pt>
                <c:pt idx="1036">
                  <c:v>618.1</c:v>
                </c:pt>
                <c:pt idx="1037">
                  <c:v>618.6</c:v>
                </c:pt>
                <c:pt idx="1038">
                  <c:v>618.6</c:v>
                </c:pt>
                <c:pt idx="1039">
                  <c:v>619.29999999999995</c:v>
                </c:pt>
                <c:pt idx="1040">
                  <c:v>617.19999999999993</c:v>
                </c:pt>
                <c:pt idx="1041">
                  <c:v>617.6</c:v>
                </c:pt>
                <c:pt idx="1042">
                  <c:v>622.1</c:v>
                </c:pt>
                <c:pt idx="1043">
                  <c:v>622.1</c:v>
                </c:pt>
                <c:pt idx="1044">
                  <c:v>616.20000000000005</c:v>
                </c:pt>
                <c:pt idx="1045">
                  <c:v>617.1</c:v>
                </c:pt>
                <c:pt idx="1046">
                  <c:v>619.1</c:v>
                </c:pt>
                <c:pt idx="1047">
                  <c:v>614</c:v>
                </c:pt>
                <c:pt idx="1048">
                  <c:v>610.9</c:v>
                </c:pt>
                <c:pt idx="1049">
                  <c:v>610.1</c:v>
                </c:pt>
                <c:pt idx="1050">
                  <c:v>607.59999999999991</c:v>
                </c:pt>
                <c:pt idx="1051">
                  <c:v>607.30000000000007</c:v>
                </c:pt>
                <c:pt idx="1052">
                  <c:v>610.1</c:v>
                </c:pt>
                <c:pt idx="1053">
                  <c:v>607.5</c:v>
                </c:pt>
                <c:pt idx="1054">
                  <c:v>603.70000000000005</c:v>
                </c:pt>
                <c:pt idx="1055">
                  <c:v>603.5</c:v>
                </c:pt>
                <c:pt idx="1056">
                  <c:v>603.5</c:v>
                </c:pt>
                <c:pt idx="1057">
                  <c:v>604.79999999999995</c:v>
                </c:pt>
                <c:pt idx="1058">
                  <c:v>604.4</c:v>
                </c:pt>
                <c:pt idx="1059">
                  <c:v>607.70000000000005</c:v>
                </c:pt>
                <c:pt idx="1060">
                  <c:v>608.1</c:v>
                </c:pt>
                <c:pt idx="1061">
                  <c:v>618.20000000000005</c:v>
                </c:pt>
                <c:pt idx="1062">
                  <c:v>612.20000000000005</c:v>
                </c:pt>
                <c:pt idx="1063">
                  <c:v>609.70000000000005</c:v>
                </c:pt>
                <c:pt idx="1064">
                  <c:v>613.19999999999993</c:v>
                </c:pt>
                <c:pt idx="1065">
                  <c:v>609.4</c:v>
                </c:pt>
                <c:pt idx="1066">
                  <c:v>609.5</c:v>
                </c:pt>
                <c:pt idx="1067">
                  <c:v>607.1</c:v>
                </c:pt>
                <c:pt idx="1068">
                  <c:v>603.20000000000005</c:v>
                </c:pt>
                <c:pt idx="1069">
                  <c:v>599.5</c:v>
                </c:pt>
                <c:pt idx="1070">
                  <c:v>601.19999999999993</c:v>
                </c:pt>
                <c:pt idx="1071">
                  <c:v>604.4</c:v>
                </c:pt>
                <c:pt idx="1072">
                  <c:v>600.1</c:v>
                </c:pt>
                <c:pt idx="1073">
                  <c:v>595.5</c:v>
                </c:pt>
                <c:pt idx="1074">
                  <c:v>594.29999999999995</c:v>
                </c:pt>
                <c:pt idx="1075">
                  <c:v>591</c:v>
                </c:pt>
                <c:pt idx="1076">
                  <c:v>591</c:v>
                </c:pt>
                <c:pt idx="1077">
                  <c:v>591.9</c:v>
                </c:pt>
                <c:pt idx="1078">
                  <c:v>590.29999999999995</c:v>
                </c:pt>
                <c:pt idx="1079">
                  <c:v>589.20000000000005</c:v>
                </c:pt>
                <c:pt idx="1080">
                  <c:v>590.80000000000007</c:v>
                </c:pt>
                <c:pt idx="1081">
                  <c:v>598.1</c:v>
                </c:pt>
                <c:pt idx="1082">
                  <c:v>600.79999999999995</c:v>
                </c:pt>
                <c:pt idx="1083">
                  <c:v>608.5</c:v>
                </c:pt>
                <c:pt idx="1084">
                  <c:v>620.6</c:v>
                </c:pt>
                <c:pt idx="1085">
                  <c:v>639.9</c:v>
                </c:pt>
                <c:pt idx="1086">
                  <c:v>634.1</c:v>
                </c:pt>
                <c:pt idx="1087">
                  <c:v>620.30000000000007</c:v>
                </c:pt>
                <c:pt idx="1088">
                  <c:v>611.59999999999991</c:v>
                </c:pt>
                <c:pt idx="1089">
                  <c:v>617.9</c:v>
                </c:pt>
                <c:pt idx="1090">
                  <c:v>638.5</c:v>
                </c:pt>
                <c:pt idx="1091">
                  <c:v>724.4</c:v>
                </c:pt>
                <c:pt idx="1092">
                  <c:v>740</c:v>
                </c:pt>
                <c:pt idx="1093">
                  <c:v>777.3</c:v>
                </c:pt>
                <c:pt idx="1094">
                  <c:v>887.3</c:v>
                </c:pt>
                <c:pt idx="1095">
                  <c:v>875.8</c:v>
                </c:pt>
                <c:pt idx="1096">
                  <c:v>932.7</c:v>
                </c:pt>
                <c:pt idx="1097">
                  <c:v>951.2</c:v>
                </c:pt>
                <c:pt idx="1098">
                  <c:v>1021.1999999999999</c:v>
                </c:pt>
                <c:pt idx="1099">
                  <c:v>1125.7</c:v>
                </c:pt>
                <c:pt idx="1100">
                  <c:v>1068.3</c:v>
                </c:pt>
                <c:pt idx="1101">
                  <c:v>1125.7</c:v>
                </c:pt>
                <c:pt idx="1102">
                  <c:v>1113.3</c:v>
                </c:pt>
                <c:pt idx="1103">
                  <c:v>1055.2</c:v>
                </c:pt>
                <c:pt idx="1104">
                  <c:v>1011.9999999999999</c:v>
                </c:pt>
                <c:pt idx="1105">
                  <c:v>1038.5999999999999</c:v>
                </c:pt>
                <c:pt idx="1106">
                  <c:v>1082.4000000000001</c:v>
                </c:pt>
                <c:pt idx="1107">
                  <c:v>1066.0999999999999</c:v>
                </c:pt>
                <c:pt idx="1108">
                  <c:v>1088.4000000000001</c:v>
                </c:pt>
                <c:pt idx="1109">
                  <c:v>1085.3999999999999</c:v>
                </c:pt>
                <c:pt idx="1110">
                  <c:v>1068.8</c:v>
                </c:pt>
                <c:pt idx="1111">
                  <c:v>1063.7</c:v>
                </c:pt>
                <c:pt idx="1112">
                  <c:v>1038.2</c:v>
                </c:pt>
                <c:pt idx="1113">
                  <c:v>1039.8999999999999</c:v>
                </c:pt>
                <c:pt idx="1114">
                  <c:v>1011.5</c:v>
                </c:pt>
                <c:pt idx="1115">
                  <c:v>1011.5</c:v>
                </c:pt>
                <c:pt idx="1116">
                  <c:v>998.4</c:v>
                </c:pt>
                <c:pt idx="1117">
                  <c:v>984.6</c:v>
                </c:pt>
                <c:pt idx="1118">
                  <c:v>1000.8</c:v>
                </c:pt>
                <c:pt idx="1119">
                  <c:v>1008.6999999999999</c:v>
                </c:pt>
                <c:pt idx="1120">
                  <c:v>1013.8</c:v>
                </c:pt>
                <c:pt idx="1121">
                  <c:v>1042.7</c:v>
                </c:pt>
                <c:pt idx="1122">
                  <c:v>1080</c:v>
                </c:pt>
                <c:pt idx="1123">
                  <c:v>1088.8</c:v>
                </c:pt>
                <c:pt idx="1124">
                  <c:v>1073.1999999999998</c:v>
                </c:pt>
                <c:pt idx="1125">
                  <c:v>1075.9000000000001</c:v>
                </c:pt>
                <c:pt idx="1126">
                  <c:v>1090.1999999999998</c:v>
                </c:pt>
                <c:pt idx="1127">
                  <c:v>1096.7</c:v>
                </c:pt>
                <c:pt idx="1128">
                  <c:v>1085.9000000000001</c:v>
                </c:pt>
                <c:pt idx="1129">
                  <c:v>1061.1000000000001</c:v>
                </c:pt>
                <c:pt idx="1130">
                  <c:v>1054.1000000000001</c:v>
                </c:pt>
                <c:pt idx="1131">
                  <c:v>1062.1000000000001</c:v>
                </c:pt>
                <c:pt idx="1132">
                  <c:v>1036.8</c:v>
                </c:pt>
                <c:pt idx="1133">
                  <c:v>1026.2</c:v>
                </c:pt>
                <c:pt idx="1134">
                  <c:v>1022.1</c:v>
                </c:pt>
                <c:pt idx="1135">
                  <c:v>1018.0999999999999</c:v>
                </c:pt>
                <c:pt idx="1136">
                  <c:v>1003.1</c:v>
                </c:pt>
                <c:pt idx="1137">
                  <c:v>998.7</c:v>
                </c:pt>
                <c:pt idx="1138">
                  <c:v>1013.9</c:v>
                </c:pt>
                <c:pt idx="1139">
                  <c:v>1035.5</c:v>
                </c:pt>
                <c:pt idx="1140">
                  <c:v>1022.7</c:v>
                </c:pt>
                <c:pt idx="1141">
                  <c:v>991.09999999999991</c:v>
                </c:pt>
                <c:pt idx="1142">
                  <c:v>961.40000000000009</c:v>
                </c:pt>
                <c:pt idx="1143">
                  <c:v>927.39999999999986</c:v>
                </c:pt>
                <c:pt idx="1144">
                  <c:v>915.30000000000007</c:v>
                </c:pt>
                <c:pt idx="1145">
                  <c:v>927.69999999999993</c:v>
                </c:pt>
                <c:pt idx="1146">
                  <c:v>927.69999999999993</c:v>
                </c:pt>
                <c:pt idx="1147">
                  <c:v>914.7</c:v>
                </c:pt>
                <c:pt idx="1148">
                  <c:v>914.30000000000007</c:v>
                </c:pt>
                <c:pt idx="1149">
                  <c:v>918.9</c:v>
                </c:pt>
                <c:pt idx="1150">
                  <c:v>918.3</c:v>
                </c:pt>
                <c:pt idx="1151">
                  <c:v>908.30000000000007</c:v>
                </c:pt>
                <c:pt idx="1152">
                  <c:v>896.00000000000011</c:v>
                </c:pt>
                <c:pt idx="1153">
                  <c:v>868.3</c:v>
                </c:pt>
                <c:pt idx="1154">
                  <c:v>859.6</c:v>
                </c:pt>
                <c:pt idx="1155">
                  <c:v>838.00000000000011</c:v>
                </c:pt>
                <c:pt idx="1156">
                  <c:v>815.4</c:v>
                </c:pt>
                <c:pt idx="1157">
                  <c:v>808.90000000000009</c:v>
                </c:pt>
                <c:pt idx="1158">
                  <c:v>810.5</c:v>
                </c:pt>
                <c:pt idx="1159">
                  <c:v>825.50000000000011</c:v>
                </c:pt>
                <c:pt idx="1160">
                  <c:v>835</c:v>
                </c:pt>
                <c:pt idx="1161">
                  <c:v>847.19999999999993</c:v>
                </c:pt>
                <c:pt idx="1162">
                  <c:v>815.6</c:v>
                </c:pt>
                <c:pt idx="1163">
                  <c:v>813.9</c:v>
                </c:pt>
                <c:pt idx="1164">
                  <c:v>819.2</c:v>
                </c:pt>
                <c:pt idx="1165">
                  <c:v>814.30000000000007</c:v>
                </c:pt>
                <c:pt idx="1166">
                  <c:v>807.30000000000007</c:v>
                </c:pt>
                <c:pt idx="1167">
                  <c:v>799.6</c:v>
                </c:pt>
                <c:pt idx="1168">
                  <c:v>797.3</c:v>
                </c:pt>
                <c:pt idx="1169">
                  <c:v>804.9</c:v>
                </c:pt>
                <c:pt idx="1170">
                  <c:v>802.69999999999993</c:v>
                </c:pt>
                <c:pt idx="1171">
                  <c:v>804.1</c:v>
                </c:pt>
                <c:pt idx="1172">
                  <c:v>799.6</c:v>
                </c:pt>
                <c:pt idx="1173">
                  <c:v>791.6</c:v>
                </c:pt>
                <c:pt idx="1174">
                  <c:v>785.7</c:v>
                </c:pt>
                <c:pt idx="1175">
                  <c:v>785.7</c:v>
                </c:pt>
                <c:pt idx="1176">
                  <c:v>777.6</c:v>
                </c:pt>
                <c:pt idx="1177">
                  <c:v>778.7</c:v>
                </c:pt>
                <c:pt idx="1178">
                  <c:v>782.59999999999991</c:v>
                </c:pt>
                <c:pt idx="1179">
                  <c:v>784.4</c:v>
                </c:pt>
                <c:pt idx="1180">
                  <c:v>796.19999999999993</c:v>
                </c:pt>
                <c:pt idx="1181">
                  <c:v>794.7</c:v>
                </c:pt>
                <c:pt idx="1182">
                  <c:v>799.80000000000007</c:v>
                </c:pt>
                <c:pt idx="1183">
                  <c:v>793.5</c:v>
                </c:pt>
                <c:pt idx="1184">
                  <c:v>796.5</c:v>
                </c:pt>
                <c:pt idx="1185">
                  <c:v>794.1</c:v>
                </c:pt>
                <c:pt idx="1186">
                  <c:v>789.4</c:v>
                </c:pt>
                <c:pt idx="1187">
                  <c:v>775</c:v>
                </c:pt>
                <c:pt idx="1188">
                  <c:v>766.4</c:v>
                </c:pt>
                <c:pt idx="1189">
                  <c:v>760.6</c:v>
                </c:pt>
                <c:pt idx="1190">
                  <c:v>766.2</c:v>
                </c:pt>
                <c:pt idx="1191">
                  <c:v>762.4</c:v>
                </c:pt>
                <c:pt idx="1192">
                  <c:v>759.6</c:v>
                </c:pt>
                <c:pt idx="1193">
                  <c:v>759.4</c:v>
                </c:pt>
                <c:pt idx="1194">
                  <c:v>757.59999999999991</c:v>
                </c:pt>
                <c:pt idx="1195">
                  <c:v>751.5</c:v>
                </c:pt>
                <c:pt idx="1196">
                  <c:v>748.5</c:v>
                </c:pt>
                <c:pt idx="1197">
                  <c:v>744.7</c:v>
                </c:pt>
                <c:pt idx="1198">
                  <c:v>738.19999999999993</c:v>
                </c:pt>
                <c:pt idx="1199">
                  <c:v>733.30000000000007</c:v>
                </c:pt>
                <c:pt idx="1200">
                  <c:v>729.4</c:v>
                </c:pt>
                <c:pt idx="1201">
                  <c:v>726.5</c:v>
                </c:pt>
                <c:pt idx="1202">
                  <c:v>719.80000000000007</c:v>
                </c:pt>
                <c:pt idx="1203">
                  <c:v>714.7</c:v>
                </c:pt>
                <c:pt idx="1204">
                  <c:v>712.4</c:v>
                </c:pt>
                <c:pt idx="1205">
                  <c:v>714.7</c:v>
                </c:pt>
                <c:pt idx="1206">
                  <c:v>715.7</c:v>
                </c:pt>
                <c:pt idx="1207">
                  <c:v>716.4</c:v>
                </c:pt>
                <c:pt idx="1208">
                  <c:v>718.9</c:v>
                </c:pt>
                <c:pt idx="1209">
                  <c:v>721</c:v>
                </c:pt>
                <c:pt idx="1210">
                  <c:v>718.1</c:v>
                </c:pt>
                <c:pt idx="1211">
                  <c:v>716.5</c:v>
                </c:pt>
                <c:pt idx="1212">
                  <c:v>714</c:v>
                </c:pt>
                <c:pt idx="1213">
                  <c:v>714.9</c:v>
                </c:pt>
                <c:pt idx="1214">
                  <c:v>714.2</c:v>
                </c:pt>
                <c:pt idx="1215">
                  <c:v>714.3</c:v>
                </c:pt>
                <c:pt idx="1216">
                  <c:v>715.80000000000007</c:v>
                </c:pt>
                <c:pt idx="1217">
                  <c:v>707.59999999999991</c:v>
                </c:pt>
                <c:pt idx="1218">
                  <c:v>694.1</c:v>
                </c:pt>
                <c:pt idx="1219">
                  <c:v>694.3</c:v>
                </c:pt>
                <c:pt idx="1220">
                  <c:v>698.9</c:v>
                </c:pt>
                <c:pt idx="1221">
                  <c:v>698.9</c:v>
                </c:pt>
                <c:pt idx="1222">
                  <c:v>709.3</c:v>
                </c:pt>
                <c:pt idx="1223">
                  <c:v>713.6</c:v>
                </c:pt>
                <c:pt idx="1224">
                  <c:v>712.69999999999993</c:v>
                </c:pt>
                <c:pt idx="1225">
                  <c:v>714.8</c:v>
                </c:pt>
                <c:pt idx="1226">
                  <c:v>717.69999999999993</c:v>
                </c:pt>
                <c:pt idx="1227">
                  <c:v>714.6</c:v>
                </c:pt>
                <c:pt idx="1228">
                  <c:v>712.30000000000007</c:v>
                </c:pt>
                <c:pt idx="1229">
                  <c:v>722.8</c:v>
                </c:pt>
                <c:pt idx="1230">
                  <c:v>725</c:v>
                </c:pt>
                <c:pt idx="1231">
                  <c:v>748.7</c:v>
                </c:pt>
                <c:pt idx="1232">
                  <c:v>759.5</c:v>
                </c:pt>
                <c:pt idx="1233">
                  <c:v>768.3</c:v>
                </c:pt>
                <c:pt idx="1234">
                  <c:v>786</c:v>
                </c:pt>
                <c:pt idx="1235">
                  <c:v>781.4</c:v>
                </c:pt>
                <c:pt idx="1236">
                  <c:v>779</c:v>
                </c:pt>
                <c:pt idx="1237">
                  <c:v>788.3</c:v>
                </c:pt>
                <c:pt idx="1238">
                  <c:v>796.69999999999993</c:v>
                </c:pt>
                <c:pt idx="1239">
                  <c:v>792.5</c:v>
                </c:pt>
                <c:pt idx="1240">
                  <c:v>796.40000000000009</c:v>
                </c:pt>
                <c:pt idx="1241">
                  <c:v>795.09999999999991</c:v>
                </c:pt>
                <c:pt idx="1242">
                  <c:v>790.2</c:v>
                </c:pt>
                <c:pt idx="1243">
                  <c:v>788.19999999999993</c:v>
                </c:pt>
                <c:pt idx="1244">
                  <c:v>774.2</c:v>
                </c:pt>
                <c:pt idx="1245">
                  <c:v>767.6</c:v>
                </c:pt>
                <c:pt idx="1246">
                  <c:v>767.6</c:v>
                </c:pt>
                <c:pt idx="1247">
                  <c:v>768.2</c:v>
                </c:pt>
                <c:pt idx="1248">
                  <c:v>776.8</c:v>
                </c:pt>
                <c:pt idx="1249">
                  <c:v>793.9</c:v>
                </c:pt>
                <c:pt idx="1250">
                  <c:v>791.09999999999991</c:v>
                </c:pt>
                <c:pt idx="1251">
                  <c:v>792.19999999999993</c:v>
                </c:pt>
                <c:pt idx="1252">
                  <c:v>802.69999999999993</c:v>
                </c:pt>
                <c:pt idx="1253">
                  <c:v>804.3</c:v>
                </c:pt>
                <c:pt idx="1254">
                  <c:v>809.80000000000007</c:v>
                </c:pt>
                <c:pt idx="1255">
                  <c:v>813.59999999999991</c:v>
                </c:pt>
                <c:pt idx="1256">
                  <c:v>817.09999999999991</c:v>
                </c:pt>
                <c:pt idx="1257">
                  <c:v>814.5</c:v>
                </c:pt>
                <c:pt idx="1258">
                  <c:v>823.6</c:v>
                </c:pt>
                <c:pt idx="1259">
                  <c:v>827.69999999999993</c:v>
                </c:pt>
                <c:pt idx="1260">
                  <c:v>823.5</c:v>
                </c:pt>
                <c:pt idx="1261">
                  <c:v>818.2</c:v>
                </c:pt>
                <c:pt idx="1262">
                  <c:v>800.3</c:v>
                </c:pt>
                <c:pt idx="1263">
                  <c:v>789.4</c:v>
                </c:pt>
                <c:pt idx="1264">
                  <c:v>764.1</c:v>
                </c:pt>
                <c:pt idx="1265">
                  <c:v>775.4</c:v>
                </c:pt>
                <c:pt idx="1266">
                  <c:v>751.19999999999993</c:v>
                </c:pt>
                <c:pt idx="1267">
                  <c:v>754.5</c:v>
                </c:pt>
                <c:pt idx="1268">
                  <c:v>754.5</c:v>
                </c:pt>
                <c:pt idx="1269">
                  <c:v>752.3</c:v>
                </c:pt>
                <c:pt idx="1270">
                  <c:v>752.2</c:v>
                </c:pt>
                <c:pt idx="1271">
                  <c:v>745.2</c:v>
                </c:pt>
                <c:pt idx="1272">
                  <c:v>746.9</c:v>
                </c:pt>
                <c:pt idx="1273">
                  <c:v>747.7</c:v>
                </c:pt>
                <c:pt idx="1274">
                  <c:v>747.3</c:v>
                </c:pt>
                <c:pt idx="1275">
                  <c:v>739.7</c:v>
                </c:pt>
                <c:pt idx="1276">
                  <c:v>735.2</c:v>
                </c:pt>
                <c:pt idx="1277">
                  <c:v>725.3</c:v>
                </c:pt>
                <c:pt idx="1278">
                  <c:v>720.4</c:v>
                </c:pt>
                <c:pt idx="1279">
                  <c:v>720.4</c:v>
                </c:pt>
                <c:pt idx="1280">
                  <c:v>719.3</c:v>
                </c:pt>
                <c:pt idx="1281">
                  <c:v>724.5</c:v>
                </c:pt>
                <c:pt idx="1282">
                  <c:v>718.4</c:v>
                </c:pt>
                <c:pt idx="1283">
                  <c:v>716.80000000000007</c:v>
                </c:pt>
                <c:pt idx="1284">
                  <c:v>706.4</c:v>
                </c:pt>
                <c:pt idx="1285">
                  <c:v>692.8</c:v>
                </c:pt>
                <c:pt idx="1286">
                  <c:v>692.3</c:v>
                </c:pt>
                <c:pt idx="1287">
                  <c:v>692.9</c:v>
                </c:pt>
                <c:pt idx="1288">
                  <c:v>690</c:v>
                </c:pt>
                <c:pt idx="1289">
                  <c:v>689.1</c:v>
                </c:pt>
                <c:pt idx="1290">
                  <c:v>688.6</c:v>
                </c:pt>
                <c:pt idx="1291">
                  <c:v>688.1</c:v>
                </c:pt>
                <c:pt idx="1292">
                  <c:v>688</c:v>
                </c:pt>
                <c:pt idx="1293">
                  <c:v>688.5</c:v>
                </c:pt>
                <c:pt idx="1294">
                  <c:v>685.5</c:v>
                </c:pt>
                <c:pt idx="1295">
                  <c:v>686</c:v>
                </c:pt>
                <c:pt idx="1296">
                  <c:v>691.4</c:v>
                </c:pt>
                <c:pt idx="1297">
                  <c:v>690.4</c:v>
                </c:pt>
                <c:pt idx="1298">
                  <c:v>690.5</c:v>
                </c:pt>
                <c:pt idx="1299">
                  <c:v>689.7</c:v>
                </c:pt>
                <c:pt idx="1300">
                  <c:v>689.7</c:v>
                </c:pt>
                <c:pt idx="1301">
                  <c:v>688.6</c:v>
                </c:pt>
                <c:pt idx="1302">
                  <c:v>686.1</c:v>
                </c:pt>
                <c:pt idx="1303">
                  <c:v>683.6</c:v>
                </c:pt>
                <c:pt idx="1304">
                  <c:v>679.30000000000007</c:v>
                </c:pt>
                <c:pt idx="1305">
                  <c:v>679.30000000000007</c:v>
                </c:pt>
                <c:pt idx="1306">
                  <c:v>672.4</c:v>
                </c:pt>
                <c:pt idx="1307">
                  <c:v>675</c:v>
                </c:pt>
                <c:pt idx="1308">
                  <c:v>679.4</c:v>
                </c:pt>
                <c:pt idx="1309">
                  <c:v>677</c:v>
                </c:pt>
                <c:pt idx="1310">
                  <c:v>672.7</c:v>
                </c:pt>
                <c:pt idx="1311">
                  <c:v>679.19999999999993</c:v>
                </c:pt>
                <c:pt idx="1312">
                  <c:v>688.19999999999993</c:v>
                </c:pt>
                <c:pt idx="1313">
                  <c:v>686.2</c:v>
                </c:pt>
                <c:pt idx="1314">
                  <c:v>684.4</c:v>
                </c:pt>
                <c:pt idx="1315">
                  <c:v>687.6</c:v>
                </c:pt>
                <c:pt idx="1316">
                  <c:v>687.6</c:v>
                </c:pt>
                <c:pt idx="1317">
                  <c:v>690</c:v>
                </c:pt>
                <c:pt idx="1318">
                  <c:v>686.1</c:v>
                </c:pt>
                <c:pt idx="1319">
                  <c:v>679.69999999999993</c:v>
                </c:pt>
                <c:pt idx="1320">
                  <c:v>679.1</c:v>
                </c:pt>
                <c:pt idx="1321">
                  <c:v>674.80000000000007</c:v>
                </c:pt>
                <c:pt idx="1322">
                  <c:v>677.7</c:v>
                </c:pt>
                <c:pt idx="1323">
                  <c:v>681.4</c:v>
                </c:pt>
                <c:pt idx="1324">
                  <c:v>680.1</c:v>
                </c:pt>
                <c:pt idx="1325">
                  <c:v>672.7</c:v>
                </c:pt>
                <c:pt idx="1326">
                  <c:v>673.6</c:v>
                </c:pt>
                <c:pt idx="1327">
                  <c:v>669.6</c:v>
                </c:pt>
                <c:pt idx="1328">
                  <c:v>668.2</c:v>
                </c:pt>
                <c:pt idx="1329">
                  <c:v>666.30000000000007</c:v>
                </c:pt>
                <c:pt idx="1330">
                  <c:v>661.9</c:v>
                </c:pt>
                <c:pt idx="1331">
                  <c:v>663.40000000000009</c:v>
                </c:pt>
                <c:pt idx="1332">
                  <c:v>670.69999999999993</c:v>
                </c:pt>
                <c:pt idx="1333">
                  <c:v>670.09999999999991</c:v>
                </c:pt>
                <c:pt idx="1334">
                  <c:v>670.4</c:v>
                </c:pt>
                <c:pt idx="1335">
                  <c:v>673.1</c:v>
                </c:pt>
                <c:pt idx="1336">
                  <c:v>673.1</c:v>
                </c:pt>
                <c:pt idx="1337">
                  <c:v>681.5</c:v>
                </c:pt>
                <c:pt idx="1338">
                  <c:v>691.4</c:v>
                </c:pt>
                <c:pt idx="1339">
                  <c:v>688.5</c:v>
                </c:pt>
                <c:pt idx="1340">
                  <c:v>687.9</c:v>
                </c:pt>
                <c:pt idx="1341">
                  <c:v>693.2</c:v>
                </c:pt>
                <c:pt idx="1342">
                  <c:v>692.69999999999993</c:v>
                </c:pt>
                <c:pt idx="1343">
                  <c:v>689.5</c:v>
                </c:pt>
                <c:pt idx="1344">
                  <c:v>693.1</c:v>
                </c:pt>
                <c:pt idx="1345">
                  <c:v>698.1</c:v>
                </c:pt>
                <c:pt idx="1346">
                  <c:v>690.80000000000007</c:v>
                </c:pt>
                <c:pt idx="1347">
                  <c:v>686.80000000000007</c:v>
                </c:pt>
                <c:pt idx="1348">
                  <c:v>687.9</c:v>
                </c:pt>
                <c:pt idx="1349">
                  <c:v>690.2</c:v>
                </c:pt>
                <c:pt idx="1350">
                  <c:v>699</c:v>
                </c:pt>
                <c:pt idx="1351">
                  <c:v>713.40000000000009</c:v>
                </c:pt>
                <c:pt idx="1352">
                  <c:v>712.1</c:v>
                </c:pt>
                <c:pt idx="1353">
                  <c:v>705.4</c:v>
                </c:pt>
                <c:pt idx="1354">
                  <c:v>696</c:v>
                </c:pt>
                <c:pt idx="1355">
                  <c:v>705.19999999999993</c:v>
                </c:pt>
                <c:pt idx="1356">
                  <c:v>705.6</c:v>
                </c:pt>
                <c:pt idx="1357">
                  <c:v>702</c:v>
                </c:pt>
                <c:pt idx="1358">
                  <c:v>707</c:v>
                </c:pt>
                <c:pt idx="1359">
                  <c:v>708.6</c:v>
                </c:pt>
                <c:pt idx="1360">
                  <c:v>711.30000000000007</c:v>
                </c:pt>
                <c:pt idx="1361">
                  <c:v>709.7</c:v>
                </c:pt>
                <c:pt idx="1362">
                  <c:v>707.5</c:v>
                </c:pt>
                <c:pt idx="1363">
                  <c:v>709</c:v>
                </c:pt>
                <c:pt idx="1364">
                  <c:v>709.7</c:v>
                </c:pt>
                <c:pt idx="1365">
                  <c:v>712.30000000000007</c:v>
                </c:pt>
                <c:pt idx="1366">
                  <c:v>715</c:v>
                </c:pt>
                <c:pt idx="1367">
                  <c:v>727.7</c:v>
                </c:pt>
                <c:pt idx="1368">
                  <c:v>724.80000000000007</c:v>
                </c:pt>
                <c:pt idx="1369">
                  <c:v>720.09999999999991</c:v>
                </c:pt>
                <c:pt idx="1370">
                  <c:v>720.09999999999991</c:v>
                </c:pt>
                <c:pt idx="1371">
                  <c:v>719.7</c:v>
                </c:pt>
                <c:pt idx="1372">
                  <c:v>715.3</c:v>
                </c:pt>
                <c:pt idx="1373">
                  <c:v>705.9</c:v>
                </c:pt>
                <c:pt idx="1374">
                  <c:v>699.7</c:v>
                </c:pt>
                <c:pt idx="1375">
                  <c:v>698.7</c:v>
                </c:pt>
                <c:pt idx="1376">
                  <c:v>695.5</c:v>
                </c:pt>
                <c:pt idx="1377">
                  <c:v>694.4</c:v>
                </c:pt>
                <c:pt idx="1378">
                  <c:v>689.2</c:v>
                </c:pt>
                <c:pt idx="1379">
                  <c:v>681.8</c:v>
                </c:pt>
                <c:pt idx="1380">
                  <c:v>674.9</c:v>
                </c:pt>
                <c:pt idx="1381">
                  <c:v>671.1</c:v>
                </c:pt>
                <c:pt idx="1382">
                  <c:v>674.6</c:v>
                </c:pt>
                <c:pt idx="1383">
                  <c:v>677.1</c:v>
                </c:pt>
                <c:pt idx="1384">
                  <c:v>675.19999999999993</c:v>
                </c:pt>
                <c:pt idx="1385">
                  <c:v>675.3</c:v>
                </c:pt>
                <c:pt idx="1386">
                  <c:v>677.7</c:v>
                </c:pt>
                <c:pt idx="1387">
                  <c:v>681.2</c:v>
                </c:pt>
                <c:pt idx="1388">
                  <c:v>684.6</c:v>
                </c:pt>
                <c:pt idx="1389">
                  <c:v>679.1</c:v>
                </c:pt>
                <c:pt idx="1390">
                  <c:v>679.5</c:v>
                </c:pt>
                <c:pt idx="1391">
                  <c:v>685.8</c:v>
                </c:pt>
                <c:pt idx="1392">
                  <c:v>683.30000000000007</c:v>
                </c:pt>
                <c:pt idx="1393">
                  <c:v>679</c:v>
                </c:pt>
                <c:pt idx="1394">
                  <c:v>676.4</c:v>
                </c:pt>
                <c:pt idx="1395">
                  <c:v>673.6</c:v>
                </c:pt>
                <c:pt idx="1396">
                  <c:v>667.8</c:v>
                </c:pt>
                <c:pt idx="1397">
                  <c:v>672.8</c:v>
                </c:pt>
                <c:pt idx="1398">
                  <c:v>678.7</c:v>
                </c:pt>
                <c:pt idx="1399">
                  <c:v>685.9</c:v>
                </c:pt>
                <c:pt idx="1400">
                  <c:v>681.4</c:v>
                </c:pt>
                <c:pt idx="1401">
                  <c:v>680.5</c:v>
                </c:pt>
                <c:pt idx="1402">
                  <c:v>679.30000000000007</c:v>
                </c:pt>
                <c:pt idx="1403">
                  <c:v>685</c:v>
                </c:pt>
                <c:pt idx="1404">
                  <c:v>683.5</c:v>
                </c:pt>
                <c:pt idx="1405">
                  <c:v>678.5</c:v>
                </c:pt>
                <c:pt idx="1406">
                  <c:v>679.30000000000007</c:v>
                </c:pt>
                <c:pt idx="1407">
                  <c:v>674.30000000000007</c:v>
                </c:pt>
                <c:pt idx="1408">
                  <c:v>672.4</c:v>
                </c:pt>
                <c:pt idx="1409">
                  <c:v>672.3</c:v>
                </c:pt>
                <c:pt idx="1410">
                  <c:v>670.9</c:v>
                </c:pt>
                <c:pt idx="1411">
                  <c:v>670.9</c:v>
                </c:pt>
                <c:pt idx="1412">
                  <c:v>667.9</c:v>
                </c:pt>
                <c:pt idx="1413">
                  <c:v>664</c:v>
                </c:pt>
                <c:pt idx="1414">
                  <c:v>663.9</c:v>
                </c:pt>
                <c:pt idx="1415">
                  <c:v>662.1</c:v>
                </c:pt>
                <c:pt idx="1416">
                  <c:v>662.9</c:v>
                </c:pt>
                <c:pt idx="1417">
                  <c:v>658.8</c:v>
                </c:pt>
                <c:pt idx="1418">
                  <c:v>655.29999999999995</c:v>
                </c:pt>
                <c:pt idx="1419">
                  <c:v>658.5</c:v>
                </c:pt>
                <c:pt idx="1420">
                  <c:v>655.5</c:v>
                </c:pt>
                <c:pt idx="1421">
                  <c:v>656.9</c:v>
                </c:pt>
                <c:pt idx="1422">
                  <c:v>665.2</c:v>
                </c:pt>
                <c:pt idx="1423">
                  <c:v>665.5</c:v>
                </c:pt>
                <c:pt idx="1424">
                  <c:v>670.5</c:v>
                </c:pt>
                <c:pt idx="1425">
                  <c:v>669</c:v>
                </c:pt>
                <c:pt idx="1426">
                  <c:v>674.09999999999991</c:v>
                </c:pt>
                <c:pt idx="1427">
                  <c:v>679.1</c:v>
                </c:pt>
                <c:pt idx="1428">
                  <c:v>680.6</c:v>
                </c:pt>
                <c:pt idx="1429">
                  <c:v>682.4</c:v>
                </c:pt>
                <c:pt idx="1430">
                  <c:v>683.8</c:v>
                </c:pt>
                <c:pt idx="1431">
                  <c:v>685.1</c:v>
                </c:pt>
                <c:pt idx="1432">
                  <c:v>686.59999999999991</c:v>
                </c:pt>
                <c:pt idx="1433">
                  <c:v>687.5</c:v>
                </c:pt>
                <c:pt idx="1434">
                  <c:v>688.3</c:v>
                </c:pt>
                <c:pt idx="1435">
                  <c:v>695</c:v>
                </c:pt>
                <c:pt idx="1436">
                  <c:v>695</c:v>
                </c:pt>
                <c:pt idx="1437">
                  <c:v>697.4</c:v>
                </c:pt>
                <c:pt idx="1438">
                  <c:v>696.40000000000009</c:v>
                </c:pt>
                <c:pt idx="1439">
                  <c:v>697.8</c:v>
                </c:pt>
                <c:pt idx="1440">
                  <c:v>693.1</c:v>
                </c:pt>
                <c:pt idx="1441">
                  <c:v>694.3</c:v>
                </c:pt>
                <c:pt idx="1442">
                  <c:v>693.6</c:v>
                </c:pt>
                <c:pt idx="1443">
                  <c:v>694.7</c:v>
                </c:pt>
                <c:pt idx="1444">
                  <c:v>692.8</c:v>
                </c:pt>
                <c:pt idx="1445">
                  <c:v>690.9</c:v>
                </c:pt>
                <c:pt idx="1446">
                  <c:v>693.9</c:v>
                </c:pt>
                <c:pt idx="1447">
                  <c:v>695.30000000000007</c:v>
                </c:pt>
                <c:pt idx="1448">
                  <c:v>696.6</c:v>
                </c:pt>
                <c:pt idx="1449">
                  <c:v>696.19999999999993</c:v>
                </c:pt>
                <c:pt idx="1450">
                  <c:v>695.69999999999993</c:v>
                </c:pt>
                <c:pt idx="1451">
                  <c:v>696.3</c:v>
                </c:pt>
                <c:pt idx="1452">
                  <c:v>697.8</c:v>
                </c:pt>
                <c:pt idx="1453">
                  <c:v>700.5</c:v>
                </c:pt>
                <c:pt idx="1454">
                  <c:v>698.1</c:v>
                </c:pt>
                <c:pt idx="1455">
                  <c:v>696.19999999999993</c:v>
                </c:pt>
                <c:pt idx="1456">
                  <c:v>696</c:v>
                </c:pt>
                <c:pt idx="1457">
                  <c:v>693.7</c:v>
                </c:pt>
                <c:pt idx="1458">
                  <c:v>693.2</c:v>
                </c:pt>
                <c:pt idx="1459">
                  <c:v>694.6</c:v>
                </c:pt>
                <c:pt idx="1460">
                  <c:v>696.1</c:v>
                </c:pt>
                <c:pt idx="1461">
                  <c:v>698.80000000000007</c:v>
                </c:pt>
                <c:pt idx="1462">
                  <c:v>704.90000000000009</c:v>
                </c:pt>
                <c:pt idx="1463">
                  <c:v>709.5</c:v>
                </c:pt>
                <c:pt idx="1464">
                  <c:v>709.5</c:v>
                </c:pt>
                <c:pt idx="1465">
                  <c:v>709</c:v>
                </c:pt>
                <c:pt idx="1466">
                  <c:v>708.19999999999993</c:v>
                </c:pt>
                <c:pt idx="1467">
                  <c:v>708.5</c:v>
                </c:pt>
                <c:pt idx="1468">
                  <c:v>707.59999999999991</c:v>
                </c:pt>
                <c:pt idx="1469">
                  <c:v>707.2</c:v>
                </c:pt>
                <c:pt idx="1470">
                  <c:v>707</c:v>
                </c:pt>
                <c:pt idx="1471">
                  <c:v>703.30000000000007</c:v>
                </c:pt>
                <c:pt idx="1472">
                  <c:v>700</c:v>
                </c:pt>
                <c:pt idx="1473">
                  <c:v>695.09999999999991</c:v>
                </c:pt>
                <c:pt idx="1474">
                  <c:v>696.40000000000009</c:v>
                </c:pt>
                <c:pt idx="1475">
                  <c:v>694</c:v>
                </c:pt>
                <c:pt idx="1476">
                  <c:v>693.3</c:v>
                </c:pt>
                <c:pt idx="1477">
                  <c:v>684.5</c:v>
                </c:pt>
                <c:pt idx="1478">
                  <c:v>682.4</c:v>
                </c:pt>
                <c:pt idx="1479">
                  <c:v>680.5</c:v>
                </c:pt>
                <c:pt idx="1480">
                  <c:v>679.19999999999993</c:v>
                </c:pt>
                <c:pt idx="1481">
                  <c:v>679.19999999999993</c:v>
                </c:pt>
                <c:pt idx="1482">
                  <c:v>683.1</c:v>
                </c:pt>
                <c:pt idx="1483">
                  <c:v>685</c:v>
                </c:pt>
                <c:pt idx="1484">
                  <c:v>685.3</c:v>
                </c:pt>
                <c:pt idx="1485">
                  <c:v>686.1</c:v>
                </c:pt>
                <c:pt idx="1486">
                  <c:v>688.1</c:v>
                </c:pt>
                <c:pt idx="1487">
                  <c:v>688.8</c:v>
                </c:pt>
                <c:pt idx="1488">
                  <c:v>690.80000000000007</c:v>
                </c:pt>
                <c:pt idx="1489">
                  <c:v>692.8</c:v>
                </c:pt>
                <c:pt idx="1490">
                  <c:v>695.4</c:v>
                </c:pt>
                <c:pt idx="1491">
                  <c:v>706.5</c:v>
                </c:pt>
                <c:pt idx="1492">
                  <c:v>708.69999999999993</c:v>
                </c:pt>
                <c:pt idx="1493">
                  <c:v>712.69999999999993</c:v>
                </c:pt>
                <c:pt idx="1494">
                  <c:v>714</c:v>
                </c:pt>
                <c:pt idx="1495">
                  <c:v>721.5</c:v>
                </c:pt>
                <c:pt idx="1496">
                  <c:v>729.5</c:v>
                </c:pt>
                <c:pt idx="1497">
                  <c:v>737.4</c:v>
                </c:pt>
                <c:pt idx="1498">
                  <c:v>732.59999999999991</c:v>
                </c:pt>
                <c:pt idx="1499">
                  <c:v>734.8</c:v>
                </c:pt>
                <c:pt idx="1500">
                  <c:v>737.8</c:v>
                </c:pt>
                <c:pt idx="1501">
                  <c:v>742.8</c:v>
                </c:pt>
                <c:pt idx="1502">
                  <c:v>748.9</c:v>
                </c:pt>
                <c:pt idx="1503">
                  <c:v>758.1</c:v>
                </c:pt>
                <c:pt idx="1504">
                  <c:v>750.1</c:v>
                </c:pt>
                <c:pt idx="1505">
                  <c:v>754</c:v>
                </c:pt>
                <c:pt idx="1506">
                  <c:v>754</c:v>
                </c:pt>
                <c:pt idx="1507">
                  <c:v>763.69999999999993</c:v>
                </c:pt>
                <c:pt idx="1508">
                  <c:v>761.2</c:v>
                </c:pt>
                <c:pt idx="1509">
                  <c:v>754.5</c:v>
                </c:pt>
                <c:pt idx="1510">
                  <c:v>752</c:v>
                </c:pt>
                <c:pt idx="1511">
                  <c:v>760.6</c:v>
                </c:pt>
                <c:pt idx="1512">
                  <c:v>762</c:v>
                </c:pt>
                <c:pt idx="1513">
                  <c:v>764.6</c:v>
                </c:pt>
                <c:pt idx="1514">
                  <c:v>764.3</c:v>
                </c:pt>
                <c:pt idx="1515">
                  <c:v>760.9</c:v>
                </c:pt>
                <c:pt idx="1516">
                  <c:v>756.2</c:v>
                </c:pt>
                <c:pt idx="1517">
                  <c:v>754.19999999999993</c:v>
                </c:pt>
                <c:pt idx="1518">
                  <c:v>745</c:v>
                </c:pt>
                <c:pt idx="1519">
                  <c:v>744.1</c:v>
                </c:pt>
                <c:pt idx="1520">
                  <c:v>742.3</c:v>
                </c:pt>
                <c:pt idx="1521">
                  <c:v>743.9</c:v>
                </c:pt>
                <c:pt idx="1522">
                  <c:v>747.2</c:v>
                </c:pt>
                <c:pt idx="1523">
                  <c:v>749.2</c:v>
                </c:pt>
                <c:pt idx="1524">
                  <c:v>745.80000000000007</c:v>
                </c:pt>
                <c:pt idx="1525">
                  <c:v>740</c:v>
                </c:pt>
                <c:pt idx="1526">
                  <c:v>739.2</c:v>
                </c:pt>
                <c:pt idx="1527">
                  <c:v>739.6</c:v>
                </c:pt>
                <c:pt idx="1528">
                  <c:v>748.3</c:v>
                </c:pt>
                <c:pt idx="1529">
                  <c:v>748.3</c:v>
                </c:pt>
                <c:pt idx="1530">
                  <c:v>756.7</c:v>
                </c:pt>
                <c:pt idx="1531">
                  <c:v>759</c:v>
                </c:pt>
                <c:pt idx="1532">
                  <c:v>763.8</c:v>
                </c:pt>
                <c:pt idx="1533">
                  <c:v>775.8</c:v>
                </c:pt>
                <c:pt idx="1534">
                  <c:v>775.8</c:v>
                </c:pt>
                <c:pt idx="1535">
                  <c:v>777.5</c:v>
                </c:pt>
                <c:pt idx="1536">
                  <c:v>785.3</c:v>
                </c:pt>
                <c:pt idx="1537">
                  <c:v>800.8</c:v>
                </c:pt>
                <c:pt idx="1538">
                  <c:v>800.8</c:v>
                </c:pt>
                <c:pt idx="1539">
                  <c:v>800.8</c:v>
                </c:pt>
                <c:pt idx="1540">
                  <c:v>816.30000000000007</c:v>
                </c:pt>
                <c:pt idx="1541">
                  <c:v>821.3</c:v>
                </c:pt>
                <c:pt idx="1542">
                  <c:v>828.1</c:v>
                </c:pt>
                <c:pt idx="1543">
                  <c:v>821.40000000000009</c:v>
                </c:pt>
                <c:pt idx="1544">
                  <c:v>817.4</c:v>
                </c:pt>
                <c:pt idx="1545">
                  <c:v>813.40000000000009</c:v>
                </c:pt>
                <c:pt idx="1546">
                  <c:v>813.1</c:v>
                </c:pt>
                <c:pt idx="1547">
                  <c:v>802.10000000000014</c:v>
                </c:pt>
                <c:pt idx="1548">
                  <c:v>799</c:v>
                </c:pt>
                <c:pt idx="1549">
                  <c:v>799.9</c:v>
                </c:pt>
                <c:pt idx="1550">
                  <c:v>802.10000000000014</c:v>
                </c:pt>
                <c:pt idx="1551">
                  <c:v>806</c:v>
                </c:pt>
                <c:pt idx="1552">
                  <c:v>810.80000000000007</c:v>
                </c:pt>
                <c:pt idx="1553">
                  <c:v>816.90000000000009</c:v>
                </c:pt>
                <c:pt idx="1554">
                  <c:v>815.30000000000007</c:v>
                </c:pt>
                <c:pt idx="1555">
                  <c:v>816.09999999999991</c:v>
                </c:pt>
                <c:pt idx="1556">
                  <c:v>822.8</c:v>
                </c:pt>
                <c:pt idx="1557">
                  <c:v>822.19999999999993</c:v>
                </c:pt>
                <c:pt idx="1558">
                  <c:v>821.40000000000009</c:v>
                </c:pt>
                <c:pt idx="1559">
                  <c:v>817.69999999999993</c:v>
                </c:pt>
                <c:pt idx="1560">
                  <c:v>817.69999999999993</c:v>
                </c:pt>
                <c:pt idx="1561">
                  <c:v>818.4</c:v>
                </c:pt>
                <c:pt idx="1562">
                  <c:v>818.3</c:v>
                </c:pt>
                <c:pt idx="1563">
                  <c:v>814.60000000000014</c:v>
                </c:pt>
                <c:pt idx="1564">
                  <c:v>811.99999999999989</c:v>
                </c:pt>
                <c:pt idx="1565">
                  <c:v>805.1</c:v>
                </c:pt>
                <c:pt idx="1566">
                  <c:v>805.1</c:v>
                </c:pt>
                <c:pt idx="1567">
                  <c:v>806.19999999999993</c:v>
                </c:pt>
                <c:pt idx="1568">
                  <c:v>809.50000000000011</c:v>
                </c:pt>
                <c:pt idx="1569">
                  <c:v>826.6</c:v>
                </c:pt>
                <c:pt idx="1570">
                  <c:v>827.39999999999986</c:v>
                </c:pt>
                <c:pt idx="1571">
                  <c:v>842.6</c:v>
                </c:pt>
                <c:pt idx="1572">
                  <c:v>844.69999999999993</c:v>
                </c:pt>
                <c:pt idx="1573">
                  <c:v>840.30000000000007</c:v>
                </c:pt>
                <c:pt idx="1574">
                  <c:v>842.3</c:v>
                </c:pt>
                <c:pt idx="1575">
                  <c:v>852.9</c:v>
                </c:pt>
                <c:pt idx="1576">
                  <c:v>852.9</c:v>
                </c:pt>
                <c:pt idx="1577">
                  <c:v>866.8</c:v>
                </c:pt>
                <c:pt idx="1578">
                  <c:v>866.30000000000007</c:v>
                </c:pt>
                <c:pt idx="1579">
                  <c:v>858</c:v>
                </c:pt>
                <c:pt idx="1580">
                  <c:v>850.4</c:v>
                </c:pt>
                <c:pt idx="1581">
                  <c:v>856.6</c:v>
                </c:pt>
                <c:pt idx="1582">
                  <c:v>857.7</c:v>
                </c:pt>
                <c:pt idx="1583">
                  <c:v>847.60000000000014</c:v>
                </c:pt>
                <c:pt idx="1584">
                  <c:v>848.30000000000007</c:v>
                </c:pt>
                <c:pt idx="1585">
                  <c:v>850.3</c:v>
                </c:pt>
                <c:pt idx="1586">
                  <c:v>846.7</c:v>
                </c:pt>
                <c:pt idx="1587">
                  <c:v>842.4</c:v>
                </c:pt>
                <c:pt idx="1588">
                  <c:v>833.69999999999993</c:v>
                </c:pt>
                <c:pt idx="1589">
                  <c:v>836.80000000000007</c:v>
                </c:pt>
                <c:pt idx="1590">
                  <c:v>843</c:v>
                </c:pt>
                <c:pt idx="1591">
                  <c:v>846.8</c:v>
                </c:pt>
                <c:pt idx="1592">
                  <c:v>851.5</c:v>
                </c:pt>
                <c:pt idx="1593">
                  <c:v>845.2</c:v>
                </c:pt>
                <c:pt idx="1594">
                  <c:v>849.90000000000009</c:v>
                </c:pt>
                <c:pt idx="1595">
                  <c:v>859.09999999999991</c:v>
                </c:pt>
                <c:pt idx="1596">
                  <c:v>871.59999999999991</c:v>
                </c:pt>
                <c:pt idx="1597">
                  <c:v>866.6</c:v>
                </c:pt>
                <c:pt idx="1598">
                  <c:v>860.9</c:v>
                </c:pt>
                <c:pt idx="1599">
                  <c:v>867</c:v>
                </c:pt>
                <c:pt idx="1600">
                  <c:v>869.69999999999993</c:v>
                </c:pt>
                <c:pt idx="1601">
                  <c:v>869.69999999999993</c:v>
                </c:pt>
                <c:pt idx="1602">
                  <c:v>882.49999999999989</c:v>
                </c:pt>
                <c:pt idx="1603">
                  <c:v>895.5</c:v>
                </c:pt>
                <c:pt idx="1604">
                  <c:v>947.19999999999993</c:v>
                </c:pt>
                <c:pt idx="1605">
                  <c:v>920.2</c:v>
                </c:pt>
                <c:pt idx="1606">
                  <c:v>955.1</c:v>
                </c:pt>
                <c:pt idx="1607">
                  <c:v>958.30000000000007</c:v>
                </c:pt>
                <c:pt idx="1608">
                  <c:v>987.1</c:v>
                </c:pt>
                <c:pt idx="1609">
                  <c:v>1002.2</c:v>
                </c:pt>
                <c:pt idx="1610">
                  <c:v>1052.5</c:v>
                </c:pt>
                <c:pt idx="1611">
                  <c:v>1083.0999999999999</c:v>
                </c:pt>
                <c:pt idx="1612">
                  <c:v>1100.7</c:v>
                </c:pt>
                <c:pt idx="1613">
                  <c:v>1063</c:v>
                </c:pt>
                <c:pt idx="1614">
                  <c:v>1050.9000000000001</c:v>
                </c:pt>
                <c:pt idx="1615">
                  <c:v>1044.5</c:v>
                </c:pt>
                <c:pt idx="1616">
                  <c:v>1038.8</c:v>
                </c:pt>
                <c:pt idx="1617">
                  <c:v>1037.7</c:v>
                </c:pt>
                <c:pt idx="1618">
                  <c:v>1011.2</c:v>
                </c:pt>
                <c:pt idx="1619">
                  <c:v>996.3</c:v>
                </c:pt>
                <c:pt idx="1620">
                  <c:v>989.5</c:v>
                </c:pt>
                <c:pt idx="1621">
                  <c:v>997.00000000000011</c:v>
                </c:pt>
                <c:pt idx="1622">
                  <c:v>1013.7</c:v>
                </c:pt>
                <c:pt idx="1623">
                  <c:v>1019.6999999999999</c:v>
                </c:pt>
                <c:pt idx="1624">
                  <c:v>1023</c:v>
                </c:pt>
                <c:pt idx="1625">
                  <c:v>1021.8</c:v>
                </c:pt>
                <c:pt idx="1626">
                  <c:v>1019.2</c:v>
                </c:pt>
                <c:pt idx="1627">
                  <c:v>998.19999999999993</c:v>
                </c:pt>
                <c:pt idx="1628">
                  <c:v>988.59999999999991</c:v>
                </c:pt>
                <c:pt idx="1629">
                  <c:v>936.5</c:v>
                </c:pt>
                <c:pt idx="1630">
                  <c:v>941.6</c:v>
                </c:pt>
                <c:pt idx="1631">
                  <c:v>946.1</c:v>
                </c:pt>
                <c:pt idx="1632">
                  <c:v>952</c:v>
                </c:pt>
                <c:pt idx="1633">
                  <c:v>973.30000000000007</c:v>
                </c:pt>
                <c:pt idx="1634">
                  <c:v>974.6</c:v>
                </c:pt>
                <c:pt idx="1635">
                  <c:v>982.1</c:v>
                </c:pt>
                <c:pt idx="1636">
                  <c:v>996.00000000000011</c:v>
                </c:pt>
                <c:pt idx="1637">
                  <c:v>1003.2</c:v>
                </c:pt>
                <c:pt idx="1638">
                  <c:v>1002</c:v>
                </c:pt>
                <c:pt idx="1639">
                  <c:v>1000.5000000000001</c:v>
                </c:pt>
                <c:pt idx="1640">
                  <c:v>1000.5000000000001</c:v>
                </c:pt>
                <c:pt idx="1641">
                  <c:v>1001.5</c:v>
                </c:pt>
                <c:pt idx="1642">
                  <c:v>1013.8</c:v>
                </c:pt>
                <c:pt idx="1643">
                  <c:v>1005.1</c:v>
                </c:pt>
                <c:pt idx="1644">
                  <c:v>1005.3000000000001</c:v>
                </c:pt>
                <c:pt idx="1645">
                  <c:v>1018.8000000000001</c:v>
                </c:pt>
                <c:pt idx="1646">
                  <c:v>1031.6000000000001</c:v>
                </c:pt>
                <c:pt idx="1647">
                  <c:v>1030.8</c:v>
                </c:pt>
                <c:pt idx="1648">
                  <c:v>1040.6000000000001</c:v>
                </c:pt>
                <c:pt idx="1649">
                  <c:v>1050.9000000000001</c:v>
                </c:pt>
                <c:pt idx="1650">
                  <c:v>1057.1999999999998</c:v>
                </c:pt>
                <c:pt idx="1651">
                  <c:v>1064.0999999999999</c:v>
                </c:pt>
                <c:pt idx="1652">
                  <c:v>1077</c:v>
                </c:pt>
                <c:pt idx="1653">
                  <c:v>1078.8</c:v>
                </c:pt>
                <c:pt idx="1654">
                  <c:v>1080.2</c:v>
                </c:pt>
                <c:pt idx="1655">
                  <c:v>1103</c:v>
                </c:pt>
                <c:pt idx="1656">
                  <c:v>1126.5999999999999</c:v>
                </c:pt>
                <c:pt idx="1657">
                  <c:v>1133.3</c:v>
                </c:pt>
                <c:pt idx="1658">
                  <c:v>1143.7</c:v>
                </c:pt>
                <c:pt idx="1659">
                  <c:v>1149.9000000000001</c:v>
                </c:pt>
                <c:pt idx="1660">
                  <c:v>1149.0999999999999</c:v>
                </c:pt>
                <c:pt idx="1661">
                  <c:v>1155.8</c:v>
                </c:pt>
                <c:pt idx="1662">
                  <c:v>1161.7</c:v>
                </c:pt>
                <c:pt idx="1663">
                  <c:v>1175.3</c:v>
                </c:pt>
                <c:pt idx="1664">
                  <c:v>1205</c:v>
                </c:pt>
                <c:pt idx="1665">
                  <c:v>1204.1000000000001</c:v>
                </c:pt>
                <c:pt idx="1666">
                  <c:v>1193.5</c:v>
                </c:pt>
                <c:pt idx="1667">
                  <c:v>1190</c:v>
                </c:pt>
                <c:pt idx="1668">
                  <c:v>1161.8</c:v>
                </c:pt>
                <c:pt idx="1669">
                  <c:v>1145.5999999999999</c:v>
                </c:pt>
                <c:pt idx="1670">
                  <c:v>1129.1000000000001</c:v>
                </c:pt>
                <c:pt idx="1671">
                  <c:v>1129.1000000000001</c:v>
                </c:pt>
                <c:pt idx="1672">
                  <c:v>1135.6999999999998</c:v>
                </c:pt>
                <c:pt idx="1673">
                  <c:v>1145.4000000000001</c:v>
                </c:pt>
                <c:pt idx="1674">
                  <c:v>1144.2</c:v>
                </c:pt>
                <c:pt idx="1675">
                  <c:v>1143.9000000000001</c:v>
                </c:pt>
                <c:pt idx="1676">
                  <c:v>1146</c:v>
                </c:pt>
                <c:pt idx="1677">
                  <c:v>1152.8</c:v>
                </c:pt>
                <c:pt idx="1678">
                  <c:v>1164.6000000000001</c:v>
                </c:pt>
                <c:pt idx="1679">
                  <c:v>1186.1000000000001</c:v>
                </c:pt>
                <c:pt idx="1680">
                  <c:v>1207.0999999999999</c:v>
                </c:pt>
                <c:pt idx="1681">
                  <c:v>1269.5999999999999</c:v>
                </c:pt>
                <c:pt idx="1682">
                  <c:v>1274</c:v>
                </c:pt>
                <c:pt idx="1683">
                  <c:v>1261.4000000000001</c:v>
                </c:pt>
                <c:pt idx="1684">
                  <c:v>1277.8</c:v>
                </c:pt>
                <c:pt idx="1685">
                  <c:v>1281.2</c:v>
                </c:pt>
                <c:pt idx="1686">
                  <c:v>1281.2</c:v>
                </c:pt>
                <c:pt idx="1687">
                  <c:v>1283.3999999999999</c:v>
                </c:pt>
                <c:pt idx="1688">
                  <c:v>1293.9000000000001</c:v>
                </c:pt>
                <c:pt idx="1689">
                  <c:v>1292.8000000000002</c:v>
                </c:pt>
                <c:pt idx="1690">
                  <c:v>1289.3000000000002</c:v>
                </c:pt>
                <c:pt idx="1691">
                  <c:v>1295.2</c:v>
                </c:pt>
                <c:pt idx="1692">
                  <c:v>1320.8999999999999</c:v>
                </c:pt>
                <c:pt idx="1693">
                  <c:v>1339.6000000000001</c:v>
                </c:pt>
                <c:pt idx="1694">
                  <c:v>1355.8</c:v>
                </c:pt>
                <c:pt idx="1695">
                  <c:v>1324.8</c:v>
                </c:pt>
                <c:pt idx="1696">
                  <c:v>1324.8</c:v>
                </c:pt>
                <c:pt idx="1697">
                  <c:v>1330.5</c:v>
                </c:pt>
                <c:pt idx="1698">
                  <c:v>1342.9</c:v>
                </c:pt>
                <c:pt idx="1699">
                  <c:v>1355.8</c:v>
                </c:pt>
                <c:pt idx="1700">
                  <c:v>1365.7</c:v>
                </c:pt>
                <c:pt idx="1701">
                  <c:v>1385.5</c:v>
                </c:pt>
                <c:pt idx="1702">
                  <c:v>1417.7</c:v>
                </c:pt>
                <c:pt idx="1703">
                  <c:v>1468.1</c:v>
                </c:pt>
                <c:pt idx="1704">
                  <c:v>1513.7</c:v>
                </c:pt>
                <c:pt idx="1705">
                  <c:v>1512.3</c:v>
                </c:pt>
                <c:pt idx="1706">
                  <c:v>1485.1000000000001</c:v>
                </c:pt>
                <c:pt idx="1707">
                  <c:v>1495.1000000000001</c:v>
                </c:pt>
                <c:pt idx="1708">
                  <c:v>1455.1</c:v>
                </c:pt>
                <c:pt idx="1709">
                  <c:v>1422</c:v>
                </c:pt>
                <c:pt idx="1710">
                  <c:v>1416.1</c:v>
                </c:pt>
                <c:pt idx="1711">
                  <c:v>1390.4</c:v>
                </c:pt>
                <c:pt idx="1712">
                  <c:v>1390.6000000000001</c:v>
                </c:pt>
                <c:pt idx="1713">
                  <c:v>1403.6</c:v>
                </c:pt>
                <c:pt idx="1714">
                  <c:v>1369.9</c:v>
                </c:pt>
                <c:pt idx="1715">
                  <c:v>1348.7</c:v>
                </c:pt>
                <c:pt idx="1716">
                  <c:v>1322.6000000000001</c:v>
                </c:pt>
                <c:pt idx="1717">
                  <c:v>1330.7</c:v>
                </c:pt>
                <c:pt idx="1718">
                  <c:v>1328.2</c:v>
                </c:pt>
                <c:pt idx="1719">
                  <c:v>1299</c:v>
                </c:pt>
                <c:pt idx="1720">
                  <c:v>1290</c:v>
                </c:pt>
                <c:pt idx="1721">
                  <c:v>1269.5999999999999</c:v>
                </c:pt>
                <c:pt idx="1722">
                  <c:v>1247.8</c:v>
                </c:pt>
                <c:pt idx="1723">
                  <c:v>1234.3999999999999</c:v>
                </c:pt>
                <c:pt idx="1724">
                  <c:v>1202.3</c:v>
                </c:pt>
                <c:pt idx="1725">
                  <c:v>1203.7</c:v>
                </c:pt>
                <c:pt idx="1726">
                  <c:v>1211.1000000000001</c:v>
                </c:pt>
                <c:pt idx="1727">
                  <c:v>1224.2</c:v>
                </c:pt>
                <c:pt idx="1728">
                  <c:v>1248.3</c:v>
                </c:pt>
                <c:pt idx="1729">
                  <c:v>1254.2</c:v>
                </c:pt>
                <c:pt idx="1730">
                  <c:v>1273.7</c:v>
                </c:pt>
                <c:pt idx="1731">
                  <c:v>1313.1</c:v>
                </c:pt>
                <c:pt idx="1732">
                  <c:v>1297.7</c:v>
                </c:pt>
                <c:pt idx="1733">
                  <c:v>1293</c:v>
                </c:pt>
                <c:pt idx="1734">
                  <c:v>1280.7</c:v>
                </c:pt>
                <c:pt idx="1735">
                  <c:v>1282.9000000000001</c:v>
                </c:pt>
                <c:pt idx="1736">
                  <c:v>1297.3000000000002</c:v>
                </c:pt>
                <c:pt idx="1737">
                  <c:v>1316.1</c:v>
                </c:pt>
                <c:pt idx="1738">
                  <c:v>1323.4</c:v>
                </c:pt>
                <c:pt idx="1739">
                  <c:v>1339</c:v>
                </c:pt>
                <c:pt idx="1740">
                  <c:v>1331.4</c:v>
                </c:pt>
                <c:pt idx="1741">
                  <c:v>1331.4</c:v>
                </c:pt>
                <c:pt idx="1742">
                  <c:v>1335.8</c:v>
                </c:pt>
                <c:pt idx="1743">
                  <c:v>1338</c:v>
                </c:pt>
                <c:pt idx="1744">
                  <c:v>1329.2</c:v>
                </c:pt>
                <c:pt idx="1745">
                  <c:v>1316.8</c:v>
                </c:pt>
                <c:pt idx="1746">
                  <c:v>1298.7</c:v>
                </c:pt>
                <c:pt idx="1747">
                  <c:v>1313.8</c:v>
                </c:pt>
                <c:pt idx="1748">
                  <c:v>1336.7</c:v>
                </c:pt>
                <c:pt idx="1749">
                  <c:v>1342.5</c:v>
                </c:pt>
                <c:pt idx="1750">
                  <c:v>1363.2</c:v>
                </c:pt>
                <c:pt idx="1751">
                  <c:v>1367.2</c:v>
                </c:pt>
                <c:pt idx="1752">
                  <c:v>1375.1</c:v>
                </c:pt>
                <c:pt idx="1753">
                  <c:v>1369</c:v>
                </c:pt>
                <c:pt idx="1754">
                  <c:v>1371.4</c:v>
                </c:pt>
                <c:pt idx="1755">
                  <c:v>1404</c:v>
                </c:pt>
                <c:pt idx="1756">
                  <c:v>1450.3</c:v>
                </c:pt>
                <c:pt idx="1757">
                  <c:v>1471</c:v>
                </c:pt>
                <c:pt idx="1758">
                  <c:v>1528.2</c:v>
                </c:pt>
                <c:pt idx="1759">
                  <c:v>1536.2</c:v>
                </c:pt>
                <c:pt idx="1760">
                  <c:v>1530.6</c:v>
                </c:pt>
                <c:pt idx="1761">
                  <c:v>1535.3</c:v>
                </c:pt>
                <c:pt idx="1762">
                  <c:v>1482.1</c:v>
                </c:pt>
                <c:pt idx="1763">
                  <c:v>1495.8999999999999</c:v>
                </c:pt>
                <c:pt idx="1764">
                  <c:v>1489.4</c:v>
                </c:pt>
                <c:pt idx="1765">
                  <c:v>1492.7</c:v>
                </c:pt>
                <c:pt idx="1766">
                  <c:v>1492.7</c:v>
                </c:pt>
                <c:pt idx="1767">
                  <c:v>1522</c:v>
                </c:pt>
                <c:pt idx="1768">
                  <c:v>1532.8</c:v>
                </c:pt>
                <c:pt idx="1769">
                  <c:v>1569.3</c:v>
                </c:pt>
                <c:pt idx="1770">
                  <c:v>1562.2</c:v>
                </c:pt>
                <c:pt idx="1771">
                  <c:v>1568.1</c:v>
                </c:pt>
                <c:pt idx="1772">
                  <c:v>1569.6999999999998</c:v>
                </c:pt>
                <c:pt idx="1773">
                  <c:v>1596.4</c:v>
                </c:pt>
                <c:pt idx="1774">
                  <c:v>1609.3</c:v>
                </c:pt>
                <c:pt idx="1775">
                  <c:v>1636.7</c:v>
                </c:pt>
                <c:pt idx="1776">
                  <c:v>1633.5</c:v>
                </c:pt>
                <c:pt idx="1777">
                  <c:v>1619.1</c:v>
                </c:pt>
                <c:pt idx="1778">
                  <c:v>1575.3</c:v>
                </c:pt>
                <c:pt idx="1779">
                  <c:v>1562.6</c:v>
                </c:pt>
                <c:pt idx="1780">
                  <c:v>1553.6</c:v>
                </c:pt>
                <c:pt idx="1781">
                  <c:v>1563.2</c:v>
                </c:pt>
                <c:pt idx="1782">
                  <c:v>1547</c:v>
                </c:pt>
                <c:pt idx="1783">
                  <c:v>1543.3999999999999</c:v>
                </c:pt>
                <c:pt idx="1784">
                  <c:v>1551.2</c:v>
                </c:pt>
                <c:pt idx="1785">
                  <c:v>1514.6000000000001</c:v>
                </c:pt>
                <c:pt idx="1786">
                  <c:v>1476.7</c:v>
                </c:pt>
                <c:pt idx="1787">
                  <c:v>1457.7</c:v>
                </c:pt>
                <c:pt idx="1788">
                  <c:v>1451.6</c:v>
                </c:pt>
                <c:pt idx="1789">
                  <c:v>1419.5</c:v>
                </c:pt>
                <c:pt idx="1790">
                  <c:v>1419.5</c:v>
                </c:pt>
                <c:pt idx="1791">
                  <c:v>1378.2</c:v>
                </c:pt>
                <c:pt idx="1792">
                  <c:v>1372.4</c:v>
                </c:pt>
                <c:pt idx="1793">
                  <c:v>1367.8000000000002</c:v>
                </c:pt>
                <c:pt idx="1794">
                  <c:v>1386.3</c:v>
                </c:pt>
                <c:pt idx="1795">
                  <c:v>1394.6</c:v>
                </c:pt>
                <c:pt idx="1796">
                  <c:v>1414</c:v>
                </c:pt>
                <c:pt idx="1797">
                  <c:v>1398.3</c:v>
                </c:pt>
                <c:pt idx="1798">
                  <c:v>1378.6</c:v>
                </c:pt>
                <c:pt idx="1799">
                  <c:v>1378.6</c:v>
                </c:pt>
                <c:pt idx="1800">
                  <c:v>1364.7</c:v>
                </c:pt>
                <c:pt idx="1801">
                  <c:v>1363.6</c:v>
                </c:pt>
                <c:pt idx="1802">
                  <c:v>1352.6</c:v>
                </c:pt>
                <c:pt idx="1803">
                  <c:v>1336.4</c:v>
                </c:pt>
                <c:pt idx="1804">
                  <c:v>1312.5</c:v>
                </c:pt>
                <c:pt idx="1805">
                  <c:v>1300.3</c:v>
                </c:pt>
                <c:pt idx="1806">
                  <c:v>1292.3999999999999</c:v>
                </c:pt>
                <c:pt idx="1807">
                  <c:v>1320.5</c:v>
                </c:pt>
                <c:pt idx="1808">
                  <c:v>1330.4</c:v>
                </c:pt>
                <c:pt idx="1809">
                  <c:v>1322.7</c:v>
                </c:pt>
                <c:pt idx="1810">
                  <c:v>1321.3</c:v>
                </c:pt>
                <c:pt idx="1811">
                  <c:v>1324.6000000000001</c:v>
                </c:pt>
                <c:pt idx="1812">
                  <c:v>1302.3999999999999</c:v>
                </c:pt>
                <c:pt idx="1813">
                  <c:v>1299.9000000000001</c:v>
                </c:pt>
                <c:pt idx="1814">
                  <c:v>1312.7</c:v>
                </c:pt>
                <c:pt idx="1815">
                  <c:v>1324.1</c:v>
                </c:pt>
                <c:pt idx="1816">
                  <c:v>1345.7</c:v>
                </c:pt>
                <c:pt idx="1817">
                  <c:v>1356.8</c:v>
                </c:pt>
                <c:pt idx="1818">
                  <c:v>1342.7</c:v>
                </c:pt>
                <c:pt idx="1819">
                  <c:v>1334.7</c:v>
                </c:pt>
                <c:pt idx="1820">
                  <c:v>1334.7</c:v>
                </c:pt>
                <c:pt idx="1821">
                  <c:v>1334.7</c:v>
                </c:pt>
                <c:pt idx="1822">
                  <c:v>1343.6</c:v>
                </c:pt>
                <c:pt idx="1823">
                  <c:v>1341.9</c:v>
                </c:pt>
                <c:pt idx="1824">
                  <c:v>1343.8</c:v>
                </c:pt>
                <c:pt idx="1825">
                  <c:v>1351</c:v>
                </c:pt>
                <c:pt idx="1826">
                  <c:v>1351</c:v>
                </c:pt>
                <c:pt idx="1827">
                  <c:v>1334.3999999999999</c:v>
                </c:pt>
                <c:pt idx="1828">
                  <c:v>1322.2</c:v>
                </c:pt>
                <c:pt idx="1829">
                  <c:v>1337.8999999999999</c:v>
                </c:pt>
                <c:pt idx="1830">
                  <c:v>1329.8</c:v>
                </c:pt>
                <c:pt idx="1831">
                  <c:v>1309.5999999999999</c:v>
                </c:pt>
                <c:pt idx="1832">
                  <c:v>1315</c:v>
                </c:pt>
                <c:pt idx="1833">
                  <c:v>1293.3999999999999</c:v>
                </c:pt>
                <c:pt idx="1834">
                  <c:v>1280.3000000000002</c:v>
                </c:pt>
                <c:pt idx="1835">
                  <c:v>1263</c:v>
                </c:pt>
                <c:pt idx="1836">
                  <c:v>1263</c:v>
                </c:pt>
                <c:pt idx="1837">
                  <c:v>1266.3999999999999</c:v>
                </c:pt>
                <c:pt idx="1838">
                  <c:v>1244.4000000000001</c:v>
                </c:pt>
                <c:pt idx="1839">
                  <c:v>1245.4000000000001</c:v>
                </c:pt>
                <c:pt idx="1840">
                  <c:v>1249.5</c:v>
                </c:pt>
                <c:pt idx="1841">
                  <c:v>1247.3000000000002</c:v>
                </c:pt>
                <c:pt idx="1842">
                  <c:v>1250.0999999999999</c:v>
                </c:pt>
                <c:pt idx="1843">
                  <c:v>1255.2</c:v>
                </c:pt>
                <c:pt idx="1844">
                  <c:v>1251.5</c:v>
                </c:pt>
                <c:pt idx="1845">
                  <c:v>1249.6000000000001</c:v>
                </c:pt>
                <c:pt idx="1846">
                  <c:v>1269.3</c:v>
                </c:pt>
                <c:pt idx="1847">
                  <c:v>1285.5</c:v>
                </c:pt>
                <c:pt idx="1848">
                  <c:v>1272.2</c:v>
                </c:pt>
                <c:pt idx="1849">
                  <c:v>1250.9000000000001</c:v>
                </c:pt>
                <c:pt idx="1850">
                  <c:v>1269.6999999999998</c:v>
                </c:pt>
                <c:pt idx="1851">
                  <c:v>1275.7</c:v>
                </c:pt>
                <c:pt idx="1852">
                  <c:v>1281.7</c:v>
                </c:pt>
                <c:pt idx="1853">
                  <c:v>1278.5</c:v>
                </c:pt>
                <c:pt idx="1854">
                  <c:v>1269.1000000000001</c:v>
                </c:pt>
                <c:pt idx="1855">
                  <c:v>1298.1999999999998</c:v>
                </c:pt>
                <c:pt idx="1856">
                  <c:v>1300.5999999999999</c:v>
                </c:pt>
                <c:pt idx="1857">
                  <c:v>1294.5</c:v>
                </c:pt>
                <c:pt idx="1858">
                  <c:v>1304.5</c:v>
                </c:pt>
                <c:pt idx="1859">
                  <c:v>1307.4000000000001</c:v>
                </c:pt>
                <c:pt idx="1860">
                  <c:v>1317</c:v>
                </c:pt>
                <c:pt idx="1861">
                  <c:v>1317</c:v>
                </c:pt>
                <c:pt idx="1862">
                  <c:v>1333.9</c:v>
                </c:pt>
                <c:pt idx="1863">
                  <c:v>1343.1</c:v>
                </c:pt>
                <c:pt idx="1864">
                  <c:v>1325.1</c:v>
                </c:pt>
                <c:pt idx="1865">
                  <c:v>1319.3</c:v>
                </c:pt>
                <c:pt idx="1866">
                  <c:v>1308.7</c:v>
                </c:pt>
                <c:pt idx="1867">
                  <c:v>1316.9</c:v>
                </c:pt>
                <c:pt idx="1868">
                  <c:v>1329.3</c:v>
                </c:pt>
                <c:pt idx="1869">
                  <c:v>1351.3999999999999</c:v>
                </c:pt>
                <c:pt idx="1870">
                  <c:v>1333.8</c:v>
                </c:pt>
                <c:pt idx="1871">
                  <c:v>1319.4</c:v>
                </c:pt>
                <c:pt idx="1872">
                  <c:v>1321.1000000000001</c:v>
                </c:pt>
                <c:pt idx="1873">
                  <c:v>1338.1</c:v>
                </c:pt>
                <c:pt idx="1874">
                  <c:v>1351.6</c:v>
                </c:pt>
                <c:pt idx="1875">
                  <c:v>1354.7</c:v>
                </c:pt>
                <c:pt idx="1876">
                  <c:v>1370.3</c:v>
                </c:pt>
                <c:pt idx="1877">
                  <c:v>1382.7</c:v>
                </c:pt>
                <c:pt idx="1878">
                  <c:v>1414.5</c:v>
                </c:pt>
                <c:pt idx="1879">
                  <c:v>1433.7</c:v>
                </c:pt>
                <c:pt idx="1880">
                  <c:v>1437.5</c:v>
                </c:pt>
                <c:pt idx="1881">
                  <c:v>1459.8000000000002</c:v>
                </c:pt>
                <c:pt idx="1882">
                  <c:v>1435.6</c:v>
                </c:pt>
                <c:pt idx="1883">
                  <c:v>1420.7</c:v>
                </c:pt>
                <c:pt idx="1884">
                  <c:v>1406.8</c:v>
                </c:pt>
                <c:pt idx="1885">
                  <c:v>1420.8</c:v>
                </c:pt>
                <c:pt idx="1886">
                  <c:v>1419.4</c:v>
                </c:pt>
                <c:pt idx="1887">
                  <c:v>1422.1</c:v>
                </c:pt>
                <c:pt idx="1888">
                  <c:v>1408.7</c:v>
                </c:pt>
                <c:pt idx="1889">
                  <c:v>1389.5</c:v>
                </c:pt>
                <c:pt idx="1890">
                  <c:v>1386.9</c:v>
                </c:pt>
                <c:pt idx="1891">
                  <c:v>1368.1</c:v>
                </c:pt>
                <c:pt idx="1892">
                  <c:v>1369.8</c:v>
                </c:pt>
                <c:pt idx="1893">
                  <c:v>1387.4</c:v>
                </c:pt>
                <c:pt idx="1894">
                  <c:v>1396</c:v>
                </c:pt>
                <c:pt idx="1895">
                  <c:v>1396.8999999999999</c:v>
                </c:pt>
                <c:pt idx="1896">
                  <c:v>1401.3999999999999</c:v>
                </c:pt>
                <c:pt idx="1897">
                  <c:v>1407.3</c:v>
                </c:pt>
                <c:pt idx="1898">
                  <c:v>1405.8</c:v>
                </c:pt>
                <c:pt idx="1899">
                  <c:v>1407.7</c:v>
                </c:pt>
                <c:pt idx="1900">
                  <c:v>1396.7</c:v>
                </c:pt>
                <c:pt idx="1901">
                  <c:v>1398.8</c:v>
                </c:pt>
                <c:pt idx="1902">
                  <c:v>1395.3</c:v>
                </c:pt>
                <c:pt idx="1903">
                  <c:v>1402.9</c:v>
                </c:pt>
                <c:pt idx="1904">
                  <c:v>1408.9</c:v>
                </c:pt>
                <c:pt idx="1905">
                  <c:v>1416.1</c:v>
                </c:pt>
                <c:pt idx="1906">
                  <c:v>1420.1000000000001</c:v>
                </c:pt>
                <c:pt idx="1907">
                  <c:v>1409.7</c:v>
                </c:pt>
                <c:pt idx="1908">
                  <c:v>1402.3</c:v>
                </c:pt>
                <c:pt idx="1909">
                  <c:v>1411.9</c:v>
                </c:pt>
                <c:pt idx="1910">
                  <c:v>1377.6999999999998</c:v>
                </c:pt>
                <c:pt idx="1911">
                  <c:v>1376.3999999999999</c:v>
                </c:pt>
                <c:pt idx="1912">
                  <c:v>1384.8000000000002</c:v>
                </c:pt>
                <c:pt idx="1913">
                  <c:v>1384.1</c:v>
                </c:pt>
                <c:pt idx="1914">
                  <c:v>1383.1</c:v>
                </c:pt>
                <c:pt idx="1915">
                  <c:v>1384</c:v>
                </c:pt>
                <c:pt idx="1916">
                  <c:v>1386.7</c:v>
                </c:pt>
                <c:pt idx="1917">
                  <c:v>1390.1</c:v>
                </c:pt>
                <c:pt idx="1918">
                  <c:v>1388.1</c:v>
                </c:pt>
                <c:pt idx="1919">
                  <c:v>1378.8</c:v>
                </c:pt>
                <c:pt idx="1920">
                  <c:v>1370.8</c:v>
                </c:pt>
                <c:pt idx="1921">
                  <c:v>1372.6000000000001</c:v>
                </c:pt>
                <c:pt idx="1922">
                  <c:v>1368.3</c:v>
                </c:pt>
                <c:pt idx="1923">
                  <c:v>1369.4</c:v>
                </c:pt>
                <c:pt idx="1924">
                  <c:v>1368.6</c:v>
                </c:pt>
                <c:pt idx="1925">
                  <c:v>1364.3000000000002</c:v>
                </c:pt>
                <c:pt idx="1926">
                  <c:v>1362.7</c:v>
                </c:pt>
                <c:pt idx="1927">
                  <c:v>1356.8</c:v>
                </c:pt>
                <c:pt idx="1928">
                  <c:v>1361.6</c:v>
                </c:pt>
                <c:pt idx="1929">
                  <c:v>1351.2</c:v>
                </c:pt>
                <c:pt idx="1930">
                  <c:v>1353.5</c:v>
                </c:pt>
                <c:pt idx="1931">
                  <c:v>1353.5</c:v>
                </c:pt>
                <c:pt idx="1932">
                  <c:v>1334.9</c:v>
                </c:pt>
                <c:pt idx="1933">
                  <c:v>1338.8999999999999</c:v>
                </c:pt>
                <c:pt idx="1934">
                  <c:v>1340.9</c:v>
                </c:pt>
                <c:pt idx="1935">
                  <c:v>1322</c:v>
                </c:pt>
                <c:pt idx="1936">
                  <c:v>1316.3999999999999</c:v>
                </c:pt>
                <c:pt idx="1937">
                  <c:v>1317.3</c:v>
                </c:pt>
                <c:pt idx="1938">
                  <c:v>1316.8</c:v>
                </c:pt>
                <c:pt idx="1939">
                  <c:v>1318.7</c:v>
                </c:pt>
                <c:pt idx="1940">
                  <c:v>1317.1</c:v>
                </c:pt>
                <c:pt idx="1941">
                  <c:v>1310.6999999999998</c:v>
                </c:pt>
                <c:pt idx="1942">
                  <c:v>1305.8999999999999</c:v>
                </c:pt>
                <c:pt idx="1943">
                  <c:v>1293.2</c:v>
                </c:pt>
                <c:pt idx="1944">
                  <c:v>1293.9000000000001</c:v>
                </c:pt>
                <c:pt idx="1945">
                  <c:v>1292.5999999999999</c:v>
                </c:pt>
                <c:pt idx="1946">
                  <c:v>1292.5999999999999</c:v>
                </c:pt>
                <c:pt idx="1947">
                  <c:v>1292.0999999999999</c:v>
                </c:pt>
                <c:pt idx="1948">
                  <c:v>1293</c:v>
                </c:pt>
                <c:pt idx="1949">
                  <c:v>1296.4000000000001</c:v>
                </c:pt>
                <c:pt idx="1950">
                  <c:v>1292.3</c:v>
                </c:pt>
                <c:pt idx="1951">
                  <c:v>1290.0999999999999</c:v>
                </c:pt>
                <c:pt idx="1952">
                  <c:v>1285.5</c:v>
                </c:pt>
                <c:pt idx="1953">
                  <c:v>1279.3</c:v>
                </c:pt>
                <c:pt idx="1954">
                  <c:v>1272.5</c:v>
                </c:pt>
                <c:pt idx="1955">
                  <c:v>1242.8000000000002</c:v>
                </c:pt>
                <c:pt idx="1956">
                  <c:v>1237.1000000000001</c:v>
                </c:pt>
                <c:pt idx="1957">
                  <c:v>1237.1000000000001</c:v>
                </c:pt>
                <c:pt idx="1958">
                  <c:v>1235.3</c:v>
                </c:pt>
                <c:pt idx="1959">
                  <c:v>1261.5999999999999</c:v>
                </c:pt>
                <c:pt idx="1960">
                  <c:v>1286.1000000000001</c:v>
                </c:pt>
                <c:pt idx="1961">
                  <c:v>1285.3</c:v>
                </c:pt>
                <c:pt idx="1962">
                  <c:v>1264.7</c:v>
                </c:pt>
                <c:pt idx="1963">
                  <c:v>1237.4000000000001</c:v>
                </c:pt>
                <c:pt idx="1964">
                  <c:v>1221.4000000000001</c:v>
                </c:pt>
                <c:pt idx="1965">
                  <c:v>1216</c:v>
                </c:pt>
                <c:pt idx="1966">
                  <c:v>1215.9000000000001</c:v>
                </c:pt>
                <c:pt idx="1967">
                  <c:v>1215.0999999999999</c:v>
                </c:pt>
                <c:pt idx="1968">
                  <c:v>1217.7</c:v>
                </c:pt>
                <c:pt idx="1969">
                  <c:v>1225.7</c:v>
                </c:pt>
                <c:pt idx="1970">
                  <c:v>1225.9000000000001</c:v>
                </c:pt>
                <c:pt idx="1971">
                  <c:v>1224.4000000000001</c:v>
                </c:pt>
                <c:pt idx="1972">
                  <c:v>1224</c:v>
                </c:pt>
                <c:pt idx="1973">
                  <c:v>1218.3999999999999</c:v>
                </c:pt>
                <c:pt idx="1974">
                  <c:v>1208.7</c:v>
                </c:pt>
                <c:pt idx="1975">
                  <c:v>1207.4000000000001</c:v>
                </c:pt>
                <c:pt idx="1976">
                  <c:v>1183.9000000000001</c:v>
                </c:pt>
                <c:pt idx="1977">
                  <c:v>1191.0999999999999</c:v>
                </c:pt>
                <c:pt idx="1978">
                  <c:v>1210.5999999999999</c:v>
                </c:pt>
                <c:pt idx="1979">
                  <c:v>1221.3</c:v>
                </c:pt>
                <c:pt idx="1980">
                  <c:v>1212.7</c:v>
                </c:pt>
                <c:pt idx="1981">
                  <c:v>1211.7</c:v>
                </c:pt>
                <c:pt idx="1982">
                  <c:v>1207.3</c:v>
                </c:pt>
                <c:pt idx="1983">
                  <c:v>1203.5</c:v>
                </c:pt>
                <c:pt idx="1984">
                  <c:v>1199.9000000000001</c:v>
                </c:pt>
                <c:pt idx="1985">
                  <c:v>1207.4000000000001</c:v>
                </c:pt>
                <c:pt idx="1986">
                  <c:v>1224.8</c:v>
                </c:pt>
                <c:pt idx="1987">
                  <c:v>1250.2</c:v>
                </c:pt>
                <c:pt idx="1988">
                  <c:v>1252.1000000000001</c:v>
                </c:pt>
                <c:pt idx="1989">
                  <c:v>1254.4000000000001</c:v>
                </c:pt>
                <c:pt idx="1990">
                  <c:v>1259.5</c:v>
                </c:pt>
                <c:pt idx="1991">
                  <c:v>1265.3</c:v>
                </c:pt>
                <c:pt idx="1992">
                  <c:v>1264.0999999999999</c:v>
                </c:pt>
                <c:pt idx="1993">
                  <c:v>1247.3000000000002</c:v>
                </c:pt>
                <c:pt idx="1994">
                  <c:v>1240.7</c:v>
                </c:pt>
                <c:pt idx="1995">
                  <c:v>1246.7</c:v>
                </c:pt>
                <c:pt idx="1996">
                  <c:v>1245</c:v>
                </c:pt>
                <c:pt idx="1997">
                  <c:v>1237.4000000000001</c:v>
                </c:pt>
                <c:pt idx="1998">
                  <c:v>1241.7</c:v>
                </c:pt>
                <c:pt idx="1999">
                  <c:v>1254.1000000000001</c:v>
                </c:pt>
                <c:pt idx="2000">
                  <c:v>1250.3999999999999</c:v>
                </c:pt>
                <c:pt idx="2001">
                  <c:v>1250.3999999999999</c:v>
                </c:pt>
                <c:pt idx="2002">
                  <c:v>1253.4000000000001</c:v>
                </c:pt>
                <c:pt idx="2003">
                  <c:v>1261.8</c:v>
                </c:pt>
                <c:pt idx="2004">
                  <c:v>1263.2</c:v>
                </c:pt>
                <c:pt idx="2005">
                  <c:v>1251.5999999999999</c:v>
                </c:pt>
                <c:pt idx="2006">
                  <c:v>1250.3999999999999</c:v>
                </c:pt>
                <c:pt idx="2007">
                  <c:v>1250.5</c:v>
                </c:pt>
                <c:pt idx="2008">
                  <c:v>1253.7</c:v>
                </c:pt>
                <c:pt idx="2009">
                  <c:v>1244.6999999999998</c:v>
                </c:pt>
                <c:pt idx="2010">
                  <c:v>1243.5</c:v>
                </c:pt>
                <c:pt idx="2011">
                  <c:v>1249.3</c:v>
                </c:pt>
                <c:pt idx="2012">
                  <c:v>1253.7</c:v>
                </c:pt>
                <c:pt idx="2013">
                  <c:v>1249.2</c:v>
                </c:pt>
                <c:pt idx="2014">
                  <c:v>1267.3</c:v>
                </c:pt>
                <c:pt idx="2015">
                  <c:v>1270.7</c:v>
                </c:pt>
                <c:pt idx="2016">
                  <c:v>1275.3</c:v>
                </c:pt>
                <c:pt idx="2017">
                  <c:v>1279.5</c:v>
                </c:pt>
                <c:pt idx="2018">
                  <c:v>1289.4000000000001</c:v>
                </c:pt>
                <c:pt idx="2019">
                  <c:v>1308.7</c:v>
                </c:pt>
                <c:pt idx="2020">
                  <c:v>1292.5999999999999</c:v>
                </c:pt>
                <c:pt idx="2021">
                  <c:v>1308.3</c:v>
                </c:pt>
                <c:pt idx="2022">
                  <c:v>1339.1</c:v>
                </c:pt>
                <c:pt idx="2023">
                  <c:v>1355.3000000000002</c:v>
                </c:pt>
                <c:pt idx="2024">
                  <c:v>1349.5</c:v>
                </c:pt>
                <c:pt idx="2025">
                  <c:v>1358.6000000000001</c:v>
                </c:pt>
                <c:pt idx="2026">
                  <c:v>1358.6000000000001</c:v>
                </c:pt>
                <c:pt idx="2027">
                  <c:v>1339.8</c:v>
                </c:pt>
                <c:pt idx="2028">
                  <c:v>1327.3999999999999</c:v>
                </c:pt>
                <c:pt idx="2029">
                  <c:v>1335.9</c:v>
                </c:pt>
                <c:pt idx="2030">
                  <c:v>1340.5</c:v>
                </c:pt>
                <c:pt idx="2031">
                  <c:v>1337.3</c:v>
                </c:pt>
                <c:pt idx="2032">
                  <c:v>1346.2</c:v>
                </c:pt>
                <c:pt idx="2033">
                  <c:v>1361</c:v>
                </c:pt>
                <c:pt idx="2034">
                  <c:v>1377.8</c:v>
                </c:pt>
                <c:pt idx="2035">
                  <c:v>1375.2</c:v>
                </c:pt>
                <c:pt idx="2036">
                  <c:v>1376.2</c:v>
                </c:pt>
                <c:pt idx="2037">
                  <c:v>1339.7</c:v>
                </c:pt>
                <c:pt idx="2038">
                  <c:v>1334.3</c:v>
                </c:pt>
                <c:pt idx="2039">
                  <c:v>1338.5</c:v>
                </c:pt>
                <c:pt idx="2040">
                  <c:v>1328.2</c:v>
                </c:pt>
                <c:pt idx="2041">
                  <c:v>1318.7</c:v>
                </c:pt>
                <c:pt idx="2042">
                  <c:v>1304.8</c:v>
                </c:pt>
                <c:pt idx="2043">
                  <c:v>1294.2</c:v>
                </c:pt>
                <c:pt idx="2044">
                  <c:v>1266.0999999999999</c:v>
                </c:pt>
                <c:pt idx="2045">
                  <c:v>1248.0999999999999</c:v>
                </c:pt>
                <c:pt idx="2046">
                  <c:v>1250.7</c:v>
                </c:pt>
                <c:pt idx="2047">
                  <c:v>1256.5</c:v>
                </c:pt>
                <c:pt idx="2048">
                  <c:v>1253.5</c:v>
                </c:pt>
                <c:pt idx="2049">
                  <c:v>1262.3</c:v>
                </c:pt>
                <c:pt idx="2050">
                  <c:v>1275.9000000000001</c:v>
                </c:pt>
                <c:pt idx="2051">
                  <c:v>1283</c:v>
                </c:pt>
                <c:pt idx="2052">
                  <c:v>1263.8999999999999</c:v>
                </c:pt>
                <c:pt idx="2053">
                  <c:v>1260</c:v>
                </c:pt>
                <c:pt idx="2054">
                  <c:v>1252.5999999999999</c:v>
                </c:pt>
                <c:pt idx="2055">
                  <c:v>1244.6999999999998</c:v>
                </c:pt>
                <c:pt idx="2056">
                  <c:v>1250.8</c:v>
                </c:pt>
                <c:pt idx="2057">
                  <c:v>1235</c:v>
                </c:pt>
                <c:pt idx="2058">
                  <c:v>1229.8999999999999</c:v>
                </c:pt>
                <c:pt idx="2059">
                  <c:v>1229.8999999999999</c:v>
                </c:pt>
                <c:pt idx="2060">
                  <c:v>1232.3</c:v>
                </c:pt>
                <c:pt idx="2061">
                  <c:v>1231.7</c:v>
                </c:pt>
                <c:pt idx="2062">
                  <c:v>1232.0999999999999</c:v>
                </c:pt>
                <c:pt idx="2063">
                  <c:v>1199.8</c:v>
                </c:pt>
                <c:pt idx="2064">
                  <c:v>1185.5999999999999</c:v>
                </c:pt>
                <c:pt idx="2065">
                  <c:v>1185.5999999999999</c:v>
                </c:pt>
                <c:pt idx="2066">
                  <c:v>1181.8</c:v>
                </c:pt>
                <c:pt idx="2067">
                  <c:v>1179.3</c:v>
                </c:pt>
                <c:pt idx="2068">
                  <c:v>1171.1000000000001</c:v>
                </c:pt>
                <c:pt idx="2069">
                  <c:v>1172.3000000000002</c:v>
                </c:pt>
                <c:pt idx="2070">
                  <c:v>1173.5</c:v>
                </c:pt>
                <c:pt idx="2071">
                  <c:v>1177.5</c:v>
                </c:pt>
                <c:pt idx="2072">
                  <c:v>1175</c:v>
                </c:pt>
                <c:pt idx="2073">
                  <c:v>1168.3999999999999</c:v>
                </c:pt>
                <c:pt idx="2074">
                  <c:v>1128.5</c:v>
                </c:pt>
                <c:pt idx="2075">
                  <c:v>1120.3</c:v>
                </c:pt>
                <c:pt idx="2076">
                  <c:v>1117.9000000000001</c:v>
                </c:pt>
                <c:pt idx="2077">
                  <c:v>1113.7</c:v>
                </c:pt>
                <c:pt idx="2078">
                  <c:v>1110.2</c:v>
                </c:pt>
                <c:pt idx="2079">
                  <c:v>1111</c:v>
                </c:pt>
                <c:pt idx="2080">
                  <c:v>1110.2</c:v>
                </c:pt>
                <c:pt idx="2081">
                  <c:v>1110.2</c:v>
                </c:pt>
                <c:pt idx="2082">
                  <c:v>1111.3</c:v>
                </c:pt>
                <c:pt idx="2083">
                  <c:v>1109.5</c:v>
                </c:pt>
                <c:pt idx="2084">
                  <c:v>1109.7</c:v>
                </c:pt>
                <c:pt idx="2085">
                  <c:v>1107.8</c:v>
                </c:pt>
                <c:pt idx="2086">
                  <c:v>1107.8</c:v>
                </c:pt>
                <c:pt idx="2087">
                  <c:v>1119.1000000000001</c:v>
                </c:pt>
                <c:pt idx="2088">
                  <c:v>1145.1000000000001</c:v>
                </c:pt>
                <c:pt idx="2089">
                  <c:v>1156</c:v>
                </c:pt>
                <c:pt idx="2090">
                  <c:v>1163.2</c:v>
                </c:pt>
                <c:pt idx="2091">
                  <c:v>1168</c:v>
                </c:pt>
                <c:pt idx="2092">
                  <c:v>1167.5</c:v>
                </c:pt>
                <c:pt idx="2093">
                  <c:v>1153.5999999999999</c:v>
                </c:pt>
                <c:pt idx="2094">
                  <c:v>1141</c:v>
                </c:pt>
                <c:pt idx="2095">
                  <c:v>1129.8</c:v>
                </c:pt>
                <c:pt idx="2096">
                  <c:v>1129.8</c:v>
                </c:pt>
                <c:pt idx="2097">
                  <c:v>1131.7</c:v>
                </c:pt>
                <c:pt idx="2098">
                  <c:v>1143</c:v>
                </c:pt>
                <c:pt idx="2099">
                  <c:v>1141.0999999999999</c:v>
                </c:pt>
                <c:pt idx="2100">
                  <c:v>1138.3</c:v>
                </c:pt>
                <c:pt idx="2101">
                  <c:v>1136.7</c:v>
                </c:pt>
                <c:pt idx="2102">
                  <c:v>1150.2</c:v>
                </c:pt>
                <c:pt idx="2103">
                  <c:v>1149.2</c:v>
                </c:pt>
                <c:pt idx="2104">
                  <c:v>1154.8999999999999</c:v>
                </c:pt>
                <c:pt idx="2105">
                  <c:v>1145.8</c:v>
                </c:pt>
                <c:pt idx="2106">
                  <c:v>1137.5999999999999</c:v>
                </c:pt>
                <c:pt idx="2107">
                  <c:v>1131.8</c:v>
                </c:pt>
                <c:pt idx="2108">
                  <c:v>1124.4000000000001</c:v>
                </c:pt>
                <c:pt idx="2109">
                  <c:v>1118.7</c:v>
                </c:pt>
                <c:pt idx="2110">
                  <c:v>1118.5</c:v>
                </c:pt>
                <c:pt idx="2111">
                  <c:v>1132.3</c:v>
                </c:pt>
                <c:pt idx="2112">
                  <c:v>1125.9000000000001</c:v>
                </c:pt>
                <c:pt idx="2113">
                  <c:v>1121.4000000000001</c:v>
                </c:pt>
                <c:pt idx="2114">
                  <c:v>1123.4000000000001</c:v>
                </c:pt>
                <c:pt idx="2115">
                  <c:v>1126.3</c:v>
                </c:pt>
                <c:pt idx="2116">
                  <c:v>1124.9000000000001</c:v>
                </c:pt>
                <c:pt idx="2117">
                  <c:v>1137.8999999999999</c:v>
                </c:pt>
                <c:pt idx="2118">
                  <c:v>1139.8</c:v>
                </c:pt>
                <c:pt idx="2119">
                  <c:v>1129.7</c:v>
                </c:pt>
                <c:pt idx="2120">
                  <c:v>1130.5</c:v>
                </c:pt>
                <c:pt idx="2121">
                  <c:v>1130.5</c:v>
                </c:pt>
                <c:pt idx="2122">
                  <c:v>1134.3999999999999</c:v>
                </c:pt>
                <c:pt idx="2123">
                  <c:v>1131.3</c:v>
                </c:pt>
                <c:pt idx="2124">
                  <c:v>1126.0999999999999</c:v>
                </c:pt>
                <c:pt idx="2125">
                  <c:v>1117.3999999999999</c:v>
                </c:pt>
                <c:pt idx="2126">
                  <c:v>1109.9000000000001</c:v>
                </c:pt>
                <c:pt idx="2127">
                  <c:v>1118.5999999999999</c:v>
                </c:pt>
                <c:pt idx="2128">
                  <c:v>1117</c:v>
                </c:pt>
                <c:pt idx="2129">
                  <c:v>1111.7</c:v>
                </c:pt>
                <c:pt idx="2130">
                  <c:v>1102.3999999999999</c:v>
                </c:pt>
                <c:pt idx="2131">
                  <c:v>1096.5999999999999</c:v>
                </c:pt>
                <c:pt idx="2132">
                  <c:v>1090.8</c:v>
                </c:pt>
                <c:pt idx="2133">
                  <c:v>1085.2</c:v>
                </c:pt>
                <c:pt idx="2134">
                  <c:v>1080.8</c:v>
                </c:pt>
                <c:pt idx="2135">
                  <c:v>1072.3000000000002</c:v>
                </c:pt>
                <c:pt idx="2136">
                  <c:v>1077.2</c:v>
                </c:pt>
                <c:pt idx="2137">
                  <c:v>1080.2</c:v>
                </c:pt>
                <c:pt idx="2138">
                  <c:v>1077.3999999999999</c:v>
                </c:pt>
                <c:pt idx="2139">
                  <c:v>1080</c:v>
                </c:pt>
                <c:pt idx="2140">
                  <c:v>1083</c:v>
                </c:pt>
                <c:pt idx="2141">
                  <c:v>1090.9000000000001</c:v>
                </c:pt>
                <c:pt idx="2142">
                  <c:v>1083.2</c:v>
                </c:pt>
                <c:pt idx="2143">
                  <c:v>1071.8999999999999</c:v>
                </c:pt>
                <c:pt idx="2144">
                  <c:v>1046.8</c:v>
                </c:pt>
                <c:pt idx="2145">
                  <c:v>1044.8</c:v>
                </c:pt>
                <c:pt idx="2146">
                  <c:v>1046.5999999999999</c:v>
                </c:pt>
                <c:pt idx="2147">
                  <c:v>1039.8</c:v>
                </c:pt>
                <c:pt idx="2148">
                  <c:v>1036.9000000000001</c:v>
                </c:pt>
                <c:pt idx="2149">
                  <c:v>1036</c:v>
                </c:pt>
                <c:pt idx="2150">
                  <c:v>1036</c:v>
                </c:pt>
                <c:pt idx="2151">
                  <c:v>1039.8</c:v>
                </c:pt>
                <c:pt idx="2152">
                  <c:v>1051.8000000000002</c:v>
                </c:pt>
                <c:pt idx="2153">
                  <c:v>1050.3</c:v>
                </c:pt>
                <c:pt idx="2154">
                  <c:v>1037.8999999999999</c:v>
                </c:pt>
                <c:pt idx="2155">
                  <c:v>1042.3</c:v>
                </c:pt>
                <c:pt idx="2156">
                  <c:v>1043</c:v>
                </c:pt>
                <c:pt idx="2157">
                  <c:v>1032.0999999999999</c:v>
                </c:pt>
                <c:pt idx="2158">
                  <c:v>1040.4000000000001</c:v>
                </c:pt>
                <c:pt idx="2159">
                  <c:v>1061.1000000000001</c:v>
                </c:pt>
                <c:pt idx="2160">
                  <c:v>1064.5</c:v>
                </c:pt>
                <c:pt idx="2161">
                  <c:v>1087</c:v>
                </c:pt>
                <c:pt idx="2162">
                  <c:v>1111.1000000000001</c:v>
                </c:pt>
                <c:pt idx="2163">
                  <c:v>1094</c:v>
                </c:pt>
                <c:pt idx="2164">
                  <c:v>1087.7</c:v>
                </c:pt>
                <c:pt idx="2165">
                  <c:v>1085.2</c:v>
                </c:pt>
                <c:pt idx="2166">
                  <c:v>1080.2</c:v>
                </c:pt>
                <c:pt idx="2167">
                  <c:v>1076.9000000000001</c:v>
                </c:pt>
                <c:pt idx="2168">
                  <c:v>1084.5</c:v>
                </c:pt>
                <c:pt idx="2169">
                  <c:v>1097</c:v>
                </c:pt>
                <c:pt idx="2170">
                  <c:v>1092.5</c:v>
                </c:pt>
                <c:pt idx="2171">
                  <c:v>1081.5</c:v>
                </c:pt>
                <c:pt idx="2172">
                  <c:v>1094.6999999999998</c:v>
                </c:pt>
                <c:pt idx="2173">
                  <c:v>1101.5999999999999</c:v>
                </c:pt>
                <c:pt idx="2174">
                  <c:v>1093.9000000000001</c:v>
                </c:pt>
                <c:pt idx="2175">
                  <c:v>1079.8</c:v>
                </c:pt>
                <c:pt idx="2176">
                  <c:v>1077.3</c:v>
                </c:pt>
                <c:pt idx="2177">
                  <c:v>1070.5</c:v>
                </c:pt>
                <c:pt idx="2178">
                  <c:v>1068</c:v>
                </c:pt>
                <c:pt idx="2179">
                  <c:v>1062.8999999999999</c:v>
                </c:pt>
                <c:pt idx="2180">
                  <c:v>1064.7</c:v>
                </c:pt>
                <c:pt idx="2181">
                  <c:v>1063.7</c:v>
                </c:pt>
                <c:pt idx="2182">
                  <c:v>1065.7</c:v>
                </c:pt>
                <c:pt idx="2183">
                  <c:v>1051.0999999999999</c:v>
                </c:pt>
                <c:pt idx="2184">
                  <c:v>1045.5</c:v>
                </c:pt>
                <c:pt idx="2185">
                  <c:v>1052.3</c:v>
                </c:pt>
                <c:pt idx="2186">
                  <c:v>1052.5</c:v>
                </c:pt>
                <c:pt idx="2187">
                  <c:v>1054.1000000000001</c:v>
                </c:pt>
                <c:pt idx="2188">
                  <c:v>1060.3</c:v>
                </c:pt>
                <c:pt idx="2189">
                  <c:v>1069.4000000000001</c:v>
                </c:pt>
                <c:pt idx="2190">
                  <c:v>1069.6999999999998</c:v>
                </c:pt>
                <c:pt idx="2191">
                  <c:v>1069.6999999999998</c:v>
                </c:pt>
                <c:pt idx="2192">
                  <c:v>1070.2</c:v>
                </c:pt>
                <c:pt idx="2193">
                  <c:v>1077.6999999999998</c:v>
                </c:pt>
                <c:pt idx="2194">
                  <c:v>1074.9000000000001</c:v>
                </c:pt>
                <c:pt idx="2195">
                  <c:v>1070.2</c:v>
                </c:pt>
                <c:pt idx="2196">
                  <c:v>1060.8</c:v>
                </c:pt>
                <c:pt idx="2197">
                  <c:v>1063.5999999999999</c:v>
                </c:pt>
                <c:pt idx="2198">
                  <c:v>1063.0999999999999</c:v>
                </c:pt>
                <c:pt idx="2199">
                  <c:v>1062.5999999999999</c:v>
                </c:pt>
                <c:pt idx="2200">
                  <c:v>1067.5</c:v>
                </c:pt>
                <c:pt idx="2201">
                  <c:v>1077.1000000000001</c:v>
                </c:pt>
                <c:pt idx="2202">
                  <c:v>1075.3999999999999</c:v>
                </c:pt>
                <c:pt idx="2203">
                  <c:v>1064.0999999999999</c:v>
                </c:pt>
                <c:pt idx="2204">
                  <c:v>1062.2</c:v>
                </c:pt>
                <c:pt idx="2205">
                  <c:v>1070.5</c:v>
                </c:pt>
                <c:pt idx="2206">
                  <c:v>1080.2</c:v>
                </c:pt>
                <c:pt idx="2207">
                  <c:v>1076</c:v>
                </c:pt>
                <c:pt idx="2208">
                  <c:v>1076</c:v>
                </c:pt>
                <c:pt idx="2209">
                  <c:v>1081.0999999999999</c:v>
                </c:pt>
                <c:pt idx="2210">
                  <c:v>1082.1999999999998</c:v>
                </c:pt>
                <c:pt idx="2211">
                  <c:v>1083.5</c:v>
                </c:pt>
                <c:pt idx="2212">
                  <c:v>1082.5</c:v>
                </c:pt>
                <c:pt idx="2213">
                  <c:v>1083.3999999999999</c:v>
                </c:pt>
                <c:pt idx="2214">
                  <c:v>1085.3</c:v>
                </c:pt>
                <c:pt idx="2215">
                  <c:v>1067</c:v>
                </c:pt>
                <c:pt idx="2216">
                  <c:v>1077.5999999999999</c:v>
                </c:pt>
                <c:pt idx="2217">
                  <c:v>1075.5999999999999</c:v>
                </c:pt>
                <c:pt idx="2218">
                  <c:v>1063.7</c:v>
                </c:pt>
                <c:pt idx="2219">
                  <c:v>1063.7</c:v>
                </c:pt>
                <c:pt idx="2220">
                  <c:v>1051.5999999999999</c:v>
                </c:pt>
                <c:pt idx="2221">
                  <c:v>1044.1000000000001</c:v>
                </c:pt>
                <c:pt idx="2222">
                  <c:v>1050.3999999999999</c:v>
                </c:pt>
                <c:pt idx="2223">
                  <c:v>1044.6999999999998</c:v>
                </c:pt>
                <c:pt idx="2224">
                  <c:v>1031.9000000000001</c:v>
                </c:pt>
                <c:pt idx="2225">
                  <c:v>1034.5</c:v>
                </c:pt>
                <c:pt idx="2226">
                  <c:v>1035.5999999999999</c:v>
                </c:pt>
                <c:pt idx="2227">
                  <c:v>1035</c:v>
                </c:pt>
                <c:pt idx="2228">
                  <c:v>1040</c:v>
                </c:pt>
                <c:pt idx="2229">
                  <c:v>1041.3</c:v>
                </c:pt>
                <c:pt idx="2230">
                  <c:v>1046.4000000000001</c:v>
                </c:pt>
                <c:pt idx="2231">
                  <c:v>1047.4000000000001</c:v>
                </c:pt>
                <c:pt idx="2232">
                  <c:v>1044.5999999999999</c:v>
                </c:pt>
                <c:pt idx="2233">
                  <c:v>1052.2</c:v>
                </c:pt>
                <c:pt idx="2234">
                  <c:v>1060.5999999999999</c:v>
                </c:pt>
                <c:pt idx="2235">
                  <c:v>1058.5</c:v>
                </c:pt>
                <c:pt idx="2236">
                  <c:v>1055.3000000000002</c:v>
                </c:pt>
                <c:pt idx="2237">
                  <c:v>1057</c:v>
                </c:pt>
                <c:pt idx="2238">
                  <c:v>1056.7</c:v>
                </c:pt>
                <c:pt idx="2239">
                  <c:v>1056.9000000000001</c:v>
                </c:pt>
                <c:pt idx="2240">
                  <c:v>1066.9000000000001</c:v>
                </c:pt>
                <c:pt idx="2241">
                  <c:v>1095</c:v>
                </c:pt>
                <c:pt idx="2242">
                  <c:v>1094.5999999999999</c:v>
                </c:pt>
                <c:pt idx="2243">
                  <c:v>1082.9000000000001</c:v>
                </c:pt>
                <c:pt idx="2244">
                  <c:v>1078.5</c:v>
                </c:pt>
                <c:pt idx="2245">
                  <c:v>1068.3999999999999</c:v>
                </c:pt>
                <c:pt idx="2246">
                  <c:v>1062.3</c:v>
                </c:pt>
                <c:pt idx="2247">
                  <c:v>1060.8</c:v>
                </c:pt>
                <c:pt idx="2248">
                  <c:v>1052.3</c:v>
                </c:pt>
                <c:pt idx="2249">
                  <c:v>1050.9000000000001</c:v>
                </c:pt>
                <c:pt idx="2250">
                  <c:v>1047</c:v>
                </c:pt>
                <c:pt idx="2251">
                  <c:v>1043.0999999999999</c:v>
                </c:pt>
                <c:pt idx="2252">
                  <c:v>1037</c:v>
                </c:pt>
                <c:pt idx="2253">
                  <c:v>1036.9000000000001</c:v>
                </c:pt>
                <c:pt idx="2254">
                  <c:v>1040.6000000000001</c:v>
                </c:pt>
                <c:pt idx="2255">
                  <c:v>1034.8000000000002</c:v>
                </c:pt>
                <c:pt idx="2256">
                  <c:v>1035.8</c:v>
                </c:pt>
                <c:pt idx="2257">
                  <c:v>1037</c:v>
                </c:pt>
                <c:pt idx="2258">
                  <c:v>1032.4000000000001</c:v>
                </c:pt>
                <c:pt idx="2259">
                  <c:v>1034.2</c:v>
                </c:pt>
                <c:pt idx="2260">
                  <c:v>1024.6000000000001</c:v>
                </c:pt>
                <c:pt idx="2261">
                  <c:v>1024.6000000000001</c:v>
                </c:pt>
                <c:pt idx="2262">
                  <c:v>1032</c:v>
                </c:pt>
                <c:pt idx="2263">
                  <c:v>1034.3</c:v>
                </c:pt>
                <c:pt idx="2264">
                  <c:v>1031.7</c:v>
                </c:pt>
                <c:pt idx="2265">
                  <c:v>1037.3</c:v>
                </c:pt>
                <c:pt idx="2266">
                  <c:v>1041.2</c:v>
                </c:pt>
                <c:pt idx="2267">
                  <c:v>1041.8</c:v>
                </c:pt>
                <c:pt idx="2268">
                  <c:v>1045.8999999999999</c:v>
                </c:pt>
                <c:pt idx="2269">
                  <c:v>1037</c:v>
                </c:pt>
                <c:pt idx="2270">
                  <c:v>1026.3999999999999</c:v>
                </c:pt>
                <c:pt idx="2271">
                  <c:v>1018.3</c:v>
                </c:pt>
                <c:pt idx="2272">
                  <c:v>1010</c:v>
                </c:pt>
                <c:pt idx="2273">
                  <c:v>1008</c:v>
                </c:pt>
                <c:pt idx="2274">
                  <c:v>996.8</c:v>
                </c:pt>
                <c:pt idx="2275">
                  <c:v>1001.5</c:v>
                </c:pt>
                <c:pt idx="2276">
                  <c:v>1009.3</c:v>
                </c:pt>
                <c:pt idx="2277">
                  <c:v>1006.5</c:v>
                </c:pt>
                <c:pt idx="2278">
                  <c:v>994.99999999999989</c:v>
                </c:pt>
                <c:pt idx="2279">
                  <c:v>988.7</c:v>
                </c:pt>
                <c:pt idx="2280">
                  <c:v>985.69999999999993</c:v>
                </c:pt>
                <c:pt idx="2281">
                  <c:v>984.50000000000011</c:v>
                </c:pt>
                <c:pt idx="2282">
                  <c:v>979.8</c:v>
                </c:pt>
                <c:pt idx="2283">
                  <c:v>985.6</c:v>
                </c:pt>
                <c:pt idx="2284">
                  <c:v>989</c:v>
                </c:pt>
                <c:pt idx="2285">
                  <c:v>984.69999999999993</c:v>
                </c:pt>
                <c:pt idx="2286">
                  <c:v>984.09999999999991</c:v>
                </c:pt>
                <c:pt idx="2287">
                  <c:v>986.9</c:v>
                </c:pt>
                <c:pt idx="2288">
                  <c:v>986.40000000000009</c:v>
                </c:pt>
                <c:pt idx="2289">
                  <c:v>990.49999999999989</c:v>
                </c:pt>
                <c:pt idx="2290">
                  <c:v>986.5</c:v>
                </c:pt>
                <c:pt idx="2291">
                  <c:v>986.5</c:v>
                </c:pt>
                <c:pt idx="2292">
                  <c:v>979.59999999999991</c:v>
                </c:pt>
                <c:pt idx="2293">
                  <c:v>977.5</c:v>
                </c:pt>
                <c:pt idx="2294">
                  <c:v>893.9</c:v>
                </c:pt>
                <c:pt idx="2295">
                  <c:v>893.09999999999991</c:v>
                </c:pt>
                <c:pt idx="2296">
                  <c:v>901</c:v>
                </c:pt>
                <c:pt idx="2297">
                  <c:v>911.59999999999991</c:v>
                </c:pt>
                <c:pt idx="2298">
                  <c:v>918.80000000000007</c:v>
                </c:pt>
                <c:pt idx="2299">
                  <c:v>915.8</c:v>
                </c:pt>
                <c:pt idx="2300">
                  <c:v>906.8</c:v>
                </c:pt>
                <c:pt idx="2301">
                  <c:v>908.90000000000009</c:v>
                </c:pt>
                <c:pt idx="2302">
                  <c:v>907.4</c:v>
                </c:pt>
                <c:pt idx="2303">
                  <c:v>900</c:v>
                </c:pt>
                <c:pt idx="2304">
                  <c:v>903.9</c:v>
                </c:pt>
                <c:pt idx="2305">
                  <c:v>912.8</c:v>
                </c:pt>
                <c:pt idx="2306">
                  <c:v>913.9</c:v>
                </c:pt>
                <c:pt idx="2307">
                  <c:v>918.4</c:v>
                </c:pt>
                <c:pt idx="2308">
                  <c:v>918.4</c:v>
                </c:pt>
                <c:pt idx="2309">
                  <c:v>896.59999999999991</c:v>
                </c:pt>
                <c:pt idx="2310">
                  <c:v>887.5</c:v>
                </c:pt>
                <c:pt idx="2311">
                  <c:v>887.5</c:v>
                </c:pt>
                <c:pt idx="2312">
                  <c:v>898.4</c:v>
                </c:pt>
                <c:pt idx="2313">
                  <c:v>900.8</c:v>
                </c:pt>
                <c:pt idx="2314">
                  <c:v>903.2</c:v>
                </c:pt>
                <c:pt idx="2315">
                  <c:v>912.5</c:v>
                </c:pt>
                <c:pt idx="2316">
                  <c:v>916.8</c:v>
                </c:pt>
                <c:pt idx="2317">
                  <c:v>910.6</c:v>
                </c:pt>
                <c:pt idx="2318">
                  <c:v>908</c:v>
                </c:pt>
                <c:pt idx="2319">
                  <c:v>906.19999999999993</c:v>
                </c:pt>
                <c:pt idx="2320">
                  <c:v>905.7</c:v>
                </c:pt>
                <c:pt idx="2321">
                  <c:v>897.00000000000011</c:v>
                </c:pt>
                <c:pt idx="2322">
                  <c:v>902</c:v>
                </c:pt>
                <c:pt idx="2323">
                  <c:v>895.2</c:v>
                </c:pt>
                <c:pt idx="2324">
                  <c:v>895.2</c:v>
                </c:pt>
                <c:pt idx="2325">
                  <c:v>888.19999999999993</c:v>
                </c:pt>
                <c:pt idx="2326">
                  <c:v>888.40000000000009</c:v>
                </c:pt>
                <c:pt idx="2327">
                  <c:v>885.3</c:v>
                </c:pt>
                <c:pt idx="2328">
                  <c:v>881.19999999999993</c:v>
                </c:pt>
                <c:pt idx="2329">
                  <c:v>875.69999999999993</c:v>
                </c:pt>
                <c:pt idx="2330">
                  <c:v>870.80000000000007</c:v>
                </c:pt>
                <c:pt idx="2331">
                  <c:v>869.9</c:v>
                </c:pt>
                <c:pt idx="2332">
                  <c:v>873.7</c:v>
                </c:pt>
                <c:pt idx="2333">
                  <c:v>875</c:v>
                </c:pt>
                <c:pt idx="2334">
                  <c:v>880.00000000000011</c:v>
                </c:pt>
                <c:pt idx="2335">
                  <c:v>887.7</c:v>
                </c:pt>
                <c:pt idx="2336">
                  <c:v>889</c:v>
                </c:pt>
                <c:pt idx="2337">
                  <c:v>894.9</c:v>
                </c:pt>
                <c:pt idx="2338">
                  <c:v>896.59999999999991</c:v>
                </c:pt>
                <c:pt idx="2339">
                  <c:v>914</c:v>
                </c:pt>
                <c:pt idx="2340">
                  <c:v>913.7</c:v>
                </c:pt>
                <c:pt idx="2341">
                  <c:v>916.90000000000009</c:v>
                </c:pt>
                <c:pt idx="2342">
                  <c:v>917.2</c:v>
                </c:pt>
                <c:pt idx="2343">
                  <c:v>917.2</c:v>
                </c:pt>
                <c:pt idx="2344">
                  <c:v>918.3</c:v>
                </c:pt>
                <c:pt idx="2345">
                  <c:v>918.4</c:v>
                </c:pt>
                <c:pt idx="2346">
                  <c:v>921.1</c:v>
                </c:pt>
                <c:pt idx="2347">
                  <c:v>855.9</c:v>
                </c:pt>
                <c:pt idx="2348">
                  <c:v>855.9</c:v>
                </c:pt>
                <c:pt idx="2349">
                  <c:v>852.80000000000007</c:v>
                </c:pt>
                <c:pt idx="2350">
                  <c:v>847.8</c:v>
                </c:pt>
                <c:pt idx="2351">
                  <c:v>845.59999999999991</c:v>
                </c:pt>
                <c:pt idx="2352">
                  <c:v>848.8</c:v>
                </c:pt>
                <c:pt idx="2353">
                  <c:v>856.90000000000009</c:v>
                </c:pt>
                <c:pt idx="2354">
                  <c:v>852.10000000000014</c:v>
                </c:pt>
                <c:pt idx="2355">
                  <c:v>860.10000000000014</c:v>
                </c:pt>
                <c:pt idx="2356">
                  <c:v>867.80000000000007</c:v>
                </c:pt>
                <c:pt idx="2357">
                  <c:v>865.19999999999993</c:v>
                </c:pt>
                <c:pt idx="2358">
                  <c:v>849.4</c:v>
                </c:pt>
                <c:pt idx="2359">
                  <c:v>847.30000000000007</c:v>
                </c:pt>
                <c:pt idx="2360">
                  <c:v>847.7</c:v>
                </c:pt>
                <c:pt idx="2361">
                  <c:v>847.7</c:v>
                </c:pt>
                <c:pt idx="2362">
                  <c:v>842</c:v>
                </c:pt>
                <c:pt idx="2363">
                  <c:v>840.49999999999989</c:v>
                </c:pt>
                <c:pt idx="2364">
                  <c:v>844.99999999999989</c:v>
                </c:pt>
                <c:pt idx="2365">
                  <c:v>840.4</c:v>
                </c:pt>
                <c:pt idx="2366">
                  <c:v>845.3</c:v>
                </c:pt>
                <c:pt idx="2367">
                  <c:v>843.69999999999993</c:v>
                </c:pt>
                <c:pt idx="2368">
                  <c:v>840.4</c:v>
                </c:pt>
                <c:pt idx="2369">
                  <c:v>835.10000000000014</c:v>
                </c:pt>
                <c:pt idx="2370">
                  <c:v>836.80000000000007</c:v>
                </c:pt>
                <c:pt idx="2371">
                  <c:v>842.6</c:v>
                </c:pt>
                <c:pt idx="2372">
                  <c:v>837.2</c:v>
                </c:pt>
                <c:pt idx="2373">
                  <c:v>830.19999999999993</c:v>
                </c:pt>
                <c:pt idx="2374">
                  <c:v>828.1</c:v>
                </c:pt>
                <c:pt idx="2375">
                  <c:v>832.19999999999993</c:v>
                </c:pt>
                <c:pt idx="2376">
                  <c:v>829.5</c:v>
                </c:pt>
                <c:pt idx="2377">
                  <c:v>831.6</c:v>
                </c:pt>
                <c:pt idx="2378">
                  <c:v>835.9</c:v>
                </c:pt>
                <c:pt idx="2379">
                  <c:v>829.59999999999991</c:v>
                </c:pt>
                <c:pt idx="2380">
                  <c:v>822.30000000000007</c:v>
                </c:pt>
                <c:pt idx="2381">
                  <c:v>822.30000000000007</c:v>
                </c:pt>
                <c:pt idx="2382">
                  <c:v>824.4</c:v>
                </c:pt>
                <c:pt idx="2383">
                  <c:v>826.69999999999993</c:v>
                </c:pt>
                <c:pt idx="2384">
                  <c:v>825.90000000000009</c:v>
                </c:pt>
                <c:pt idx="2385">
                  <c:v>822.7</c:v>
                </c:pt>
                <c:pt idx="2386">
                  <c:v>825.2</c:v>
                </c:pt>
                <c:pt idx="2387">
                  <c:v>823.8</c:v>
                </c:pt>
                <c:pt idx="2388">
                  <c:v>818.80000000000007</c:v>
                </c:pt>
                <c:pt idx="2389">
                  <c:v>820.59999999999991</c:v>
                </c:pt>
                <c:pt idx="2390">
                  <c:v>822.5</c:v>
                </c:pt>
                <c:pt idx="2391">
                  <c:v>821.00000000000011</c:v>
                </c:pt>
                <c:pt idx="2392">
                  <c:v>827.80000000000007</c:v>
                </c:pt>
                <c:pt idx="2393">
                  <c:v>828.1</c:v>
                </c:pt>
                <c:pt idx="2394">
                  <c:v>839.4</c:v>
                </c:pt>
                <c:pt idx="2395">
                  <c:v>838.59999999999991</c:v>
                </c:pt>
                <c:pt idx="2396">
                  <c:v>840.30000000000007</c:v>
                </c:pt>
                <c:pt idx="2397">
                  <c:v>843.5</c:v>
                </c:pt>
                <c:pt idx="2398">
                  <c:v>839.89999999999986</c:v>
                </c:pt>
                <c:pt idx="2399">
                  <c:v>842.80000000000007</c:v>
                </c:pt>
                <c:pt idx="2400">
                  <c:v>843</c:v>
                </c:pt>
                <c:pt idx="2401">
                  <c:v>844.1</c:v>
                </c:pt>
                <c:pt idx="2402">
                  <c:v>841.69999999999993</c:v>
                </c:pt>
                <c:pt idx="2403">
                  <c:v>839.5</c:v>
                </c:pt>
                <c:pt idx="2404">
                  <c:v>832.19999999999993</c:v>
                </c:pt>
                <c:pt idx="2405">
                  <c:v>840.30000000000007</c:v>
                </c:pt>
                <c:pt idx="2406">
                  <c:v>838.59999999999991</c:v>
                </c:pt>
                <c:pt idx="2407">
                  <c:v>839</c:v>
                </c:pt>
                <c:pt idx="2408">
                  <c:v>843</c:v>
                </c:pt>
                <c:pt idx="2409">
                  <c:v>851</c:v>
                </c:pt>
                <c:pt idx="2410">
                  <c:v>852.9</c:v>
                </c:pt>
                <c:pt idx="2411">
                  <c:v>863.7</c:v>
                </c:pt>
                <c:pt idx="2412">
                  <c:v>859.50000000000011</c:v>
                </c:pt>
                <c:pt idx="2413">
                  <c:v>864.60000000000014</c:v>
                </c:pt>
                <c:pt idx="2414">
                  <c:v>892.6</c:v>
                </c:pt>
                <c:pt idx="2415">
                  <c:v>930.59999999999991</c:v>
                </c:pt>
                <c:pt idx="2416">
                  <c:v>981.5</c:v>
                </c:pt>
                <c:pt idx="2417">
                  <c:v>959.4</c:v>
                </c:pt>
                <c:pt idx="2418">
                  <c:v>985.9</c:v>
                </c:pt>
                <c:pt idx="2419">
                  <c:v>958.50000000000011</c:v>
                </c:pt>
                <c:pt idx="2420">
                  <c:v>986.40000000000009</c:v>
                </c:pt>
                <c:pt idx="2421">
                  <c:v>951.9</c:v>
                </c:pt>
                <c:pt idx="2422">
                  <c:v>943.2</c:v>
                </c:pt>
                <c:pt idx="2423">
                  <c:v>943.09999999999991</c:v>
                </c:pt>
                <c:pt idx="2424">
                  <c:v>933.09999999999991</c:v>
                </c:pt>
                <c:pt idx="2425">
                  <c:v>933.09999999999991</c:v>
                </c:pt>
                <c:pt idx="2426">
                  <c:v>936.59999999999991</c:v>
                </c:pt>
                <c:pt idx="2427">
                  <c:v>937.8</c:v>
                </c:pt>
                <c:pt idx="2428">
                  <c:v>915.7</c:v>
                </c:pt>
                <c:pt idx="2429">
                  <c:v>913.1</c:v>
                </c:pt>
                <c:pt idx="2430">
                  <c:v>900.69999999999993</c:v>
                </c:pt>
                <c:pt idx="2431">
                  <c:v>900.90000000000009</c:v>
                </c:pt>
                <c:pt idx="2432">
                  <c:v>904.59999999999991</c:v>
                </c:pt>
                <c:pt idx="2433">
                  <c:v>1075.9000000000001</c:v>
                </c:pt>
                <c:pt idx="2434">
                  <c:v>1075.9000000000001</c:v>
                </c:pt>
                <c:pt idx="2435">
                  <c:v>1071.8999999999999</c:v>
                </c:pt>
                <c:pt idx="2436">
                  <c:v>1073.9000000000001</c:v>
                </c:pt>
                <c:pt idx="2437">
                  <c:v>1070.2</c:v>
                </c:pt>
                <c:pt idx="2438">
                  <c:v>1054</c:v>
                </c:pt>
                <c:pt idx="2439">
                  <c:v>1056.0999999999999</c:v>
                </c:pt>
                <c:pt idx="2440">
                  <c:v>1053.3</c:v>
                </c:pt>
                <c:pt idx="2441">
                  <c:v>1025.8</c:v>
                </c:pt>
                <c:pt idx="2442">
                  <c:v>1013.1</c:v>
                </c:pt>
                <c:pt idx="2443">
                  <c:v>1014.7</c:v>
                </c:pt>
                <c:pt idx="2444">
                  <c:v>1021.4000000000001</c:v>
                </c:pt>
                <c:pt idx="2445">
                  <c:v>1016</c:v>
                </c:pt>
                <c:pt idx="2446">
                  <c:v>1020.8000000000001</c:v>
                </c:pt>
                <c:pt idx="2447">
                  <c:v>1016.2</c:v>
                </c:pt>
                <c:pt idx="2448">
                  <c:v>1023.5</c:v>
                </c:pt>
                <c:pt idx="2449">
                  <c:v>1032.6000000000001</c:v>
                </c:pt>
                <c:pt idx="2450">
                  <c:v>1031.2</c:v>
                </c:pt>
                <c:pt idx="2451">
                  <c:v>1031.2</c:v>
                </c:pt>
                <c:pt idx="2452">
                  <c:v>1022.1999999999999</c:v>
                </c:pt>
                <c:pt idx="2453">
                  <c:v>1021.8</c:v>
                </c:pt>
                <c:pt idx="2454">
                  <c:v>1015.1999999999999</c:v>
                </c:pt>
                <c:pt idx="2455">
                  <c:v>1090.0999999999999</c:v>
                </c:pt>
                <c:pt idx="2456">
                  <c:v>1093.3</c:v>
                </c:pt>
                <c:pt idx="2457">
                  <c:v>1083.0999999999999</c:v>
                </c:pt>
                <c:pt idx="2458">
                  <c:v>1072.8999999999999</c:v>
                </c:pt>
                <c:pt idx="2459">
                  <c:v>1077.6999999999998</c:v>
                </c:pt>
                <c:pt idx="2460">
                  <c:v>1076.8000000000002</c:v>
                </c:pt>
                <c:pt idx="2461">
                  <c:v>1074.0999999999999</c:v>
                </c:pt>
                <c:pt idx="2462">
                  <c:v>1065.5</c:v>
                </c:pt>
                <c:pt idx="2463">
                  <c:v>1058.3999999999999</c:v>
                </c:pt>
                <c:pt idx="2464">
                  <c:v>1061.5999999999999</c:v>
                </c:pt>
                <c:pt idx="2465">
                  <c:v>1072.3000000000002</c:v>
                </c:pt>
                <c:pt idx="2466">
                  <c:v>1068.3999999999999</c:v>
                </c:pt>
                <c:pt idx="2467">
                  <c:v>1070.5</c:v>
                </c:pt>
                <c:pt idx="2468">
                  <c:v>1071.4000000000001</c:v>
                </c:pt>
                <c:pt idx="2469">
                  <c:v>1071.4000000000001</c:v>
                </c:pt>
                <c:pt idx="2470">
                  <c:v>1073.9000000000001</c:v>
                </c:pt>
                <c:pt idx="2471">
                  <c:v>1072.2</c:v>
                </c:pt>
                <c:pt idx="2472">
                  <c:v>1057.5</c:v>
                </c:pt>
                <c:pt idx="2473">
                  <c:v>1051.3</c:v>
                </c:pt>
                <c:pt idx="2474">
                  <c:v>1047.7</c:v>
                </c:pt>
                <c:pt idx="2475">
                  <c:v>1045</c:v>
                </c:pt>
                <c:pt idx="2476">
                  <c:v>1064.7</c:v>
                </c:pt>
                <c:pt idx="2477">
                  <c:v>1054.8</c:v>
                </c:pt>
                <c:pt idx="2478">
                  <c:v>1060.5</c:v>
                </c:pt>
                <c:pt idx="2479">
                  <c:v>1055.8999999999999</c:v>
                </c:pt>
                <c:pt idx="2480">
                  <c:v>1055.8999999999999</c:v>
                </c:pt>
                <c:pt idx="2481">
                  <c:v>1051.8000000000002</c:v>
                </c:pt>
                <c:pt idx="2482">
                  <c:v>1064.5</c:v>
                </c:pt>
                <c:pt idx="2483">
                  <c:v>1062.3</c:v>
                </c:pt>
                <c:pt idx="2484">
                  <c:v>1060.1000000000001</c:v>
                </c:pt>
                <c:pt idx="2485">
                  <c:v>1064.0999999999999</c:v>
                </c:pt>
                <c:pt idx="2486">
                  <c:v>1072</c:v>
                </c:pt>
                <c:pt idx="2487">
                  <c:v>1073.6000000000001</c:v>
                </c:pt>
                <c:pt idx="2488">
                  <c:v>1078.8</c:v>
                </c:pt>
                <c:pt idx="2489">
                  <c:v>1076.3999999999999</c:v>
                </c:pt>
                <c:pt idx="2490">
                  <c:v>1070.3</c:v>
                </c:pt>
                <c:pt idx="2491">
                  <c:v>1063</c:v>
                </c:pt>
                <c:pt idx="2492">
                  <c:v>1062.5</c:v>
                </c:pt>
                <c:pt idx="2493">
                  <c:v>1060.6999999999998</c:v>
                </c:pt>
                <c:pt idx="2494">
                  <c:v>1051.3999999999999</c:v>
                </c:pt>
                <c:pt idx="2495">
                  <c:v>1046.5999999999999</c:v>
                </c:pt>
                <c:pt idx="2496">
                  <c:v>1039.4000000000001</c:v>
                </c:pt>
                <c:pt idx="2497">
                  <c:v>1040.0999999999999</c:v>
                </c:pt>
                <c:pt idx="2498">
                  <c:v>1040</c:v>
                </c:pt>
                <c:pt idx="2499">
                  <c:v>1051.7</c:v>
                </c:pt>
                <c:pt idx="2500">
                  <c:v>1058.3</c:v>
                </c:pt>
                <c:pt idx="2501">
                  <c:v>1054.2</c:v>
                </c:pt>
                <c:pt idx="2502">
                  <c:v>1048.8</c:v>
                </c:pt>
                <c:pt idx="2503">
                  <c:v>1048.6000000000001</c:v>
                </c:pt>
                <c:pt idx="2504">
                  <c:v>1043</c:v>
                </c:pt>
                <c:pt idx="2505">
                  <c:v>1041.6000000000001</c:v>
                </c:pt>
                <c:pt idx="2506">
                  <c:v>1039.8999999999999</c:v>
                </c:pt>
                <c:pt idx="2507">
                  <c:v>1037.5999999999999</c:v>
                </c:pt>
                <c:pt idx="2508">
                  <c:v>1026.8000000000002</c:v>
                </c:pt>
                <c:pt idx="2509">
                  <c:v>1027.2</c:v>
                </c:pt>
                <c:pt idx="2510">
                  <c:v>1027</c:v>
                </c:pt>
                <c:pt idx="2511">
                  <c:v>1026.9000000000001</c:v>
                </c:pt>
                <c:pt idx="2512">
                  <c:v>1026.7</c:v>
                </c:pt>
                <c:pt idx="2513">
                  <c:v>1034.2</c:v>
                </c:pt>
                <c:pt idx="2514">
                  <c:v>1034.7</c:v>
                </c:pt>
                <c:pt idx="2515">
                  <c:v>1028</c:v>
                </c:pt>
                <c:pt idx="2516">
                  <c:v>1030.5999999999999</c:v>
                </c:pt>
                <c:pt idx="2517">
                  <c:v>1033.6000000000001</c:v>
                </c:pt>
                <c:pt idx="2518">
                  <c:v>1034.5999999999999</c:v>
                </c:pt>
                <c:pt idx="2519">
                  <c:v>1028.5</c:v>
                </c:pt>
                <c:pt idx="2520">
                  <c:v>1049.0999999999999</c:v>
                </c:pt>
                <c:pt idx="2521">
                  <c:v>1049.0999999999999</c:v>
                </c:pt>
                <c:pt idx="2522">
                  <c:v>1059.5999999999999</c:v>
                </c:pt>
                <c:pt idx="2523">
                  <c:v>1052.3999999999999</c:v>
                </c:pt>
                <c:pt idx="2524">
                  <c:v>1045.7</c:v>
                </c:pt>
                <c:pt idx="2525">
                  <c:v>1035.9000000000001</c:v>
                </c:pt>
                <c:pt idx="2526">
                  <c:v>1041.3</c:v>
                </c:pt>
                <c:pt idx="2527">
                  <c:v>1041</c:v>
                </c:pt>
                <c:pt idx="2528">
                  <c:v>1033.9000000000001</c:v>
                </c:pt>
                <c:pt idx="2529">
                  <c:v>1023.3000000000001</c:v>
                </c:pt>
                <c:pt idx="2530">
                  <c:v>1027.8</c:v>
                </c:pt>
                <c:pt idx="2531">
                  <c:v>1027.3999999999999</c:v>
                </c:pt>
                <c:pt idx="2532">
                  <c:v>1019.2</c:v>
                </c:pt>
                <c:pt idx="2533">
                  <c:v>1021.0000000000001</c:v>
                </c:pt>
                <c:pt idx="2534">
                  <c:v>1034.9000000000001</c:v>
                </c:pt>
                <c:pt idx="2535">
                  <c:v>1045.8999999999999</c:v>
                </c:pt>
                <c:pt idx="2536">
                  <c:v>1030.7</c:v>
                </c:pt>
                <c:pt idx="2537">
                  <c:v>1021.3</c:v>
                </c:pt>
                <c:pt idx="2538">
                  <c:v>1014.3000000000001</c:v>
                </c:pt>
                <c:pt idx="2539">
                  <c:v>1022.7</c:v>
                </c:pt>
                <c:pt idx="2540">
                  <c:v>1026.2</c:v>
                </c:pt>
                <c:pt idx="2541">
                  <c:v>1025.5</c:v>
                </c:pt>
                <c:pt idx="2542">
                  <c:v>1063.8</c:v>
                </c:pt>
                <c:pt idx="2543">
                  <c:v>1063.5999999999999</c:v>
                </c:pt>
                <c:pt idx="2544">
                  <c:v>1053.8</c:v>
                </c:pt>
                <c:pt idx="2545">
                  <c:v>1047.8</c:v>
                </c:pt>
                <c:pt idx="2546">
                  <c:v>1049.4000000000001</c:v>
                </c:pt>
                <c:pt idx="2547">
                  <c:v>1056.8</c:v>
                </c:pt>
                <c:pt idx="2548">
                  <c:v>1056.6000000000001</c:v>
                </c:pt>
                <c:pt idx="2549">
                  <c:v>1046.8999999999999</c:v>
                </c:pt>
                <c:pt idx="2550">
                  <c:v>1059.0999999999999</c:v>
                </c:pt>
                <c:pt idx="2551">
                  <c:v>1059.0999999999999</c:v>
                </c:pt>
                <c:pt idx="2552">
                  <c:v>1067</c:v>
                </c:pt>
                <c:pt idx="2553">
                  <c:v>1050.3999999999999</c:v>
                </c:pt>
                <c:pt idx="2554">
                  <c:v>1041.6000000000001</c:v>
                </c:pt>
                <c:pt idx="2555">
                  <c:v>1050.0999999999999</c:v>
                </c:pt>
                <c:pt idx="2556">
                  <c:v>1040.8</c:v>
                </c:pt>
                <c:pt idx="2557">
                  <c:v>1038.5</c:v>
                </c:pt>
                <c:pt idx="2558">
                  <c:v>1042.2</c:v>
                </c:pt>
                <c:pt idx="2559">
                  <c:v>1038.2</c:v>
                </c:pt>
                <c:pt idx="2560">
                  <c:v>1033.7</c:v>
                </c:pt>
                <c:pt idx="2561">
                  <c:v>1001.3</c:v>
                </c:pt>
                <c:pt idx="2562">
                  <c:v>1001.0999999999999</c:v>
                </c:pt>
                <c:pt idx="2563">
                  <c:v>998.8</c:v>
                </c:pt>
                <c:pt idx="2564">
                  <c:v>1006.9000000000001</c:v>
                </c:pt>
                <c:pt idx="2565">
                  <c:v>996.19999999999993</c:v>
                </c:pt>
                <c:pt idx="2566">
                  <c:v>1000</c:v>
                </c:pt>
                <c:pt idx="2567">
                  <c:v>1008.6</c:v>
                </c:pt>
                <c:pt idx="2568">
                  <c:v>1004.4000000000001</c:v>
                </c:pt>
                <c:pt idx="2569">
                  <c:v>1005.7</c:v>
                </c:pt>
                <c:pt idx="2570">
                  <c:v>1008.5000000000001</c:v>
                </c:pt>
                <c:pt idx="2571">
                  <c:v>1002.5</c:v>
                </c:pt>
                <c:pt idx="2572">
                  <c:v>1002.5</c:v>
                </c:pt>
                <c:pt idx="2573">
                  <c:v>997.30000000000007</c:v>
                </c:pt>
                <c:pt idx="2574">
                  <c:v>1000.8</c:v>
                </c:pt>
                <c:pt idx="2575">
                  <c:v>1005.1</c:v>
                </c:pt>
                <c:pt idx="2576">
                  <c:v>1003.7</c:v>
                </c:pt>
                <c:pt idx="2577">
                  <c:v>1006.5</c:v>
                </c:pt>
                <c:pt idx="2578">
                  <c:v>999.7</c:v>
                </c:pt>
                <c:pt idx="2579">
                  <c:v>998.4</c:v>
                </c:pt>
                <c:pt idx="2580">
                  <c:v>1004.9</c:v>
                </c:pt>
                <c:pt idx="2581">
                  <c:v>994.9</c:v>
                </c:pt>
                <c:pt idx="2582">
                  <c:v>995.40000000000009</c:v>
                </c:pt>
                <c:pt idx="2583">
                  <c:v>989</c:v>
                </c:pt>
                <c:pt idx="2584">
                  <c:v>989</c:v>
                </c:pt>
                <c:pt idx="2585">
                  <c:v>981.1</c:v>
                </c:pt>
                <c:pt idx="2586">
                  <c:v>982.7</c:v>
                </c:pt>
                <c:pt idx="2587">
                  <c:v>979.8</c:v>
                </c:pt>
                <c:pt idx="2588">
                  <c:v>973.1</c:v>
                </c:pt>
                <c:pt idx="2589">
                  <c:v>972.89999999999986</c:v>
                </c:pt>
                <c:pt idx="2590">
                  <c:v>971.9</c:v>
                </c:pt>
                <c:pt idx="2591">
                  <c:v>978.2</c:v>
                </c:pt>
                <c:pt idx="2592">
                  <c:v>983.69999999999993</c:v>
                </c:pt>
                <c:pt idx="2593">
                  <c:v>979.19999999999993</c:v>
                </c:pt>
                <c:pt idx="2594">
                  <c:v>970.59999999999991</c:v>
                </c:pt>
                <c:pt idx="2595">
                  <c:v>965.49999999999989</c:v>
                </c:pt>
                <c:pt idx="2596">
                  <c:v>960</c:v>
                </c:pt>
                <c:pt idx="2597">
                  <c:v>957.6</c:v>
                </c:pt>
                <c:pt idx="2598">
                  <c:v>961.99999999999989</c:v>
                </c:pt>
                <c:pt idx="2599">
                  <c:v>959.50000000000011</c:v>
                </c:pt>
                <c:pt idx="2600">
                  <c:v>957.19999999999993</c:v>
                </c:pt>
                <c:pt idx="2601">
                  <c:v>955.59999999999991</c:v>
                </c:pt>
                <c:pt idx="2602">
                  <c:v>956.30000000000007</c:v>
                </c:pt>
                <c:pt idx="2603">
                  <c:v>956.1</c:v>
                </c:pt>
                <c:pt idx="2604">
                  <c:v>956.1</c:v>
                </c:pt>
                <c:pt idx="2605">
                  <c:v>956</c:v>
                </c:pt>
                <c:pt idx="2606">
                  <c:v>953.2</c:v>
                </c:pt>
                <c:pt idx="2607">
                  <c:v>953.5</c:v>
                </c:pt>
                <c:pt idx="2608">
                  <c:v>951.2</c:v>
                </c:pt>
                <c:pt idx="2609">
                  <c:v>951.2</c:v>
                </c:pt>
                <c:pt idx="2610">
                  <c:v>950.69999999999993</c:v>
                </c:pt>
                <c:pt idx="2611">
                  <c:v>928.80000000000007</c:v>
                </c:pt>
                <c:pt idx="2612">
                  <c:v>928.59999999999991</c:v>
                </c:pt>
                <c:pt idx="2613">
                  <c:v>926</c:v>
                </c:pt>
                <c:pt idx="2614">
                  <c:v>939.89999999999986</c:v>
                </c:pt>
                <c:pt idx="2615">
                  <c:v>931.1</c:v>
                </c:pt>
                <c:pt idx="2616">
                  <c:v>936.1</c:v>
                </c:pt>
                <c:pt idx="2617">
                  <c:v>935.2</c:v>
                </c:pt>
                <c:pt idx="2618">
                  <c:v>936.40000000000009</c:v>
                </c:pt>
                <c:pt idx="2619">
                  <c:v>933.09999999999991</c:v>
                </c:pt>
                <c:pt idx="2620">
                  <c:v>934.09999999999991</c:v>
                </c:pt>
                <c:pt idx="2621">
                  <c:v>934.09999999999991</c:v>
                </c:pt>
                <c:pt idx="2622">
                  <c:v>947.30000000000007</c:v>
                </c:pt>
                <c:pt idx="2623">
                  <c:v>936.99999999999989</c:v>
                </c:pt>
                <c:pt idx="2624">
                  <c:v>927.10000000000014</c:v>
                </c:pt>
                <c:pt idx="2625">
                  <c:v>923.19999999999993</c:v>
                </c:pt>
                <c:pt idx="2626">
                  <c:v>915.8</c:v>
                </c:pt>
                <c:pt idx="2627">
                  <c:v>913.9</c:v>
                </c:pt>
                <c:pt idx="2628">
                  <c:v>915</c:v>
                </c:pt>
                <c:pt idx="2629">
                  <c:v>918.6</c:v>
                </c:pt>
                <c:pt idx="2630">
                  <c:v>916.90000000000009</c:v>
                </c:pt>
                <c:pt idx="2631">
                  <c:v>914.8</c:v>
                </c:pt>
                <c:pt idx="2632">
                  <c:v>914.19999999999993</c:v>
                </c:pt>
                <c:pt idx="2633">
                  <c:v>911.5</c:v>
                </c:pt>
                <c:pt idx="2634">
                  <c:v>916.2</c:v>
                </c:pt>
                <c:pt idx="2635">
                  <c:v>914</c:v>
                </c:pt>
                <c:pt idx="2636">
                  <c:v>910.10000000000014</c:v>
                </c:pt>
                <c:pt idx="2637">
                  <c:v>904.19999999999993</c:v>
                </c:pt>
                <c:pt idx="2638">
                  <c:v>899.90000000000009</c:v>
                </c:pt>
                <c:pt idx="2639">
                  <c:v>896.5</c:v>
                </c:pt>
                <c:pt idx="2640">
                  <c:v>895.3</c:v>
                </c:pt>
                <c:pt idx="2641">
                  <c:v>895.3</c:v>
                </c:pt>
                <c:pt idx="2642">
                  <c:v>893.6</c:v>
                </c:pt>
                <c:pt idx="2643">
                  <c:v>893.2</c:v>
                </c:pt>
                <c:pt idx="2644">
                  <c:v>899.8</c:v>
                </c:pt>
                <c:pt idx="2645">
                  <c:v>901.3</c:v>
                </c:pt>
                <c:pt idx="2646">
                  <c:v>902.2</c:v>
                </c:pt>
                <c:pt idx="2647">
                  <c:v>905.1</c:v>
                </c:pt>
                <c:pt idx="2648">
                  <c:v>902.99999999999989</c:v>
                </c:pt>
                <c:pt idx="2649">
                  <c:v>906.19999999999993</c:v>
                </c:pt>
                <c:pt idx="2650">
                  <c:v>912.5</c:v>
                </c:pt>
                <c:pt idx="2651">
                  <c:v>918.3</c:v>
                </c:pt>
                <c:pt idx="2652">
                  <c:v>934.69999999999993</c:v>
                </c:pt>
                <c:pt idx="2653">
                  <c:v>919</c:v>
                </c:pt>
                <c:pt idx="2654">
                  <c:v>922.4</c:v>
                </c:pt>
                <c:pt idx="2655">
                  <c:v>936.5</c:v>
                </c:pt>
                <c:pt idx="2656">
                  <c:v>949.6</c:v>
                </c:pt>
                <c:pt idx="2657">
                  <c:v>933.4</c:v>
                </c:pt>
                <c:pt idx="2658">
                  <c:v>935.3</c:v>
                </c:pt>
                <c:pt idx="2659">
                  <c:v>946.19999999999993</c:v>
                </c:pt>
                <c:pt idx="2660">
                  <c:v>957</c:v>
                </c:pt>
                <c:pt idx="2661">
                  <c:v>961.7</c:v>
                </c:pt>
                <c:pt idx="2662">
                  <c:v>954.19999999999993</c:v>
                </c:pt>
                <c:pt idx="2663">
                  <c:v>950.50000000000011</c:v>
                </c:pt>
                <c:pt idx="2664">
                  <c:v>969.99999999999989</c:v>
                </c:pt>
                <c:pt idx="2665">
                  <c:v>982.6</c:v>
                </c:pt>
                <c:pt idx="2666">
                  <c:v>979.40000000000009</c:v>
                </c:pt>
                <c:pt idx="2667">
                  <c:v>983.50000000000011</c:v>
                </c:pt>
                <c:pt idx="2668">
                  <c:v>969.6</c:v>
                </c:pt>
                <c:pt idx="2669">
                  <c:v>982.8</c:v>
                </c:pt>
                <c:pt idx="2670">
                  <c:v>1003.3</c:v>
                </c:pt>
                <c:pt idx="2671">
                  <c:v>1015.1999999999999</c:v>
                </c:pt>
                <c:pt idx="2672">
                  <c:v>1007.1999999999999</c:v>
                </c:pt>
                <c:pt idx="2673">
                  <c:v>987.7</c:v>
                </c:pt>
                <c:pt idx="2674">
                  <c:v>992.80000000000007</c:v>
                </c:pt>
                <c:pt idx="2675">
                  <c:v>994.69999999999993</c:v>
                </c:pt>
                <c:pt idx="2676">
                  <c:v>993.6</c:v>
                </c:pt>
                <c:pt idx="2677">
                  <c:v>995.5</c:v>
                </c:pt>
                <c:pt idx="2678">
                  <c:v>957</c:v>
                </c:pt>
                <c:pt idx="2679">
                  <c:v>953.1</c:v>
                </c:pt>
                <c:pt idx="2680">
                  <c:v>939</c:v>
                </c:pt>
                <c:pt idx="2681">
                  <c:v>934.6</c:v>
                </c:pt>
                <c:pt idx="2682">
                  <c:v>918.3</c:v>
                </c:pt>
                <c:pt idx="2683">
                  <c:v>917.3</c:v>
                </c:pt>
                <c:pt idx="2684">
                  <c:v>920.3</c:v>
                </c:pt>
                <c:pt idx="2685">
                  <c:v>905.7</c:v>
                </c:pt>
                <c:pt idx="2686">
                  <c:v>909.09999999999991</c:v>
                </c:pt>
                <c:pt idx="2687">
                  <c:v>911.99999999999989</c:v>
                </c:pt>
                <c:pt idx="2688">
                  <c:v>913.19999999999993</c:v>
                </c:pt>
                <c:pt idx="2689">
                  <c:v>918.09999999999991</c:v>
                </c:pt>
                <c:pt idx="2690">
                  <c:v>915.30000000000007</c:v>
                </c:pt>
                <c:pt idx="2691">
                  <c:v>924.4</c:v>
                </c:pt>
                <c:pt idx="2692">
                  <c:v>932.4</c:v>
                </c:pt>
                <c:pt idx="2693">
                  <c:v>933.09999999999991</c:v>
                </c:pt>
                <c:pt idx="2694">
                  <c:v>923.1</c:v>
                </c:pt>
                <c:pt idx="2695">
                  <c:v>914.30000000000007</c:v>
                </c:pt>
                <c:pt idx="2696">
                  <c:v>917.2</c:v>
                </c:pt>
                <c:pt idx="2697">
                  <c:v>913.3</c:v>
                </c:pt>
                <c:pt idx="2698">
                  <c:v>897.60000000000014</c:v>
                </c:pt>
                <c:pt idx="2699">
                  <c:v>898.1</c:v>
                </c:pt>
                <c:pt idx="2700">
                  <c:v>898.19999999999993</c:v>
                </c:pt>
                <c:pt idx="2701">
                  <c:v>898.30000000000007</c:v>
                </c:pt>
                <c:pt idx="2702">
                  <c:v>906.1</c:v>
                </c:pt>
                <c:pt idx="2703">
                  <c:v>905.7</c:v>
                </c:pt>
                <c:pt idx="2704">
                  <c:v>906.4</c:v>
                </c:pt>
                <c:pt idx="2705">
                  <c:v>922.89999999999986</c:v>
                </c:pt>
                <c:pt idx="2706">
                  <c:v>929.40000000000009</c:v>
                </c:pt>
                <c:pt idx="2707">
                  <c:v>936.99999999999989</c:v>
                </c:pt>
                <c:pt idx="2708">
                  <c:v>929.1</c:v>
                </c:pt>
                <c:pt idx="2709">
                  <c:v>928.9</c:v>
                </c:pt>
                <c:pt idx="2710">
                  <c:v>924.2</c:v>
                </c:pt>
                <c:pt idx="2711">
                  <c:v>924.2</c:v>
                </c:pt>
                <c:pt idx="2712">
                  <c:v>919.69999999999993</c:v>
                </c:pt>
                <c:pt idx="2713">
                  <c:v>910.6</c:v>
                </c:pt>
                <c:pt idx="2714">
                  <c:v>908.09999999999991</c:v>
                </c:pt>
                <c:pt idx="2715">
                  <c:v>900</c:v>
                </c:pt>
                <c:pt idx="2716">
                  <c:v>901.3</c:v>
                </c:pt>
                <c:pt idx="2717">
                  <c:v>895.2</c:v>
                </c:pt>
                <c:pt idx="2718">
                  <c:v>899.2</c:v>
                </c:pt>
                <c:pt idx="2719">
                  <c:v>898.7</c:v>
                </c:pt>
                <c:pt idx="2720">
                  <c:v>905.5</c:v>
                </c:pt>
                <c:pt idx="2721">
                  <c:v>911.9</c:v>
                </c:pt>
                <c:pt idx="2722">
                  <c:v>908.09999999999991</c:v>
                </c:pt>
                <c:pt idx="2723">
                  <c:v>911.2</c:v>
                </c:pt>
                <c:pt idx="2724">
                  <c:v>904.3</c:v>
                </c:pt>
                <c:pt idx="2725">
                  <c:v>891.6</c:v>
                </c:pt>
                <c:pt idx="2726">
                  <c:v>879.5</c:v>
                </c:pt>
                <c:pt idx="2727">
                  <c:v>880.1</c:v>
                </c:pt>
                <c:pt idx="2728">
                  <c:v>886.40000000000009</c:v>
                </c:pt>
                <c:pt idx="2729">
                  <c:v>886.40000000000009</c:v>
                </c:pt>
                <c:pt idx="2730">
                  <c:v>886.40000000000009</c:v>
                </c:pt>
                <c:pt idx="2731">
                  <c:v>891.49999999999989</c:v>
                </c:pt>
                <c:pt idx="2732">
                  <c:v>897.30000000000007</c:v>
                </c:pt>
                <c:pt idx="2733">
                  <c:v>897.8</c:v>
                </c:pt>
                <c:pt idx="2734">
                  <c:v>897.4</c:v>
                </c:pt>
                <c:pt idx="2735">
                  <c:v>902.3</c:v>
                </c:pt>
                <c:pt idx="2736">
                  <c:v>899.8</c:v>
                </c:pt>
                <c:pt idx="2737">
                  <c:v>903.1</c:v>
                </c:pt>
                <c:pt idx="2738">
                  <c:v>907.30000000000007</c:v>
                </c:pt>
                <c:pt idx="2739">
                  <c:v>906.19999999999993</c:v>
                </c:pt>
                <c:pt idx="2740">
                  <c:v>906.19999999999993</c:v>
                </c:pt>
                <c:pt idx="2741">
                  <c:v>902.69999999999993</c:v>
                </c:pt>
                <c:pt idx="2742">
                  <c:v>898.5</c:v>
                </c:pt>
                <c:pt idx="2743">
                  <c:v>914.30000000000007</c:v>
                </c:pt>
                <c:pt idx="2744">
                  <c:v>910</c:v>
                </c:pt>
                <c:pt idx="2745">
                  <c:v>906.6</c:v>
                </c:pt>
                <c:pt idx="2746">
                  <c:v>910.5</c:v>
                </c:pt>
                <c:pt idx="2747">
                  <c:v>911.40000000000009</c:v>
                </c:pt>
                <c:pt idx="2748">
                  <c:v>908.90000000000009</c:v>
                </c:pt>
                <c:pt idx="2749">
                  <c:v>912.1</c:v>
                </c:pt>
                <c:pt idx="2750">
                  <c:v>915</c:v>
                </c:pt>
                <c:pt idx="2751">
                  <c:v>916.4</c:v>
                </c:pt>
                <c:pt idx="2752">
                  <c:v>918.6</c:v>
                </c:pt>
                <c:pt idx="2753">
                  <c:v>920.5</c:v>
                </c:pt>
                <c:pt idx="2754">
                  <c:v>933.09999999999991</c:v>
                </c:pt>
                <c:pt idx="2755">
                  <c:v>933.90000000000009</c:v>
                </c:pt>
                <c:pt idx="2756">
                  <c:v>928.1</c:v>
                </c:pt>
                <c:pt idx="2757">
                  <c:v>928.3</c:v>
                </c:pt>
                <c:pt idx="2758">
                  <c:v>929.7</c:v>
                </c:pt>
                <c:pt idx="2759">
                  <c:v>935.80000000000007</c:v>
                </c:pt>
                <c:pt idx="2760">
                  <c:v>930.5</c:v>
                </c:pt>
                <c:pt idx="2761">
                  <c:v>919.6</c:v>
                </c:pt>
                <c:pt idx="2762">
                  <c:v>911</c:v>
                </c:pt>
                <c:pt idx="2763">
                  <c:v>908.69999999999993</c:v>
                </c:pt>
                <c:pt idx="2764">
                  <c:v>913.19999999999993</c:v>
                </c:pt>
                <c:pt idx="2765">
                  <c:v>912.40000000000009</c:v>
                </c:pt>
                <c:pt idx="2766">
                  <c:v>914.60000000000014</c:v>
                </c:pt>
                <c:pt idx="2767">
                  <c:v>917.2</c:v>
                </c:pt>
                <c:pt idx="2768">
                  <c:v>917.50000000000011</c:v>
                </c:pt>
                <c:pt idx="2769">
                  <c:v>913.5</c:v>
                </c:pt>
                <c:pt idx="2770">
                  <c:v>915.6</c:v>
                </c:pt>
                <c:pt idx="2771">
                  <c:v>921.3</c:v>
                </c:pt>
                <c:pt idx="2772">
                  <c:v>928.9</c:v>
                </c:pt>
                <c:pt idx="2773">
                  <c:v>925.69999999999993</c:v>
                </c:pt>
                <c:pt idx="2774">
                  <c:v>928.80000000000007</c:v>
                </c:pt>
                <c:pt idx="2775">
                  <c:v>928.3</c:v>
                </c:pt>
              </c:numCache>
            </c:numRef>
          </c:val>
          <c:smooth val="0"/>
          <c:extLst>
            <c:ext xmlns:c16="http://schemas.microsoft.com/office/drawing/2014/chart" uri="{C3380CC4-5D6E-409C-BE32-E72D297353CC}">
              <c16:uniqueId val="{00000002-DE45-4391-9DB7-F77FF49DD258}"/>
            </c:ext>
          </c:extLst>
        </c:ser>
        <c:dLbls>
          <c:showLegendKey val="0"/>
          <c:showVal val="0"/>
          <c:showCatName val="0"/>
          <c:showSerName val="0"/>
          <c:showPercent val="0"/>
          <c:showBubbleSize val="0"/>
        </c:dLbls>
        <c:marker val="1"/>
        <c:smooth val="0"/>
        <c:axId val="50010001"/>
        <c:axId val="50010002"/>
      </c:lineChart>
      <c:dateAx>
        <c:axId val="50010001"/>
        <c:scaling>
          <c:orientation val="minMax"/>
        </c:scaling>
        <c:delete val="0"/>
        <c:axPos val="b"/>
        <c:numFmt formatCode="yyyy" sourceLinked="0"/>
        <c:majorTickMark val="out"/>
        <c:minorTickMark val="none"/>
        <c:tickLblPos val="low"/>
        <c:spPr>
          <a:ln>
            <a:noFill/>
          </a:ln>
        </c:spPr>
        <c:crossAx val="50010002"/>
        <c:crosses val="autoZero"/>
        <c:auto val="1"/>
        <c:lblOffset val="100"/>
        <c:baseTimeUnit val="days"/>
        <c:majorUnit val="365"/>
        <c:majorTimeUnit val="days"/>
      </c:dateAx>
      <c:valAx>
        <c:axId val="50010002"/>
        <c:scaling>
          <c:orientation val="minMax"/>
          <c:max val="1800"/>
          <c:min val="200"/>
        </c:scaling>
        <c:delete val="0"/>
        <c:axPos val="l"/>
        <c:majorGridlines>
          <c:spPr>
            <a:ln w="9525">
              <a:solidFill>
                <a:schemeClr val="bg1">
                  <a:lumMod val="85000"/>
                </a:schemeClr>
              </a:solidFill>
            </a:ln>
          </c:spPr>
        </c:majorGridlines>
        <c:title>
          <c:tx>
            <c:rich>
              <a:bodyPr rot="-5400000" vert="horz"/>
              <a:lstStyle/>
              <a:p>
                <a:pPr>
                  <a:defRPr/>
                </a:pPr>
                <a:r>
                  <a:rPr lang="en-US"/>
                  <a:t>Spread (bps)</a:t>
                </a:r>
              </a:p>
            </c:rich>
          </c:tx>
          <c:layout>
            <c:manualLayout>
              <c:xMode val="edge"/>
              <c:yMode val="edge"/>
              <c:x val="1.3935368055564445E-2"/>
              <c:y val="0.33726588976529287"/>
            </c:manualLayout>
          </c:layout>
          <c:overlay val="0"/>
        </c:title>
        <c:numFmt formatCode="0" sourceLinked="0"/>
        <c:majorTickMark val="none"/>
        <c:minorTickMark val="none"/>
        <c:tickLblPos val="low"/>
        <c:spPr>
          <a:ln>
            <a:noFill/>
          </a:ln>
        </c:spPr>
        <c:crossAx val="50010001"/>
        <c:crosses val="autoZero"/>
        <c:crossBetween val="between"/>
        <c:majorUnit val="200"/>
      </c:valAx>
      <c:valAx>
        <c:axId val="60010002"/>
        <c:scaling>
          <c:orientation val="minMax"/>
        </c:scaling>
        <c:delete val="0"/>
        <c:axPos val="r"/>
        <c:numFmt formatCode="0" sourceLinked="0"/>
        <c:majorTickMark val="out"/>
        <c:minorTickMark val="none"/>
        <c:tickLblPos val="nextTo"/>
        <c:spPr>
          <a:ln>
            <a:noFill/>
          </a:ln>
        </c:spPr>
        <c:crossAx val="60010001"/>
        <c:crosses val="max"/>
        <c:crossBetween val="midCat"/>
      </c:valAx>
      <c:dateAx>
        <c:axId val="60010001"/>
        <c:scaling>
          <c:orientation val="minMax"/>
        </c:scaling>
        <c:delete val="1"/>
        <c:axPos val="b"/>
        <c:numFmt formatCode="dd\-mmm\-yyyy" sourceLinked="1"/>
        <c:majorTickMark val="out"/>
        <c:minorTickMark val="none"/>
        <c:tickLblPos val="none"/>
        <c:crossAx val="60010002"/>
        <c:crosses val="autoZero"/>
        <c:auto val="1"/>
        <c:lblOffset val="100"/>
        <c:baseTimeUnit val="days"/>
      </c:dateAx>
      <c:spPr>
        <a:solidFill>
          <a:srgbClr val="FFFFFF"/>
        </a:solidFill>
        <a:ln>
          <a:noFill/>
        </a:ln>
      </c:spPr>
    </c:plotArea>
    <c:legend>
      <c:legendPos val="b"/>
      <c:overlay val="0"/>
    </c:legend>
    <c:plotVisOnly val="1"/>
    <c:dispBlanksAs val="gap"/>
    <c:showDLblsOverMax val="0"/>
  </c:chart>
  <c:spPr>
    <a:solidFill>
      <a:srgbClr val="FFFFFF"/>
    </a:solidFill>
    <a:ln>
      <a:noFill/>
    </a:ln>
  </c:spPr>
  <c:txPr>
    <a:bodyPr/>
    <a:lstStyle/>
    <a:p>
      <a:pPr>
        <a:defRPr sz="1000">
          <a:solidFill>
            <a:srgbClr val="000000"/>
          </a:solidFill>
          <a:latin typeface="Trebuchet MS" panose="020B0603020202020204" pitchFamily="34" charset="0"/>
        </a:defRPr>
      </a:pPr>
      <a:endParaRPr lang="es-PE"/>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r>
              <a:rPr lang="es-PE" sz="1100" b="1" u="sng">
                <a:solidFill>
                  <a:srgbClr val="002060"/>
                </a:solidFill>
              </a:rPr>
              <a:t>Credit Spread -</a:t>
            </a:r>
            <a:r>
              <a:rPr lang="es-PE" sz="1100" b="1" u="sng" baseline="0">
                <a:solidFill>
                  <a:srgbClr val="002060"/>
                </a:solidFill>
              </a:rPr>
              <a:t> AAA/AA/A/BBB</a:t>
            </a:r>
            <a:endParaRPr lang="es-PE" sz="1100" b="1" u="sng">
              <a:solidFill>
                <a:srgbClr val="002060"/>
              </a:solidFill>
            </a:endParaRPr>
          </a:p>
        </c:rich>
      </c:tx>
      <c:layout>
        <c:manualLayout>
          <c:xMode val="edge"/>
          <c:yMode val="edge"/>
          <c:x val="4.3883333333333337E-2"/>
          <c:y val="2.7777777777777776E-2"/>
        </c:manualLayout>
      </c:layout>
      <c:overlay val="0"/>
      <c:spPr>
        <a:noFill/>
        <a:ln>
          <a:noFill/>
        </a:ln>
        <a:effectLst/>
      </c:spPr>
      <c:txPr>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endParaRPr lang="es-PE"/>
        </a:p>
      </c:txPr>
    </c:title>
    <c:autoTitleDeleted val="0"/>
    <c:plotArea>
      <c:layout/>
      <c:barChart>
        <c:barDir val="col"/>
        <c:grouping val="clustered"/>
        <c:varyColors val="0"/>
        <c:ser>
          <c:idx val="0"/>
          <c:order val="0"/>
          <c:tx>
            <c:strRef>
              <c:f>DD_EMBIG!$R$5</c:f>
              <c:strCache>
                <c:ptCount val="1"/>
                <c:pt idx="0">
                  <c:v>EMS</c:v>
                </c:pt>
              </c:strCache>
            </c:strRef>
          </c:tx>
          <c:spPr>
            <a:solidFill>
              <a:srgbClr val="002060"/>
            </a:solidFill>
            <a:ln>
              <a:noFill/>
            </a:ln>
            <a:effectLst/>
          </c:spPr>
          <c:invertIfNegative val="0"/>
          <c:cat>
            <c:strRef>
              <c:f>DD_EMBIG!$S$4:$V$4</c:f>
              <c:strCache>
                <c:ptCount val="4"/>
                <c:pt idx="0">
                  <c:v>AAA</c:v>
                </c:pt>
                <c:pt idx="1">
                  <c:v>AA</c:v>
                </c:pt>
                <c:pt idx="2">
                  <c:v>A</c:v>
                </c:pt>
                <c:pt idx="3">
                  <c:v>BBB</c:v>
                </c:pt>
              </c:strCache>
            </c:strRef>
          </c:cat>
          <c:val>
            <c:numRef>
              <c:f>DD_EMBIG!$S$5:$V$5</c:f>
              <c:numCache>
                <c:formatCode>_(#,##0_)_%;\(#,##0\)_%;_("–"_)_%;_(@_)_%</c:formatCode>
                <c:ptCount val="4"/>
                <c:pt idx="1">
                  <c:v>65.98</c:v>
                </c:pt>
                <c:pt idx="2">
                  <c:v>71.819000000000003</c:v>
                </c:pt>
                <c:pt idx="3">
                  <c:v>106.788</c:v>
                </c:pt>
              </c:numCache>
            </c:numRef>
          </c:val>
          <c:extLst>
            <c:ext xmlns:c16="http://schemas.microsoft.com/office/drawing/2014/chart" uri="{C3380CC4-5D6E-409C-BE32-E72D297353CC}">
              <c16:uniqueId val="{00000000-D7D4-4F5C-889D-45FE44A53C99}"/>
            </c:ext>
          </c:extLst>
        </c:ser>
        <c:ser>
          <c:idx val="1"/>
          <c:order val="1"/>
          <c:tx>
            <c:strRef>
              <c:f>DD_EMBIG!$R$6</c:f>
              <c:strCache>
                <c:ptCount val="1"/>
                <c:pt idx="0">
                  <c:v>EMC</c:v>
                </c:pt>
              </c:strCache>
            </c:strRef>
          </c:tx>
          <c:spPr>
            <a:solidFill>
              <a:schemeClr val="accent1">
                <a:lumMod val="60000"/>
                <a:lumOff val="40000"/>
              </a:schemeClr>
            </a:solidFill>
            <a:ln>
              <a:noFill/>
            </a:ln>
            <a:effectLst/>
          </c:spPr>
          <c:invertIfNegative val="0"/>
          <c:cat>
            <c:strRef>
              <c:f>DD_EMBIG!$S$4:$V$4</c:f>
              <c:strCache>
                <c:ptCount val="4"/>
                <c:pt idx="0">
                  <c:v>AAA</c:v>
                </c:pt>
                <c:pt idx="1">
                  <c:v>AA</c:v>
                </c:pt>
                <c:pt idx="2">
                  <c:v>A</c:v>
                </c:pt>
                <c:pt idx="3">
                  <c:v>BBB</c:v>
                </c:pt>
              </c:strCache>
            </c:strRef>
          </c:cat>
          <c:val>
            <c:numRef>
              <c:f>DD_EMBIG!$S$6:$V$6</c:f>
              <c:numCache>
                <c:formatCode>_(#,##0_)_%;\(#,##0\)_%;_("–"_)_%;_(@_)_%</c:formatCode>
                <c:ptCount val="4"/>
                <c:pt idx="0">
                  <c:v>37.347000000000001</c:v>
                </c:pt>
                <c:pt idx="1">
                  <c:v>58.451999999999998</c:v>
                </c:pt>
                <c:pt idx="2">
                  <c:v>94.819000000000003</c:v>
                </c:pt>
                <c:pt idx="3">
                  <c:v>138.82599999999999</c:v>
                </c:pt>
              </c:numCache>
            </c:numRef>
          </c:val>
          <c:extLst>
            <c:ext xmlns:c16="http://schemas.microsoft.com/office/drawing/2014/chart" uri="{C3380CC4-5D6E-409C-BE32-E72D297353CC}">
              <c16:uniqueId val="{00000001-D7D4-4F5C-889D-45FE44A53C99}"/>
            </c:ext>
          </c:extLst>
        </c:ser>
        <c:dLbls>
          <c:showLegendKey val="0"/>
          <c:showVal val="0"/>
          <c:showCatName val="0"/>
          <c:showSerName val="0"/>
          <c:showPercent val="0"/>
          <c:showBubbleSize val="0"/>
        </c:dLbls>
        <c:gapWidth val="219"/>
        <c:overlap val="-27"/>
        <c:axId val="236372815"/>
        <c:axId val="723005423"/>
      </c:barChart>
      <c:catAx>
        <c:axId val="236372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723005423"/>
        <c:crosses val="autoZero"/>
        <c:auto val="1"/>
        <c:lblAlgn val="ctr"/>
        <c:lblOffset val="100"/>
        <c:noMultiLvlLbl val="0"/>
      </c:catAx>
      <c:valAx>
        <c:axId val="723005423"/>
        <c:scaling>
          <c:orientation val="minMax"/>
        </c:scaling>
        <c:delete val="0"/>
        <c:axPos val="l"/>
        <c:numFmt formatCode="_(#,##0_)_%;\(#,##0\)_%;_(&quot;–&quot;_)_%;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236372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latin typeface="Arial Narrow" panose="020B0606020202030204" pitchFamily="34" charset="0"/>
        </a:defRPr>
      </a:pPr>
      <a:endParaRPr lang="es-PE"/>
    </a:p>
  </c:txPr>
  <c:externalData r:id="rId4">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r>
              <a:rPr lang="es-PE" sz="1100" b="1" u="sng">
                <a:solidFill>
                  <a:srgbClr val="002060"/>
                </a:solidFill>
              </a:rPr>
              <a:t>Credit Spreads</a:t>
            </a:r>
            <a:r>
              <a:rPr lang="es-PE" sz="1100" b="1" u="sng" baseline="0">
                <a:solidFill>
                  <a:srgbClr val="002060"/>
                </a:solidFill>
              </a:rPr>
              <a:t> - BB/B</a:t>
            </a:r>
            <a:endParaRPr lang="es-PE" sz="1100" b="1" u="sng">
              <a:solidFill>
                <a:srgbClr val="002060"/>
              </a:solidFill>
            </a:endParaRPr>
          </a:p>
        </c:rich>
      </c:tx>
      <c:layout>
        <c:manualLayout>
          <c:xMode val="edge"/>
          <c:yMode val="edge"/>
          <c:x val="3.4408888888888892E-2"/>
          <c:y val="1.9768518518518519E-2"/>
        </c:manualLayout>
      </c:layout>
      <c:overlay val="0"/>
      <c:spPr>
        <a:noFill/>
        <a:ln>
          <a:noFill/>
        </a:ln>
        <a:effectLst/>
      </c:spPr>
      <c:txPr>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endParaRPr lang="es-PE"/>
        </a:p>
      </c:txPr>
    </c:title>
    <c:autoTitleDeleted val="0"/>
    <c:plotArea>
      <c:layout/>
      <c:barChart>
        <c:barDir val="col"/>
        <c:grouping val="clustered"/>
        <c:varyColors val="0"/>
        <c:ser>
          <c:idx val="0"/>
          <c:order val="0"/>
          <c:tx>
            <c:strRef>
              <c:f>DD_EMBIG!$R$5</c:f>
              <c:strCache>
                <c:ptCount val="1"/>
                <c:pt idx="0">
                  <c:v>EMS</c:v>
                </c:pt>
              </c:strCache>
            </c:strRef>
          </c:tx>
          <c:spPr>
            <a:solidFill>
              <a:srgbClr val="002060"/>
            </a:solidFill>
            <a:ln>
              <a:noFill/>
            </a:ln>
            <a:effectLst/>
          </c:spPr>
          <c:invertIfNegative val="0"/>
          <c:cat>
            <c:strRef>
              <c:f>DD_EMBIG!$W$4:$X$4</c:f>
              <c:strCache>
                <c:ptCount val="2"/>
                <c:pt idx="0">
                  <c:v>BB</c:v>
                </c:pt>
                <c:pt idx="1">
                  <c:v>B</c:v>
                </c:pt>
              </c:strCache>
            </c:strRef>
          </c:cat>
          <c:val>
            <c:numRef>
              <c:f>DD_EMBIG!$W$5:$X$5</c:f>
              <c:numCache>
                <c:formatCode>_(#,##0_)_%;\(#,##0\)_%;_("–"_)_%;_(@_)_%</c:formatCode>
                <c:ptCount val="2"/>
                <c:pt idx="0">
                  <c:v>179.88499999999999</c:v>
                </c:pt>
                <c:pt idx="1">
                  <c:v>337.34500000000003</c:v>
                </c:pt>
              </c:numCache>
            </c:numRef>
          </c:val>
          <c:extLst>
            <c:ext xmlns:c16="http://schemas.microsoft.com/office/drawing/2014/chart" uri="{C3380CC4-5D6E-409C-BE32-E72D297353CC}">
              <c16:uniqueId val="{00000000-7CE9-44DA-B737-F59222980453}"/>
            </c:ext>
          </c:extLst>
        </c:ser>
        <c:ser>
          <c:idx val="1"/>
          <c:order val="1"/>
          <c:tx>
            <c:strRef>
              <c:f>DD_EMBIG!$R$6</c:f>
              <c:strCache>
                <c:ptCount val="1"/>
                <c:pt idx="0">
                  <c:v>EMC</c:v>
                </c:pt>
              </c:strCache>
            </c:strRef>
          </c:tx>
          <c:spPr>
            <a:solidFill>
              <a:schemeClr val="accent1">
                <a:lumMod val="60000"/>
                <a:lumOff val="40000"/>
              </a:schemeClr>
            </a:solidFill>
            <a:ln>
              <a:noFill/>
            </a:ln>
            <a:effectLst/>
          </c:spPr>
          <c:invertIfNegative val="0"/>
          <c:cat>
            <c:strRef>
              <c:f>DD_EMBIG!$W$4:$X$4</c:f>
              <c:strCache>
                <c:ptCount val="2"/>
                <c:pt idx="0">
                  <c:v>BB</c:v>
                </c:pt>
                <c:pt idx="1">
                  <c:v>B</c:v>
                </c:pt>
              </c:strCache>
            </c:strRef>
          </c:cat>
          <c:val>
            <c:numRef>
              <c:f>DD_EMBIG!$W$6:$X$6</c:f>
              <c:numCache>
                <c:formatCode>_(#,##0_)_%;\(#,##0\)_%;_("–"_)_%;_(@_)_%</c:formatCode>
                <c:ptCount val="2"/>
                <c:pt idx="0">
                  <c:v>267.21100000000001</c:v>
                </c:pt>
                <c:pt idx="1">
                  <c:v>398.81</c:v>
                </c:pt>
              </c:numCache>
            </c:numRef>
          </c:val>
          <c:extLst>
            <c:ext xmlns:c16="http://schemas.microsoft.com/office/drawing/2014/chart" uri="{C3380CC4-5D6E-409C-BE32-E72D297353CC}">
              <c16:uniqueId val="{00000001-7CE9-44DA-B737-F59222980453}"/>
            </c:ext>
          </c:extLst>
        </c:ser>
        <c:ser>
          <c:idx val="2"/>
          <c:order val="2"/>
          <c:tx>
            <c:strRef>
              <c:f>DD_EMBIG!$R$7</c:f>
              <c:strCache>
                <c:ptCount val="1"/>
                <c:pt idx="0">
                  <c:v>USHY</c:v>
                </c:pt>
              </c:strCache>
            </c:strRef>
          </c:tx>
          <c:spPr>
            <a:solidFill>
              <a:schemeClr val="accent3"/>
            </a:solidFill>
            <a:ln>
              <a:noFill/>
            </a:ln>
            <a:effectLst/>
          </c:spPr>
          <c:invertIfNegative val="0"/>
          <c:cat>
            <c:strRef>
              <c:f>DD_EMBIG!$W$4:$X$4</c:f>
              <c:strCache>
                <c:ptCount val="2"/>
                <c:pt idx="0">
                  <c:v>BB</c:v>
                </c:pt>
                <c:pt idx="1">
                  <c:v>B</c:v>
                </c:pt>
              </c:strCache>
            </c:strRef>
          </c:cat>
          <c:val>
            <c:numRef>
              <c:f>DD_EMBIG!$W$7:$X$7</c:f>
              <c:numCache>
                <c:formatCode>_(#,##0_)_%;\(#,##0\)_%;_("–"_)_%;_(@_)_%</c:formatCode>
                <c:ptCount val="2"/>
                <c:pt idx="0">
                  <c:v>191.25</c:v>
                </c:pt>
                <c:pt idx="1">
                  <c:v>327.67</c:v>
                </c:pt>
              </c:numCache>
            </c:numRef>
          </c:val>
          <c:extLst>
            <c:ext xmlns:c16="http://schemas.microsoft.com/office/drawing/2014/chart" uri="{C3380CC4-5D6E-409C-BE32-E72D297353CC}">
              <c16:uniqueId val="{00000002-7CE9-44DA-B737-F59222980453}"/>
            </c:ext>
          </c:extLst>
        </c:ser>
        <c:ser>
          <c:idx val="3"/>
          <c:order val="3"/>
          <c:tx>
            <c:strRef>
              <c:f>DD_EMBIG!$R$8</c:f>
              <c:strCache>
                <c:ptCount val="1"/>
                <c:pt idx="0">
                  <c:v>EUHY</c:v>
                </c:pt>
              </c:strCache>
            </c:strRef>
          </c:tx>
          <c:spPr>
            <a:solidFill>
              <a:srgbClr val="078549"/>
            </a:solidFill>
            <a:ln>
              <a:noFill/>
            </a:ln>
            <a:effectLst/>
          </c:spPr>
          <c:invertIfNegative val="0"/>
          <c:cat>
            <c:strRef>
              <c:f>DD_EMBIG!$W$4:$X$4</c:f>
              <c:strCache>
                <c:ptCount val="2"/>
                <c:pt idx="0">
                  <c:v>BB</c:v>
                </c:pt>
                <c:pt idx="1">
                  <c:v>B</c:v>
                </c:pt>
              </c:strCache>
            </c:strRef>
          </c:cat>
          <c:val>
            <c:numRef>
              <c:f>DD_EMBIG!$W$8:$X$8</c:f>
              <c:numCache>
                <c:formatCode>_(#,##0_)_%;\(#,##0\)_%;_("–"_)_%;_(@_)_%</c:formatCode>
                <c:ptCount val="2"/>
                <c:pt idx="0">
                  <c:v>178</c:v>
                </c:pt>
                <c:pt idx="1">
                  <c:v>377</c:v>
                </c:pt>
              </c:numCache>
            </c:numRef>
          </c:val>
          <c:extLst>
            <c:ext xmlns:c16="http://schemas.microsoft.com/office/drawing/2014/chart" uri="{C3380CC4-5D6E-409C-BE32-E72D297353CC}">
              <c16:uniqueId val="{00000003-7CE9-44DA-B737-F59222980453}"/>
            </c:ext>
          </c:extLst>
        </c:ser>
        <c:dLbls>
          <c:showLegendKey val="0"/>
          <c:showVal val="0"/>
          <c:showCatName val="0"/>
          <c:showSerName val="0"/>
          <c:showPercent val="0"/>
          <c:showBubbleSize val="0"/>
        </c:dLbls>
        <c:gapWidth val="219"/>
        <c:overlap val="-27"/>
        <c:axId val="236372815"/>
        <c:axId val="723005423"/>
      </c:barChart>
      <c:catAx>
        <c:axId val="236372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723005423"/>
        <c:crosses val="autoZero"/>
        <c:auto val="1"/>
        <c:lblAlgn val="ctr"/>
        <c:lblOffset val="100"/>
        <c:noMultiLvlLbl val="0"/>
      </c:catAx>
      <c:valAx>
        <c:axId val="723005423"/>
        <c:scaling>
          <c:orientation val="minMax"/>
        </c:scaling>
        <c:delete val="0"/>
        <c:axPos val="l"/>
        <c:numFmt formatCode="_(#,##0_)_%;\(#,##0\)_%;_(&quot;–&quot;_)_%;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236372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latin typeface="Arial Narrow" panose="020B0606020202030204" pitchFamily="34" charset="0"/>
        </a:defRPr>
      </a:pPr>
      <a:endParaRPr lang="es-PE"/>
    </a:p>
  </c:txPr>
  <c:externalData r:id="rId4">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r>
              <a:rPr lang="es-PE" sz="1100" b="1" u="sng">
                <a:solidFill>
                  <a:srgbClr val="002060"/>
                </a:solidFill>
              </a:rPr>
              <a:t>Credit Spreads</a:t>
            </a:r>
            <a:r>
              <a:rPr lang="es-PE" sz="1100" b="1" u="sng" baseline="0">
                <a:solidFill>
                  <a:srgbClr val="002060"/>
                </a:solidFill>
              </a:rPr>
              <a:t> - CCC</a:t>
            </a:r>
            <a:endParaRPr lang="es-PE" sz="1100" b="1" u="sng">
              <a:solidFill>
                <a:srgbClr val="002060"/>
              </a:solidFill>
            </a:endParaRPr>
          </a:p>
        </c:rich>
      </c:tx>
      <c:layout>
        <c:manualLayout>
          <c:xMode val="edge"/>
          <c:yMode val="edge"/>
          <c:x val="3.1221111111111113E-2"/>
          <c:y val="1.6018518518518515E-2"/>
        </c:manualLayout>
      </c:layout>
      <c:overlay val="0"/>
      <c:spPr>
        <a:noFill/>
        <a:ln>
          <a:noFill/>
        </a:ln>
        <a:effectLst/>
      </c:spPr>
      <c:txPr>
        <a:bodyPr rot="0" spcFirstLastPara="1" vertOverflow="ellipsis" vert="horz" wrap="square" anchor="ctr" anchorCtr="1"/>
        <a:lstStyle/>
        <a:p>
          <a:pPr>
            <a:defRPr sz="1100" b="1" i="0" u="sng" strike="noStrike" kern="1200" spc="0" baseline="0">
              <a:solidFill>
                <a:srgbClr val="002060"/>
              </a:solidFill>
              <a:latin typeface="Arial Narrow" panose="020B0606020202030204" pitchFamily="34" charset="0"/>
              <a:ea typeface="+mn-ea"/>
              <a:cs typeface="+mn-cs"/>
            </a:defRPr>
          </a:pPr>
          <a:endParaRPr lang="es-PE"/>
        </a:p>
      </c:txPr>
    </c:title>
    <c:autoTitleDeleted val="0"/>
    <c:plotArea>
      <c:layout/>
      <c:barChart>
        <c:barDir val="col"/>
        <c:grouping val="clustered"/>
        <c:varyColors val="0"/>
        <c:ser>
          <c:idx val="0"/>
          <c:order val="0"/>
          <c:tx>
            <c:strRef>
              <c:f>DD_EMBIG!$R$5</c:f>
              <c:strCache>
                <c:ptCount val="1"/>
                <c:pt idx="0">
                  <c:v>EMS</c:v>
                </c:pt>
              </c:strCache>
            </c:strRef>
          </c:tx>
          <c:spPr>
            <a:solidFill>
              <a:srgbClr val="002060"/>
            </a:solidFill>
            <a:ln>
              <a:noFill/>
            </a:ln>
            <a:effectLst/>
          </c:spPr>
          <c:invertIfNegative val="0"/>
          <c:cat>
            <c:strRef>
              <c:f>DD_EMBIG!$Y$4:$Z$4</c:f>
              <c:strCache>
                <c:ptCount val="2"/>
                <c:pt idx="0">
                  <c:v>CCC</c:v>
                </c:pt>
                <c:pt idx="1">
                  <c:v>NR</c:v>
                </c:pt>
              </c:strCache>
            </c:strRef>
          </c:cat>
          <c:val>
            <c:numRef>
              <c:f>DD_EMBIG!$Y$5:$Z$5</c:f>
              <c:numCache>
                <c:formatCode>_(#,##0_)_%;\(#,##0\)_%;_("–"_)_%;_(@_)_%</c:formatCode>
                <c:ptCount val="2"/>
                <c:pt idx="0">
                  <c:v>1595.3979999999999</c:v>
                </c:pt>
                <c:pt idx="1">
                  <c:v>6416.357</c:v>
                </c:pt>
              </c:numCache>
            </c:numRef>
          </c:val>
          <c:extLst>
            <c:ext xmlns:c16="http://schemas.microsoft.com/office/drawing/2014/chart" uri="{C3380CC4-5D6E-409C-BE32-E72D297353CC}">
              <c16:uniqueId val="{00000000-095B-446B-BBCC-FE2AE88E4195}"/>
            </c:ext>
          </c:extLst>
        </c:ser>
        <c:ser>
          <c:idx val="1"/>
          <c:order val="1"/>
          <c:tx>
            <c:strRef>
              <c:f>DD_EMBIG!$R$6</c:f>
              <c:strCache>
                <c:ptCount val="1"/>
                <c:pt idx="0">
                  <c:v>EMC</c:v>
                </c:pt>
              </c:strCache>
            </c:strRef>
          </c:tx>
          <c:spPr>
            <a:solidFill>
              <a:schemeClr val="accent1">
                <a:lumMod val="60000"/>
                <a:lumOff val="40000"/>
              </a:schemeClr>
            </a:solidFill>
            <a:ln>
              <a:noFill/>
            </a:ln>
            <a:effectLst/>
          </c:spPr>
          <c:invertIfNegative val="0"/>
          <c:cat>
            <c:strRef>
              <c:f>DD_EMBIG!$Y$4:$Z$4</c:f>
              <c:strCache>
                <c:ptCount val="2"/>
                <c:pt idx="0">
                  <c:v>CCC</c:v>
                </c:pt>
                <c:pt idx="1">
                  <c:v>NR</c:v>
                </c:pt>
              </c:strCache>
            </c:strRef>
          </c:cat>
          <c:val>
            <c:numRef>
              <c:f>DD_EMBIG!$Y$6:$Z$6</c:f>
              <c:numCache>
                <c:formatCode>_(#,##0_)_%;\(#,##0\)_%;_("–"_)_%;_(@_)_%</c:formatCode>
                <c:ptCount val="2"/>
                <c:pt idx="0">
                  <c:v>1229.9690000000001</c:v>
                </c:pt>
                <c:pt idx="1">
                  <c:v>360.46699999999998</c:v>
                </c:pt>
              </c:numCache>
            </c:numRef>
          </c:val>
          <c:extLst>
            <c:ext xmlns:c16="http://schemas.microsoft.com/office/drawing/2014/chart" uri="{C3380CC4-5D6E-409C-BE32-E72D297353CC}">
              <c16:uniqueId val="{00000001-095B-446B-BBCC-FE2AE88E4195}"/>
            </c:ext>
          </c:extLst>
        </c:ser>
        <c:ser>
          <c:idx val="2"/>
          <c:order val="2"/>
          <c:tx>
            <c:strRef>
              <c:f>DD_EMBIG!$R$7</c:f>
              <c:strCache>
                <c:ptCount val="1"/>
                <c:pt idx="0">
                  <c:v>USHY</c:v>
                </c:pt>
              </c:strCache>
            </c:strRef>
          </c:tx>
          <c:spPr>
            <a:solidFill>
              <a:schemeClr val="accent3"/>
            </a:solidFill>
            <a:ln>
              <a:noFill/>
            </a:ln>
            <a:effectLst/>
          </c:spPr>
          <c:invertIfNegative val="0"/>
          <c:cat>
            <c:strRef>
              <c:f>DD_EMBIG!$Y$4:$Z$4</c:f>
              <c:strCache>
                <c:ptCount val="2"/>
                <c:pt idx="0">
                  <c:v>CCC</c:v>
                </c:pt>
                <c:pt idx="1">
                  <c:v>NR</c:v>
                </c:pt>
              </c:strCache>
            </c:strRef>
          </c:cat>
          <c:val>
            <c:numRef>
              <c:f>DD_EMBIG!$Y$7:$Z$7</c:f>
              <c:numCache>
                <c:formatCode>_(#,##0_)_%;\(#,##0\)_%;_("–"_)_%;_(@_)_%</c:formatCode>
                <c:ptCount val="2"/>
                <c:pt idx="0">
                  <c:v>1070.8699999999999</c:v>
                </c:pt>
                <c:pt idx="1">
                  <c:v>595.77</c:v>
                </c:pt>
              </c:numCache>
            </c:numRef>
          </c:val>
          <c:extLst>
            <c:ext xmlns:c16="http://schemas.microsoft.com/office/drawing/2014/chart" uri="{C3380CC4-5D6E-409C-BE32-E72D297353CC}">
              <c16:uniqueId val="{00000002-095B-446B-BBCC-FE2AE88E4195}"/>
            </c:ext>
          </c:extLst>
        </c:ser>
        <c:ser>
          <c:idx val="3"/>
          <c:order val="3"/>
          <c:tx>
            <c:strRef>
              <c:f>DD_EMBIG!$R$8</c:f>
              <c:strCache>
                <c:ptCount val="1"/>
                <c:pt idx="0">
                  <c:v>EUHY</c:v>
                </c:pt>
              </c:strCache>
            </c:strRef>
          </c:tx>
          <c:spPr>
            <a:solidFill>
              <a:srgbClr val="078549"/>
            </a:solidFill>
            <a:ln>
              <a:noFill/>
            </a:ln>
            <a:effectLst/>
          </c:spPr>
          <c:invertIfNegative val="0"/>
          <c:cat>
            <c:strRef>
              <c:f>DD_EMBIG!$Y$4:$Z$4</c:f>
              <c:strCache>
                <c:ptCount val="2"/>
                <c:pt idx="0">
                  <c:v>CCC</c:v>
                </c:pt>
                <c:pt idx="1">
                  <c:v>NR</c:v>
                </c:pt>
              </c:strCache>
            </c:strRef>
          </c:cat>
          <c:val>
            <c:numRef>
              <c:f>DD_EMBIG!$Y$8:$Z$8</c:f>
              <c:numCache>
                <c:formatCode>_(#,##0_)_%;\(#,##0\)_%;_("–"_)_%;_(@_)_%</c:formatCode>
                <c:ptCount val="2"/>
                <c:pt idx="0">
                  <c:v>1367</c:v>
                </c:pt>
                <c:pt idx="1">
                  <c:v>1143</c:v>
                </c:pt>
              </c:numCache>
            </c:numRef>
          </c:val>
          <c:extLst>
            <c:ext xmlns:c16="http://schemas.microsoft.com/office/drawing/2014/chart" uri="{C3380CC4-5D6E-409C-BE32-E72D297353CC}">
              <c16:uniqueId val="{00000003-095B-446B-BBCC-FE2AE88E4195}"/>
            </c:ext>
          </c:extLst>
        </c:ser>
        <c:dLbls>
          <c:showLegendKey val="0"/>
          <c:showVal val="0"/>
          <c:showCatName val="0"/>
          <c:showSerName val="0"/>
          <c:showPercent val="0"/>
          <c:showBubbleSize val="0"/>
        </c:dLbls>
        <c:gapWidth val="219"/>
        <c:overlap val="-27"/>
        <c:axId val="236372815"/>
        <c:axId val="723005423"/>
      </c:barChart>
      <c:catAx>
        <c:axId val="236372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723005423"/>
        <c:crosses val="autoZero"/>
        <c:auto val="1"/>
        <c:lblAlgn val="ctr"/>
        <c:lblOffset val="100"/>
        <c:noMultiLvlLbl val="0"/>
      </c:catAx>
      <c:valAx>
        <c:axId val="723005423"/>
        <c:scaling>
          <c:orientation val="minMax"/>
          <c:max val="4000"/>
        </c:scaling>
        <c:delete val="0"/>
        <c:axPos val="l"/>
        <c:numFmt formatCode="_(#,##0_)_%;\(#,##0\)_%;_(&quot;–&quot;_)_%;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crossAx val="236372815"/>
        <c:crosses val="autoZero"/>
        <c:crossBetween val="between"/>
        <c:majorUnit val="1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242424"/>
              </a:solidFill>
              <a:latin typeface="Arial Narrow" panose="020B060602020203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latin typeface="Arial Narrow" panose="020B0606020202030204" pitchFamily="34" charset="0"/>
        </a:defRPr>
      </a:pPr>
      <a:endParaRPr lang="es-PE"/>
    </a:p>
  </c:txPr>
  <c:externalData r:id="rId4">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marL="0" marR="0" lvl="0" indent="0" algn="ctr" defTabSz="914400" rtl="0" eaLnBrk="1" fontAlgn="auto" latinLnBrk="0" hangingPunct="1">
              <a:lnSpc>
                <a:spcPct val="100000"/>
              </a:lnSpc>
              <a:spcBef>
                <a:spcPts val="0"/>
              </a:spcBef>
              <a:spcAft>
                <a:spcPts val="0"/>
              </a:spcAft>
              <a:buClrTx/>
              <a:buSzTx/>
              <a:buFontTx/>
              <a:buNone/>
              <a:tabLst/>
              <a:defRPr sz="1200" b="1" i="0" u="none" strike="noStrike" kern="1200" baseline="0">
                <a:solidFill>
                  <a:srgbClr val="000000"/>
                </a:solidFill>
                <a:latin typeface="Trebuchet MS" panose="020B0603020202020204" pitchFamily="34" charset="0"/>
                <a:ea typeface="+mn-ea"/>
                <a:cs typeface="+mn-cs"/>
              </a:defRPr>
            </a:pPr>
            <a:r>
              <a:rPr lang="es-PE" sz="1400" b="1" i="0" u="none" strike="noStrike" kern="1200" baseline="0" dirty="0">
                <a:solidFill>
                  <a:srgbClr val="000000"/>
                </a:solidFill>
                <a:latin typeface="Trebuchet MS" panose="020B0603020202020204" pitchFamily="34" charset="0"/>
                <a:ea typeface="+mn-ea"/>
                <a:cs typeface="+mn-cs"/>
              </a:rPr>
              <a:t>AI-</a:t>
            </a:r>
            <a:r>
              <a:rPr lang="es-PE" sz="1400" b="1" i="0" u="none" strike="noStrike" kern="1200" baseline="0" dirty="0" err="1">
                <a:solidFill>
                  <a:srgbClr val="000000"/>
                </a:solidFill>
                <a:latin typeface="Trebuchet MS" panose="020B0603020202020204" pitchFamily="34" charset="0"/>
                <a:ea typeface="+mn-ea"/>
                <a:cs typeface="+mn-cs"/>
              </a:rPr>
              <a:t>related</a:t>
            </a:r>
            <a:r>
              <a:rPr lang="es-PE" sz="1400" b="1" i="0" u="none" strike="noStrike" kern="1200" baseline="0" dirty="0">
                <a:solidFill>
                  <a:srgbClr val="000000"/>
                </a:solidFill>
                <a:latin typeface="Trebuchet MS" panose="020B0603020202020204" pitchFamily="34" charset="0"/>
                <a:ea typeface="+mn-ea"/>
                <a:cs typeface="+mn-cs"/>
              </a:rPr>
              <a:t> </a:t>
            </a:r>
            <a:r>
              <a:rPr lang="es-PE" sz="1400" b="1" i="0" u="none" strike="noStrike" kern="1200" baseline="0" dirty="0" err="1">
                <a:solidFill>
                  <a:srgbClr val="000000"/>
                </a:solidFill>
                <a:latin typeface="Trebuchet MS" panose="020B0603020202020204" pitchFamily="34" charset="0"/>
                <a:ea typeface="+mn-ea"/>
                <a:cs typeface="+mn-cs"/>
              </a:rPr>
              <a:t>Capex</a:t>
            </a:r>
            <a:r>
              <a:rPr lang="es-PE" sz="1400" b="1" i="0" u="none" strike="noStrike" kern="1200" baseline="0" dirty="0">
                <a:solidFill>
                  <a:srgbClr val="000000"/>
                </a:solidFill>
                <a:latin typeface="Trebuchet MS" panose="020B0603020202020204" pitchFamily="34" charset="0"/>
                <a:ea typeface="+mn-ea"/>
                <a:cs typeface="+mn-cs"/>
              </a:rPr>
              <a:t> </a:t>
            </a:r>
            <a:r>
              <a:rPr lang="es-PE" sz="1400" b="1" i="0" u="none" strike="noStrike" kern="1200" baseline="0" dirty="0" err="1">
                <a:solidFill>
                  <a:srgbClr val="000000"/>
                </a:solidFill>
                <a:latin typeface="Trebuchet MS" panose="020B0603020202020204" pitchFamily="34" charset="0"/>
                <a:ea typeface="+mn-ea"/>
                <a:cs typeface="+mn-cs"/>
              </a:rPr>
              <a:t>funded</a:t>
            </a:r>
            <a:r>
              <a:rPr lang="es-PE" sz="1400" b="1" i="0" u="none" strike="noStrike" kern="1200" baseline="0" dirty="0">
                <a:solidFill>
                  <a:srgbClr val="000000"/>
                </a:solidFill>
                <a:latin typeface="Trebuchet MS" panose="020B0603020202020204" pitchFamily="34" charset="0"/>
                <a:ea typeface="+mn-ea"/>
                <a:cs typeface="+mn-cs"/>
              </a:rPr>
              <a:t> </a:t>
            </a:r>
            <a:r>
              <a:rPr lang="es-PE" sz="1400" b="1" i="0" u="none" strike="noStrike" kern="1200" baseline="0" dirty="0" err="1">
                <a:solidFill>
                  <a:srgbClr val="000000"/>
                </a:solidFill>
                <a:latin typeface="Trebuchet MS" panose="020B0603020202020204" pitchFamily="34" charset="0"/>
                <a:ea typeface="+mn-ea"/>
                <a:cs typeface="+mn-cs"/>
              </a:rPr>
              <a:t>by</a:t>
            </a:r>
            <a:r>
              <a:rPr lang="es-PE" sz="1400" b="1" i="0" u="none" strike="noStrike" kern="1200" baseline="0" dirty="0">
                <a:solidFill>
                  <a:srgbClr val="000000"/>
                </a:solidFill>
                <a:latin typeface="Trebuchet MS" panose="020B0603020202020204" pitchFamily="34" charset="0"/>
                <a:ea typeface="+mn-ea"/>
                <a:cs typeface="+mn-cs"/>
              </a:rPr>
              <a:t> </a:t>
            </a:r>
            <a:r>
              <a:rPr lang="es-PE" sz="1400" b="1" i="0" u="none" strike="noStrike" kern="1200" baseline="0" dirty="0" err="1">
                <a:solidFill>
                  <a:srgbClr val="000000"/>
                </a:solidFill>
                <a:latin typeface="Trebuchet MS" panose="020B0603020202020204" pitchFamily="34" charset="0"/>
                <a:ea typeface="+mn-ea"/>
                <a:cs typeface="+mn-cs"/>
              </a:rPr>
              <a:t>issuance</a:t>
            </a:r>
            <a:r>
              <a:rPr lang="es-PE" sz="1400" b="1" i="0" u="none" strike="noStrike" kern="1200" baseline="0" dirty="0">
                <a:solidFill>
                  <a:srgbClr val="000000"/>
                </a:solidFill>
                <a:latin typeface="Trebuchet MS" panose="020B0603020202020204" pitchFamily="34" charset="0"/>
                <a:ea typeface="+mn-ea"/>
                <a:cs typeface="+mn-cs"/>
              </a:rPr>
              <a:t> ($</a:t>
            </a:r>
            <a:r>
              <a:rPr lang="es-PE" sz="1400" b="1" i="0" u="none" strike="noStrike" kern="1200" baseline="0" dirty="0" err="1">
                <a:solidFill>
                  <a:srgbClr val="000000"/>
                </a:solidFill>
                <a:latin typeface="Trebuchet MS" panose="020B0603020202020204" pitchFamily="34" charset="0"/>
                <a:ea typeface="+mn-ea"/>
                <a:cs typeface="+mn-cs"/>
              </a:rPr>
              <a:t>bn</a:t>
            </a:r>
            <a:r>
              <a:rPr lang="es-PE" sz="1400" b="1" i="0" u="none" strike="noStrike" kern="1200" baseline="0" dirty="0">
                <a:solidFill>
                  <a:srgbClr val="000000"/>
                </a:solidFill>
                <a:latin typeface="Trebuchet MS" panose="020B0603020202020204" pitchFamily="34"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sz="1200" b="1" i="0" u="none" strike="noStrike" kern="1200" baseline="0">
                <a:solidFill>
                  <a:srgbClr val="000000"/>
                </a:solidFill>
                <a:latin typeface="Trebuchet MS" panose="020B0603020202020204" pitchFamily="34" charset="0"/>
                <a:ea typeface="+mn-ea"/>
                <a:cs typeface="+mn-cs"/>
              </a:defRPr>
            </a:pPr>
            <a:endParaRPr lang="es-PE" sz="1400" dirty="0"/>
          </a:p>
        </c:rich>
      </c:tx>
      <c:overlay val="0"/>
      <c:spPr>
        <a:noFill/>
        <a:ln w="0">
          <a:noFill/>
        </a:ln>
      </c:spPr>
    </c:title>
    <c:autoTitleDeleted val="0"/>
    <c:plotArea>
      <c:layout>
        <c:manualLayout>
          <c:layoutTarget val="inner"/>
          <c:xMode val="edge"/>
          <c:yMode val="edge"/>
          <c:x val="0.11367045529580105"/>
          <c:y val="0.10527178580149307"/>
          <c:w val="0.80802654218363168"/>
          <c:h val="0.71943512889900163"/>
        </c:manualLayout>
      </c:layout>
      <c:barChart>
        <c:barDir val="col"/>
        <c:grouping val="stacked"/>
        <c:varyColors val="0"/>
        <c:ser>
          <c:idx val="0"/>
          <c:order val="0"/>
          <c:tx>
            <c:strRef>
              <c:f>'Capex Hyperscalers'!$A$5</c:f>
              <c:strCache>
                <c:ptCount val="1"/>
                <c:pt idx="0">
                  <c:v>Amazon</c:v>
                </c:pt>
              </c:strCache>
            </c:strRef>
          </c:tx>
          <c:spPr>
            <a:solidFill>
              <a:srgbClr val="8E0000"/>
            </a:solidFill>
            <a:ln w="0">
              <a:solidFill>
                <a:srgbClr val="1F3B73"/>
              </a:solidFill>
            </a:ln>
          </c:spPr>
          <c:invertIfNegative val="0"/>
          <c:dLbls>
            <c:spPr>
              <a:noFill/>
              <a:ln>
                <a:noFill/>
              </a:ln>
              <a:effectLst/>
            </c:spPr>
            <c:txPr>
              <a:bodyPr/>
              <a:lstStyle/>
              <a:p>
                <a:pPr>
                  <a:defRPr b="1">
                    <a:solidFill>
                      <a:schemeClr val="bg1"/>
                    </a:solidFill>
                  </a:defRPr>
                </a:pPr>
                <a:endParaRPr lang="es-P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'Capex Hyperscalers'!$B$4:$G$4</c:f>
              <c:strCache>
                <c:ptCount val="6"/>
                <c:pt idx="0">
                  <c:v>2023</c:v>
                </c:pt>
                <c:pt idx="1">
                  <c:v>2024</c:v>
                </c:pt>
                <c:pt idx="2">
                  <c:v>2025</c:v>
                </c:pt>
                <c:pt idx="3">
                  <c:v>2026E</c:v>
                </c:pt>
                <c:pt idx="4">
                  <c:v>2027E</c:v>
                </c:pt>
                <c:pt idx="5">
                  <c:v>2028E</c:v>
                </c:pt>
              </c:strCache>
            </c:strRef>
          </c:cat>
          <c:val>
            <c:numRef>
              <c:f>'Capex Hyperscalers'!$B$5:$G$5</c:f>
              <c:numCache>
                <c:formatCode>#,##0</c:formatCode>
                <c:ptCount val="6"/>
                <c:pt idx="0">
                  <c:v>54</c:v>
                </c:pt>
                <c:pt idx="1">
                  <c:v>76</c:v>
                </c:pt>
                <c:pt idx="2">
                  <c:v>126</c:v>
                </c:pt>
                <c:pt idx="3">
                  <c:v>197</c:v>
                </c:pt>
                <c:pt idx="4">
                  <c:v>213</c:v>
                </c:pt>
                <c:pt idx="5">
                  <c:v>212</c:v>
                </c:pt>
              </c:numCache>
            </c:numRef>
          </c:val>
          <c:extLst>
            <c:ext xmlns:c16="http://schemas.microsoft.com/office/drawing/2014/chart" uri="{C3380CC4-5D6E-409C-BE32-E72D297353CC}">
              <c16:uniqueId val="{00000000-A84A-4F28-A8FD-0B236E76DA2F}"/>
            </c:ext>
          </c:extLst>
        </c:ser>
        <c:ser>
          <c:idx val="1"/>
          <c:order val="1"/>
          <c:tx>
            <c:strRef>
              <c:f>'Capex Hyperscalers'!$A$6</c:f>
              <c:strCache>
                <c:ptCount val="1"/>
                <c:pt idx="0">
                  <c:v>Microsoft</c:v>
                </c:pt>
              </c:strCache>
            </c:strRef>
          </c:tx>
          <c:spPr>
            <a:solidFill>
              <a:schemeClr val="accent1">
                <a:lumMod val="60000"/>
                <a:lumOff val="40000"/>
              </a:schemeClr>
            </a:solidFill>
            <a:ln w="0">
              <a:solidFill>
                <a:srgbClr val="3EC1D3"/>
              </a:solidFill>
            </a:ln>
          </c:spPr>
          <c:invertIfNegative val="0"/>
          <c:dLbls>
            <c:spPr>
              <a:noFill/>
              <a:ln>
                <a:noFill/>
              </a:ln>
              <a:effectLst/>
            </c:spPr>
            <c:txPr>
              <a:bodyPr/>
              <a:lstStyle/>
              <a:p>
                <a:pPr>
                  <a:defRPr b="1">
                    <a:solidFill>
                      <a:schemeClr val="bg1"/>
                    </a:solidFill>
                  </a:defRPr>
                </a:pPr>
                <a:endParaRPr lang="es-P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'Capex Hyperscalers'!$B$4:$G$4</c:f>
              <c:strCache>
                <c:ptCount val="6"/>
                <c:pt idx="0">
                  <c:v>2023</c:v>
                </c:pt>
                <c:pt idx="1">
                  <c:v>2024</c:v>
                </c:pt>
                <c:pt idx="2">
                  <c:v>2025</c:v>
                </c:pt>
                <c:pt idx="3">
                  <c:v>2026E</c:v>
                </c:pt>
                <c:pt idx="4">
                  <c:v>2027E</c:v>
                </c:pt>
                <c:pt idx="5">
                  <c:v>2028E</c:v>
                </c:pt>
              </c:strCache>
            </c:strRef>
          </c:cat>
          <c:val>
            <c:numRef>
              <c:f>'Capex Hyperscalers'!$B$6:$G$6</c:f>
              <c:numCache>
                <c:formatCode>#,##0</c:formatCode>
                <c:ptCount val="6"/>
                <c:pt idx="0">
                  <c:v>27</c:v>
                </c:pt>
                <c:pt idx="1">
                  <c:v>44</c:v>
                </c:pt>
                <c:pt idx="2">
                  <c:v>66</c:v>
                </c:pt>
                <c:pt idx="3">
                  <c:v>130</c:v>
                </c:pt>
                <c:pt idx="4">
                  <c:v>128</c:v>
                </c:pt>
                <c:pt idx="5">
                  <c:v>146</c:v>
                </c:pt>
              </c:numCache>
            </c:numRef>
          </c:val>
          <c:extLst>
            <c:ext xmlns:c16="http://schemas.microsoft.com/office/drawing/2014/chart" uri="{C3380CC4-5D6E-409C-BE32-E72D297353CC}">
              <c16:uniqueId val="{00000001-A84A-4F28-A8FD-0B236E76DA2F}"/>
            </c:ext>
          </c:extLst>
        </c:ser>
        <c:ser>
          <c:idx val="2"/>
          <c:order val="2"/>
          <c:tx>
            <c:strRef>
              <c:f>'Capex Hyperscalers'!$A$7</c:f>
              <c:strCache>
                <c:ptCount val="1"/>
                <c:pt idx="0">
                  <c:v>Alphabet</c:v>
                </c:pt>
              </c:strCache>
            </c:strRef>
          </c:tx>
          <c:spPr>
            <a:solidFill>
              <a:schemeClr val="tx1">
                <a:lumMod val="90000"/>
                <a:lumOff val="10000"/>
              </a:schemeClr>
            </a:solidFill>
            <a:ln w="0">
              <a:solidFill>
                <a:srgbClr val="2E4A7D"/>
              </a:solidFill>
            </a:ln>
          </c:spPr>
          <c:invertIfNegative val="0"/>
          <c:dLbls>
            <c:spPr>
              <a:noFill/>
              <a:ln>
                <a:noFill/>
              </a:ln>
              <a:effectLst/>
            </c:spPr>
            <c:txPr>
              <a:bodyPr/>
              <a:lstStyle/>
              <a:p>
                <a:pPr>
                  <a:defRPr b="1">
                    <a:solidFill>
                      <a:schemeClr val="bg1"/>
                    </a:solidFill>
                  </a:defRPr>
                </a:pPr>
                <a:endParaRPr lang="es-P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'Capex Hyperscalers'!$B$4:$G$4</c:f>
              <c:strCache>
                <c:ptCount val="6"/>
                <c:pt idx="0">
                  <c:v>2023</c:v>
                </c:pt>
                <c:pt idx="1">
                  <c:v>2024</c:v>
                </c:pt>
                <c:pt idx="2">
                  <c:v>2025</c:v>
                </c:pt>
                <c:pt idx="3">
                  <c:v>2026E</c:v>
                </c:pt>
                <c:pt idx="4">
                  <c:v>2027E</c:v>
                </c:pt>
                <c:pt idx="5">
                  <c:v>2028E</c:v>
                </c:pt>
              </c:strCache>
            </c:strRef>
          </c:cat>
          <c:val>
            <c:numRef>
              <c:f>'Capex Hyperscalers'!$B$7:$G$7</c:f>
              <c:numCache>
                <c:formatCode>#,##0</c:formatCode>
                <c:ptCount val="6"/>
                <c:pt idx="0">
                  <c:v>31</c:v>
                </c:pt>
                <c:pt idx="1">
                  <c:v>52</c:v>
                </c:pt>
                <c:pt idx="2">
                  <c:v>91</c:v>
                </c:pt>
                <c:pt idx="3">
                  <c:v>180</c:v>
                </c:pt>
                <c:pt idx="4">
                  <c:v>193</c:v>
                </c:pt>
                <c:pt idx="5">
                  <c:v>200</c:v>
                </c:pt>
              </c:numCache>
            </c:numRef>
          </c:val>
          <c:extLst>
            <c:ext xmlns:c16="http://schemas.microsoft.com/office/drawing/2014/chart" uri="{C3380CC4-5D6E-409C-BE32-E72D297353CC}">
              <c16:uniqueId val="{00000002-A84A-4F28-A8FD-0B236E76DA2F}"/>
            </c:ext>
          </c:extLst>
        </c:ser>
        <c:ser>
          <c:idx val="3"/>
          <c:order val="3"/>
          <c:tx>
            <c:strRef>
              <c:f>'Capex Hyperscalers'!$A$8</c:f>
              <c:strCache>
                <c:ptCount val="1"/>
                <c:pt idx="0">
                  <c:v>Meta</c:v>
                </c:pt>
              </c:strCache>
            </c:strRef>
          </c:tx>
          <c:spPr>
            <a:solidFill>
              <a:schemeClr val="bg1">
                <a:lumMod val="65000"/>
              </a:schemeClr>
            </a:solidFill>
            <a:ln w="0">
              <a:solidFill>
                <a:schemeClr val="bg1">
                  <a:lumMod val="50000"/>
                </a:schemeClr>
              </a:solidFill>
            </a:ln>
          </c:spPr>
          <c:invertIfNegative val="0"/>
          <c:dLbls>
            <c:spPr>
              <a:noFill/>
              <a:ln>
                <a:noFill/>
              </a:ln>
              <a:effectLst/>
            </c:spPr>
            <c:txPr>
              <a:bodyPr/>
              <a:lstStyle/>
              <a:p>
                <a:pPr>
                  <a:defRPr b="1"/>
                </a:pPr>
                <a:endParaRPr lang="es-P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'Capex Hyperscalers'!$B$4:$G$4</c:f>
              <c:strCache>
                <c:ptCount val="6"/>
                <c:pt idx="0">
                  <c:v>2023</c:v>
                </c:pt>
                <c:pt idx="1">
                  <c:v>2024</c:v>
                </c:pt>
                <c:pt idx="2">
                  <c:v>2025</c:v>
                </c:pt>
                <c:pt idx="3">
                  <c:v>2026E</c:v>
                </c:pt>
                <c:pt idx="4">
                  <c:v>2027E</c:v>
                </c:pt>
                <c:pt idx="5">
                  <c:v>2028E</c:v>
                </c:pt>
              </c:strCache>
            </c:strRef>
          </c:cat>
          <c:val>
            <c:numRef>
              <c:f>'Capex Hyperscalers'!$B$8:$G$8</c:f>
              <c:numCache>
                <c:formatCode>#,##0</c:formatCode>
                <c:ptCount val="6"/>
                <c:pt idx="0">
                  <c:v>28</c:v>
                </c:pt>
                <c:pt idx="1">
                  <c:v>38</c:v>
                </c:pt>
                <c:pt idx="2">
                  <c:v>71</c:v>
                </c:pt>
                <c:pt idx="3">
                  <c:v>123</c:v>
                </c:pt>
                <c:pt idx="4">
                  <c:v>140</c:v>
                </c:pt>
                <c:pt idx="5">
                  <c:v>149</c:v>
                </c:pt>
              </c:numCache>
            </c:numRef>
          </c:val>
          <c:extLst>
            <c:ext xmlns:c16="http://schemas.microsoft.com/office/drawing/2014/chart" uri="{C3380CC4-5D6E-409C-BE32-E72D297353CC}">
              <c16:uniqueId val="{00000003-A84A-4F28-A8FD-0B236E76DA2F}"/>
            </c:ext>
          </c:extLst>
        </c:ser>
        <c:ser>
          <c:idx val="4"/>
          <c:order val="4"/>
          <c:tx>
            <c:strRef>
              <c:f>'Capex Hyperscalers'!$A$9</c:f>
              <c:strCache>
                <c:ptCount val="1"/>
                <c:pt idx="0">
                  <c:v>Oracle</c:v>
                </c:pt>
              </c:strCache>
            </c:strRef>
          </c:tx>
          <c:spPr>
            <a:solidFill>
              <a:schemeClr val="bg2">
                <a:lumMod val="25000"/>
              </a:schemeClr>
            </a:solidFill>
            <a:ln w="0">
              <a:solidFill>
                <a:srgbClr val="1F6F78"/>
              </a:solidFill>
            </a:ln>
          </c:spPr>
          <c:invertIfNegative val="0"/>
          <c:dLbls>
            <c:spPr>
              <a:noFill/>
              <a:ln>
                <a:noFill/>
              </a:ln>
              <a:effectLst/>
            </c:spPr>
            <c:txPr>
              <a:bodyPr/>
              <a:lstStyle/>
              <a:p>
                <a:pPr>
                  <a:defRPr b="1">
                    <a:solidFill>
                      <a:schemeClr val="bg1"/>
                    </a:solidFill>
                  </a:defRPr>
                </a:pPr>
                <a:endParaRPr lang="es-P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'Capex Hyperscalers'!$B$4:$G$4</c:f>
              <c:strCache>
                <c:ptCount val="6"/>
                <c:pt idx="0">
                  <c:v>2023</c:v>
                </c:pt>
                <c:pt idx="1">
                  <c:v>2024</c:v>
                </c:pt>
                <c:pt idx="2">
                  <c:v>2025</c:v>
                </c:pt>
                <c:pt idx="3">
                  <c:v>2026E</c:v>
                </c:pt>
                <c:pt idx="4">
                  <c:v>2027E</c:v>
                </c:pt>
                <c:pt idx="5">
                  <c:v>2028E</c:v>
                </c:pt>
              </c:strCache>
            </c:strRef>
          </c:cat>
          <c:val>
            <c:numRef>
              <c:f>'Capex Hyperscalers'!$B$9:$G$9</c:f>
              <c:numCache>
                <c:formatCode>#,##0</c:formatCode>
                <c:ptCount val="6"/>
                <c:pt idx="0">
                  <c:v>9</c:v>
                </c:pt>
                <c:pt idx="1">
                  <c:v>7</c:v>
                </c:pt>
                <c:pt idx="2">
                  <c:v>16</c:v>
                </c:pt>
                <c:pt idx="3">
                  <c:v>50</c:v>
                </c:pt>
                <c:pt idx="4">
                  <c:v>63</c:v>
                </c:pt>
                <c:pt idx="5">
                  <c:v>76</c:v>
                </c:pt>
              </c:numCache>
            </c:numRef>
          </c:val>
          <c:extLst>
            <c:ext xmlns:c16="http://schemas.microsoft.com/office/drawing/2014/chart" uri="{C3380CC4-5D6E-409C-BE32-E72D297353CC}">
              <c16:uniqueId val="{00000004-A84A-4F28-A8FD-0B236E76DA2F}"/>
            </c:ext>
          </c:extLst>
        </c:ser>
        <c:dLbls>
          <c:dLblPos val="ctr"/>
          <c:showLegendKey val="0"/>
          <c:showVal val="1"/>
          <c:showCatName val="0"/>
          <c:showSerName val="0"/>
          <c:showPercent val="0"/>
          <c:showBubbleSize val="0"/>
        </c:dLbls>
        <c:gapWidth val="50"/>
        <c:overlap val="100"/>
        <c:axId val="24844238"/>
        <c:axId val="11647054"/>
      </c:barChart>
      <c:catAx>
        <c:axId val="24844238"/>
        <c:scaling>
          <c:orientation val="minMax"/>
        </c:scaling>
        <c:delete val="0"/>
        <c:axPos val="b"/>
        <c:numFmt formatCode="General" sourceLinked="1"/>
        <c:majorTickMark val="none"/>
        <c:minorTickMark val="none"/>
        <c:tickLblPos val="nextTo"/>
        <c:spPr>
          <a:ln w="9360">
            <a:solidFill>
              <a:srgbClr val="878787"/>
            </a:solidFill>
            <a:round/>
          </a:ln>
        </c:spPr>
        <c:crossAx val="11647054"/>
        <c:crosses val="autoZero"/>
        <c:auto val="1"/>
        <c:lblAlgn val="ctr"/>
        <c:lblOffset val="100"/>
        <c:noMultiLvlLbl val="0"/>
      </c:catAx>
      <c:valAx>
        <c:axId val="11647054"/>
        <c:scaling>
          <c:orientation val="minMax"/>
        </c:scaling>
        <c:delete val="0"/>
        <c:axPos val="l"/>
        <c:title>
          <c:tx>
            <c:rich>
              <a:bodyPr rot="-5400000"/>
              <a:lstStyle/>
              <a:p>
                <a:pPr>
                  <a:defRPr/>
                </a:pPr>
                <a:r>
                  <a:rPr lang="es-PE"/>
                  <a:t>$ bn</a:t>
                </a:r>
              </a:p>
            </c:rich>
          </c:tx>
          <c:overlay val="0"/>
          <c:spPr>
            <a:noFill/>
            <a:ln w="0">
              <a:noFill/>
            </a:ln>
          </c:spPr>
        </c:title>
        <c:numFmt formatCode="#,##0" sourceLinked="1"/>
        <c:majorTickMark val="none"/>
        <c:minorTickMark val="none"/>
        <c:tickLblPos val="nextTo"/>
        <c:spPr>
          <a:ln w="9360">
            <a:solidFill>
              <a:srgbClr val="878787"/>
            </a:solidFill>
            <a:round/>
          </a:ln>
        </c:spPr>
        <c:crossAx val="24844238"/>
        <c:crosses val="autoZero"/>
        <c:crossBetween val="between"/>
      </c:valAx>
      <c:spPr>
        <a:noFill/>
        <a:ln w="0">
          <a:noFill/>
        </a:ln>
      </c:spPr>
    </c:plotArea>
    <c:legend>
      <c:legendPos val="r"/>
      <c:layout>
        <c:manualLayout>
          <c:xMode val="edge"/>
          <c:yMode val="edge"/>
          <c:x val="0.2499490942932715"/>
          <c:y val="0.85683723946068113"/>
          <c:w val="0.52833019256358371"/>
          <c:h val="0.11750848001697375"/>
        </c:manualLayout>
      </c:layout>
      <c:overlay val="0"/>
      <c:spPr>
        <a:noFill/>
        <a:ln w="0">
          <a:noFill/>
        </a:ln>
      </c:spPr>
    </c:legend>
    <c:plotVisOnly val="1"/>
    <c:dispBlanksAs val="gap"/>
    <c:showDLblsOverMax val="1"/>
  </c:chart>
  <c:spPr>
    <a:solidFill>
      <a:srgbClr val="FFFFFF"/>
    </a:solidFill>
    <a:ln w="9360">
      <a:noFill/>
      <a:round/>
    </a:ln>
  </c:spPr>
  <c:txPr>
    <a:bodyPr/>
    <a:lstStyle/>
    <a:p>
      <a:pPr>
        <a:defRPr sz="1000">
          <a:solidFill>
            <a:srgbClr val="000000"/>
          </a:solidFill>
          <a:latin typeface="Trebuchet MS" panose="020B0603020202020204" pitchFamily="34" charset="0"/>
        </a:defRPr>
      </a:pPr>
      <a:endParaRPr lang="es-PE"/>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bg2">
                <a:lumMod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rebuchet MS" panose="020B0603020202020204" pitchFamily="34" charset="0"/>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'Capex Hyperscalers'!$A$42:$A$47</c:f>
              <c:strCache>
                <c:ptCount val="6"/>
                <c:pt idx="0">
                  <c:v>1-3</c:v>
                </c:pt>
                <c:pt idx="1">
                  <c:v>3-5</c:v>
                </c:pt>
                <c:pt idx="2">
                  <c:v>5-7</c:v>
                </c:pt>
                <c:pt idx="3">
                  <c:v>7-10</c:v>
                </c:pt>
                <c:pt idx="4">
                  <c:v>10-30</c:v>
                </c:pt>
                <c:pt idx="5">
                  <c:v>+30y</c:v>
                </c:pt>
              </c:strCache>
            </c:strRef>
          </c:cat>
          <c:val>
            <c:numRef>
              <c:f>'Capex Hyperscalers'!$B$42:$B$47</c:f>
              <c:numCache>
                <c:formatCode>General</c:formatCode>
                <c:ptCount val="6"/>
                <c:pt idx="0">
                  <c:v>12.6</c:v>
                </c:pt>
                <c:pt idx="1">
                  <c:v>6.9</c:v>
                </c:pt>
                <c:pt idx="2">
                  <c:v>9.1999999999999993</c:v>
                </c:pt>
                <c:pt idx="3">
                  <c:v>22</c:v>
                </c:pt>
                <c:pt idx="4">
                  <c:v>13.1</c:v>
                </c:pt>
                <c:pt idx="5">
                  <c:v>37.200000000000003</c:v>
                </c:pt>
              </c:numCache>
            </c:numRef>
          </c:val>
          <c:extLst>
            <c:ext xmlns:c16="http://schemas.microsoft.com/office/drawing/2014/chart" uri="{C3380CC4-5D6E-409C-BE32-E72D297353CC}">
              <c16:uniqueId val="{00000000-05D7-4788-B73E-FBA5515CCE7C}"/>
            </c:ext>
          </c:extLst>
        </c:ser>
        <c:dLbls>
          <c:dLblPos val="outEnd"/>
          <c:showLegendKey val="0"/>
          <c:showVal val="1"/>
          <c:showCatName val="0"/>
          <c:showSerName val="0"/>
          <c:showPercent val="0"/>
          <c:showBubbleSize val="0"/>
        </c:dLbls>
        <c:gapWidth val="50"/>
        <c:overlap val="-27"/>
        <c:axId val="261535552"/>
        <c:axId val="261536032"/>
      </c:barChart>
      <c:catAx>
        <c:axId val="261535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rebuchet MS" panose="020B0603020202020204" pitchFamily="34" charset="0"/>
                <a:ea typeface="+mn-ea"/>
                <a:cs typeface="+mn-cs"/>
              </a:defRPr>
            </a:pPr>
            <a:endParaRPr lang="es-PE"/>
          </a:p>
        </c:txPr>
        <c:crossAx val="261536032"/>
        <c:crosses val="autoZero"/>
        <c:auto val="1"/>
        <c:lblAlgn val="ctr"/>
        <c:lblOffset val="100"/>
        <c:noMultiLvlLbl val="0"/>
      </c:catAx>
      <c:valAx>
        <c:axId val="261536032"/>
        <c:scaling>
          <c:orientation val="minMax"/>
        </c:scaling>
        <c:delete val="1"/>
        <c:axPos val="l"/>
        <c:numFmt formatCode="General" sourceLinked="1"/>
        <c:majorTickMark val="none"/>
        <c:minorTickMark val="none"/>
        <c:tickLblPos val="nextTo"/>
        <c:crossAx val="2615355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ysClr val="windowText" lastClr="000000"/>
          </a:solidFill>
          <a:latin typeface="Trebuchet MS" panose="020B0603020202020204" pitchFamily="34" charset="0"/>
        </a:defRPr>
      </a:pPr>
      <a:endParaRPr lang="es-PE"/>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Arial Narrow" panose="020B0606020202030204" pitchFamily="34" charset="0"/>
                <a:ea typeface="+mn-ea"/>
                <a:cs typeface="+mn-cs"/>
              </a:defRPr>
            </a:pPr>
            <a:r>
              <a:rPr lang="es-PE" b="1" u="sng">
                <a:solidFill>
                  <a:srgbClr val="002060"/>
                </a:solidFill>
              </a:rPr>
              <a:t>Expected Returns by Scenario</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Arial Narrow" panose="020B0606020202030204" pitchFamily="34" charset="0"/>
              <a:ea typeface="+mn-ea"/>
              <a:cs typeface="+mn-cs"/>
            </a:defRPr>
          </a:pPr>
          <a:endParaRPr lang="es-PE"/>
        </a:p>
      </c:txPr>
    </c:title>
    <c:autoTitleDeleted val="0"/>
    <c:plotArea>
      <c:layout/>
      <c:barChart>
        <c:barDir val="col"/>
        <c:grouping val="clustered"/>
        <c:varyColors val="0"/>
        <c:ser>
          <c:idx val="1"/>
          <c:order val="0"/>
          <c:tx>
            <c:strRef>
              <c:f>'E(R)_12M'!$E$18</c:f>
              <c:strCache>
                <c:ptCount val="1"/>
                <c:pt idx="0">
                  <c:v>Goldilocks</c:v>
                </c:pt>
              </c:strCache>
            </c:strRef>
          </c:tx>
          <c:spPr>
            <a:solidFill>
              <a:schemeClr val="accent5">
                <a:lumMod val="60000"/>
                <a:lumOff val="40000"/>
              </a:schemeClr>
            </a:solidFill>
            <a:ln>
              <a:noFill/>
            </a:ln>
            <a:effectLst/>
          </c:spPr>
          <c:invertIfNegative val="0"/>
          <c:cat>
            <c:strRef>
              <c:f>'E(R)_12M'!$C$19:$C$26</c:f>
              <c:strCache>
                <c:ptCount val="8"/>
                <c:pt idx="0">
                  <c:v>US TSY</c:v>
                </c:pt>
                <c:pt idx="1">
                  <c:v>EM LC</c:v>
                </c:pt>
                <c:pt idx="2">
                  <c:v>DM HY</c:v>
                </c:pt>
                <c:pt idx="3">
                  <c:v>EM HC</c:v>
                </c:pt>
                <c:pt idx="4">
                  <c:v>DXY</c:v>
                </c:pt>
                <c:pt idx="5">
                  <c:v>EMFX</c:v>
                </c:pt>
                <c:pt idx="6">
                  <c:v>SOBS</c:v>
                </c:pt>
                <c:pt idx="7">
                  <c:v>PEN</c:v>
                </c:pt>
              </c:strCache>
            </c:strRef>
          </c:cat>
          <c:val>
            <c:numRef>
              <c:f>'E(R)_12M'!$E$19:$E$26</c:f>
              <c:numCache>
                <c:formatCode>0.0</c:formatCode>
                <c:ptCount val="8"/>
                <c:pt idx="0">
                  <c:v>7.9642448006411293</c:v>
                </c:pt>
                <c:pt idx="1">
                  <c:v>9.0715110065681905</c:v>
                </c:pt>
                <c:pt idx="2">
                  <c:v>8.0478571163066892</c:v>
                </c:pt>
                <c:pt idx="3">
                  <c:v>10.064938570449788</c:v>
                </c:pt>
                <c:pt idx="4">
                  <c:v>-6.0000000000000053</c:v>
                </c:pt>
                <c:pt idx="5">
                  <c:v>10.021862235815316</c:v>
                </c:pt>
                <c:pt idx="6">
                  <c:v>9.4095475890935685</c:v>
                </c:pt>
                <c:pt idx="7">
                  <c:v>5.7297445529416624</c:v>
                </c:pt>
              </c:numCache>
            </c:numRef>
          </c:val>
          <c:extLst>
            <c:ext xmlns:c16="http://schemas.microsoft.com/office/drawing/2014/chart" uri="{C3380CC4-5D6E-409C-BE32-E72D297353CC}">
              <c16:uniqueId val="{00000000-986A-4C45-A1F6-4DB8E2C9C429}"/>
            </c:ext>
          </c:extLst>
        </c:ser>
        <c:ser>
          <c:idx val="2"/>
          <c:order val="1"/>
          <c:tx>
            <c:strRef>
              <c:f>'E(R)_12M'!$F$18</c:f>
              <c:strCache>
                <c:ptCount val="1"/>
                <c:pt idx="0">
                  <c:v>Reignition</c:v>
                </c:pt>
              </c:strCache>
            </c:strRef>
          </c:tx>
          <c:spPr>
            <a:solidFill>
              <a:srgbClr val="FFC000"/>
            </a:solidFill>
            <a:ln>
              <a:noFill/>
            </a:ln>
            <a:effectLst/>
          </c:spPr>
          <c:invertIfNegative val="0"/>
          <c:cat>
            <c:strRef>
              <c:f>'E(R)_12M'!$C$19:$C$26</c:f>
              <c:strCache>
                <c:ptCount val="8"/>
                <c:pt idx="0">
                  <c:v>US TSY</c:v>
                </c:pt>
                <c:pt idx="1">
                  <c:v>EM LC</c:v>
                </c:pt>
                <c:pt idx="2">
                  <c:v>DM HY</c:v>
                </c:pt>
                <c:pt idx="3">
                  <c:v>EM HC</c:v>
                </c:pt>
                <c:pt idx="4">
                  <c:v>DXY</c:v>
                </c:pt>
                <c:pt idx="5">
                  <c:v>EMFX</c:v>
                </c:pt>
                <c:pt idx="6">
                  <c:v>SOBS</c:v>
                </c:pt>
                <c:pt idx="7">
                  <c:v>PEN</c:v>
                </c:pt>
              </c:strCache>
            </c:strRef>
          </c:cat>
          <c:val>
            <c:numRef>
              <c:f>'E(R)_12M'!$F$19:$F$26</c:f>
              <c:numCache>
                <c:formatCode>0.0</c:formatCode>
                <c:ptCount val="8"/>
                <c:pt idx="0">
                  <c:v>1.1855370132237919</c:v>
                </c:pt>
                <c:pt idx="1">
                  <c:v>1.633704119535778</c:v>
                </c:pt>
                <c:pt idx="2">
                  <c:v>4.3353667033704246</c:v>
                </c:pt>
                <c:pt idx="3">
                  <c:v>1.4765145448740746</c:v>
                </c:pt>
                <c:pt idx="4">
                  <c:v>4.0000000000000036</c:v>
                </c:pt>
                <c:pt idx="5">
                  <c:v>-3.5990148920115095</c:v>
                </c:pt>
                <c:pt idx="6">
                  <c:v>1.0358595735678562</c:v>
                </c:pt>
                <c:pt idx="7">
                  <c:v>-2.2906537211190625</c:v>
                </c:pt>
              </c:numCache>
            </c:numRef>
          </c:val>
          <c:extLst>
            <c:ext xmlns:c16="http://schemas.microsoft.com/office/drawing/2014/chart" uri="{C3380CC4-5D6E-409C-BE32-E72D297353CC}">
              <c16:uniqueId val="{00000001-986A-4C45-A1F6-4DB8E2C9C429}"/>
            </c:ext>
          </c:extLst>
        </c:ser>
        <c:ser>
          <c:idx val="3"/>
          <c:order val="2"/>
          <c:tx>
            <c:strRef>
              <c:f>'E(R)_12M'!$G$18</c:f>
              <c:strCache>
                <c:ptCount val="1"/>
                <c:pt idx="0">
                  <c:v>Stagflation</c:v>
                </c:pt>
              </c:strCache>
            </c:strRef>
          </c:tx>
          <c:spPr>
            <a:solidFill>
              <a:srgbClr val="002060"/>
            </a:solidFill>
            <a:ln>
              <a:noFill/>
            </a:ln>
            <a:effectLst/>
          </c:spPr>
          <c:invertIfNegative val="0"/>
          <c:cat>
            <c:strRef>
              <c:f>'E(R)_12M'!$C$19:$C$26</c:f>
              <c:strCache>
                <c:ptCount val="8"/>
                <c:pt idx="0">
                  <c:v>US TSY</c:v>
                </c:pt>
                <c:pt idx="1">
                  <c:v>EM LC</c:v>
                </c:pt>
                <c:pt idx="2">
                  <c:v>DM HY</c:v>
                </c:pt>
                <c:pt idx="3">
                  <c:v>EM HC</c:v>
                </c:pt>
                <c:pt idx="4">
                  <c:v>DXY</c:v>
                </c:pt>
                <c:pt idx="5">
                  <c:v>EMFX</c:v>
                </c:pt>
                <c:pt idx="6">
                  <c:v>SOBS</c:v>
                </c:pt>
                <c:pt idx="7">
                  <c:v>PEN</c:v>
                </c:pt>
              </c:strCache>
            </c:strRef>
          </c:cat>
          <c:val>
            <c:numRef>
              <c:f>'E(R)_12M'!$G$19:$G$26</c:f>
              <c:numCache>
                <c:formatCode>0.0</c:formatCode>
                <c:ptCount val="8"/>
                <c:pt idx="0">
                  <c:v>2.380508112803037</c:v>
                </c:pt>
                <c:pt idx="1">
                  <c:v>-1.8807396449769218</c:v>
                </c:pt>
                <c:pt idx="2">
                  <c:v>-3.0918596083882033</c:v>
                </c:pt>
                <c:pt idx="3">
                  <c:v>-3.7637583955014264</c:v>
                </c:pt>
                <c:pt idx="4">
                  <c:v>2.0000000000000018</c:v>
                </c:pt>
                <c:pt idx="5">
                  <c:v>-5.4870752759028303</c:v>
                </c:pt>
                <c:pt idx="6">
                  <c:v>-0.168394416300224</c:v>
                </c:pt>
                <c:pt idx="7">
                  <c:v>-3.7283252704762737</c:v>
                </c:pt>
              </c:numCache>
            </c:numRef>
          </c:val>
          <c:extLst>
            <c:ext xmlns:c16="http://schemas.microsoft.com/office/drawing/2014/chart" uri="{C3380CC4-5D6E-409C-BE32-E72D297353CC}">
              <c16:uniqueId val="{00000002-986A-4C45-A1F6-4DB8E2C9C429}"/>
            </c:ext>
          </c:extLst>
        </c:ser>
        <c:dLbls>
          <c:showLegendKey val="0"/>
          <c:showVal val="0"/>
          <c:showCatName val="0"/>
          <c:showSerName val="0"/>
          <c:showPercent val="0"/>
          <c:showBubbleSize val="0"/>
        </c:dLbls>
        <c:gapWidth val="219"/>
        <c:overlap val="-27"/>
        <c:axId val="168771136"/>
        <c:axId val="168773056"/>
      </c:barChart>
      <c:catAx>
        <c:axId val="168771136"/>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Arial Narrow" panose="020B0606020202030204" pitchFamily="34" charset="0"/>
                <a:ea typeface="+mn-ea"/>
                <a:cs typeface="+mn-cs"/>
              </a:defRPr>
            </a:pPr>
            <a:endParaRPr lang="es-PE"/>
          </a:p>
        </c:txPr>
        <c:crossAx val="168773056"/>
        <c:crosses val="autoZero"/>
        <c:auto val="1"/>
        <c:lblAlgn val="ctr"/>
        <c:lblOffset val="100"/>
        <c:noMultiLvlLbl val="0"/>
      </c:catAx>
      <c:valAx>
        <c:axId val="16877305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Arial Narrow" panose="020B0606020202030204" pitchFamily="34" charset="0"/>
                <a:ea typeface="+mn-ea"/>
                <a:cs typeface="+mn-cs"/>
              </a:defRPr>
            </a:pPr>
            <a:endParaRPr lang="es-PE"/>
          </a:p>
        </c:txPr>
        <c:crossAx val="168771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Arial Narrow" panose="020B0606020202030204" pitchFamily="34" charset="0"/>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ysClr val="windowText" lastClr="000000"/>
          </a:solidFill>
          <a:latin typeface="Arial Narrow" panose="020B0606020202030204" pitchFamily="34" charset="0"/>
        </a:defRPr>
      </a:pPr>
      <a:endParaRPr lang="es-P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4458" tIns="47229" rIns="94458" bIns="47229" rtlCol="0"/>
          <a:lstStyle>
            <a:lvl1pPr algn="l">
              <a:defRPr sz="12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4458" tIns="47229" rIns="94458" bIns="47229" rtlCol="0"/>
          <a:lstStyle>
            <a:lvl1pPr algn="r">
              <a:defRPr sz="1200"/>
            </a:lvl1pPr>
          </a:lstStyle>
          <a:p>
            <a:fld id="{E04A59D3-EE9E-4D7F-B755-44D36A394BE0}" type="datetimeFigureOut">
              <a:rPr lang="en-US" smtClean="0"/>
              <a:t>8/25/2026</a:t>
            </a:fld>
            <a:endParaRPr lang="en-US"/>
          </a:p>
        </p:txBody>
      </p:sp>
      <p:sp>
        <p:nvSpPr>
          <p:cNvPr id="4" name="Slide Image Placeholder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458" tIns="47229" rIns="94458" bIns="47229"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4458" tIns="47229" rIns="94458" bIns="4722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8427" cy="513507"/>
          </a:xfrm>
          <a:prstGeom prst="rect">
            <a:avLst/>
          </a:prstGeom>
        </p:spPr>
        <p:txBody>
          <a:bodyPr vert="horz" lIns="94458" tIns="47229" rIns="94458" bIns="47229" rtlCol="0" anchor="b"/>
          <a:lstStyle>
            <a:lvl1pPr algn="l">
              <a:defRPr sz="12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4458" tIns="47229" rIns="94458" bIns="47229" rtlCol="0" anchor="b"/>
          <a:lstStyle>
            <a:lvl1pPr algn="r">
              <a:defRPr sz="1200"/>
            </a:lvl1pPr>
          </a:lstStyle>
          <a:p>
            <a:fld id="{91776529-467A-4FF0-9724-356227259FE5}" type="slidenum">
              <a:rPr lang="en-US" smtClean="0"/>
              <a:t>‹#›</a:t>
            </a:fld>
            <a:endParaRPr lang="en-US"/>
          </a:p>
        </p:txBody>
      </p:sp>
    </p:spTree>
    <p:extLst>
      <p:ext uri="{BB962C8B-B14F-4D97-AF65-F5344CB8AC3E}">
        <p14:creationId xmlns:p14="http://schemas.microsoft.com/office/powerpoint/2010/main" val="118798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p:cNvSpPr>
            <a:spLocks noGrp="1"/>
          </p:cNvSpPr>
          <p:nvPr>
            <p:ph type="sldNum" sz="quarter" idx="10"/>
          </p:nvPr>
        </p:nvSpPr>
        <p:spPr/>
        <p:txBody>
          <a:bodyPr/>
          <a:lstStyle/>
          <a:p>
            <a:fld id="{2FC3A468-8A22-4129-B6B7-A7CBC903EA05}" type="slidenum">
              <a:rPr lang="es-PE" smtClean="0"/>
              <a:t>1</a:t>
            </a:fld>
            <a:endParaRPr lang="es-PE"/>
          </a:p>
        </p:txBody>
      </p:sp>
    </p:spTree>
    <p:extLst>
      <p:ext uri="{BB962C8B-B14F-4D97-AF65-F5344CB8AC3E}">
        <p14:creationId xmlns:p14="http://schemas.microsoft.com/office/powerpoint/2010/main" val="2203897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PE"/>
          </a:p>
        </p:txBody>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1776529-467A-4FF0-9724-356227259FE5}" type="slidenum">
              <a:rPr lang="en-US" smtClean="0"/>
              <a:t>2</a:t>
            </a:fld>
            <a:endParaRPr lang="en-US"/>
          </a:p>
        </p:txBody>
      </p:sp>
    </p:spTree>
    <p:extLst>
      <p:ext uri="{BB962C8B-B14F-4D97-AF65-F5344CB8AC3E}">
        <p14:creationId xmlns:p14="http://schemas.microsoft.com/office/powerpoint/2010/main" val="4041655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C297A-4ED6-A032-47C2-BFCEFFDD2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32871-8805-7E2D-CB95-E6CB241C9503}"/>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BCB330DD-A863-CF6B-5156-BEB842BD28B5}"/>
              </a:ext>
            </a:extLst>
          </p:cNvPr>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a:extLst>
              <a:ext uri="{FF2B5EF4-FFF2-40B4-BE49-F238E27FC236}">
                <a16:creationId xmlns:a16="http://schemas.microsoft.com/office/drawing/2014/main" id="{E65895EF-63AC-82DF-A1C1-DB026AC4A3DB}"/>
              </a:ext>
            </a:extLst>
          </p:cNvPr>
          <p:cNvSpPr>
            <a:spLocks noGrp="1"/>
          </p:cNvSpPr>
          <p:nvPr>
            <p:ph type="sldNum" sz="quarter" idx="10"/>
          </p:nvPr>
        </p:nvSpPr>
        <p:spPr/>
        <p:txBody>
          <a:bodyPr/>
          <a:lstStyle/>
          <a:p>
            <a:fld id="{2FC3A468-8A22-4129-B6B7-A7CBC903EA05}" type="slidenum">
              <a:rPr lang="es-PE" smtClean="0"/>
              <a:t>3</a:t>
            </a:fld>
            <a:endParaRPr lang="es-PE"/>
          </a:p>
        </p:txBody>
      </p:sp>
    </p:spTree>
    <p:extLst>
      <p:ext uri="{BB962C8B-B14F-4D97-AF65-F5344CB8AC3E}">
        <p14:creationId xmlns:p14="http://schemas.microsoft.com/office/powerpoint/2010/main" val="3688645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2D839-C02D-60AE-F80F-205C7B3BB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09E47-B3F5-A25E-8192-A107AFFC35A3}"/>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76639E27-D115-6357-375D-D735DF4E5E93}"/>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Quiero empezar con el cambio más relevante en la Fed en lo que va del año: Kevin Warsh anunció cinco </a:t>
            </a:r>
            <a:r>
              <a:rPr lang="es-PE" sz="1200" kern="1200" dirty="0" err="1">
                <a:solidFill>
                  <a:schemeClr val="tx1"/>
                </a:solidFill>
                <a:effectLst/>
                <a:latin typeface="+mn-lt"/>
                <a:ea typeface="+mn-ea"/>
                <a:cs typeface="+mn-cs"/>
              </a:rPr>
              <a:t>task</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forces</a:t>
            </a:r>
            <a:r>
              <a:rPr lang="es-PE" sz="1200" kern="1200" dirty="0">
                <a:solidFill>
                  <a:schemeClr val="tx1"/>
                </a:solidFill>
                <a:effectLst/>
                <a:latin typeface="+mn-lt"/>
                <a:ea typeface="+mn-ea"/>
                <a:cs typeface="+mn-cs"/>
              </a:rPr>
              <a:t> para revisar cómo opera el banco central. No es un detalle menor — cubren comunicación, balance, calidad de datos, impacto de la IA en productividad y empleo, y el marco de inflación.</a:t>
            </a:r>
          </a:p>
          <a:p>
            <a:r>
              <a:rPr lang="es-PE" sz="1200" kern="1200" dirty="0">
                <a:solidFill>
                  <a:schemeClr val="tx1"/>
                </a:solidFill>
                <a:effectLst/>
                <a:latin typeface="+mn-lt"/>
                <a:ea typeface="+mn-ea"/>
                <a:cs typeface="+mn-cs"/>
              </a:rPr>
              <a:t>Lo interesante es quién lidera cada una. En comunicación tenemos a Mervyn King y Arminio Fraga, voces que históricamente piden más transparencia sobre la función de reacción del banco central, no menos. En balance, Jeremy Stein y Raghuram Rajan representan visiones casi opuestas: uno defiende que un balance grande da estabilidad financiera, el otro advierte que es difícil revertir sus expansiones.</a:t>
            </a:r>
          </a:p>
          <a:p>
            <a:r>
              <a:rPr lang="es-PE" sz="1200" kern="1200" dirty="0">
                <a:solidFill>
                  <a:schemeClr val="tx1"/>
                </a:solidFill>
                <a:effectLst/>
                <a:latin typeface="+mn-lt"/>
                <a:ea typeface="+mn-ea"/>
                <a:cs typeface="+mn-cs"/>
              </a:rPr>
              <a:t>El punto central del gráfico de la derecha es el mapa de votantes 2026 por sesgo </a:t>
            </a:r>
            <a:r>
              <a:rPr lang="es-PE" sz="1200" kern="1200" dirty="0" err="1">
                <a:solidFill>
                  <a:schemeClr val="tx1"/>
                </a:solidFill>
                <a:effectLst/>
                <a:latin typeface="+mn-lt"/>
                <a:ea typeface="+mn-ea"/>
                <a:cs typeface="+mn-cs"/>
              </a:rPr>
              <a:t>dovish-hawkish</a:t>
            </a:r>
            <a:r>
              <a:rPr lang="es-PE" sz="1200" kern="1200" dirty="0">
                <a:solidFill>
                  <a:schemeClr val="tx1"/>
                </a:solidFill>
                <a:effectLst/>
                <a:latin typeface="+mn-lt"/>
                <a:ea typeface="+mn-ea"/>
                <a:cs typeface="+mn-cs"/>
              </a:rPr>
              <a:t> — y ahí vemos que Warsh entra en un FOMC donde el balance de poder sigue siendo mixto, no claramente </a:t>
            </a:r>
            <a:r>
              <a:rPr lang="es-PE" sz="1200" kern="1200" dirty="0" err="1">
                <a:solidFill>
                  <a:schemeClr val="tx1"/>
                </a:solidFill>
                <a:effectLst/>
                <a:latin typeface="+mn-lt"/>
                <a:ea typeface="+mn-ea"/>
                <a:cs typeface="+mn-cs"/>
              </a:rPr>
              <a:t>hawkish</a:t>
            </a:r>
            <a:r>
              <a:rPr lang="es-PE" sz="1200" kern="1200" dirty="0">
                <a:solidFill>
                  <a:schemeClr val="tx1"/>
                </a:solidFill>
                <a:effectLst/>
                <a:latin typeface="+mn-lt"/>
                <a:ea typeface="+mn-ea"/>
                <a:cs typeface="+mn-cs"/>
              </a:rPr>
              <a:t> ni </a:t>
            </a:r>
            <a:r>
              <a:rPr lang="es-PE" sz="1200" kern="1200" dirty="0" err="1">
                <a:solidFill>
                  <a:schemeClr val="tx1"/>
                </a:solidFill>
                <a:effectLst/>
                <a:latin typeface="+mn-lt"/>
                <a:ea typeface="+mn-ea"/>
                <a:cs typeface="+mn-cs"/>
              </a:rPr>
              <a:t>dovish</a:t>
            </a:r>
            <a:r>
              <a:rPr lang="es-PE" sz="1200" kern="1200" dirty="0">
                <a:solidFill>
                  <a:schemeClr val="tx1"/>
                </a:solidFill>
                <a:effectLst/>
                <a:latin typeface="+mn-lt"/>
                <a:ea typeface="+mn-ea"/>
                <a:cs typeface="+mn-cs"/>
              </a:rPr>
              <a:t>. Por eso el título de la </a:t>
            </a:r>
            <a:r>
              <a:rPr lang="es-PE" sz="1200" kern="1200" dirty="0" err="1">
                <a:solidFill>
                  <a:schemeClr val="tx1"/>
                </a:solidFill>
                <a:effectLst/>
                <a:latin typeface="+mn-lt"/>
                <a:ea typeface="+mn-ea"/>
                <a:cs typeface="+mn-cs"/>
              </a:rPr>
              <a:t>slide</a:t>
            </a:r>
            <a:r>
              <a:rPr lang="es-PE" sz="1200" kern="1200" dirty="0">
                <a:solidFill>
                  <a:schemeClr val="tx1"/>
                </a:solidFill>
                <a:effectLst/>
                <a:latin typeface="+mn-lt"/>
                <a:ea typeface="+mn-ea"/>
                <a:cs typeface="+mn-cs"/>
              </a:rPr>
              <a:t>: cara nueva, mismo </a:t>
            </a:r>
            <a:r>
              <a:rPr lang="es-PE" sz="1200" kern="1200" dirty="0" err="1">
                <a:solidFill>
                  <a:schemeClr val="tx1"/>
                </a:solidFill>
                <a:effectLst/>
                <a:latin typeface="+mn-lt"/>
                <a:ea typeface="+mn-ea"/>
                <a:cs typeface="+mn-cs"/>
              </a:rPr>
              <a:t>playbook</a:t>
            </a:r>
            <a:r>
              <a:rPr lang="es-PE" sz="1200" kern="1200" dirty="0">
                <a:solidFill>
                  <a:schemeClr val="tx1"/>
                </a:solidFill>
                <a:effectLst/>
                <a:latin typeface="+mn-lt"/>
                <a:ea typeface="+mn-ea"/>
                <a:cs typeface="+mn-cs"/>
              </a:rPr>
              <a:t>. Goldman Sachs es claro en su nota del 20 de julio: aunque Warsh tiene margen para cambios simbólicos — como ya lo hizo recortando información en las conferencias de prensa —, los cambios estructurales grandes (eliminar el SEP, abandonar el régimen de reservas amplias) enfrentan resistencia real dentro del comité."</a:t>
            </a:r>
          </a:p>
          <a:p>
            <a:pPr algn="l"/>
            <a:endParaRPr lang="es-PE" dirty="0"/>
          </a:p>
          <a:p>
            <a:pPr algn="l"/>
            <a:r>
              <a:rPr lang="es-PE" dirty="0"/>
              <a:t>https://marquee.gs.com/content/research/en/reports/2026/08/14/1eadc086-2ec9-4758-af34-7522f31d48eb.pdf</a:t>
            </a:r>
          </a:p>
          <a:p>
            <a:pPr algn="l"/>
            <a:r>
              <a:rPr lang="es-PE" sz="1200" b="0" i="0" u="none" strike="noStrike" kern="1200" baseline="0" dirty="0">
                <a:solidFill>
                  <a:schemeClr val="tx1"/>
                </a:solidFill>
                <a:latin typeface="+mn-lt"/>
                <a:ea typeface="+mn-ea"/>
                <a:cs typeface="+mn-cs"/>
              </a:rPr>
              <a:t>The Fed </a:t>
            </a:r>
            <a:r>
              <a:rPr lang="es-PE" sz="1200" b="0" i="0" u="none" strike="noStrike" kern="1200" baseline="0" dirty="0" err="1">
                <a:solidFill>
                  <a:schemeClr val="tx1"/>
                </a:solidFill>
                <a:latin typeface="+mn-lt"/>
                <a:ea typeface="+mn-ea"/>
                <a:cs typeface="+mn-cs"/>
              </a:rPr>
              <a:t>Task</a:t>
            </a:r>
            <a:r>
              <a:rPr lang="es-PE" sz="1200" b="0" i="0" u="none" strike="noStrike" kern="1200" baseline="0" dirty="0">
                <a:solidFill>
                  <a:schemeClr val="tx1"/>
                </a:solidFill>
                <a:latin typeface="+mn-lt"/>
                <a:ea typeface="+mn-ea"/>
                <a:cs typeface="+mn-cs"/>
              </a:rPr>
              <a:t> </a:t>
            </a:r>
            <a:r>
              <a:rPr lang="es-PE" sz="1200" b="0" i="0" u="none" strike="noStrike" kern="1200" baseline="0" dirty="0" err="1">
                <a:solidFill>
                  <a:schemeClr val="tx1"/>
                </a:solidFill>
                <a:latin typeface="+mn-lt"/>
                <a:ea typeface="+mn-ea"/>
                <a:cs typeface="+mn-cs"/>
              </a:rPr>
              <a:t>Forces</a:t>
            </a:r>
            <a:r>
              <a:rPr lang="es-PE" sz="1200" b="0" i="0" u="none" strike="noStrike" kern="1200" baseline="0" dirty="0">
                <a:solidFill>
                  <a:schemeClr val="tx1"/>
                </a:solidFill>
                <a:latin typeface="+mn-lt"/>
                <a:ea typeface="+mn-ea"/>
                <a:cs typeface="+mn-cs"/>
              </a:rPr>
              <a:t> </a:t>
            </a:r>
          </a:p>
          <a:p>
            <a:pPr algn="l"/>
            <a:endParaRPr lang="es-PE" dirty="0"/>
          </a:p>
        </p:txBody>
      </p:sp>
      <p:sp>
        <p:nvSpPr>
          <p:cNvPr id="4" name="Slide Number Placeholder 3">
            <a:extLst>
              <a:ext uri="{FF2B5EF4-FFF2-40B4-BE49-F238E27FC236}">
                <a16:creationId xmlns:a16="http://schemas.microsoft.com/office/drawing/2014/main" id="{708D77EB-38D1-1B91-2CE1-E97DC4176D09}"/>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4</a:t>
            </a:fld>
            <a:endParaRPr lang="es-PE">
              <a:solidFill>
                <a:prstClr val="black"/>
              </a:solidFill>
              <a:latin typeface="Calibri" panose="020F0502020204030204"/>
            </a:endParaRPr>
          </a:p>
        </p:txBody>
      </p:sp>
    </p:spTree>
    <p:extLst>
      <p:ext uri="{BB962C8B-B14F-4D97-AF65-F5344CB8AC3E}">
        <p14:creationId xmlns:p14="http://schemas.microsoft.com/office/powerpoint/2010/main" val="4267582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3285B-34A7-4CA7-4B70-F641E402A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8A389-3BF1-26AD-9181-C8D5EC35DDB1}"/>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650157BB-4CF0-36D8-875A-694A32D38713}"/>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"Esta </a:t>
            </a:r>
            <a:r>
              <a:rPr lang="es-PE" sz="1200" kern="1200" dirty="0" err="1">
                <a:solidFill>
                  <a:schemeClr val="tx1"/>
                </a:solidFill>
                <a:effectLst/>
                <a:latin typeface="+mn-lt"/>
                <a:ea typeface="+mn-ea"/>
                <a:cs typeface="+mn-cs"/>
              </a:rPr>
              <a:t>slide</a:t>
            </a:r>
            <a:r>
              <a:rPr lang="es-PE" sz="1200" kern="1200" dirty="0">
                <a:solidFill>
                  <a:schemeClr val="tx1"/>
                </a:solidFill>
                <a:effectLst/>
                <a:latin typeface="+mn-lt"/>
                <a:ea typeface="+mn-ea"/>
                <a:cs typeface="+mn-cs"/>
              </a:rPr>
              <a:t> pone en contexto al Fed frente a otros bancos centrales. La Fed es, junto con el ECB, de los que más información entrega — ocho reuniones, ocho conferencias de prensa al año — pero es un </a:t>
            </a:r>
            <a:r>
              <a:rPr lang="es-PE" sz="1200" kern="1200" dirty="0" err="1">
                <a:solidFill>
                  <a:schemeClr val="tx1"/>
                </a:solidFill>
                <a:effectLst/>
                <a:latin typeface="+mn-lt"/>
                <a:ea typeface="+mn-ea"/>
                <a:cs typeface="+mn-cs"/>
              </a:rPr>
              <a:t>outlier</a:t>
            </a:r>
            <a:r>
              <a:rPr lang="es-PE" sz="1200" kern="1200" dirty="0">
                <a:solidFill>
                  <a:schemeClr val="tx1"/>
                </a:solidFill>
                <a:effectLst/>
                <a:latin typeface="+mn-lt"/>
                <a:ea typeface="+mn-ea"/>
                <a:cs typeface="+mn-cs"/>
              </a:rPr>
              <a:t> en algo puntual: no publica un </a:t>
            </a:r>
            <a:r>
              <a:rPr lang="es-PE" sz="1200" kern="1200" dirty="0" err="1">
                <a:solidFill>
                  <a:schemeClr val="tx1"/>
                </a:solidFill>
                <a:effectLst/>
                <a:latin typeface="+mn-lt"/>
                <a:ea typeface="+mn-ea"/>
                <a:cs typeface="+mn-cs"/>
              </a:rPr>
              <a:t>Monetary</a:t>
            </a:r>
            <a:r>
              <a:rPr lang="es-PE" sz="1200" kern="1200" dirty="0">
                <a:solidFill>
                  <a:schemeClr val="tx1"/>
                </a:solidFill>
                <a:effectLst/>
                <a:latin typeface="+mn-lt"/>
                <a:ea typeface="+mn-ea"/>
                <a:cs typeface="+mn-cs"/>
              </a:rPr>
              <a:t> Policy </a:t>
            </a:r>
            <a:r>
              <a:rPr lang="es-PE" sz="1200" kern="1200" dirty="0" err="1">
                <a:solidFill>
                  <a:schemeClr val="tx1"/>
                </a:solidFill>
                <a:effectLst/>
                <a:latin typeface="+mn-lt"/>
                <a:ea typeface="+mn-ea"/>
                <a:cs typeface="+mn-cs"/>
              </a:rPr>
              <a:t>Report</a:t>
            </a:r>
            <a:r>
              <a:rPr lang="es-PE" sz="1200" kern="1200" dirty="0">
                <a:solidFill>
                  <a:schemeClr val="tx1"/>
                </a:solidFill>
                <a:effectLst/>
                <a:latin typeface="+mn-lt"/>
                <a:ea typeface="+mn-ea"/>
                <a:cs typeface="+mn-cs"/>
              </a:rPr>
              <a:t> trimestral como sí lo hacen </a:t>
            </a:r>
            <a:r>
              <a:rPr lang="es-PE" sz="1200" kern="1200" dirty="0" err="1">
                <a:solidFill>
                  <a:schemeClr val="tx1"/>
                </a:solidFill>
                <a:effectLst/>
                <a:latin typeface="+mn-lt"/>
                <a:ea typeface="+mn-ea"/>
                <a:cs typeface="+mn-cs"/>
              </a:rPr>
              <a:t>BoE</a:t>
            </a:r>
            <a:r>
              <a:rPr lang="es-PE" sz="1200" kern="1200" dirty="0">
                <a:solidFill>
                  <a:schemeClr val="tx1"/>
                </a:solidFill>
                <a:effectLst/>
                <a:latin typeface="+mn-lt"/>
                <a:ea typeface="+mn-ea"/>
                <a:cs typeface="+mn-cs"/>
              </a:rPr>
              <a:t>, BoC o </a:t>
            </a:r>
            <a:r>
              <a:rPr lang="es-PE" sz="1200" kern="1200" dirty="0" err="1">
                <a:solidFill>
                  <a:schemeClr val="tx1"/>
                </a:solidFill>
                <a:effectLst/>
                <a:latin typeface="+mn-lt"/>
                <a:ea typeface="+mn-ea"/>
                <a:cs typeface="+mn-cs"/>
              </a:rPr>
              <a:t>Riksbank</a:t>
            </a:r>
            <a:r>
              <a:rPr lang="es-PE" sz="1200" kern="1200" dirty="0">
                <a:solidFill>
                  <a:schemeClr val="tx1"/>
                </a:solidFill>
                <a:effectLst/>
                <a:latin typeface="+mn-lt"/>
                <a:ea typeface="+mn-ea"/>
                <a:cs typeface="+mn-cs"/>
              </a:rPr>
              <a:t>.</a:t>
            </a:r>
          </a:p>
          <a:p>
            <a:r>
              <a:rPr lang="es-PE" sz="1200" kern="1200" dirty="0">
                <a:solidFill>
                  <a:schemeClr val="tx1"/>
                </a:solidFill>
                <a:effectLst/>
                <a:latin typeface="+mn-lt"/>
                <a:ea typeface="+mn-ea"/>
                <a:cs typeface="+mn-cs"/>
              </a:rPr>
              <a:t>Los tres gráficos de abajo son clave para entender la discusión de la </a:t>
            </a:r>
            <a:r>
              <a:rPr lang="es-PE" sz="1200" kern="1200" dirty="0" err="1">
                <a:solidFill>
                  <a:schemeClr val="tx1"/>
                </a:solidFill>
                <a:effectLst/>
                <a:latin typeface="+mn-lt"/>
                <a:ea typeface="+mn-ea"/>
                <a:cs typeface="+mn-cs"/>
              </a:rPr>
              <a:t>task</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force</a:t>
            </a:r>
            <a:r>
              <a:rPr lang="es-PE" sz="1200" kern="1200" dirty="0">
                <a:solidFill>
                  <a:schemeClr val="tx1"/>
                </a:solidFill>
                <a:effectLst/>
                <a:latin typeface="+mn-lt"/>
                <a:ea typeface="+mn-ea"/>
                <a:cs typeface="+mn-cs"/>
              </a:rPr>
              <a:t> de comunicación: reformas que aumentan la información generalmente reducen la volatilidad realizada — no la aumentan, como algunos temen. Y dentro de esas reformas, las que más bajan volatilidad son justamente minutes, conferencias de prensa y forward </a:t>
            </a:r>
            <a:r>
              <a:rPr lang="es-PE" sz="1200" kern="1200" dirty="0" err="1">
                <a:solidFill>
                  <a:schemeClr val="tx1"/>
                </a:solidFill>
                <a:effectLst/>
                <a:latin typeface="+mn-lt"/>
                <a:ea typeface="+mn-ea"/>
                <a:cs typeface="+mn-cs"/>
              </a:rPr>
              <a:t>guidance</a:t>
            </a:r>
            <a:r>
              <a:rPr lang="es-PE" sz="1200" kern="1200" dirty="0">
                <a:solidFill>
                  <a:schemeClr val="tx1"/>
                </a:solidFill>
                <a:effectLst/>
                <a:latin typeface="+mn-lt"/>
                <a:ea typeface="+mn-ea"/>
                <a:cs typeface="+mn-cs"/>
              </a:rPr>
              <a:t>; publicar pronósticos y </a:t>
            </a:r>
            <a:r>
              <a:rPr lang="es-PE" sz="1200" kern="1200" dirty="0" err="1">
                <a:solidFill>
                  <a:schemeClr val="tx1"/>
                </a:solidFill>
                <a:effectLst/>
                <a:latin typeface="+mn-lt"/>
                <a:ea typeface="+mn-ea"/>
                <a:cs typeface="+mn-cs"/>
              </a:rPr>
              <a:t>voting</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records</a:t>
            </a:r>
            <a:r>
              <a:rPr lang="es-PE" sz="1200" kern="1200" dirty="0">
                <a:solidFill>
                  <a:schemeClr val="tx1"/>
                </a:solidFill>
                <a:effectLst/>
                <a:latin typeface="+mn-lt"/>
                <a:ea typeface="+mn-ea"/>
                <a:cs typeface="+mn-cs"/>
              </a:rPr>
              <a:t> tiene un efecto menor o incluso mixto.</a:t>
            </a:r>
          </a:p>
          <a:p>
            <a:r>
              <a:rPr lang="es-PE" sz="1200" kern="1200" dirty="0">
                <a:solidFill>
                  <a:schemeClr val="tx1"/>
                </a:solidFill>
                <a:effectLst/>
                <a:latin typeface="+mn-lt"/>
                <a:ea typeface="+mn-ea"/>
                <a:cs typeface="+mn-cs"/>
              </a:rPr>
              <a:t>Esto conecta directo con el informe de Global </a:t>
            </a:r>
            <a:r>
              <a:rPr lang="es-PE" sz="1200" kern="1200" dirty="0" err="1">
                <a:solidFill>
                  <a:schemeClr val="tx1"/>
                </a:solidFill>
                <a:effectLst/>
                <a:latin typeface="+mn-lt"/>
                <a:ea typeface="+mn-ea"/>
                <a:cs typeface="+mn-cs"/>
              </a:rPr>
              <a:t>Markets</a:t>
            </a:r>
            <a:r>
              <a:rPr lang="es-PE" sz="1200" kern="1200" dirty="0">
                <a:solidFill>
                  <a:schemeClr val="tx1"/>
                </a:solidFill>
                <a:effectLst/>
                <a:latin typeface="+mn-lt"/>
                <a:ea typeface="+mn-ea"/>
                <a:cs typeface="+mn-cs"/>
              </a:rPr>
              <a:t> Daily de agosto: Goldman atribuye el repunte reciente en volatilidad de tasas — y en </a:t>
            </a:r>
            <a:r>
              <a:rPr lang="es-PE" sz="1200" kern="1200" dirty="0" err="1">
                <a:solidFill>
                  <a:schemeClr val="tx1"/>
                </a:solidFill>
                <a:effectLst/>
                <a:latin typeface="+mn-lt"/>
                <a:ea typeface="+mn-ea"/>
                <a:cs typeface="+mn-cs"/>
              </a:rPr>
              <a:t>term</a:t>
            </a:r>
            <a:r>
              <a:rPr lang="es-PE" sz="1200" kern="1200" dirty="0">
                <a:solidFill>
                  <a:schemeClr val="tx1"/>
                </a:solidFill>
                <a:effectLst/>
                <a:latin typeface="+mn-lt"/>
                <a:ea typeface="+mn-ea"/>
                <a:cs typeface="+mn-cs"/>
              </a:rPr>
              <a:t> premium — precisamente a la reducción de transparencia bajo el nuevo enfoque de comunicación de Warsh. O sea, la evidencia empírica de este gráfico ya se está viendo reflejada en el mercado hoy."</a:t>
            </a:r>
          </a:p>
          <a:p>
            <a:pPr algn="l"/>
            <a:endParaRPr lang="es-PE" dirty="0"/>
          </a:p>
          <a:p>
            <a:pPr algn="l"/>
            <a:endParaRPr lang="es-PE" dirty="0"/>
          </a:p>
          <a:p>
            <a:pPr algn="l"/>
            <a:endParaRPr lang="es-PE" dirty="0"/>
          </a:p>
          <a:p>
            <a:pPr algn="l"/>
            <a:r>
              <a:rPr lang="es-PE" dirty="0"/>
              <a:t>https://marquee.gs.com/content/research/en/reports/2026/08/14/1eadc086-2ec9-4758-af34-7522f31d48eb.pdf</a:t>
            </a:r>
          </a:p>
          <a:p>
            <a:pPr algn="l"/>
            <a:r>
              <a:rPr lang="es-PE" sz="1200" b="0" i="0" u="none" strike="noStrike" kern="1200" baseline="0" dirty="0">
                <a:solidFill>
                  <a:schemeClr val="tx1"/>
                </a:solidFill>
                <a:latin typeface="+mn-lt"/>
                <a:ea typeface="+mn-ea"/>
                <a:cs typeface="+mn-cs"/>
              </a:rPr>
              <a:t>The Fed </a:t>
            </a:r>
            <a:r>
              <a:rPr lang="es-PE" sz="1200" b="0" i="0" u="none" strike="noStrike" kern="1200" baseline="0" dirty="0" err="1">
                <a:solidFill>
                  <a:schemeClr val="tx1"/>
                </a:solidFill>
                <a:latin typeface="+mn-lt"/>
                <a:ea typeface="+mn-ea"/>
                <a:cs typeface="+mn-cs"/>
              </a:rPr>
              <a:t>Task</a:t>
            </a:r>
            <a:r>
              <a:rPr lang="es-PE" sz="1200" b="0" i="0" u="none" strike="noStrike" kern="1200" baseline="0" dirty="0">
                <a:solidFill>
                  <a:schemeClr val="tx1"/>
                </a:solidFill>
                <a:latin typeface="+mn-lt"/>
                <a:ea typeface="+mn-ea"/>
                <a:cs typeface="+mn-cs"/>
              </a:rPr>
              <a:t> </a:t>
            </a:r>
            <a:r>
              <a:rPr lang="es-PE" sz="1200" b="0" i="0" u="none" strike="noStrike" kern="1200" baseline="0" dirty="0" err="1">
                <a:solidFill>
                  <a:schemeClr val="tx1"/>
                </a:solidFill>
                <a:latin typeface="+mn-lt"/>
                <a:ea typeface="+mn-ea"/>
                <a:cs typeface="+mn-cs"/>
              </a:rPr>
              <a:t>Forces</a:t>
            </a:r>
            <a:r>
              <a:rPr lang="es-PE" sz="1200" b="0" i="0" u="none" strike="noStrike" kern="1200" baseline="0" dirty="0">
                <a:solidFill>
                  <a:schemeClr val="tx1"/>
                </a:solidFill>
                <a:latin typeface="+mn-lt"/>
                <a:ea typeface="+mn-ea"/>
                <a:cs typeface="+mn-cs"/>
              </a:rPr>
              <a:t> </a:t>
            </a:r>
            <a:endParaRPr lang="es-PE" dirty="0"/>
          </a:p>
        </p:txBody>
      </p:sp>
      <p:sp>
        <p:nvSpPr>
          <p:cNvPr id="4" name="Slide Number Placeholder 3">
            <a:extLst>
              <a:ext uri="{FF2B5EF4-FFF2-40B4-BE49-F238E27FC236}">
                <a16:creationId xmlns:a16="http://schemas.microsoft.com/office/drawing/2014/main" id="{2002A66C-3C40-E782-01E2-3DB9D1C6E1B6}"/>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5</a:t>
            </a:fld>
            <a:endParaRPr lang="es-PE">
              <a:solidFill>
                <a:prstClr val="black"/>
              </a:solidFill>
              <a:latin typeface="Calibri" panose="020F0502020204030204"/>
            </a:endParaRPr>
          </a:p>
        </p:txBody>
      </p:sp>
    </p:spTree>
    <p:extLst>
      <p:ext uri="{BB962C8B-B14F-4D97-AF65-F5344CB8AC3E}">
        <p14:creationId xmlns:p14="http://schemas.microsoft.com/office/powerpoint/2010/main" val="3298652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3F3A-982E-C43C-3969-0CA81428C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44EBB-EC0F-63EF-05C0-6C488E8A2B81}"/>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DA3008FE-687B-2FB0-7380-0F6244709935}"/>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"Cerramos con la tasa neutral, un tema que toca directamente nuestras decisiones de portafolio. El gráfico de la izquierda muestra que los distintos modelos — HLW, Lubik-Matthes, el r* implícito del FOMC y el swap real 5y5y (4.55-2=2.55) — llevan años sin converger, oscilando entre 0.5% y 2%. Esa dispersión importa porque de ahí depende si la política monetaria actual es realmente restrictiva o ya no tanto.</a:t>
            </a:r>
          </a:p>
          <a:p>
            <a:r>
              <a:rPr lang="es-PE" sz="1200" kern="1200" dirty="0">
                <a:solidFill>
                  <a:schemeClr val="tx1"/>
                </a:solidFill>
                <a:effectLst/>
                <a:latin typeface="+mn-lt"/>
                <a:ea typeface="+mn-ea"/>
                <a:cs typeface="+mn-cs"/>
              </a:rPr>
              <a:t>El gráfico de la derecha lo hace tangible: el Fed subió su estimado de tasa neutral de 2.5% a 3.1%, mientras el crecimiento potencial de PBI se mantiene en 3.7%. Achicar esa brecha es justamente lo que está en juego en la mesa de trabajo de inflación liderada por Mankiw, Sargent y White.</a:t>
            </a:r>
          </a:p>
          <a:p>
            <a:r>
              <a:rPr lang="es-PE" sz="1200" kern="1200" dirty="0">
                <a:solidFill>
                  <a:schemeClr val="tx1"/>
                </a:solidFill>
                <a:effectLst/>
                <a:latin typeface="+mn-lt"/>
                <a:ea typeface="+mn-ea"/>
                <a:cs typeface="+mn-cs"/>
              </a:rPr>
              <a:t>Y aquí lo conecto con el informe de agosto de Goldman: ellos concluyen que los rendimientos largos de UST no están particularmente sobrevaluados frente a los fundamentales — el 5y5y de EE.UU. se ubica cerca de su </a:t>
            </a:r>
            <a:r>
              <a:rPr lang="es-PE" sz="1200" kern="1200" dirty="0" err="1">
                <a:solidFill>
                  <a:schemeClr val="tx1"/>
                </a:solidFill>
                <a:effectLst/>
                <a:latin typeface="+mn-lt"/>
                <a:ea typeface="+mn-ea"/>
                <a:cs typeface="+mn-cs"/>
              </a:rPr>
              <a:t>fair</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value</a:t>
            </a:r>
            <a:r>
              <a:rPr lang="es-PE" sz="1200" kern="1200" dirty="0">
                <a:solidFill>
                  <a:schemeClr val="tx1"/>
                </a:solidFill>
                <a:effectLst/>
                <a:latin typeface="+mn-lt"/>
                <a:ea typeface="+mn-ea"/>
                <a:cs typeface="+mn-cs"/>
              </a:rPr>
              <a:t> dado el crecimiento de largo plazo. Es decir, la subida reciente en </a:t>
            </a:r>
            <a:r>
              <a:rPr lang="es-PE" sz="1200" kern="1200" dirty="0" err="1">
                <a:solidFill>
                  <a:schemeClr val="tx1"/>
                </a:solidFill>
                <a:effectLst/>
                <a:latin typeface="+mn-lt"/>
                <a:ea typeface="+mn-ea"/>
                <a:cs typeface="+mn-cs"/>
              </a:rPr>
              <a:t>yields</a:t>
            </a:r>
            <a:r>
              <a:rPr lang="es-PE" sz="1200" kern="1200" dirty="0">
                <a:solidFill>
                  <a:schemeClr val="tx1"/>
                </a:solidFill>
                <a:effectLst/>
                <a:latin typeface="+mn-lt"/>
                <a:ea typeface="+mn-ea"/>
                <a:cs typeface="+mn-cs"/>
              </a:rPr>
              <a:t> responde más a incertidumbre sobre comunicación y prima por plazo que a un cambio real en la tasa neutral. Eso nos da una pista importante: una eventual compresión de </a:t>
            </a:r>
            <a:r>
              <a:rPr lang="es-PE" sz="1200" kern="1200" dirty="0" err="1">
                <a:solidFill>
                  <a:schemeClr val="tx1"/>
                </a:solidFill>
                <a:effectLst/>
                <a:latin typeface="+mn-lt"/>
                <a:ea typeface="+mn-ea"/>
                <a:cs typeface="+mn-cs"/>
              </a:rPr>
              <a:t>yields</a:t>
            </a:r>
            <a:r>
              <a:rPr lang="es-PE" sz="1200" kern="1200" dirty="0">
                <a:solidFill>
                  <a:schemeClr val="tx1"/>
                </a:solidFill>
                <a:effectLst/>
                <a:latin typeface="+mn-lt"/>
                <a:ea typeface="+mn-ea"/>
                <a:cs typeface="+mn-cs"/>
              </a:rPr>
              <a:t> largos requeriría o mayor claridad comunicacional del Fed, o un cambio real en los fundamentales — no basta con que baje el ruido."</a:t>
            </a:r>
          </a:p>
          <a:p>
            <a:pPr algn="l"/>
            <a:endParaRPr lang="es-PE" dirty="0"/>
          </a:p>
          <a:p>
            <a:pPr algn="l"/>
            <a:endParaRPr lang="es-PE" dirty="0"/>
          </a:p>
          <a:p>
            <a:pPr algn="l"/>
            <a:r>
              <a:rPr lang="es-PE" dirty="0"/>
              <a:t>AA Santander y MRB</a:t>
            </a:r>
          </a:p>
        </p:txBody>
      </p:sp>
      <p:sp>
        <p:nvSpPr>
          <p:cNvPr id="4" name="Slide Number Placeholder 3">
            <a:extLst>
              <a:ext uri="{FF2B5EF4-FFF2-40B4-BE49-F238E27FC236}">
                <a16:creationId xmlns:a16="http://schemas.microsoft.com/office/drawing/2014/main" id="{ED90884B-79B2-012C-741A-242E34C98CE0}"/>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6</a:t>
            </a:fld>
            <a:endParaRPr lang="es-PE">
              <a:solidFill>
                <a:prstClr val="black"/>
              </a:solidFill>
              <a:latin typeface="Calibri" panose="020F0502020204030204"/>
            </a:endParaRPr>
          </a:p>
        </p:txBody>
      </p:sp>
    </p:spTree>
    <p:extLst>
      <p:ext uri="{BB962C8B-B14F-4D97-AF65-F5344CB8AC3E}">
        <p14:creationId xmlns:p14="http://schemas.microsoft.com/office/powerpoint/2010/main" val="3523367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1B953-A133-BFCD-4BCD-6402795B4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62832-3B45-2C5A-173A-DBBFB30B913C}"/>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D7BFC896-DB28-4E0D-81A4-7B4B4C48FEC9}"/>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77EA3F54-9510-1F5C-D4F9-4C58B5A538B3}"/>
              </a:ext>
            </a:extLst>
          </p:cNvPr>
          <p:cNvSpPr>
            <a:spLocks noGrp="1"/>
          </p:cNvSpPr>
          <p:nvPr>
            <p:ph type="sldNum" sz="quarter" idx="5"/>
          </p:nvPr>
        </p:nvSpPr>
        <p:spPr/>
        <p:txBody>
          <a:bodyPr/>
          <a:lstStyle/>
          <a:p>
            <a:pPr defTabSz="472288">
              <a:defRPr/>
            </a:pPr>
            <a:fld id="{2FC3A468-8A22-4129-B6B7-A7CBC903EA05}" type="slidenum">
              <a:rPr lang="es-PE">
                <a:solidFill>
                  <a:prstClr val="black"/>
                </a:solidFill>
                <a:latin typeface="Calibri" panose="020F0502020204030204"/>
              </a:rPr>
              <a:pPr defTabSz="472288">
                <a:defRPr/>
              </a:pPr>
              <a:t>7</a:t>
            </a:fld>
            <a:endParaRPr lang="es-PE">
              <a:solidFill>
                <a:prstClr val="black"/>
              </a:solidFill>
              <a:latin typeface="Calibri" panose="020F0502020204030204"/>
            </a:endParaRPr>
          </a:p>
        </p:txBody>
      </p:sp>
    </p:spTree>
    <p:extLst>
      <p:ext uri="{BB962C8B-B14F-4D97-AF65-F5344CB8AC3E}">
        <p14:creationId xmlns:p14="http://schemas.microsoft.com/office/powerpoint/2010/main" val="1222167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855B-51AD-E892-0B24-491B8CFC7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AC223-BC98-A756-41E7-03842D1C3EC1}"/>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024B9451-5811-06C4-57DD-1627C4BF005F}"/>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"Pasamos a inflación, y aquí quiero ser claro: el título dice 'no todas las señales apuntan hacia arriba' porque hay una tensión real en el mercado sobre hacia dónde va el </a:t>
            </a:r>
            <a:r>
              <a:rPr lang="es-PE" sz="1200" kern="1200" dirty="0" err="1">
                <a:solidFill>
                  <a:schemeClr val="tx1"/>
                </a:solidFill>
                <a:effectLst/>
                <a:latin typeface="+mn-lt"/>
                <a:ea typeface="+mn-ea"/>
                <a:cs typeface="+mn-cs"/>
              </a:rPr>
              <a:t>core</a:t>
            </a:r>
            <a:r>
              <a:rPr lang="es-PE" sz="1200" kern="1200" dirty="0">
                <a:solidFill>
                  <a:schemeClr val="tx1"/>
                </a:solidFill>
                <a:effectLst/>
                <a:latin typeface="+mn-lt"/>
                <a:ea typeface="+mn-ea"/>
                <a:cs typeface="+mn-cs"/>
              </a:rPr>
              <a:t> PCE.</a:t>
            </a:r>
          </a:p>
          <a:p>
            <a:r>
              <a:rPr lang="es-PE" sz="1200" kern="1200" dirty="0">
                <a:solidFill>
                  <a:schemeClr val="tx1"/>
                </a:solidFill>
                <a:effectLst/>
                <a:latin typeface="+mn-lt"/>
                <a:ea typeface="+mn-ea"/>
                <a:cs typeface="+mn-cs"/>
              </a:rPr>
              <a:t>El panel izquierdo descompone el efecto de tres drivers temporales — aranceles, energía y software — sobre la inflación </a:t>
            </a:r>
            <a:r>
              <a:rPr lang="es-PE" sz="1200" kern="1200" dirty="0" err="1">
                <a:solidFill>
                  <a:schemeClr val="tx1"/>
                </a:solidFill>
                <a:effectLst/>
                <a:latin typeface="+mn-lt"/>
                <a:ea typeface="+mn-ea"/>
                <a:cs typeface="+mn-cs"/>
              </a:rPr>
              <a:t>core</a:t>
            </a:r>
            <a:r>
              <a:rPr lang="es-PE" sz="1200" kern="1200" dirty="0">
                <a:solidFill>
                  <a:schemeClr val="tx1"/>
                </a:solidFill>
                <a:effectLst/>
                <a:latin typeface="+mn-lt"/>
                <a:ea typeface="+mn-ea"/>
                <a:cs typeface="+mn-cs"/>
              </a:rPr>
              <a:t>. Lo importante es la proyección de Goldman: estos efectos, que hoy suman más de 1 punto porcentual a la inflación interanual, deberían desvanecerse casi por completo hacia mediados de 2027. Esto coincide exactamente con lo que dice el informe '</a:t>
            </a:r>
            <a:r>
              <a:rPr lang="es-PE" sz="1200" kern="1200" dirty="0" err="1">
                <a:solidFill>
                  <a:schemeClr val="tx1"/>
                </a:solidFill>
                <a:effectLst/>
                <a:latin typeface="+mn-lt"/>
                <a:ea typeface="+mn-ea"/>
                <a:cs typeface="+mn-cs"/>
              </a:rPr>
              <a:t>They're</a:t>
            </a:r>
            <a:r>
              <a:rPr lang="es-PE" sz="1200" kern="1200" dirty="0">
                <a:solidFill>
                  <a:schemeClr val="tx1"/>
                </a:solidFill>
                <a:effectLst/>
                <a:latin typeface="+mn-lt"/>
                <a:ea typeface="+mn-ea"/>
                <a:cs typeface="+mn-cs"/>
              </a:rPr>
              <a:t> Not </a:t>
            </a:r>
            <a:r>
              <a:rPr lang="es-PE" sz="1200" kern="1200" dirty="0" err="1">
                <a:solidFill>
                  <a:schemeClr val="tx1"/>
                </a:solidFill>
                <a:effectLst/>
                <a:latin typeface="+mn-lt"/>
                <a:ea typeface="+mn-ea"/>
                <a:cs typeface="+mn-cs"/>
              </a:rPr>
              <a:t>Hiking</a:t>
            </a:r>
            <a:r>
              <a:rPr lang="es-PE" sz="1200" kern="1200" dirty="0">
                <a:solidFill>
                  <a:schemeClr val="tx1"/>
                </a:solidFill>
                <a:effectLst/>
                <a:latin typeface="+mn-lt"/>
                <a:ea typeface="+mn-ea"/>
                <a:cs typeface="+mn-cs"/>
              </a:rPr>
              <a:t>' de Jan </a:t>
            </a:r>
            <a:r>
              <a:rPr lang="es-PE" sz="1200" kern="1200" dirty="0" err="1">
                <a:solidFill>
                  <a:schemeClr val="tx1"/>
                </a:solidFill>
                <a:effectLst/>
                <a:latin typeface="+mn-lt"/>
                <a:ea typeface="+mn-ea"/>
                <a:cs typeface="+mn-cs"/>
              </a:rPr>
              <a:t>Hatzius</a:t>
            </a:r>
            <a:r>
              <a:rPr lang="es-PE" sz="1200" kern="1200" dirty="0">
                <a:solidFill>
                  <a:schemeClr val="tx1"/>
                </a:solidFill>
                <a:effectLst/>
                <a:latin typeface="+mn-lt"/>
                <a:ea typeface="+mn-ea"/>
                <a:cs typeface="+mn-cs"/>
              </a:rPr>
              <a:t>: buena parte del repunte reciente </a:t>
            </a:r>
            <a:r>
              <a:rPr lang="es-PE" sz="1200" b="1" kern="1200" dirty="0">
                <a:solidFill>
                  <a:schemeClr val="tx1"/>
                </a:solidFill>
                <a:effectLst/>
                <a:latin typeface="+mn-lt"/>
                <a:ea typeface="+mn-ea"/>
                <a:cs typeface="+mn-cs"/>
              </a:rPr>
              <a:t>en </a:t>
            </a:r>
            <a:r>
              <a:rPr lang="es-PE" sz="1200" b="1" kern="1200" dirty="0" err="1">
                <a:solidFill>
                  <a:schemeClr val="tx1"/>
                </a:solidFill>
                <a:effectLst/>
                <a:latin typeface="+mn-lt"/>
                <a:ea typeface="+mn-ea"/>
                <a:cs typeface="+mn-cs"/>
              </a:rPr>
              <a:t>core</a:t>
            </a:r>
            <a:r>
              <a:rPr lang="es-PE" sz="1200" b="1" kern="1200" dirty="0">
                <a:solidFill>
                  <a:schemeClr val="tx1"/>
                </a:solidFill>
                <a:effectLst/>
                <a:latin typeface="+mn-lt"/>
                <a:ea typeface="+mn-ea"/>
                <a:cs typeface="+mn-cs"/>
              </a:rPr>
              <a:t> PCE viene de servicios de gestión de portafolios — una categoría mal medida que tendrá una revisión importante a la baja a fines de septiembre.</a:t>
            </a:r>
            <a:r>
              <a:rPr lang="es-PE" sz="1200" kern="1200" dirty="0">
                <a:solidFill>
                  <a:schemeClr val="tx1"/>
                </a:solidFill>
                <a:effectLst/>
                <a:latin typeface="+mn-lt"/>
                <a:ea typeface="+mn-ea"/>
                <a:cs typeface="+mn-cs"/>
              </a:rPr>
              <a:t> Goldman mantiene su visión de que la inflación converge a 2% en 2027.</a:t>
            </a:r>
          </a:p>
          <a:p>
            <a:r>
              <a:rPr lang="es-PE" sz="1200" kern="1200" dirty="0">
                <a:solidFill>
                  <a:schemeClr val="tx1"/>
                </a:solidFill>
                <a:effectLst/>
                <a:latin typeface="+mn-lt"/>
                <a:ea typeface="+mn-ea"/>
                <a:cs typeface="+mn-cs"/>
              </a:rPr>
              <a:t>Ahora, el panel derecho es más inquietante: mirando el PPI de manufactura de cómputo y electrónica, vemos un salto reciente hacia el 10%, y el </a:t>
            </a:r>
            <a:r>
              <a:rPr lang="es-PE" sz="1200" kern="1200" dirty="0" err="1">
                <a:solidFill>
                  <a:schemeClr val="tx1"/>
                </a:solidFill>
                <a:effectLst/>
                <a:latin typeface="+mn-lt"/>
                <a:ea typeface="+mn-ea"/>
                <a:cs typeface="+mn-cs"/>
              </a:rPr>
              <a:t>capex</a:t>
            </a:r>
            <a:r>
              <a:rPr lang="es-PE" sz="1200" kern="1200" dirty="0">
                <a:solidFill>
                  <a:schemeClr val="tx1"/>
                </a:solidFill>
                <a:effectLst/>
                <a:latin typeface="+mn-lt"/>
                <a:ea typeface="+mn-ea"/>
                <a:cs typeface="+mn-cs"/>
              </a:rPr>
              <a:t> privado en equipo también repuntando con fuerza. Es la otra cara de la moneda — el boom de IA podría estar generando presiones de precio genuinas en la cadena de suministro tecnológico, no solo ruido estadístico."</a:t>
            </a:r>
          </a:p>
          <a:p>
            <a:pPr algn="l"/>
            <a:endParaRPr lang="es-PE" dirty="0"/>
          </a:p>
          <a:p>
            <a:pPr algn="l"/>
            <a:endParaRPr lang="es-PE" dirty="0"/>
          </a:p>
          <a:p>
            <a:pPr algn="l"/>
            <a:r>
              <a:rPr lang="es-PE" dirty="0"/>
              <a:t>https://www.bcaresearch.com/reports/ficc-third-quarter-strategy-outlook-goldilocks-09-07-2026/221721#toc-favor-carry-trades-in-global-fixed-income</a:t>
            </a:r>
          </a:p>
          <a:p>
            <a:pPr algn="l"/>
            <a:r>
              <a:rPr lang="es-PE" dirty="0"/>
              <a:t>https://marquee.gs.com/content/research/en/reports/2026/08/16/0fbaa275-d1cf-4a85-b2fb-c1ebbdb1a811.html</a:t>
            </a:r>
          </a:p>
        </p:txBody>
      </p:sp>
      <p:sp>
        <p:nvSpPr>
          <p:cNvPr id="4" name="Slide Number Placeholder 3">
            <a:extLst>
              <a:ext uri="{FF2B5EF4-FFF2-40B4-BE49-F238E27FC236}">
                <a16:creationId xmlns:a16="http://schemas.microsoft.com/office/drawing/2014/main" id="{F04ED8E8-BF79-8032-D59A-87A34B1D8038}"/>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8</a:t>
            </a:fld>
            <a:endParaRPr lang="es-PE">
              <a:solidFill>
                <a:prstClr val="black"/>
              </a:solidFill>
              <a:latin typeface="Calibri" panose="020F0502020204030204"/>
            </a:endParaRPr>
          </a:p>
        </p:txBody>
      </p:sp>
    </p:spTree>
    <p:extLst>
      <p:ext uri="{BB962C8B-B14F-4D97-AF65-F5344CB8AC3E}">
        <p14:creationId xmlns:p14="http://schemas.microsoft.com/office/powerpoint/2010/main" val="923666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160B3-B172-C4E7-FA58-AA0D2B1F6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3FE35-23FA-B427-829F-6B82A35A33F5}"/>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E6E81693-BACC-BBBC-8D8B-109DC7E018A7}"/>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"En el lado de vivienda, la señal es claramente </a:t>
            </a:r>
            <a:r>
              <a:rPr lang="es-PE" sz="1200" kern="1200" dirty="0" err="1">
                <a:solidFill>
                  <a:schemeClr val="tx1"/>
                </a:solidFill>
                <a:effectLst/>
                <a:latin typeface="+mn-lt"/>
                <a:ea typeface="+mn-ea"/>
                <a:cs typeface="+mn-cs"/>
              </a:rPr>
              <a:t>desinflacionaria</a:t>
            </a:r>
            <a:r>
              <a:rPr lang="es-PE" sz="1200" kern="1200" dirty="0">
                <a:solidFill>
                  <a:schemeClr val="tx1"/>
                </a:solidFill>
                <a:effectLst/>
                <a:latin typeface="+mn-lt"/>
                <a:ea typeface="+mn-ea"/>
                <a:cs typeface="+mn-cs"/>
              </a:rPr>
              <a:t>: las ventas de casas nuevas y existentes siguen deprimidas, el </a:t>
            </a:r>
            <a:r>
              <a:rPr lang="es-PE" sz="1200" kern="1200" dirty="0" err="1">
                <a:solidFill>
                  <a:schemeClr val="tx1"/>
                </a:solidFill>
                <a:effectLst/>
                <a:latin typeface="+mn-lt"/>
                <a:ea typeface="+mn-ea"/>
                <a:cs typeface="+mn-cs"/>
              </a:rPr>
              <a:t>Zillow</a:t>
            </a:r>
            <a:r>
              <a:rPr lang="es-PE" sz="1200" kern="1200" dirty="0">
                <a:solidFill>
                  <a:schemeClr val="tx1"/>
                </a:solidFill>
                <a:effectLst/>
                <a:latin typeface="+mn-lt"/>
                <a:ea typeface="+mn-ea"/>
                <a:cs typeface="+mn-cs"/>
              </a:rPr>
              <a:t> Rent </a:t>
            </a:r>
            <a:r>
              <a:rPr lang="es-PE" sz="1200" kern="1200" dirty="0" err="1">
                <a:solidFill>
                  <a:schemeClr val="tx1"/>
                </a:solidFill>
                <a:effectLst/>
                <a:latin typeface="+mn-lt"/>
                <a:ea typeface="+mn-ea"/>
                <a:cs typeface="+mn-cs"/>
              </a:rPr>
              <a:t>Index</a:t>
            </a:r>
            <a:r>
              <a:rPr lang="es-PE" sz="1200" kern="1200" dirty="0">
                <a:solidFill>
                  <a:schemeClr val="tx1"/>
                </a:solidFill>
                <a:effectLst/>
                <a:latin typeface="+mn-lt"/>
                <a:ea typeface="+mn-ea"/>
                <a:cs typeface="+mn-cs"/>
              </a:rPr>
              <a:t> está prácticamente plano, y eso empieza a filtrarse al OER del CPI — que ya bajó de niveles de 8% a cerca de 3%. Es una de las piezas más confiables para pensar en </a:t>
            </a:r>
            <a:r>
              <a:rPr lang="es-PE" sz="1200" kern="1200" dirty="0" err="1">
                <a:solidFill>
                  <a:schemeClr val="tx1"/>
                </a:solidFill>
                <a:effectLst/>
                <a:latin typeface="+mn-lt"/>
                <a:ea typeface="+mn-ea"/>
                <a:cs typeface="+mn-cs"/>
              </a:rPr>
              <a:t>shelter</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inflation</a:t>
            </a:r>
            <a:r>
              <a:rPr lang="es-PE" sz="1200" kern="1200" dirty="0">
                <a:solidFill>
                  <a:schemeClr val="tx1"/>
                </a:solidFill>
                <a:effectLst/>
                <a:latin typeface="+mn-lt"/>
                <a:ea typeface="+mn-ea"/>
                <a:cs typeface="+mn-cs"/>
              </a:rPr>
              <a:t> a la baja el próximo año.</a:t>
            </a:r>
          </a:p>
          <a:p>
            <a:r>
              <a:rPr lang="es-PE" sz="1200" kern="1200" dirty="0">
                <a:solidFill>
                  <a:schemeClr val="tx1"/>
                </a:solidFill>
                <a:effectLst/>
                <a:latin typeface="+mn-lt"/>
                <a:ea typeface="+mn-ea"/>
                <a:cs typeface="+mn-cs"/>
              </a:rPr>
              <a:t>En mercado laboral, la historia de Goldman es contundente: aunque la tasa de desempleo bajó de 4.5% a 4.1%, ellos advierten que esto merece menos peso del habitual, </a:t>
            </a:r>
            <a:r>
              <a:rPr lang="es-PE" sz="1200" b="1" kern="1200" dirty="0">
                <a:solidFill>
                  <a:schemeClr val="tx1"/>
                </a:solidFill>
                <a:effectLst/>
                <a:latin typeface="+mn-lt"/>
                <a:ea typeface="+mn-ea"/>
                <a:cs typeface="+mn-cs"/>
              </a:rPr>
              <a:t>porque no refleja más empleo sino menos participación laboral</a:t>
            </a:r>
            <a:r>
              <a:rPr lang="es-PE" sz="1200" kern="1200" dirty="0">
                <a:solidFill>
                  <a:schemeClr val="tx1"/>
                </a:solidFill>
                <a:effectLst/>
                <a:latin typeface="+mn-lt"/>
                <a:ea typeface="+mn-ea"/>
                <a:cs typeface="+mn-cs"/>
              </a:rPr>
              <a:t> — la tasa de participación cayó marcadamente. </a:t>
            </a:r>
            <a:r>
              <a:rPr lang="es-PE" sz="1200" b="1" kern="1200" dirty="0">
                <a:solidFill>
                  <a:schemeClr val="tx1"/>
                </a:solidFill>
                <a:effectLst/>
                <a:latin typeface="+mn-lt"/>
                <a:ea typeface="+mn-ea"/>
                <a:cs typeface="+mn-cs"/>
              </a:rPr>
              <a:t>El crecimiento salarial se mantiene débil</a:t>
            </a:r>
            <a:r>
              <a:rPr lang="es-PE" sz="1200" kern="1200" dirty="0">
                <a:solidFill>
                  <a:schemeClr val="tx1"/>
                </a:solidFill>
                <a:effectLst/>
                <a:latin typeface="+mn-lt"/>
                <a:ea typeface="+mn-ea"/>
                <a:cs typeface="+mn-cs"/>
              </a:rPr>
              <a:t>, el ADP semanal muestra una clara desaceleración, y el crecimiento de empleo subyacente que estima Goldman cayó a solo 5 mil por mes en julio, muy por debajo de su </a:t>
            </a:r>
            <a:r>
              <a:rPr lang="es-PE" sz="1200" kern="1200" dirty="0" err="1">
                <a:solidFill>
                  <a:schemeClr val="tx1"/>
                </a:solidFill>
                <a:effectLst/>
                <a:latin typeface="+mn-lt"/>
                <a:ea typeface="+mn-ea"/>
                <a:cs typeface="+mn-cs"/>
              </a:rPr>
              <a:t>breakeven</a:t>
            </a:r>
            <a:r>
              <a:rPr lang="es-PE" sz="1200" kern="1200" dirty="0">
                <a:solidFill>
                  <a:schemeClr val="tx1"/>
                </a:solidFill>
                <a:effectLst/>
                <a:latin typeface="+mn-lt"/>
                <a:ea typeface="+mn-ea"/>
                <a:cs typeface="+mn-cs"/>
              </a:rPr>
              <a:t> de 50 mil. En otras palabras: el mercado laboral se está enfriando, no endureciendo, pese a la baja en la tasa de desempleo.</a:t>
            </a:r>
          </a:p>
          <a:p>
            <a:r>
              <a:rPr lang="es-PE" sz="1200" kern="1200" dirty="0">
                <a:solidFill>
                  <a:schemeClr val="tx1"/>
                </a:solidFill>
                <a:effectLst/>
                <a:latin typeface="+mn-lt"/>
                <a:ea typeface="+mn-ea"/>
                <a:cs typeface="+mn-cs"/>
              </a:rPr>
              <a:t>La conclusión de Goldman es clara: dado este combo de inflación temporal desvaneciéndose y mercado laboral debilitándose, un </a:t>
            </a:r>
            <a:r>
              <a:rPr lang="es-PE" sz="1200" kern="1200" dirty="0" err="1">
                <a:solidFill>
                  <a:schemeClr val="tx1"/>
                </a:solidFill>
                <a:effectLst/>
                <a:latin typeface="+mn-lt"/>
                <a:ea typeface="+mn-ea"/>
                <a:cs typeface="+mn-cs"/>
              </a:rPr>
              <a:t>hike</a:t>
            </a:r>
            <a:r>
              <a:rPr lang="es-PE" sz="1200" kern="1200" dirty="0">
                <a:solidFill>
                  <a:schemeClr val="tx1"/>
                </a:solidFill>
                <a:effectLst/>
                <a:latin typeface="+mn-lt"/>
                <a:ea typeface="+mn-ea"/>
                <a:cs typeface="+mn-cs"/>
              </a:rPr>
              <a:t> en septiembre es muy poco probable — de hecho, ellos piensan que el </a:t>
            </a:r>
            <a:r>
              <a:rPr lang="es-PE" sz="1200" kern="1200" dirty="0" err="1">
                <a:solidFill>
                  <a:schemeClr val="tx1"/>
                </a:solidFill>
                <a:effectLst/>
                <a:latin typeface="+mn-lt"/>
                <a:ea typeface="+mn-ea"/>
                <a:cs typeface="+mn-cs"/>
              </a:rPr>
              <a:t>pricing</a:t>
            </a:r>
            <a:r>
              <a:rPr lang="es-PE" sz="1200" kern="1200" dirty="0">
                <a:solidFill>
                  <a:schemeClr val="tx1"/>
                </a:solidFill>
                <a:effectLst/>
                <a:latin typeface="+mn-lt"/>
                <a:ea typeface="+mn-ea"/>
                <a:cs typeface="+mn-cs"/>
              </a:rPr>
              <a:t> de mercado sigue siendo demasiado </a:t>
            </a:r>
            <a:r>
              <a:rPr lang="es-PE" sz="1200" kern="1200" dirty="0" err="1">
                <a:solidFill>
                  <a:schemeClr val="tx1"/>
                </a:solidFill>
                <a:effectLst/>
                <a:latin typeface="+mn-lt"/>
                <a:ea typeface="+mn-ea"/>
                <a:cs typeface="+mn-cs"/>
              </a:rPr>
              <a:t>hawkish</a:t>
            </a:r>
            <a:r>
              <a:rPr lang="es-PE" sz="1200" kern="1200" dirty="0">
                <a:solidFill>
                  <a:schemeClr val="tx1"/>
                </a:solidFill>
                <a:effectLst/>
                <a:latin typeface="+mn-lt"/>
                <a:ea typeface="+mn-ea"/>
                <a:cs typeface="+mn-cs"/>
              </a:rPr>
              <a:t>.</a:t>
            </a:r>
          </a:p>
          <a:p>
            <a:pPr algn="l"/>
            <a:endParaRPr lang="es-PE" dirty="0"/>
          </a:p>
          <a:p>
            <a:pPr algn="l"/>
            <a:endParaRPr lang="es-PE" dirty="0"/>
          </a:p>
          <a:p>
            <a:pPr algn="l"/>
            <a:r>
              <a:rPr lang="es-PE" dirty="0"/>
              <a:t>https://www.bcaresearch.com/reports/ficc-third-quarter-strategy-outlook-goldilocks-09-07-2026/221721#toc-favor-carry-trades-in-global-fixed-income</a:t>
            </a:r>
          </a:p>
          <a:p>
            <a:pPr algn="l"/>
            <a:r>
              <a:rPr lang="es-PE" dirty="0"/>
              <a:t>https://marquee.gs.com/content/research/en/reports/2026/08/16/0fbaa275-d1cf-4a85-b2fb-c1ebbdb1a811.html</a:t>
            </a:r>
          </a:p>
        </p:txBody>
      </p:sp>
      <p:sp>
        <p:nvSpPr>
          <p:cNvPr id="4" name="Slide Number Placeholder 3">
            <a:extLst>
              <a:ext uri="{FF2B5EF4-FFF2-40B4-BE49-F238E27FC236}">
                <a16:creationId xmlns:a16="http://schemas.microsoft.com/office/drawing/2014/main" id="{64B717BC-7C53-7B33-BBA6-903F0D41EB1F}"/>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9</a:t>
            </a:fld>
            <a:endParaRPr lang="es-PE">
              <a:solidFill>
                <a:prstClr val="black"/>
              </a:solidFill>
              <a:latin typeface="Calibri" panose="020F0502020204030204"/>
            </a:endParaRPr>
          </a:p>
        </p:txBody>
      </p:sp>
    </p:spTree>
    <p:extLst>
      <p:ext uri="{BB962C8B-B14F-4D97-AF65-F5344CB8AC3E}">
        <p14:creationId xmlns:p14="http://schemas.microsoft.com/office/powerpoint/2010/main" val="4283362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72432-8745-E9BB-01F0-6A5E4BE7A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B85DC-403C-6148-80C2-401F3C25E546}"/>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1CD5BF69-F766-8D94-2DC3-424A0D54B729}"/>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Esta </a:t>
            </a:r>
            <a:r>
              <a:rPr lang="es-PE" sz="1200" kern="1200" dirty="0" err="1">
                <a:solidFill>
                  <a:schemeClr val="tx1"/>
                </a:solidFill>
                <a:effectLst/>
                <a:latin typeface="+mn-lt"/>
                <a:ea typeface="+mn-ea"/>
                <a:cs typeface="+mn-cs"/>
              </a:rPr>
              <a:t>slide</a:t>
            </a:r>
            <a:r>
              <a:rPr lang="es-PE" sz="1200" kern="1200" dirty="0">
                <a:solidFill>
                  <a:schemeClr val="tx1"/>
                </a:solidFill>
                <a:effectLst/>
                <a:latin typeface="+mn-lt"/>
                <a:ea typeface="+mn-ea"/>
                <a:cs typeface="+mn-cs"/>
              </a:rPr>
              <a:t> muestra el déficit fiscal de EE.UU. en base acumulada mensual como % del PBI, comparando los últimos cinco años fiscales. Lo que quiero destacar es el círculo punteado en el gráfico superior izquierdo: en los meses 6 y 7 del año fiscal —marzo y abril— 2026 (línea roja oscura) muestra una leve mejora relativa frente a 2025 (línea celeste), que había sido el año con peor trayectoria de déficit del quinquenio.</a:t>
            </a:r>
          </a:p>
          <a:p>
            <a:r>
              <a:rPr lang="es-PE" sz="1200" kern="1200" dirty="0">
                <a:solidFill>
                  <a:schemeClr val="tx1"/>
                </a:solidFill>
                <a:effectLst/>
                <a:latin typeface="+mn-lt"/>
                <a:ea typeface="+mn-ea"/>
                <a:cs typeface="+mn-cs"/>
              </a:rPr>
              <a:t>Pero quiero ser cuidadoso con la palabra 'mejora', porque los datos más recientes de </a:t>
            </a:r>
            <a:r>
              <a:rPr lang="es-PE" sz="1200" kern="1200" dirty="0" err="1">
                <a:solidFill>
                  <a:schemeClr val="tx1"/>
                </a:solidFill>
                <a:effectLst/>
                <a:latin typeface="+mn-lt"/>
                <a:ea typeface="+mn-ea"/>
                <a:cs typeface="+mn-cs"/>
              </a:rPr>
              <a:t>Treasury</a:t>
            </a:r>
            <a:r>
              <a:rPr lang="es-PE" sz="1200" kern="1200" dirty="0">
                <a:solidFill>
                  <a:schemeClr val="tx1"/>
                </a:solidFill>
                <a:effectLst/>
                <a:latin typeface="+mn-lt"/>
                <a:ea typeface="+mn-ea"/>
                <a:cs typeface="+mn-cs"/>
              </a:rPr>
              <a:t>, que se publicaron hace apenas dos semanas, muestran que esa </a:t>
            </a:r>
            <a:r>
              <a:rPr lang="es-PE" sz="1200" b="1" kern="1200" dirty="0">
                <a:solidFill>
                  <a:schemeClr val="tx1"/>
                </a:solidFill>
                <a:effectLst/>
                <a:latin typeface="+mn-lt"/>
                <a:ea typeface="+mn-ea"/>
                <a:cs typeface="+mn-cs"/>
              </a:rPr>
              <a:t>mejora es más bien marginal y no estructural</a:t>
            </a:r>
            <a:r>
              <a:rPr lang="es-PE" sz="1200" kern="1200" dirty="0">
                <a:solidFill>
                  <a:schemeClr val="tx1"/>
                </a:solidFill>
                <a:effectLst/>
                <a:latin typeface="+mn-lt"/>
                <a:ea typeface="+mn-ea"/>
                <a:cs typeface="+mn-cs"/>
              </a:rPr>
              <a:t>. El Tesoro confirmó que en los primeros diez meses del año fiscal 2026 —hasta julio— EE.UU. acumula un déficit de 1.8 billones de dólares, 170 mil millones más que en el mismo período del año anterior. Solo en julio se pidieron prestados 432 mil millones de dólares, es decir, cerca de 14 mil millones de dólares por día. El Comité para un Presupuesto Federal Responsable ya advierte </a:t>
            </a:r>
            <a:r>
              <a:rPr lang="es-PE" sz="1200" b="1" kern="1200" dirty="0">
                <a:solidFill>
                  <a:schemeClr val="tx1"/>
                </a:solidFill>
                <a:effectLst/>
                <a:latin typeface="+mn-lt"/>
                <a:ea typeface="+mn-ea"/>
                <a:cs typeface="+mn-cs"/>
              </a:rPr>
              <a:t>que, a este ritmo, EE.UU. terminará el año fiscal con un déficit por encima de los 2 billones de dólares — superando así todo lo acumulado en el año fiscal 2025 completo.</a:t>
            </a:r>
            <a:endParaRPr lang="es-PE" sz="1200" kern="1200" dirty="0">
              <a:solidFill>
                <a:schemeClr val="tx1"/>
              </a:solidFill>
              <a:effectLst/>
              <a:latin typeface="+mn-lt"/>
              <a:ea typeface="+mn-ea"/>
              <a:cs typeface="+mn-cs"/>
            </a:endParaRPr>
          </a:p>
          <a:p>
            <a:r>
              <a:rPr lang="es-PE" sz="1200" kern="1200" dirty="0">
                <a:solidFill>
                  <a:schemeClr val="tx1"/>
                </a:solidFill>
                <a:effectLst/>
                <a:latin typeface="+mn-lt"/>
                <a:ea typeface="+mn-ea"/>
                <a:cs typeface="+mn-cs"/>
              </a:rPr>
              <a:t>En el panel superior derecho vemos por qué: el </a:t>
            </a:r>
            <a:r>
              <a:rPr lang="es-PE" sz="1200" b="1" kern="1200" dirty="0">
                <a:solidFill>
                  <a:schemeClr val="tx1"/>
                </a:solidFill>
                <a:effectLst/>
                <a:latin typeface="+mn-lt"/>
                <a:ea typeface="+mn-ea"/>
                <a:cs typeface="+mn-cs"/>
              </a:rPr>
              <a:t>gasto no financiero (excluyendo intereses) como % del PBI se mantiene estructuralmente alto, rondando 21-23%,</a:t>
            </a:r>
            <a:r>
              <a:rPr lang="es-PE" sz="1200" kern="1200" dirty="0">
                <a:solidFill>
                  <a:schemeClr val="tx1"/>
                </a:solidFill>
                <a:effectLst/>
                <a:latin typeface="+mn-lt"/>
                <a:ea typeface="+mn-ea"/>
                <a:cs typeface="+mn-cs"/>
              </a:rPr>
              <a:t> sin ceder. Y en el panel inferior derecho, </a:t>
            </a:r>
            <a:r>
              <a:rPr lang="es-PE" sz="1200" b="1" kern="1200" dirty="0">
                <a:solidFill>
                  <a:schemeClr val="tx1"/>
                </a:solidFill>
                <a:effectLst/>
                <a:latin typeface="+mn-lt"/>
                <a:ea typeface="+mn-ea"/>
                <a:cs typeface="+mn-cs"/>
              </a:rPr>
              <a:t>los ingresos fiscales como % del PBI en 2026 (línea roja oscura) están consistentemente por debajo de los niveles de 2022-2023. Es decir: el gasto no baja, y los ingresos no logran acompañar</a:t>
            </a:r>
            <a:r>
              <a:rPr lang="es-PE" sz="1200" kern="1200" dirty="0">
                <a:solidFill>
                  <a:schemeClr val="tx1"/>
                </a:solidFill>
                <a:effectLst/>
                <a:latin typeface="+mn-lt"/>
                <a:ea typeface="+mn-ea"/>
                <a:cs typeface="+mn-cs"/>
              </a:rPr>
              <a:t>.</a:t>
            </a:r>
          </a:p>
          <a:p>
            <a:r>
              <a:rPr lang="es-PE" sz="1200" kern="1200" dirty="0">
                <a:solidFill>
                  <a:schemeClr val="tx1"/>
                </a:solidFill>
                <a:effectLst/>
                <a:latin typeface="+mn-lt"/>
                <a:ea typeface="+mn-ea"/>
                <a:cs typeface="+mn-cs"/>
              </a:rPr>
              <a:t>El resultado de esta dinámica lo vemos en el gráfico de la izquierda abajo: las proyecciones de la CBO sobre deuda pública en manos del público como % del PBI siguen escalando — de 101.6% en 2025 a una proyección de 112.7% para 2030 según la estimación más reciente de febrero 2026. Vale la pena notar que estas proyecciones se han ido revisando sistemáticamente al alza con cada actualización.</a:t>
            </a:r>
          </a:p>
          <a:p>
            <a:pPr marL="0" marR="0" lvl="0"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mn-lt"/>
                <a:ea typeface="+mn-ea"/>
                <a:cs typeface="+mn-cs"/>
              </a:rPr>
              <a:t>La conclusión para el portafolio: la </a:t>
            </a:r>
            <a:r>
              <a:rPr lang="es-PE" sz="1200" b="1" kern="1200" dirty="0">
                <a:solidFill>
                  <a:schemeClr val="tx1"/>
                </a:solidFill>
                <a:effectLst/>
                <a:latin typeface="+mn-lt"/>
                <a:ea typeface="+mn-ea"/>
                <a:cs typeface="+mn-cs"/>
              </a:rPr>
              <a:t>mejora marginal de corto plazo en el ritmo de déficit no cambia la trayectoria fiscal de fondo</a:t>
            </a:r>
            <a:r>
              <a:rPr lang="es-PE" sz="1200" kern="1200" dirty="0">
                <a:solidFill>
                  <a:schemeClr val="tx1"/>
                </a:solidFill>
                <a:effectLst/>
                <a:latin typeface="+mn-lt"/>
                <a:ea typeface="+mn-ea"/>
                <a:cs typeface="+mn-cs"/>
              </a:rPr>
              <a:t>. Ingresos han caído por:</a:t>
            </a:r>
            <a:r>
              <a:rPr lang="es-PE" sz="1200" b="1" kern="1200" dirty="0">
                <a:solidFill>
                  <a:schemeClr val="tx1"/>
                </a:solidFill>
                <a:effectLst/>
                <a:latin typeface="+mn-lt"/>
                <a:ea typeface="+mn-ea"/>
                <a:cs typeface="+mn-cs"/>
              </a:rPr>
              <a:t> L</a:t>
            </a:r>
            <a:r>
              <a:rPr lang="es-MX" sz="1200" b="1" kern="1200" dirty="0">
                <a:solidFill>
                  <a:schemeClr val="tx1"/>
                </a:solidFill>
                <a:effectLst/>
                <a:latin typeface="+mn-lt"/>
                <a:ea typeface="+mn-ea"/>
                <a:cs typeface="+mn-cs"/>
              </a:rPr>
              <a:t>a brecha de ingresos en 2026 no es un problema cíclico (de crecimiento económico débil) sino principalmente de política fiscal — menores impuestos corporativos por diseño legislativo (OBBA), y una fuente de ingreso (</a:t>
            </a:r>
            <a:r>
              <a:rPr lang="es-MX" sz="1200" b="1" kern="1200" dirty="0" err="1">
                <a:solidFill>
                  <a:schemeClr val="tx1"/>
                </a:solidFill>
                <a:effectLst/>
                <a:latin typeface="+mn-lt"/>
                <a:ea typeface="+mn-ea"/>
                <a:cs typeface="+mn-cs"/>
              </a:rPr>
              <a:t>tariff</a:t>
            </a:r>
            <a:r>
              <a:rPr lang="es-MX" sz="1200" b="1" kern="1200" dirty="0">
                <a:solidFill>
                  <a:schemeClr val="tx1"/>
                </a:solidFill>
                <a:effectLst/>
                <a:latin typeface="+mn-lt"/>
                <a:ea typeface="+mn-ea"/>
                <a:cs typeface="+mn-cs"/>
              </a:rPr>
              <a:t>) que resultó legalmente insostenible.</a:t>
            </a:r>
            <a:endParaRPr lang="es-PE" sz="1200" kern="1200" dirty="0">
              <a:solidFill>
                <a:schemeClr val="tx1"/>
              </a:solidFill>
              <a:effectLst/>
              <a:latin typeface="+mn-lt"/>
              <a:ea typeface="+mn-ea"/>
              <a:cs typeface="+mn-cs"/>
            </a:endParaRPr>
          </a:p>
          <a:p>
            <a:endParaRPr lang="es-PE" b="1" dirty="0"/>
          </a:p>
        </p:txBody>
      </p:sp>
      <p:sp>
        <p:nvSpPr>
          <p:cNvPr id="4" name="Slide Number Placeholder 3">
            <a:extLst>
              <a:ext uri="{FF2B5EF4-FFF2-40B4-BE49-F238E27FC236}">
                <a16:creationId xmlns:a16="http://schemas.microsoft.com/office/drawing/2014/main" id="{0641F61E-4A82-8E3A-7C4B-A88AC698C18C}"/>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10</a:t>
            </a:fld>
            <a:endParaRPr lang="es-PE">
              <a:solidFill>
                <a:prstClr val="black"/>
              </a:solidFill>
              <a:latin typeface="Calibri" panose="020F0502020204030204"/>
            </a:endParaRPr>
          </a:p>
        </p:txBody>
      </p:sp>
    </p:spTree>
    <p:extLst>
      <p:ext uri="{BB962C8B-B14F-4D97-AF65-F5344CB8AC3E}">
        <p14:creationId xmlns:p14="http://schemas.microsoft.com/office/powerpoint/2010/main" val="700603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05BB-871F-32DE-2B52-A8EF2EE75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167BD-3842-6879-AA3E-071DE6F84F00}"/>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A980899B-B609-C940-F07A-9AB6F26221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mn-lt"/>
                <a:ea typeface="+mn-ea"/>
                <a:cs typeface="+mn-cs"/>
              </a:rPr>
              <a:t>"Este gráfico resume quién ha absorbido la deuda del Tesoro americano desde 2008. Vemos tres fases claras: durante </a:t>
            </a:r>
            <a:r>
              <a:rPr lang="es-PE" sz="1200" b="1" kern="1200" dirty="0">
                <a:solidFill>
                  <a:schemeClr val="tx1"/>
                </a:solidFill>
                <a:effectLst/>
                <a:latin typeface="+mn-lt"/>
                <a:ea typeface="+mn-ea"/>
                <a:cs typeface="+mn-cs"/>
              </a:rPr>
              <a:t>2020-2021</a:t>
            </a:r>
            <a:r>
              <a:rPr lang="es-PE" sz="1200" kern="1200" dirty="0">
                <a:solidFill>
                  <a:schemeClr val="tx1"/>
                </a:solidFill>
                <a:effectLst/>
                <a:latin typeface="+mn-lt"/>
                <a:ea typeface="+mn-ea"/>
                <a:cs typeface="+mn-cs"/>
              </a:rPr>
              <a:t> la Fed fue el comprador dominante, financiando la respuesta a la pandemia; luego, en el ciclo de </a:t>
            </a:r>
            <a:r>
              <a:rPr lang="es-PE" sz="1200" b="1" kern="1200" dirty="0" err="1">
                <a:solidFill>
                  <a:schemeClr val="tx1"/>
                </a:solidFill>
                <a:effectLst/>
                <a:latin typeface="+mn-lt"/>
                <a:ea typeface="+mn-ea"/>
                <a:cs typeface="+mn-cs"/>
              </a:rPr>
              <a:t>quantitative</a:t>
            </a:r>
            <a:r>
              <a:rPr lang="es-PE" sz="1200" b="1" kern="1200" dirty="0">
                <a:solidFill>
                  <a:schemeClr val="tx1"/>
                </a:solidFill>
                <a:effectLst/>
                <a:latin typeface="+mn-lt"/>
                <a:ea typeface="+mn-ea"/>
                <a:cs typeface="+mn-cs"/>
              </a:rPr>
              <a:t> </a:t>
            </a:r>
            <a:r>
              <a:rPr lang="es-PE" sz="1200" b="1" kern="1200" dirty="0" err="1">
                <a:solidFill>
                  <a:schemeClr val="tx1"/>
                </a:solidFill>
                <a:effectLst/>
                <a:latin typeface="+mn-lt"/>
                <a:ea typeface="+mn-ea"/>
                <a:cs typeface="+mn-cs"/>
              </a:rPr>
              <a:t>tightening</a:t>
            </a:r>
            <a:r>
              <a:rPr lang="es-PE" sz="1200" b="1" kern="1200" dirty="0">
                <a:solidFill>
                  <a:schemeClr val="tx1"/>
                </a:solidFill>
                <a:effectLst/>
                <a:latin typeface="+mn-lt"/>
                <a:ea typeface="+mn-ea"/>
                <a:cs typeface="+mn-cs"/>
              </a:rPr>
              <a:t> (2022-2023),</a:t>
            </a:r>
            <a:r>
              <a:rPr lang="es-PE" sz="1200" kern="1200" dirty="0">
                <a:solidFill>
                  <a:schemeClr val="tx1"/>
                </a:solidFill>
                <a:effectLst/>
                <a:latin typeface="+mn-lt"/>
                <a:ea typeface="+mn-ea"/>
                <a:cs typeface="+mn-cs"/>
              </a:rPr>
              <a:t> la Fed se convirtió en vendedor neto, y esa demanda fue reemplazada </a:t>
            </a:r>
            <a:r>
              <a:rPr lang="es-PE" sz="1200" b="1" kern="1200" dirty="0">
                <a:solidFill>
                  <a:schemeClr val="tx1"/>
                </a:solidFill>
                <a:effectLst/>
                <a:latin typeface="+mn-lt"/>
                <a:ea typeface="+mn-ea"/>
                <a:cs typeface="+mn-cs"/>
              </a:rPr>
              <a:t>principalmente por hogares (</a:t>
            </a:r>
            <a:r>
              <a:rPr lang="es-PE" sz="1200" b="1" kern="1200" dirty="0" err="1">
                <a:solidFill>
                  <a:schemeClr val="tx1"/>
                </a:solidFill>
                <a:effectLst/>
                <a:latin typeface="+mn-lt"/>
                <a:ea typeface="+mn-ea"/>
                <a:cs typeface="+mn-cs"/>
              </a:rPr>
              <a:t>household</a:t>
            </a:r>
            <a:r>
              <a:rPr lang="es-PE" sz="1200" b="1" kern="1200" dirty="0">
                <a:solidFill>
                  <a:schemeClr val="tx1"/>
                </a:solidFill>
                <a:effectLst/>
                <a:latin typeface="+mn-lt"/>
                <a:ea typeface="+mn-ea"/>
                <a:cs typeface="+mn-cs"/>
              </a:rPr>
              <a:t>), que compraron directamente vía </a:t>
            </a:r>
            <a:r>
              <a:rPr lang="es-PE" sz="1200" b="1" kern="1200" dirty="0" err="1">
                <a:solidFill>
                  <a:schemeClr val="tx1"/>
                </a:solidFill>
                <a:effectLst/>
                <a:latin typeface="+mn-lt"/>
                <a:ea typeface="+mn-ea"/>
                <a:cs typeface="+mn-cs"/>
              </a:rPr>
              <a:t>money</a:t>
            </a:r>
            <a:r>
              <a:rPr lang="es-PE" sz="1200" b="1" kern="1200" dirty="0">
                <a:solidFill>
                  <a:schemeClr val="tx1"/>
                </a:solidFill>
                <a:effectLst/>
                <a:latin typeface="+mn-lt"/>
                <a:ea typeface="+mn-ea"/>
                <a:cs typeface="+mn-cs"/>
              </a:rPr>
              <a:t> </a:t>
            </a:r>
            <a:r>
              <a:rPr lang="es-PE" sz="1200" b="1" kern="1200" dirty="0" err="1">
                <a:solidFill>
                  <a:schemeClr val="tx1"/>
                </a:solidFill>
                <a:effectLst/>
                <a:latin typeface="+mn-lt"/>
                <a:ea typeface="+mn-ea"/>
                <a:cs typeface="+mn-cs"/>
              </a:rPr>
              <a:t>market</a:t>
            </a:r>
            <a:r>
              <a:rPr lang="es-PE" sz="1200" b="1" kern="1200" dirty="0">
                <a:solidFill>
                  <a:schemeClr val="tx1"/>
                </a:solidFill>
                <a:effectLst/>
                <a:latin typeface="+mn-lt"/>
                <a:ea typeface="+mn-ea"/>
                <a:cs typeface="+mn-cs"/>
              </a:rPr>
              <a:t> </a:t>
            </a:r>
            <a:r>
              <a:rPr lang="es-PE" sz="1200" b="1" kern="1200" dirty="0" err="1">
                <a:solidFill>
                  <a:schemeClr val="tx1"/>
                </a:solidFill>
                <a:effectLst/>
                <a:latin typeface="+mn-lt"/>
                <a:ea typeface="+mn-ea"/>
                <a:cs typeface="+mn-cs"/>
              </a:rPr>
              <a:t>funds</a:t>
            </a:r>
            <a:r>
              <a:rPr lang="es-PE" sz="1200" b="1" kern="1200" dirty="0">
                <a:solidFill>
                  <a:schemeClr val="tx1"/>
                </a:solidFill>
                <a:effectLst/>
                <a:latin typeface="+mn-lt"/>
                <a:ea typeface="+mn-ea"/>
                <a:cs typeface="+mn-cs"/>
              </a:rPr>
              <a:t> y bonos</a:t>
            </a:r>
            <a:r>
              <a:rPr lang="es-PE" sz="1200" kern="1200" dirty="0">
                <a:solidFill>
                  <a:schemeClr val="tx1"/>
                </a:solidFill>
                <a:effectLst/>
                <a:latin typeface="+mn-lt"/>
                <a:ea typeface="+mn-ea"/>
                <a:cs typeface="+mn-cs"/>
              </a:rPr>
              <a:t>. </a:t>
            </a:r>
            <a:r>
              <a:rPr lang="es-PE" sz="1200" b="1" kern="1200" dirty="0">
                <a:solidFill>
                  <a:schemeClr val="tx1"/>
                </a:solidFill>
                <a:effectLst/>
                <a:latin typeface="+mn-lt"/>
                <a:ea typeface="+mn-ea"/>
                <a:cs typeface="+mn-cs"/>
              </a:rPr>
              <a:t>Para 2024-2026 vemos una normalización: la emisión neta ha bajado desde los picos de 2021, y la demanda se reparte de forma más equilibrada entre extranjeros, mutual </a:t>
            </a:r>
            <a:r>
              <a:rPr lang="es-PE" sz="1200" b="1" kern="1200" dirty="0" err="1">
                <a:solidFill>
                  <a:schemeClr val="tx1"/>
                </a:solidFill>
                <a:effectLst/>
                <a:latin typeface="+mn-lt"/>
                <a:ea typeface="+mn-ea"/>
                <a:cs typeface="+mn-cs"/>
              </a:rPr>
              <a:t>funds</a:t>
            </a:r>
            <a:r>
              <a:rPr lang="es-PE" sz="1200" b="1" kern="1200" dirty="0">
                <a:solidFill>
                  <a:schemeClr val="tx1"/>
                </a:solidFill>
                <a:effectLst/>
                <a:latin typeface="+mn-lt"/>
                <a:ea typeface="+mn-ea"/>
                <a:cs typeface="+mn-cs"/>
              </a:rPr>
              <a:t> y hogares</a:t>
            </a:r>
            <a:r>
              <a:rPr lang="es-PE" sz="1200" kern="1200" dirty="0">
                <a:solidFill>
                  <a:schemeClr val="tx1"/>
                </a:solidFill>
                <a:effectLst/>
                <a:latin typeface="+mn-lt"/>
                <a:ea typeface="+mn-ea"/>
                <a:cs typeface="+mn-cs"/>
              </a:rPr>
              <a:t>. El punto clave para nuestra tesis es que el mercado está migrando hacia una </a:t>
            </a:r>
            <a:r>
              <a:rPr lang="es-PE" sz="1200" b="1" kern="1200" dirty="0">
                <a:solidFill>
                  <a:schemeClr val="tx1"/>
                </a:solidFill>
                <a:effectLst/>
                <a:latin typeface="+mn-lt"/>
                <a:ea typeface="+mn-ea"/>
                <a:cs typeface="+mn-cs"/>
              </a:rPr>
              <a:t>base de inversionistas más sensible a precio </a:t>
            </a:r>
            <a:r>
              <a:rPr lang="es-PE" sz="1200" kern="1200" dirty="0">
                <a:solidFill>
                  <a:schemeClr val="tx1"/>
                </a:solidFill>
                <a:effectLst/>
                <a:latin typeface="+mn-lt"/>
                <a:ea typeface="+mn-ea"/>
                <a:cs typeface="+mn-cs"/>
              </a:rPr>
              <a:t>—ya no dominada por compradores 'precio-insensibles' como la Fed— lo que estructuralmente presiona los rendimientos al alza, en línea con lo que J.P. Morgan destaca en su </a:t>
            </a:r>
            <a:r>
              <a:rPr lang="es-PE" sz="1200" kern="1200" dirty="0" err="1">
                <a:solidFill>
                  <a:schemeClr val="tx1"/>
                </a:solidFill>
                <a:effectLst/>
                <a:latin typeface="+mn-lt"/>
                <a:ea typeface="+mn-ea"/>
                <a:cs typeface="+mn-cs"/>
              </a:rPr>
              <a:t>outlook</a:t>
            </a:r>
            <a:r>
              <a:rPr lang="es-PE" sz="1200" kern="1200" dirty="0">
                <a:solidFill>
                  <a:schemeClr val="tx1"/>
                </a:solidFill>
                <a:effectLst/>
                <a:latin typeface="+mn-lt"/>
                <a:ea typeface="+mn-ea"/>
                <a:cs typeface="+mn-cs"/>
              </a:rPr>
              <a:t> de mitad de año."</a:t>
            </a:r>
          </a:p>
          <a:p>
            <a:pPr algn="l"/>
            <a:endParaRPr lang="es-PE" dirty="0"/>
          </a:p>
          <a:p>
            <a:pPr algn="l"/>
            <a:r>
              <a:rPr lang="es-PE" dirty="0"/>
              <a:t>https://rsch.baml.com/report?q=arew!B2E8bc4NyiJfGepww&amp;e=sandra.chavarri%40sura.pe&amp;h=tHS5FQ</a:t>
            </a:r>
          </a:p>
          <a:p>
            <a:pPr algn="l"/>
            <a:r>
              <a:rPr lang="es-PE" dirty="0"/>
              <a:t>https://markets.jpmorgan.com/jpmm/research.article_page?action=open&amp;doc=GPS-5401683-0</a:t>
            </a:r>
          </a:p>
          <a:p>
            <a:pPr algn="l"/>
            <a:r>
              <a:rPr lang="es-PE" dirty="0"/>
              <a:t>https://marquee.gs.com/content/research/en/reports/2026/02/10/dedf77a3-023d-4dc9-ad46-8bede6c4fff4.html**** no hay gráficos pero se entiende bastante</a:t>
            </a:r>
          </a:p>
          <a:p>
            <a:pPr algn="l"/>
            <a:r>
              <a:rPr lang="es-PE" dirty="0"/>
              <a:t>https://markets.jpmorgan.com/jpmm/research.article_page?action=open&amp;doc=GPS-5393022-0</a:t>
            </a:r>
          </a:p>
        </p:txBody>
      </p:sp>
      <p:sp>
        <p:nvSpPr>
          <p:cNvPr id="4" name="Slide Number Placeholder 3">
            <a:extLst>
              <a:ext uri="{FF2B5EF4-FFF2-40B4-BE49-F238E27FC236}">
                <a16:creationId xmlns:a16="http://schemas.microsoft.com/office/drawing/2014/main" id="{6CA24BBC-6244-8361-314D-1A494B9C9BEC}"/>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11</a:t>
            </a:fld>
            <a:endParaRPr lang="es-PE">
              <a:solidFill>
                <a:prstClr val="black"/>
              </a:solidFill>
              <a:latin typeface="Calibri" panose="020F0502020204030204"/>
            </a:endParaRPr>
          </a:p>
        </p:txBody>
      </p:sp>
    </p:spTree>
    <p:extLst>
      <p:ext uri="{BB962C8B-B14F-4D97-AF65-F5344CB8AC3E}">
        <p14:creationId xmlns:p14="http://schemas.microsoft.com/office/powerpoint/2010/main" val="2117116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08240-EBB3-2195-FB22-B06A64913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624F4-121B-F5D9-D297-7B9203BFEDC8}"/>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EAFF0856-BA4B-296E-3CA3-3F2A0183AB92}"/>
              </a:ext>
            </a:extLst>
          </p:cNvPr>
          <p:cNvSpPr>
            <a:spLocks noGrp="1"/>
          </p:cNvSpPr>
          <p:nvPr>
            <p:ph type="body" idx="1"/>
          </p:nvPr>
        </p:nvSpPr>
        <p:spPr/>
        <p:txBody>
          <a:bodyPr/>
          <a:lstStyle/>
          <a:p>
            <a:r>
              <a:rPr lang="es-PE" sz="1200" b="1" kern="1200" dirty="0">
                <a:solidFill>
                  <a:schemeClr val="tx1"/>
                </a:solidFill>
                <a:effectLst/>
                <a:latin typeface="+mn-lt"/>
                <a:ea typeface="+mn-ea"/>
                <a:cs typeface="+mn-cs"/>
              </a:rPr>
              <a:t>Diapositiva 2 — US </a:t>
            </a:r>
            <a:r>
              <a:rPr lang="es-PE" sz="1200" b="1" kern="1200" dirty="0" err="1">
                <a:solidFill>
                  <a:schemeClr val="tx1"/>
                </a:solidFill>
                <a:effectLst/>
                <a:latin typeface="+mn-lt"/>
                <a:ea typeface="+mn-ea"/>
                <a:cs typeface="+mn-cs"/>
              </a:rPr>
              <a:t>Treasuries</a:t>
            </a:r>
            <a:r>
              <a:rPr lang="es-PE" sz="1200" b="1" kern="1200" dirty="0">
                <a:solidFill>
                  <a:schemeClr val="tx1"/>
                </a:solidFill>
                <a:effectLst/>
                <a:latin typeface="+mn-lt"/>
                <a:ea typeface="+mn-ea"/>
                <a:cs typeface="+mn-cs"/>
              </a:rPr>
              <a:t> Demand</a:t>
            </a:r>
            <a:endParaRPr lang="es-PE" sz="1200" kern="1200" dirty="0">
              <a:solidFill>
                <a:schemeClr val="tx1"/>
              </a:solidFill>
              <a:effectLst/>
              <a:latin typeface="+mn-lt"/>
              <a:ea typeface="+mn-ea"/>
              <a:cs typeface="+mn-cs"/>
            </a:endParaRPr>
          </a:p>
          <a:p>
            <a:r>
              <a:rPr lang="es-PE" sz="1200" kern="1200" dirty="0">
                <a:solidFill>
                  <a:schemeClr val="tx1"/>
                </a:solidFill>
                <a:effectLst/>
                <a:latin typeface="+mn-lt"/>
                <a:ea typeface="+mn-ea"/>
                <a:cs typeface="+mn-cs"/>
              </a:rPr>
              <a:t>"Aquí profundizamos en la composición de la demanda extranjera y bancaria</a:t>
            </a:r>
            <a:r>
              <a:rPr lang="es-PE" sz="1200" b="1" kern="1200" dirty="0">
                <a:solidFill>
                  <a:schemeClr val="tx1"/>
                </a:solidFill>
                <a:effectLst/>
                <a:latin typeface="+mn-lt"/>
                <a:ea typeface="+mn-ea"/>
                <a:cs typeface="+mn-cs"/>
              </a:rPr>
              <a:t>. China ha reducido sistemáticamente sus tenencias desde 2018</a:t>
            </a:r>
            <a:r>
              <a:rPr lang="es-PE" sz="1200" kern="1200" dirty="0">
                <a:solidFill>
                  <a:schemeClr val="tx1"/>
                </a:solidFill>
                <a:effectLst/>
                <a:latin typeface="+mn-lt"/>
                <a:ea typeface="+mn-ea"/>
                <a:cs typeface="+mn-cs"/>
              </a:rPr>
              <a:t>, mientras Japón se mantiene relativamente estable cerca de 1 billón de dólares —aunque bajo presión por la normalización de tasas del gobierno </a:t>
            </a:r>
            <a:r>
              <a:rPr lang="es-PE" sz="1200" kern="1200" dirty="0" err="1">
                <a:solidFill>
                  <a:schemeClr val="tx1"/>
                </a:solidFill>
                <a:effectLst/>
                <a:latin typeface="+mn-lt"/>
                <a:ea typeface="+mn-ea"/>
                <a:cs typeface="+mn-cs"/>
              </a:rPr>
              <a:t>Takaichi</a:t>
            </a:r>
            <a:r>
              <a:rPr lang="es-PE" sz="1200" kern="1200" dirty="0">
                <a:solidFill>
                  <a:schemeClr val="tx1"/>
                </a:solidFill>
                <a:effectLst/>
                <a:latin typeface="+mn-lt"/>
                <a:ea typeface="+mn-ea"/>
                <a:cs typeface="+mn-cs"/>
              </a:rPr>
              <a:t>—. En contraste, </a:t>
            </a:r>
            <a:r>
              <a:rPr lang="es-PE" sz="1200" b="1" kern="1200" dirty="0">
                <a:solidFill>
                  <a:schemeClr val="tx1"/>
                </a:solidFill>
                <a:effectLst/>
                <a:latin typeface="+mn-lt"/>
                <a:ea typeface="+mn-ea"/>
                <a:cs typeface="+mn-cs"/>
              </a:rPr>
              <a:t>Reino Unido y Canadá han incrementado su exposición de forma constante.</a:t>
            </a:r>
            <a:r>
              <a:rPr lang="es-PE" sz="1200" kern="1200" dirty="0">
                <a:solidFill>
                  <a:schemeClr val="tx1"/>
                </a:solidFill>
                <a:effectLst/>
                <a:latin typeface="+mn-lt"/>
                <a:ea typeface="+mn-ea"/>
                <a:cs typeface="+mn-cs"/>
              </a:rPr>
              <a:t> El tercer panel es revelador: la </a:t>
            </a:r>
            <a:r>
              <a:rPr lang="es-PE" sz="1200" b="1" kern="1200" dirty="0">
                <a:solidFill>
                  <a:schemeClr val="tx1"/>
                </a:solidFill>
                <a:effectLst/>
                <a:latin typeface="+mn-lt"/>
                <a:ea typeface="+mn-ea"/>
                <a:cs typeface="+mn-cs"/>
              </a:rPr>
              <a:t>participación de inversionistas oficiales extranjeros en la deuda total ha caído de cerca de 19% a poco más de 11%, mientras que los privados extranjeros han tomado ese espacio. </a:t>
            </a:r>
            <a:r>
              <a:rPr lang="es-PE" sz="1200" kern="1200" dirty="0">
                <a:solidFill>
                  <a:schemeClr val="tx1"/>
                </a:solidFill>
                <a:effectLst/>
                <a:latin typeface="+mn-lt"/>
                <a:ea typeface="+mn-ea"/>
                <a:cs typeface="+mn-cs"/>
              </a:rPr>
              <a:t>Esto confirma lo que J.P. Morgan señala: la demanda oficial se mantiene débil y concentrada en el corto plazo, </a:t>
            </a:r>
            <a:r>
              <a:rPr lang="es-PE" sz="1200" b="1" kern="1200" dirty="0">
                <a:solidFill>
                  <a:schemeClr val="tx1"/>
                </a:solidFill>
                <a:effectLst/>
                <a:latin typeface="+mn-lt"/>
                <a:ea typeface="+mn-ea"/>
                <a:cs typeface="+mn-cs"/>
              </a:rPr>
              <a:t>y ellos redujeron su proyección de demanda extranjera para 2026 de 500 mil millones a 450 mil millones de dólares.</a:t>
            </a:r>
            <a:r>
              <a:rPr lang="es-PE" sz="1200" kern="1200" dirty="0">
                <a:solidFill>
                  <a:schemeClr val="tx1"/>
                </a:solidFill>
                <a:effectLst/>
                <a:latin typeface="+mn-lt"/>
                <a:ea typeface="+mn-ea"/>
                <a:cs typeface="+mn-cs"/>
              </a:rPr>
              <a:t> El último panel muestra cómo la Fed y los bancos comerciales se movieron en direcciones opuestas durante QE y QT, evidenciando la sensibilidad del sistema bancario a la política monetaria."</a:t>
            </a:r>
          </a:p>
        </p:txBody>
      </p:sp>
      <p:sp>
        <p:nvSpPr>
          <p:cNvPr id="4" name="Slide Number Placeholder 3">
            <a:extLst>
              <a:ext uri="{FF2B5EF4-FFF2-40B4-BE49-F238E27FC236}">
                <a16:creationId xmlns:a16="http://schemas.microsoft.com/office/drawing/2014/main" id="{5AFB806C-FB85-9306-6618-70DB8DB07E37}"/>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12</a:t>
            </a:fld>
            <a:endParaRPr lang="es-PE">
              <a:solidFill>
                <a:prstClr val="black"/>
              </a:solidFill>
              <a:latin typeface="Calibri" panose="020F0502020204030204"/>
            </a:endParaRPr>
          </a:p>
        </p:txBody>
      </p:sp>
    </p:spTree>
    <p:extLst>
      <p:ext uri="{BB962C8B-B14F-4D97-AF65-F5344CB8AC3E}">
        <p14:creationId xmlns:p14="http://schemas.microsoft.com/office/powerpoint/2010/main" val="2451093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9BD7-83C0-79AC-0B61-285C01ABE761}"/>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9B7D5BA3-8F6C-D440-FA2F-4113D4ECF4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mn-lt"/>
                <a:ea typeface="+mn-ea"/>
                <a:cs typeface="+mn-cs"/>
              </a:rPr>
              <a:t>"En posicionamiento, el panel de la izquierda muestra el z-score de 3 años del posicionamiento no comercial en futuros de 2, 5 y 10 años: después de estar profundamente cortos (negativos) entre 2022 y 2024, hemos visto una reversión </a:t>
            </a:r>
            <a:r>
              <a:rPr lang="es-PE" sz="1200" b="1" kern="1200" dirty="0">
                <a:solidFill>
                  <a:schemeClr val="tx1"/>
                </a:solidFill>
                <a:effectLst/>
                <a:latin typeface="+mn-lt"/>
                <a:ea typeface="+mn-ea"/>
                <a:cs typeface="+mn-cs"/>
              </a:rPr>
              <a:t>reciente hacia niveles neutrales o incluso largos, especialmente en el tramo de 5 y 10 años.</a:t>
            </a:r>
            <a:r>
              <a:rPr lang="es-PE" sz="1200" kern="1200" dirty="0">
                <a:solidFill>
                  <a:schemeClr val="tx1"/>
                </a:solidFill>
                <a:effectLst/>
                <a:latin typeface="+mn-lt"/>
                <a:ea typeface="+mn-ea"/>
                <a:cs typeface="+mn-cs"/>
              </a:rPr>
              <a:t> A la derecha, tanto los </a:t>
            </a:r>
            <a:r>
              <a:rPr lang="es-PE" sz="1200" kern="1200" dirty="0" err="1">
                <a:solidFill>
                  <a:schemeClr val="tx1"/>
                </a:solidFill>
                <a:effectLst/>
                <a:latin typeface="+mn-lt"/>
                <a:ea typeface="+mn-ea"/>
                <a:cs typeface="+mn-cs"/>
              </a:rPr>
              <a:t>asset</a:t>
            </a:r>
            <a:r>
              <a:rPr lang="es-PE" sz="1200" kern="1200" dirty="0">
                <a:solidFill>
                  <a:schemeClr val="tx1"/>
                </a:solidFill>
                <a:effectLst/>
                <a:latin typeface="+mn-lt"/>
                <a:ea typeface="+mn-ea"/>
                <a:cs typeface="+mn-cs"/>
              </a:rPr>
              <a:t> managers como los </a:t>
            </a:r>
            <a:r>
              <a:rPr lang="es-PE" sz="1200" kern="1200" dirty="0" err="1">
                <a:solidFill>
                  <a:schemeClr val="tx1"/>
                </a:solidFill>
                <a:effectLst/>
                <a:latin typeface="+mn-lt"/>
                <a:ea typeface="+mn-ea"/>
                <a:cs typeface="+mn-cs"/>
              </a:rPr>
              <a:t>leveraged</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funds</a:t>
            </a:r>
            <a:r>
              <a:rPr lang="es-PE" sz="1200" kern="1200" dirty="0">
                <a:solidFill>
                  <a:schemeClr val="tx1"/>
                </a:solidFill>
                <a:effectLst/>
                <a:latin typeface="+mn-lt"/>
                <a:ea typeface="+mn-ea"/>
                <a:cs typeface="+mn-cs"/>
              </a:rPr>
              <a:t> han </a:t>
            </a:r>
            <a:r>
              <a:rPr lang="es-PE" sz="1200" b="1" kern="1200" dirty="0">
                <a:solidFill>
                  <a:schemeClr val="tx1"/>
                </a:solidFill>
                <a:effectLst/>
                <a:latin typeface="+mn-lt"/>
                <a:ea typeface="+mn-ea"/>
                <a:cs typeface="+mn-cs"/>
              </a:rPr>
              <a:t>incrementado su posicionamiento largo en equivalentes de 10 años a niveles récord, </a:t>
            </a:r>
            <a:r>
              <a:rPr lang="es-PE" sz="1200" kern="1200" dirty="0">
                <a:solidFill>
                  <a:schemeClr val="tx1"/>
                </a:solidFill>
                <a:effectLst/>
                <a:latin typeface="+mn-lt"/>
                <a:ea typeface="+mn-ea"/>
                <a:cs typeface="+mn-cs"/>
              </a:rPr>
              <a:t>superando los 800 mil millones de dólares. Esto es relevante porque J.P. Morgan documenta que los mercados de </a:t>
            </a:r>
            <a:r>
              <a:rPr lang="es-PE" sz="1200" b="1" kern="1200" dirty="0">
                <a:solidFill>
                  <a:schemeClr val="tx1"/>
                </a:solidFill>
                <a:effectLst/>
                <a:latin typeface="+mn-lt"/>
                <a:ea typeface="+mn-ea"/>
                <a:cs typeface="+mn-cs"/>
              </a:rPr>
              <a:t>swaps están descontando un ciclo de alzas de la Fed más agresivo de lo que ellos proyectan,</a:t>
            </a:r>
            <a:r>
              <a:rPr lang="es-PE" sz="1200" kern="1200" dirty="0">
                <a:solidFill>
                  <a:schemeClr val="tx1"/>
                </a:solidFill>
                <a:effectLst/>
                <a:latin typeface="+mn-lt"/>
                <a:ea typeface="+mn-ea"/>
                <a:cs typeface="+mn-cs"/>
              </a:rPr>
              <a:t> y el sentimiento de inversionistas —medido por su encuesta— sigue mayoritariamente neutral a corto, no largo. En otras palabras, el posicionamiento se ha normalizado, pero todavía no refleja convicción alcista generalizada, dejando espacio para volatilidad si las sorpresas de datos continúan."</a:t>
            </a:r>
          </a:p>
          <a:p>
            <a:endParaRPr lang="es-PE" dirty="0"/>
          </a:p>
          <a:p>
            <a:endParaRPr lang="es-PE" dirty="0"/>
          </a:p>
          <a:p>
            <a:r>
              <a:rPr lang="es-PE" dirty="0"/>
              <a:t>https://rsch.baml.com/report?q=arew!B2E8bc4NyiJfGepww&amp;e=sandra.chavarri%40sura.pe&amp;h=tHS5FQ</a:t>
            </a:r>
          </a:p>
        </p:txBody>
      </p:sp>
    </p:spTree>
    <p:extLst>
      <p:ext uri="{BB962C8B-B14F-4D97-AF65-F5344CB8AC3E}">
        <p14:creationId xmlns:p14="http://schemas.microsoft.com/office/powerpoint/2010/main" val="3850998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C569-54C8-D072-75F4-9C5B92322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FDD4D-1B18-77D2-1D70-5B0AA2EA8371}"/>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EFEA8D6C-EDEC-F103-FD69-4E3C884D648F}"/>
              </a:ext>
            </a:extLst>
          </p:cNvPr>
          <p:cNvSpPr>
            <a:spLocks noGrp="1"/>
          </p:cNvSpPr>
          <p:nvPr>
            <p:ph type="body" idx="1"/>
          </p:nvPr>
        </p:nvSpPr>
        <p:spPr/>
        <p:txBody>
          <a:bodyPr/>
          <a:lstStyle/>
          <a:p>
            <a:pPr algn="l"/>
            <a:r>
              <a:rPr lang="es-PE" dirty="0"/>
              <a:t>https://rsch.baml.com/report?q=arew!B2E8bc4NyiJfGepww&amp;e=sandra.chavarri%40sura.pe&amp;h=tHS5FQ</a:t>
            </a:r>
          </a:p>
          <a:p>
            <a:pPr algn="l"/>
            <a:r>
              <a:rPr lang="es-PE" dirty="0"/>
              <a:t>https://markets.jpmorgan.com/jpmm/research.article_page?action=open&amp;doc=GPS-5401683-0</a:t>
            </a:r>
          </a:p>
          <a:p>
            <a:pPr algn="l"/>
            <a:r>
              <a:rPr lang="es-PE" dirty="0"/>
              <a:t>https://marquee.gs.com/content/research/en/reports/2026/02/10/dedf77a3-023d-4dc9-ad46-8bede6c4fff4.html**** no hay gráficos pero se entiende bastante</a:t>
            </a:r>
          </a:p>
          <a:p>
            <a:pPr algn="l"/>
            <a:r>
              <a:rPr lang="es-PE" dirty="0"/>
              <a:t>https://markets.jpmorgan.com/jpmm/research.article_page?action=open&amp;doc=GPS-5393022-0</a:t>
            </a:r>
          </a:p>
        </p:txBody>
      </p:sp>
      <p:sp>
        <p:nvSpPr>
          <p:cNvPr id="4" name="Slide Number Placeholder 3">
            <a:extLst>
              <a:ext uri="{FF2B5EF4-FFF2-40B4-BE49-F238E27FC236}">
                <a16:creationId xmlns:a16="http://schemas.microsoft.com/office/drawing/2014/main" id="{6035165D-249F-4EDF-A66E-B3D33CA00193}"/>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14</a:t>
            </a:fld>
            <a:endParaRPr lang="es-PE">
              <a:solidFill>
                <a:prstClr val="black"/>
              </a:solidFill>
              <a:latin typeface="Calibri" panose="020F0502020204030204"/>
            </a:endParaRPr>
          </a:p>
        </p:txBody>
      </p:sp>
    </p:spTree>
    <p:extLst>
      <p:ext uri="{BB962C8B-B14F-4D97-AF65-F5344CB8AC3E}">
        <p14:creationId xmlns:p14="http://schemas.microsoft.com/office/powerpoint/2010/main" val="248414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BC1E6-F7B1-712E-8AE1-5DB5D6C2B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0171A-37F8-7760-7E13-16665FBEEB1D}"/>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8B460CBE-8F46-ED5C-017F-D69BD43E4BD1}"/>
              </a:ext>
            </a:extLst>
          </p:cNvPr>
          <p:cNvSpPr>
            <a:spLocks noGrp="1"/>
          </p:cNvSpPr>
          <p:nvPr>
            <p:ph type="body" idx="1"/>
          </p:nvPr>
        </p:nvSpPr>
        <p:spPr/>
        <p:txBody>
          <a:bodyPr/>
          <a:lstStyle/>
          <a:p>
            <a:r>
              <a:rPr lang="es-PE" sz="1200" kern="1200" dirty="0">
                <a:solidFill>
                  <a:schemeClr val="tx1"/>
                </a:solidFill>
                <a:effectLst/>
                <a:latin typeface="+mn-lt"/>
                <a:ea typeface="+mn-ea"/>
                <a:cs typeface="+mn-cs"/>
              </a:rPr>
              <a:t>"Este gráfico de PMI vs. inflación nos ubica en el ciclo económico. La línea gris (2023-presente) muestra a EE.UU. moviéndose desde la zona de '</a:t>
            </a:r>
            <a:r>
              <a:rPr lang="es-PE" sz="1200" kern="1200" dirty="0" err="1">
                <a:solidFill>
                  <a:schemeClr val="tx1"/>
                </a:solidFill>
                <a:effectLst/>
                <a:latin typeface="+mn-lt"/>
                <a:ea typeface="+mn-ea"/>
                <a:cs typeface="+mn-cs"/>
              </a:rPr>
              <a:t>slowdown</a:t>
            </a:r>
            <a:r>
              <a:rPr lang="es-PE" sz="1200" kern="1200" dirty="0">
                <a:solidFill>
                  <a:schemeClr val="tx1"/>
                </a:solidFill>
                <a:effectLst/>
                <a:latin typeface="+mn-lt"/>
                <a:ea typeface="+mn-ea"/>
                <a:cs typeface="+mn-cs"/>
              </a:rPr>
              <a:t>/</a:t>
            </a:r>
            <a:r>
              <a:rPr lang="es-PE" sz="1200" kern="1200" dirty="0" err="1">
                <a:solidFill>
                  <a:schemeClr val="tx1"/>
                </a:solidFill>
                <a:effectLst/>
                <a:latin typeface="+mn-lt"/>
                <a:ea typeface="+mn-ea"/>
                <a:cs typeface="+mn-cs"/>
              </a:rPr>
              <a:t>stagflation</a:t>
            </a:r>
            <a:r>
              <a:rPr lang="es-PE" sz="1200" kern="1200" dirty="0">
                <a:solidFill>
                  <a:schemeClr val="tx1"/>
                </a:solidFill>
                <a:effectLst/>
                <a:latin typeface="+mn-lt"/>
                <a:ea typeface="+mn-ea"/>
                <a:cs typeface="+mn-cs"/>
              </a:rPr>
              <a:t>' hacia el cuadrante de 'expansión/</a:t>
            </a:r>
            <a:r>
              <a:rPr lang="es-PE" sz="1200" kern="1200" dirty="0" err="1">
                <a:solidFill>
                  <a:schemeClr val="tx1"/>
                </a:solidFill>
                <a:effectLst/>
                <a:latin typeface="+mn-lt"/>
                <a:ea typeface="+mn-ea"/>
                <a:cs typeface="+mn-cs"/>
              </a:rPr>
              <a:t>reflación</a:t>
            </a:r>
            <a:r>
              <a:rPr lang="es-PE" sz="1200" kern="1200" dirty="0">
                <a:solidFill>
                  <a:schemeClr val="tx1"/>
                </a:solidFill>
                <a:effectLst/>
                <a:latin typeface="+mn-lt"/>
                <a:ea typeface="+mn-ea"/>
                <a:cs typeface="+mn-cs"/>
              </a:rPr>
              <a:t>', a diferencia del ciclo pandémico (línea celeste) que fue mucho más extremo en amplitud. Este contexto de </a:t>
            </a:r>
            <a:r>
              <a:rPr lang="es-PE" sz="1200" kern="1200" dirty="0" err="1">
                <a:solidFill>
                  <a:schemeClr val="tx1"/>
                </a:solidFill>
                <a:effectLst/>
                <a:latin typeface="+mn-lt"/>
                <a:ea typeface="+mn-ea"/>
                <a:cs typeface="+mn-cs"/>
              </a:rPr>
              <a:t>reflación</a:t>
            </a:r>
            <a:r>
              <a:rPr lang="es-PE" sz="1200" kern="1200" dirty="0">
                <a:solidFill>
                  <a:schemeClr val="tx1"/>
                </a:solidFill>
                <a:effectLst/>
                <a:latin typeface="+mn-lt"/>
                <a:ea typeface="+mn-ea"/>
                <a:cs typeface="+mn-cs"/>
              </a:rPr>
              <a:t> moderada es consistente con un empinamiento de la curva. </a:t>
            </a:r>
          </a:p>
          <a:p>
            <a:r>
              <a:rPr lang="es-PE" sz="1200" kern="1200" dirty="0">
                <a:solidFill>
                  <a:schemeClr val="tx1"/>
                </a:solidFill>
                <a:effectLst/>
                <a:latin typeface="+mn-lt"/>
                <a:ea typeface="+mn-ea"/>
                <a:cs typeface="+mn-cs"/>
              </a:rPr>
              <a:t>"A la derecha, vemos que el </a:t>
            </a:r>
            <a:r>
              <a:rPr lang="es-PE" sz="1200" kern="1200" dirty="0" err="1">
                <a:solidFill>
                  <a:schemeClr val="tx1"/>
                </a:solidFill>
                <a:effectLst/>
                <a:latin typeface="+mn-lt"/>
                <a:ea typeface="+mn-ea"/>
                <a:cs typeface="+mn-cs"/>
              </a:rPr>
              <a:t>steepener</a:t>
            </a:r>
            <a:r>
              <a:rPr lang="es-PE" sz="1200" kern="1200" dirty="0">
                <a:solidFill>
                  <a:schemeClr val="tx1"/>
                </a:solidFill>
                <a:effectLst/>
                <a:latin typeface="+mn-lt"/>
                <a:ea typeface="+mn-ea"/>
                <a:cs typeface="+mn-cs"/>
              </a:rPr>
              <a:t> 5s30s en EE.UU. y en Japón se movieron de forma sincronizada durante gran parte de 2025, ambos empinándose en un contexto de normalización global de política monetaria. Sin embargo, en los meses más recientes —de mayo a agosto de 2026— se produce una divergencia notable: la curva japonesa continúa empinándose, mientras la curva americana se aplana. Esto es consistente con lo que vimos en la diapositiva de '</a:t>
            </a:r>
            <a:r>
              <a:rPr lang="es-PE" sz="1200" kern="1200" dirty="0" err="1">
                <a:solidFill>
                  <a:schemeClr val="tx1"/>
                </a:solidFill>
                <a:effectLst/>
                <a:latin typeface="+mn-lt"/>
                <a:ea typeface="+mn-ea"/>
                <a:cs typeface="+mn-cs"/>
              </a:rPr>
              <a:t>Coordinated</a:t>
            </a:r>
            <a:r>
              <a:rPr lang="es-PE" sz="1200" kern="1200" dirty="0">
                <a:solidFill>
                  <a:schemeClr val="tx1"/>
                </a:solidFill>
                <a:effectLst/>
                <a:latin typeface="+mn-lt"/>
                <a:ea typeface="+mn-ea"/>
                <a:cs typeface="+mn-cs"/>
              </a:rPr>
              <a:t> Policy </a:t>
            </a:r>
            <a:r>
              <a:rPr lang="es-PE" sz="1200" kern="1200" dirty="0" err="1">
                <a:solidFill>
                  <a:schemeClr val="tx1"/>
                </a:solidFill>
                <a:effectLst/>
                <a:latin typeface="+mn-lt"/>
                <a:ea typeface="+mn-ea"/>
                <a:cs typeface="+mn-cs"/>
              </a:rPr>
              <a:t>Support</a:t>
            </a:r>
            <a:r>
              <a:rPr lang="es-PE" sz="1200" kern="1200" dirty="0">
                <a:solidFill>
                  <a:schemeClr val="tx1"/>
                </a:solidFill>
                <a:effectLst/>
                <a:latin typeface="+mn-lt"/>
                <a:ea typeface="+mn-ea"/>
                <a:cs typeface="+mn-cs"/>
              </a:rPr>
              <a:t>': el Tesoro americano está interviniendo activamente con </a:t>
            </a:r>
            <a:r>
              <a:rPr lang="es-PE" sz="1200" kern="1200" dirty="0" err="1">
                <a:solidFill>
                  <a:schemeClr val="tx1"/>
                </a:solidFill>
                <a:effectLst/>
                <a:latin typeface="+mn-lt"/>
                <a:ea typeface="+mn-ea"/>
                <a:cs typeface="+mn-cs"/>
              </a:rPr>
              <a:t>buybacks</a:t>
            </a:r>
            <a:r>
              <a:rPr lang="es-PE" sz="1200" kern="1200" dirty="0">
                <a:solidFill>
                  <a:schemeClr val="tx1"/>
                </a:solidFill>
                <a:effectLst/>
                <a:latin typeface="+mn-lt"/>
                <a:ea typeface="+mn-ea"/>
                <a:cs typeface="+mn-cs"/>
              </a:rPr>
              <a:t> en el tramo largo para contener el </a:t>
            </a:r>
            <a:r>
              <a:rPr lang="es-PE" sz="1200" kern="1200" dirty="0" err="1">
                <a:solidFill>
                  <a:schemeClr val="tx1"/>
                </a:solidFill>
                <a:effectLst/>
                <a:latin typeface="+mn-lt"/>
                <a:ea typeface="+mn-ea"/>
                <a:cs typeface="+mn-cs"/>
              </a:rPr>
              <a:t>steepening</a:t>
            </a:r>
            <a:r>
              <a:rPr lang="es-PE" sz="1200" kern="1200" dirty="0">
                <a:solidFill>
                  <a:schemeClr val="tx1"/>
                </a:solidFill>
                <a:effectLst/>
                <a:latin typeface="+mn-lt"/>
                <a:ea typeface="+mn-ea"/>
                <a:cs typeface="+mn-cs"/>
              </a:rPr>
              <a:t> en EE.UU., mientras que en Japón el proceso de normalización del </a:t>
            </a:r>
            <a:r>
              <a:rPr lang="es-PE" sz="1200" kern="1200" dirty="0" err="1">
                <a:solidFill>
                  <a:schemeClr val="tx1"/>
                </a:solidFill>
                <a:effectLst/>
                <a:latin typeface="+mn-lt"/>
                <a:ea typeface="+mn-ea"/>
                <a:cs typeface="+mn-cs"/>
              </a:rPr>
              <a:t>BoJ</a:t>
            </a:r>
            <a:r>
              <a:rPr lang="es-PE" sz="1200" kern="1200" dirty="0">
                <a:solidFill>
                  <a:schemeClr val="tx1"/>
                </a:solidFill>
                <a:effectLst/>
                <a:latin typeface="+mn-lt"/>
                <a:ea typeface="+mn-ea"/>
                <a:cs typeface="+mn-cs"/>
              </a:rPr>
              <a:t> bajo el gobierno </a:t>
            </a:r>
            <a:r>
              <a:rPr lang="es-PE" sz="1200" kern="1200" dirty="0" err="1">
                <a:solidFill>
                  <a:schemeClr val="tx1"/>
                </a:solidFill>
                <a:effectLst/>
                <a:latin typeface="+mn-lt"/>
                <a:ea typeface="+mn-ea"/>
                <a:cs typeface="+mn-cs"/>
              </a:rPr>
              <a:t>Takaichi</a:t>
            </a:r>
            <a:r>
              <a:rPr lang="es-PE" sz="1200" kern="1200" dirty="0">
                <a:solidFill>
                  <a:schemeClr val="tx1"/>
                </a:solidFill>
                <a:effectLst/>
                <a:latin typeface="+mn-lt"/>
                <a:ea typeface="+mn-ea"/>
                <a:cs typeface="+mn-cs"/>
              </a:rPr>
              <a:t> sigue empujando su curva al alza sin ese mismo soporte. Es decir, </a:t>
            </a:r>
            <a:r>
              <a:rPr lang="es-PE" sz="1200" b="1" kern="1200" dirty="0">
                <a:solidFill>
                  <a:schemeClr val="tx1"/>
                </a:solidFill>
                <a:effectLst/>
                <a:latin typeface="+mn-lt"/>
                <a:ea typeface="+mn-ea"/>
                <a:cs typeface="+mn-cs"/>
              </a:rPr>
              <a:t>estamos viendo dos bancos centrales/tesoros en fases opuestas de gestión de curva: uno tratando de frenar el empinamiento (EE.UU.) y otro dejándolo correr (Japón)."</a:t>
            </a:r>
            <a:endParaRPr lang="es-PE"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A7D6ADF0-A8F4-AB4F-CBC4-664BC7AD0672}"/>
              </a:ext>
            </a:extLst>
          </p:cNvPr>
          <p:cNvSpPr>
            <a:spLocks noGrp="1"/>
          </p:cNvSpPr>
          <p:nvPr>
            <p:ph type="sldNum" sz="quarter" idx="5"/>
          </p:nvPr>
        </p:nvSpPr>
        <p:spPr/>
        <p:txBody>
          <a:bodyPr/>
          <a:lstStyle/>
          <a:p>
            <a:fld id="{2FC3A468-8A22-4129-B6B7-A7CBC903EA05}" type="slidenum">
              <a:rPr lang="es-PE" smtClean="0"/>
              <a:t>15</a:t>
            </a:fld>
            <a:endParaRPr lang="es-PE"/>
          </a:p>
        </p:txBody>
      </p:sp>
    </p:spTree>
    <p:extLst>
      <p:ext uri="{BB962C8B-B14F-4D97-AF65-F5344CB8AC3E}">
        <p14:creationId xmlns:p14="http://schemas.microsoft.com/office/powerpoint/2010/main" val="174228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7E4C-2DC9-1FE0-01B1-62421B124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A420F-7731-2A7C-60A5-D8766DE067FD}"/>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956E47A7-FCEA-C33B-6EAA-8FCA8AA46402}"/>
              </a:ext>
            </a:extLst>
          </p:cNvPr>
          <p:cNvSpPr>
            <a:spLocks noGrp="1"/>
          </p:cNvSpPr>
          <p:nvPr>
            <p:ph type="body" idx="1"/>
          </p:nvPr>
        </p:nvSpPr>
        <p:spPr/>
        <p:txBody>
          <a:bodyPr/>
          <a:lstStyle/>
          <a:p>
            <a:pPr marL="177108" marR="0" lvl="0" indent="-17710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PE" sz="1200" kern="1200" dirty="0">
                <a:solidFill>
                  <a:schemeClr val="tx1"/>
                </a:solidFill>
                <a:effectLst/>
                <a:latin typeface="+mn-lt"/>
                <a:ea typeface="+mn-ea"/>
                <a:cs typeface="+mn-cs"/>
              </a:rPr>
              <a:t>"Esta tabla histórica es clave para entender que cada presidente de la Fed enfrenta su propia versión del dilema entre credibilidad antiinflacionaria e independencia política. </a:t>
            </a:r>
            <a:r>
              <a:rPr lang="es-PE" sz="1200" b="1" kern="1200" dirty="0">
                <a:solidFill>
                  <a:schemeClr val="tx1"/>
                </a:solidFill>
                <a:effectLst/>
                <a:latin typeface="+mn-lt"/>
                <a:ea typeface="+mn-ea"/>
                <a:cs typeface="+mn-cs"/>
              </a:rPr>
              <a:t>Volcker empinó la curva de forma extrema al domar la Gran Inflación, tolerando una recesión severa.</a:t>
            </a:r>
            <a:r>
              <a:rPr lang="es-PE" sz="1200" kern="1200" dirty="0">
                <a:solidFill>
                  <a:schemeClr val="tx1"/>
                </a:solidFill>
                <a:effectLst/>
                <a:latin typeface="+mn-lt"/>
                <a:ea typeface="+mn-ea"/>
                <a:cs typeface="+mn-cs"/>
              </a:rPr>
              <a:t> </a:t>
            </a:r>
            <a:r>
              <a:rPr lang="es-PE" sz="1200" b="1" kern="1200" dirty="0" err="1">
                <a:solidFill>
                  <a:schemeClr val="tx1"/>
                </a:solidFill>
                <a:effectLst/>
                <a:latin typeface="+mn-lt"/>
                <a:ea typeface="+mn-ea"/>
                <a:cs typeface="+mn-cs"/>
              </a:rPr>
              <a:t>Bernanke</a:t>
            </a:r>
            <a:r>
              <a:rPr lang="es-PE" sz="1200" b="1" kern="1200" dirty="0">
                <a:solidFill>
                  <a:schemeClr val="tx1"/>
                </a:solidFill>
                <a:effectLst/>
                <a:latin typeface="+mn-lt"/>
                <a:ea typeface="+mn-ea"/>
                <a:cs typeface="+mn-cs"/>
              </a:rPr>
              <a:t> hizo lo mismo pero por razones opuestas: QE ilimitado durante la crisis financiera</a:t>
            </a:r>
            <a:r>
              <a:rPr lang="es-PE" sz="1200" kern="1200" dirty="0">
                <a:solidFill>
                  <a:schemeClr val="tx1"/>
                </a:solidFill>
                <a:effectLst/>
                <a:latin typeface="+mn-lt"/>
                <a:ea typeface="+mn-ea"/>
                <a:cs typeface="+mn-cs"/>
              </a:rPr>
              <a:t>. En contraste, </a:t>
            </a:r>
            <a:r>
              <a:rPr lang="es-PE" sz="1200" b="1" kern="1200" dirty="0">
                <a:solidFill>
                  <a:schemeClr val="tx1"/>
                </a:solidFill>
                <a:effectLst/>
                <a:latin typeface="+mn-lt"/>
                <a:ea typeface="+mn-ea"/>
                <a:cs typeface="+mn-cs"/>
              </a:rPr>
              <a:t>Yellen y Greenspan vivieron periodos de aplanamiento en entornos más maduros o de burbuja</a:t>
            </a:r>
            <a:r>
              <a:rPr lang="es-PE" sz="1200" kern="1200" dirty="0">
                <a:solidFill>
                  <a:schemeClr val="tx1"/>
                </a:solidFill>
                <a:effectLst/>
                <a:latin typeface="+mn-lt"/>
                <a:ea typeface="+mn-ea"/>
                <a:cs typeface="+mn-cs"/>
              </a:rPr>
              <a:t>. Lo relevante para nuestra tesis es la fila de </a:t>
            </a:r>
            <a:r>
              <a:rPr lang="es-PE" sz="1200" b="1" kern="1200" dirty="0">
                <a:solidFill>
                  <a:schemeClr val="tx1"/>
                </a:solidFill>
                <a:effectLst/>
                <a:latin typeface="+mn-lt"/>
                <a:ea typeface="+mn-ea"/>
                <a:cs typeface="+mn-cs"/>
              </a:rPr>
              <a:t>Powel</a:t>
            </a:r>
            <a:r>
              <a:rPr lang="es-PE" sz="1200" kern="1200" dirty="0">
                <a:solidFill>
                  <a:schemeClr val="tx1"/>
                </a:solidFill>
                <a:effectLst/>
                <a:latin typeface="+mn-lt"/>
                <a:ea typeface="+mn-ea"/>
                <a:cs typeface="+mn-cs"/>
              </a:rPr>
              <a:t>l: un movimiento neto casi neutral pero con enorme volatilidad </a:t>
            </a:r>
            <a:r>
              <a:rPr lang="es-PE" sz="1200" kern="1200" dirty="0" err="1">
                <a:solidFill>
                  <a:schemeClr val="tx1"/>
                </a:solidFill>
                <a:effectLst/>
                <a:latin typeface="+mn-lt"/>
                <a:ea typeface="+mn-ea"/>
                <a:cs typeface="+mn-cs"/>
              </a:rPr>
              <a:t>intra-mandato</a:t>
            </a:r>
            <a:r>
              <a:rPr lang="es-PE" sz="1200" kern="1200" dirty="0">
                <a:solidFill>
                  <a:schemeClr val="tx1"/>
                </a:solidFill>
                <a:effectLst/>
                <a:latin typeface="+mn-lt"/>
                <a:ea typeface="+mn-ea"/>
                <a:cs typeface="+mn-cs"/>
              </a:rPr>
              <a:t> —inversión de -1.08% en julio 2023 seguida de un </a:t>
            </a:r>
            <a:r>
              <a:rPr lang="es-PE" sz="1200" kern="1200" dirty="0" err="1">
                <a:solidFill>
                  <a:schemeClr val="tx1"/>
                </a:solidFill>
                <a:effectLst/>
                <a:latin typeface="+mn-lt"/>
                <a:ea typeface="+mn-ea"/>
                <a:cs typeface="+mn-cs"/>
              </a:rPr>
              <a:t>steepening</a:t>
            </a:r>
            <a:r>
              <a:rPr lang="es-PE" sz="1200" kern="1200" dirty="0">
                <a:solidFill>
                  <a:schemeClr val="tx1"/>
                </a:solidFill>
                <a:effectLst/>
                <a:latin typeface="+mn-lt"/>
                <a:ea typeface="+mn-ea"/>
                <a:cs typeface="+mn-cs"/>
              </a:rPr>
              <a:t> de +1.58% en 2021—, reflejando un régimen de </a:t>
            </a:r>
            <a:r>
              <a:rPr lang="es-PE" sz="1200" b="1" kern="1200" dirty="0">
                <a:solidFill>
                  <a:schemeClr val="tx1"/>
                </a:solidFill>
                <a:effectLst/>
                <a:latin typeface="+mn-lt"/>
                <a:ea typeface="+mn-ea"/>
                <a:cs typeface="+mn-cs"/>
              </a:rPr>
              <a:t>shocks constantes más que una tendencia direccional clara</a:t>
            </a:r>
            <a:r>
              <a:rPr lang="es-PE" sz="1200" kern="1200" dirty="0">
                <a:solidFill>
                  <a:schemeClr val="tx1"/>
                </a:solidFill>
                <a:effectLst/>
                <a:latin typeface="+mn-lt"/>
                <a:ea typeface="+mn-ea"/>
                <a:cs typeface="+mn-cs"/>
              </a:rPr>
              <a:t>. Y ahora, con Warsh apenas tres meses en el cargo, vemos presión política por recortes de tasas en medio de tensión geopolítica —el Estrecho de Ormuz empujando precios de energía al alza—, </a:t>
            </a:r>
            <a:r>
              <a:rPr lang="es-PE" sz="1200" b="1" kern="1200" dirty="0">
                <a:solidFill>
                  <a:schemeClr val="tx1"/>
                </a:solidFill>
                <a:effectLst/>
                <a:latin typeface="+mn-lt"/>
                <a:ea typeface="+mn-ea"/>
                <a:cs typeface="+mn-cs"/>
              </a:rPr>
              <a:t>un patrón que históricamente ha sido la antesala de pérdida de anclaje de expectativas inflacionarias, como ocurrió con Burns en los 70."</a:t>
            </a:r>
            <a:endParaRPr lang="es-PE" sz="1200" kern="1200" dirty="0">
              <a:solidFill>
                <a:schemeClr val="tx1"/>
              </a:solidFill>
              <a:effectLst/>
              <a:latin typeface="+mn-lt"/>
              <a:ea typeface="+mn-ea"/>
              <a:cs typeface="+mn-cs"/>
            </a:endParaRPr>
          </a:p>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6CAFF8AD-1C90-CF5E-2E5F-1D6B4AAD223C}"/>
              </a:ext>
            </a:extLst>
          </p:cNvPr>
          <p:cNvSpPr>
            <a:spLocks noGrp="1"/>
          </p:cNvSpPr>
          <p:nvPr>
            <p:ph type="sldNum" sz="quarter" idx="5"/>
          </p:nvPr>
        </p:nvSpPr>
        <p:spPr/>
        <p:txBody>
          <a:bodyPr/>
          <a:lstStyle/>
          <a:p>
            <a:fld id="{2FC3A468-8A22-4129-B6B7-A7CBC903EA05}" type="slidenum">
              <a:rPr lang="es-PE" smtClean="0"/>
              <a:t>16</a:t>
            </a:fld>
            <a:endParaRPr lang="es-PE"/>
          </a:p>
        </p:txBody>
      </p:sp>
    </p:spTree>
    <p:extLst>
      <p:ext uri="{BB962C8B-B14F-4D97-AF65-F5344CB8AC3E}">
        <p14:creationId xmlns:p14="http://schemas.microsoft.com/office/powerpoint/2010/main" val="3341313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8E38-B691-69CB-3352-4CB1EBFB0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ECBA8-8259-1D5C-D314-173EDAECB0CF}"/>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9F20F2F2-9C2A-0439-271C-B319C77466DE}"/>
              </a:ext>
            </a:extLst>
          </p:cNvPr>
          <p:cNvSpPr>
            <a:spLocks noGrp="1"/>
          </p:cNvSpPr>
          <p:nvPr>
            <p:ph type="body" idx="1"/>
          </p:nvPr>
        </p:nvSpPr>
        <p:spPr/>
        <p:txBody>
          <a:bodyPr/>
          <a:lstStyle/>
          <a:p>
            <a:r>
              <a:rPr lang="en-US" sz="1200" b="1" kern="1200" dirty="0" err="1">
                <a:solidFill>
                  <a:schemeClr val="tx1"/>
                </a:solidFill>
                <a:effectLst/>
                <a:latin typeface="+mn-lt"/>
                <a:ea typeface="+mn-ea"/>
                <a:cs typeface="+mn-cs"/>
              </a:rPr>
              <a:t>Diapositiva</a:t>
            </a:r>
            <a:r>
              <a:rPr lang="en-US" sz="1200" b="1" kern="1200" dirty="0">
                <a:solidFill>
                  <a:schemeClr val="tx1"/>
                </a:solidFill>
                <a:effectLst/>
                <a:latin typeface="+mn-lt"/>
                <a:ea typeface="+mn-ea"/>
                <a:cs typeface="+mn-cs"/>
              </a:rPr>
              <a:t> 17 — UST Steepening: Amid Coordinated Policy Support</a:t>
            </a:r>
            <a:endParaRPr lang="es-PE" sz="1200" kern="1200" dirty="0">
              <a:solidFill>
                <a:schemeClr val="tx1"/>
              </a:solidFill>
              <a:effectLst/>
              <a:latin typeface="+mn-lt"/>
              <a:ea typeface="+mn-ea"/>
              <a:cs typeface="+mn-cs"/>
            </a:endParaRPr>
          </a:p>
          <a:p>
            <a:r>
              <a:rPr lang="es-PE" sz="1200" kern="1200" dirty="0">
                <a:solidFill>
                  <a:schemeClr val="tx1"/>
                </a:solidFill>
                <a:effectLst/>
                <a:latin typeface="+mn-lt"/>
                <a:ea typeface="+mn-ea"/>
                <a:cs typeface="+mn-cs"/>
              </a:rPr>
              <a:t>"Esta línea de tiempo de agosto ilustra una coordinación de facto entre el Tesoro de EE.UU., el Ministerio de Finanzas de Japón y la Fed para estabilizar el mercado. El 1 de agosto, Japón y el Tesoro intervienen para sostener el yen en mínimos de 40 años. El 17 de agosto, el rendimiento del bono a 30 años toca 5.31%, el nivel más alto desde 2007. </a:t>
            </a:r>
            <a:r>
              <a:rPr lang="es-PE" sz="1200" b="1" kern="1200" dirty="0">
                <a:solidFill>
                  <a:schemeClr val="tx1"/>
                </a:solidFill>
                <a:effectLst/>
                <a:latin typeface="+mn-lt"/>
                <a:ea typeface="+mn-ea"/>
                <a:cs typeface="+mn-cs"/>
              </a:rPr>
              <a:t>Dos días después, el Tesoro responde duplicando su programa de </a:t>
            </a:r>
            <a:r>
              <a:rPr lang="es-PE" sz="1200" b="1" kern="1200" dirty="0" err="1">
                <a:solidFill>
                  <a:schemeClr val="tx1"/>
                </a:solidFill>
                <a:effectLst/>
                <a:latin typeface="+mn-lt"/>
                <a:ea typeface="+mn-ea"/>
                <a:cs typeface="+mn-cs"/>
              </a:rPr>
              <a:t>buybacks</a:t>
            </a:r>
            <a:r>
              <a:rPr lang="es-PE" sz="1200" b="1" kern="1200" dirty="0">
                <a:solidFill>
                  <a:schemeClr val="tx1"/>
                </a:solidFill>
                <a:effectLst/>
                <a:latin typeface="+mn-lt"/>
                <a:ea typeface="+mn-ea"/>
                <a:cs typeface="+mn-cs"/>
              </a:rPr>
              <a:t> de bonos largos —de 2 a más de 4 mil millones de dólares</a:t>
            </a:r>
            <a:r>
              <a:rPr lang="es-PE" sz="1200" kern="1200" dirty="0">
                <a:solidFill>
                  <a:schemeClr val="tx1"/>
                </a:solidFill>
                <a:effectLst/>
                <a:latin typeface="+mn-lt"/>
                <a:ea typeface="+mn-ea"/>
                <a:cs typeface="+mn-cs"/>
              </a:rPr>
              <a:t>—, y Bessent anticipa más recompras y un nuevo plan fiscal. El diagrama de la derecha resume la división de trabajo: la </a:t>
            </a:r>
            <a:r>
              <a:rPr lang="es-PE" sz="1200" b="1" kern="1200" dirty="0">
                <a:solidFill>
                  <a:schemeClr val="tx1"/>
                </a:solidFill>
                <a:effectLst/>
                <a:latin typeface="+mn-lt"/>
                <a:ea typeface="+mn-ea"/>
                <a:cs typeface="+mn-cs"/>
              </a:rPr>
              <a:t>Fed (Warsh) maneja el tramo corto —pausando las compras de gestión de reservas (</a:t>
            </a:r>
            <a:r>
              <a:rPr lang="es-PE" sz="1200" b="1" kern="1200" dirty="0" err="1">
                <a:solidFill>
                  <a:schemeClr val="tx1"/>
                </a:solidFill>
                <a:effectLst/>
                <a:latin typeface="+mn-lt"/>
                <a:ea typeface="+mn-ea"/>
                <a:cs typeface="+mn-cs"/>
              </a:rPr>
              <a:t>RMPs</a:t>
            </a:r>
            <a:r>
              <a:rPr lang="es-PE" sz="1200" b="1" kern="1200" dirty="0">
                <a:solidFill>
                  <a:schemeClr val="tx1"/>
                </a:solidFill>
                <a:effectLst/>
                <a:latin typeface="+mn-lt"/>
                <a:ea typeface="+mn-ea"/>
                <a:cs typeface="+mn-cs"/>
              </a:rPr>
              <a:t>) pero manteniendo la reinversión de MBS—, mientras el Tesoro (Bessent) maneja el tramo largo con </a:t>
            </a:r>
            <a:r>
              <a:rPr lang="es-PE" sz="1200" b="1" kern="1200" dirty="0" err="1">
                <a:solidFill>
                  <a:schemeClr val="tx1"/>
                </a:solidFill>
                <a:effectLst/>
                <a:latin typeface="+mn-lt"/>
                <a:ea typeface="+mn-ea"/>
                <a:cs typeface="+mn-cs"/>
              </a:rPr>
              <a:t>buybacks</a:t>
            </a:r>
            <a:r>
              <a:rPr lang="es-PE" sz="1200" b="1" kern="1200" dirty="0">
                <a:solidFill>
                  <a:schemeClr val="tx1"/>
                </a:solidFill>
                <a:effectLst/>
                <a:latin typeface="+mn-lt"/>
                <a:ea typeface="+mn-ea"/>
                <a:cs typeface="+mn-cs"/>
              </a:rPr>
              <a:t> y respaldo cambiario al yen.</a:t>
            </a:r>
            <a:r>
              <a:rPr lang="es-PE" sz="1200" kern="1200" dirty="0">
                <a:solidFill>
                  <a:schemeClr val="tx1"/>
                </a:solidFill>
                <a:effectLst/>
                <a:latin typeface="+mn-lt"/>
                <a:ea typeface="+mn-ea"/>
                <a:cs typeface="+mn-cs"/>
              </a:rPr>
              <a:t> El objetivo compartido: rendimientos de largo plazo estables. Este es el mecanismo de coordinación Fed-Tesoro que J.P. Morgan anticipaba en su </a:t>
            </a:r>
            <a:r>
              <a:rPr lang="es-PE" sz="1200" kern="1200" dirty="0" err="1">
                <a:solidFill>
                  <a:schemeClr val="tx1"/>
                </a:solidFill>
                <a:effectLst/>
                <a:latin typeface="+mn-lt"/>
                <a:ea typeface="+mn-ea"/>
                <a:cs typeface="+mn-cs"/>
              </a:rPr>
              <a:t>outlook</a:t>
            </a:r>
            <a:r>
              <a:rPr lang="es-PE" sz="1200" kern="1200" dirty="0">
                <a:solidFill>
                  <a:schemeClr val="tx1"/>
                </a:solidFill>
                <a:effectLst/>
                <a:latin typeface="+mn-lt"/>
                <a:ea typeface="+mn-ea"/>
                <a:cs typeface="+mn-cs"/>
              </a:rPr>
              <a:t>, ahora materializándose explícitamente."</a:t>
            </a:r>
          </a:p>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92A9E7D0-BE83-F3B3-0C36-00D523079525}"/>
              </a:ext>
            </a:extLst>
          </p:cNvPr>
          <p:cNvSpPr>
            <a:spLocks noGrp="1"/>
          </p:cNvSpPr>
          <p:nvPr>
            <p:ph type="sldNum" sz="quarter" idx="5"/>
          </p:nvPr>
        </p:nvSpPr>
        <p:spPr/>
        <p:txBody>
          <a:bodyPr/>
          <a:lstStyle/>
          <a:p>
            <a:fld id="{2FC3A468-8A22-4129-B6B7-A7CBC903EA05}" type="slidenum">
              <a:rPr lang="es-PE" smtClean="0"/>
              <a:t>17</a:t>
            </a:fld>
            <a:endParaRPr lang="es-PE"/>
          </a:p>
        </p:txBody>
      </p:sp>
    </p:spTree>
    <p:extLst>
      <p:ext uri="{BB962C8B-B14F-4D97-AF65-F5344CB8AC3E}">
        <p14:creationId xmlns:p14="http://schemas.microsoft.com/office/powerpoint/2010/main" val="1456777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FEA3-EA33-CF64-C38F-7F0C0CE22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00EAE-5FBE-C217-F7D1-4FAA3339370A}"/>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C2E19FBE-6D87-70F9-6313-4D60007BE389}"/>
              </a:ext>
            </a:extLst>
          </p:cNvPr>
          <p:cNvSpPr>
            <a:spLocks noGrp="1"/>
          </p:cNvSpPr>
          <p:nvPr>
            <p:ph type="body" idx="1"/>
          </p:nvPr>
        </p:nvSpPr>
        <p:spPr/>
        <p:txBody>
          <a:bodyPr/>
          <a:lstStyle/>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630C590F-B4BD-0341-77CB-4ABB66DC0C46}"/>
              </a:ext>
            </a:extLst>
          </p:cNvPr>
          <p:cNvSpPr>
            <a:spLocks noGrp="1"/>
          </p:cNvSpPr>
          <p:nvPr>
            <p:ph type="sldNum" sz="quarter" idx="5"/>
          </p:nvPr>
        </p:nvSpPr>
        <p:spPr/>
        <p:txBody>
          <a:bodyPr/>
          <a:lstStyle/>
          <a:p>
            <a:fld id="{2FC3A468-8A22-4129-B6B7-A7CBC903EA05}" type="slidenum">
              <a:rPr lang="es-PE" smtClean="0"/>
              <a:t>18</a:t>
            </a:fld>
            <a:endParaRPr lang="es-PE"/>
          </a:p>
        </p:txBody>
      </p:sp>
    </p:spTree>
    <p:extLst>
      <p:ext uri="{BB962C8B-B14F-4D97-AF65-F5344CB8AC3E}">
        <p14:creationId xmlns:p14="http://schemas.microsoft.com/office/powerpoint/2010/main" val="1719754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sz="1200" kern="1200" dirty="0">
                <a:solidFill>
                  <a:schemeClr val="tx1"/>
                </a:solidFill>
                <a:effectLst/>
                <a:latin typeface="+mn-lt"/>
                <a:ea typeface="+mn-ea"/>
                <a:cs typeface="+mn-cs"/>
              </a:rPr>
              <a:t>"Esta diapositiva combina dos lentes complementarias de valuación del UST10Y: una táctica de corto plazo y otra de mediano plazo.</a:t>
            </a:r>
          </a:p>
          <a:p>
            <a:r>
              <a:rPr lang="es-PE" sz="1200" b="1" kern="1200" dirty="0">
                <a:solidFill>
                  <a:schemeClr val="tx1"/>
                </a:solidFill>
                <a:effectLst/>
                <a:latin typeface="+mn-lt"/>
                <a:ea typeface="+mn-ea"/>
                <a:cs typeface="+mn-cs"/>
              </a:rPr>
              <a:t>El gráfico de la izquierda</a:t>
            </a:r>
            <a:r>
              <a:rPr lang="es-PE" sz="1200" kern="1200" dirty="0">
                <a:solidFill>
                  <a:schemeClr val="tx1"/>
                </a:solidFill>
                <a:effectLst/>
                <a:latin typeface="+mn-lt"/>
                <a:ea typeface="+mn-ea"/>
                <a:cs typeface="+mn-cs"/>
              </a:rPr>
              <a:t>, 'Market premia', mide señales de corto plazo. </a:t>
            </a:r>
            <a:r>
              <a:rPr lang="es-PE" sz="1200" kern="1200" dirty="0" err="1">
                <a:solidFill>
                  <a:schemeClr val="tx1"/>
                </a:solidFill>
                <a:effectLst/>
                <a:latin typeface="+mn-lt"/>
                <a:ea typeface="+mn-ea"/>
                <a:cs typeface="+mn-cs"/>
              </a:rPr>
              <a:t>Regresionamos</a:t>
            </a:r>
            <a:r>
              <a:rPr lang="es-PE" sz="1200" kern="1200" dirty="0">
                <a:solidFill>
                  <a:schemeClr val="tx1"/>
                </a:solidFill>
                <a:effectLst/>
                <a:latin typeface="+mn-lt"/>
                <a:ea typeface="+mn-ea"/>
                <a:cs typeface="+mn-cs"/>
              </a:rPr>
              <a:t> el cambio semanal del 10Y contra tres factores: </a:t>
            </a:r>
            <a:r>
              <a:rPr lang="es-PE" sz="1200" b="1" kern="1200" dirty="0">
                <a:solidFill>
                  <a:schemeClr val="tx1"/>
                </a:solidFill>
                <a:effectLst/>
                <a:latin typeface="+mn-lt"/>
                <a:ea typeface="+mn-ea"/>
                <a:cs typeface="+mn-cs"/>
              </a:rPr>
              <a:t>sorpresas de crecimiento —vía el índice de sorpresas económicas de Citi—, cambios en las expectativas de inflación a 2 años, y cambios en volatilidad de tasas, medida por el índice MOVE.</a:t>
            </a:r>
            <a:r>
              <a:rPr lang="es-PE" sz="1200" kern="1200" dirty="0">
                <a:solidFill>
                  <a:schemeClr val="tx1"/>
                </a:solidFill>
                <a:effectLst/>
                <a:latin typeface="+mn-lt"/>
                <a:ea typeface="+mn-ea"/>
                <a:cs typeface="+mn-cs"/>
              </a:rPr>
              <a:t> La línea </a:t>
            </a:r>
            <a:r>
              <a:rPr lang="es-PE" sz="1200" kern="1200" dirty="0" err="1">
                <a:solidFill>
                  <a:schemeClr val="tx1"/>
                </a:solidFill>
                <a:effectLst/>
                <a:latin typeface="+mn-lt"/>
                <a:ea typeface="+mn-ea"/>
                <a:cs typeface="+mn-cs"/>
              </a:rPr>
              <a:t>navy</a:t>
            </a:r>
            <a:r>
              <a:rPr lang="es-PE" sz="1200" kern="1200" dirty="0">
                <a:solidFill>
                  <a:schemeClr val="tx1"/>
                </a:solidFill>
                <a:effectLst/>
                <a:latin typeface="+mn-lt"/>
                <a:ea typeface="+mn-ea"/>
                <a:cs typeface="+mn-cs"/>
              </a:rPr>
              <a:t> </a:t>
            </a:r>
            <a:r>
              <a:rPr lang="es-PE" sz="1200" b="1" kern="1200" dirty="0">
                <a:solidFill>
                  <a:schemeClr val="tx1"/>
                </a:solidFill>
                <a:effectLst/>
                <a:latin typeface="+mn-lt"/>
                <a:ea typeface="+mn-ea"/>
                <a:cs typeface="+mn-cs"/>
              </a:rPr>
              <a:t>es la suma acumulada de los residuos de las últimas 13 semanas: en otras palabras, cuánto del movimiento reciente en tasas no logran explicar estos tres fundamentales,</a:t>
            </a:r>
            <a:r>
              <a:rPr lang="es-PE" sz="1200" kern="1200" dirty="0">
                <a:solidFill>
                  <a:schemeClr val="tx1"/>
                </a:solidFill>
                <a:effectLst/>
                <a:latin typeface="+mn-lt"/>
                <a:ea typeface="+mn-ea"/>
                <a:cs typeface="+mn-cs"/>
              </a:rPr>
              <a:t> y por tanto se interpreta como una prima o descuento 'no fundamentado' que se va acumulando semana a semana. La banda celeste es el intervalo de confianza estadístico: mientras la línea se mantenga dentro de la banda, es ruido; cuando sale de ella —como ocurrió en el segundo semestre de 2023, o como está empezando a insinuarse hacia mediados de 2026—, es una señal genuina de que el mercado se está desviando de los fundamentales de corto plazo, típicamente por factores técnicos, de oferta, o de posicionamiento.</a:t>
            </a:r>
          </a:p>
          <a:p>
            <a:r>
              <a:rPr lang="es-PE" sz="1200" kern="1200" dirty="0">
                <a:solidFill>
                  <a:schemeClr val="tx1"/>
                </a:solidFill>
                <a:effectLst/>
                <a:latin typeface="+mn-lt"/>
                <a:ea typeface="+mn-ea"/>
                <a:cs typeface="+mn-cs"/>
              </a:rPr>
              <a:t>El </a:t>
            </a:r>
            <a:r>
              <a:rPr lang="es-PE" sz="1200" b="1" kern="1200" dirty="0">
                <a:solidFill>
                  <a:schemeClr val="tx1"/>
                </a:solidFill>
                <a:effectLst/>
                <a:latin typeface="+mn-lt"/>
                <a:ea typeface="+mn-ea"/>
                <a:cs typeface="+mn-cs"/>
              </a:rPr>
              <a:t>gráfico de la derecha</a:t>
            </a:r>
            <a:r>
              <a:rPr lang="es-PE" sz="1200" kern="1200" dirty="0">
                <a:solidFill>
                  <a:schemeClr val="tx1"/>
                </a:solidFill>
                <a:effectLst/>
                <a:latin typeface="+mn-lt"/>
                <a:ea typeface="+mn-ea"/>
                <a:cs typeface="+mn-cs"/>
              </a:rPr>
              <a:t>, 'Actual vs </a:t>
            </a:r>
            <a:r>
              <a:rPr lang="es-PE" sz="1200" kern="1200" dirty="0" err="1">
                <a:solidFill>
                  <a:schemeClr val="tx1"/>
                </a:solidFill>
                <a:effectLst/>
                <a:latin typeface="+mn-lt"/>
                <a:ea typeface="+mn-ea"/>
                <a:cs typeface="+mn-cs"/>
              </a:rPr>
              <a:t>Fitted</a:t>
            </a:r>
            <a:r>
              <a:rPr lang="es-PE" sz="1200" kern="1200" dirty="0">
                <a:solidFill>
                  <a:schemeClr val="tx1"/>
                </a:solidFill>
                <a:effectLst/>
                <a:latin typeface="+mn-lt"/>
                <a:ea typeface="+mn-ea"/>
                <a:cs typeface="+mn-cs"/>
              </a:rPr>
              <a:t>', responde una pregunta distinta y de mediano plazo: ¿está el 10Y caro o barato frente a su ciclo de política monetaria y crecimiento? </a:t>
            </a:r>
            <a:r>
              <a:rPr lang="es-PE" sz="1200" b="1" kern="1200" dirty="0">
                <a:solidFill>
                  <a:schemeClr val="tx1"/>
                </a:solidFill>
                <a:effectLst/>
                <a:latin typeface="+mn-lt"/>
                <a:ea typeface="+mn-ea"/>
                <a:cs typeface="+mn-cs"/>
              </a:rPr>
              <a:t>Aquí </a:t>
            </a:r>
            <a:r>
              <a:rPr lang="es-PE" sz="1200" b="1" kern="1200" dirty="0" err="1">
                <a:solidFill>
                  <a:schemeClr val="tx1"/>
                </a:solidFill>
                <a:effectLst/>
                <a:latin typeface="+mn-lt"/>
                <a:ea typeface="+mn-ea"/>
                <a:cs typeface="+mn-cs"/>
              </a:rPr>
              <a:t>regresionamos</a:t>
            </a:r>
            <a:r>
              <a:rPr lang="es-PE" sz="1200" b="1" kern="1200" dirty="0">
                <a:solidFill>
                  <a:schemeClr val="tx1"/>
                </a:solidFill>
                <a:effectLst/>
                <a:latin typeface="+mn-lt"/>
                <a:ea typeface="+mn-ea"/>
                <a:cs typeface="+mn-cs"/>
              </a:rPr>
              <a:t> el nivel mensual del 10Y contra la tasa de Fed Funds implícita a 12 meses en el mercado de futuros, el ISM manufacturero, y nuevamente el MOVE</a:t>
            </a:r>
            <a:r>
              <a:rPr lang="es-PE" sz="1200" kern="1200" dirty="0">
                <a:solidFill>
                  <a:schemeClr val="tx1"/>
                </a:solidFill>
                <a:effectLst/>
                <a:latin typeface="+mn-lt"/>
                <a:ea typeface="+mn-ea"/>
                <a:cs typeface="+mn-cs"/>
              </a:rPr>
              <a:t>. La línea lavanda no es el ajuste puntual de cada mes, </a:t>
            </a:r>
            <a:r>
              <a:rPr lang="es-PE" sz="1200" b="1" kern="1200" dirty="0">
                <a:solidFill>
                  <a:schemeClr val="tx1"/>
                </a:solidFill>
                <a:effectLst/>
                <a:latin typeface="+mn-lt"/>
                <a:ea typeface="+mn-ea"/>
                <a:cs typeface="+mn-cs"/>
              </a:rPr>
              <a:t>sino un promedio móvil de 13 meses de ese </a:t>
            </a:r>
            <a:r>
              <a:rPr lang="es-PE" sz="1200" b="1" kern="1200" dirty="0" err="1">
                <a:solidFill>
                  <a:schemeClr val="tx1"/>
                </a:solidFill>
                <a:effectLst/>
                <a:latin typeface="+mn-lt"/>
                <a:ea typeface="+mn-ea"/>
                <a:cs typeface="+mn-cs"/>
              </a:rPr>
              <a:t>fitted</a:t>
            </a:r>
            <a:r>
              <a:rPr lang="es-PE" sz="1200" kern="1200" dirty="0">
                <a:solidFill>
                  <a:schemeClr val="tx1"/>
                </a:solidFill>
                <a:effectLst/>
                <a:latin typeface="+mn-lt"/>
                <a:ea typeface="+mn-ea"/>
                <a:cs typeface="+mn-cs"/>
              </a:rPr>
              <a:t> —es decir, nuestro </a:t>
            </a:r>
            <a:r>
              <a:rPr lang="es-PE" sz="1200" kern="1200" dirty="0" err="1">
                <a:solidFill>
                  <a:schemeClr val="tx1"/>
                </a:solidFill>
                <a:effectLst/>
                <a:latin typeface="+mn-lt"/>
                <a:ea typeface="+mn-ea"/>
                <a:cs typeface="+mn-cs"/>
              </a:rPr>
              <a:t>fair</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value</a:t>
            </a:r>
            <a:r>
              <a:rPr lang="es-PE" sz="1200" kern="1200" dirty="0">
                <a:solidFill>
                  <a:schemeClr val="tx1"/>
                </a:solidFill>
                <a:effectLst/>
                <a:latin typeface="+mn-lt"/>
                <a:ea typeface="+mn-ea"/>
                <a:cs typeface="+mn-cs"/>
              </a:rPr>
              <a:t> de tendencia, suavizado para filtrar ruido de corto plazo. Las barras celestes son simplemente la brecha entre el nivel actual y ese </a:t>
            </a:r>
            <a:r>
              <a:rPr lang="es-PE" sz="1200" kern="1200" dirty="0" err="1">
                <a:solidFill>
                  <a:schemeClr val="tx1"/>
                </a:solidFill>
                <a:effectLst/>
                <a:latin typeface="+mn-lt"/>
                <a:ea typeface="+mn-ea"/>
                <a:cs typeface="+mn-cs"/>
              </a:rPr>
              <a:t>fair</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value</a:t>
            </a:r>
            <a:r>
              <a:rPr lang="es-PE" sz="1200" kern="1200" dirty="0">
                <a:solidFill>
                  <a:schemeClr val="tx1"/>
                </a:solidFill>
                <a:effectLst/>
                <a:latin typeface="+mn-lt"/>
                <a:ea typeface="+mn-ea"/>
                <a:cs typeface="+mn-cs"/>
              </a:rPr>
              <a:t> suavizado: </a:t>
            </a:r>
            <a:r>
              <a:rPr lang="es-PE" sz="1200" b="1" kern="1200" dirty="0">
                <a:solidFill>
                  <a:schemeClr val="tx1"/>
                </a:solidFill>
                <a:effectLst/>
                <a:latin typeface="+mn-lt"/>
                <a:ea typeface="+mn-ea"/>
                <a:cs typeface="+mn-cs"/>
              </a:rPr>
              <a:t>cuando las barras son positivas, el 10Y está rindiendo más de lo que el ciclo de política y crecimiento justificaría —relativamente barato—; cuando son negativas, está rindiendo menos —relativamente caro.</a:t>
            </a:r>
            <a:endParaRPr lang="es-PE" sz="1200" kern="1200" dirty="0">
              <a:solidFill>
                <a:schemeClr val="tx1"/>
              </a:solidFill>
              <a:effectLst/>
              <a:latin typeface="+mn-lt"/>
              <a:ea typeface="+mn-ea"/>
              <a:cs typeface="+mn-cs"/>
            </a:endParaRPr>
          </a:p>
          <a:p>
            <a:r>
              <a:rPr lang="es-PE" sz="1200" kern="1200" dirty="0">
                <a:solidFill>
                  <a:schemeClr val="tx1"/>
                </a:solidFill>
                <a:effectLst/>
                <a:latin typeface="+mn-lt"/>
                <a:ea typeface="+mn-ea"/>
                <a:cs typeface="+mn-cs"/>
              </a:rPr>
              <a:t>Lo interesante de mirar ambos juntos: hacia julio-agosto de 2026, el modelo de nivel mensual muestra el 10Y todavía algo por encima de su </a:t>
            </a:r>
            <a:r>
              <a:rPr lang="es-PE" sz="1200" kern="1200" dirty="0" err="1">
                <a:solidFill>
                  <a:schemeClr val="tx1"/>
                </a:solidFill>
                <a:effectLst/>
                <a:latin typeface="+mn-lt"/>
                <a:ea typeface="+mn-ea"/>
                <a:cs typeface="+mn-cs"/>
              </a:rPr>
              <a:t>fair</a:t>
            </a:r>
            <a:r>
              <a:rPr lang="es-PE" sz="1200" kern="1200" dirty="0">
                <a:solidFill>
                  <a:schemeClr val="tx1"/>
                </a:solidFill>
                <a:effectLst/>
                <a:latin typeface="+mn-lt"/>
                <a:ea typeface="+mn-ea"/>
                <a:cs typeface="+mn-cs"/>
              </a:rPr>
              <a:t> </a:t>
            </a:r>
            <a:r>
              <a:rPr lang="es-PE" sz="1200" kern="1200" dirty="0" err="1">
                <a:solidFill>
                  <a:schemeClr val="tx1"/>
                </a:solidFill>
                <a:effectLst/>
                <a:latin typeface="+mn-lt"/>
                <a:ea typeface="+mn-ea"/>
                <a:cs typeface="+mn-cs"/>
              </a:rPr>
              <a:t>value</a:t>
            </a:r>
            <a:r>
              <a:rPr lang="es-PE" sz="1200" kern="1200" dirty="0">
                <a:solidFill>
                  <a:schemeClr val="tx1"/>
                </a:solidFill>
                <a:effectLst/>
                <a:latin typeface="+mn-lt"/>
                <a:ea typeface="+mn-ea"/>
                <a:cs typeface="+mn-cs"/>
              </a:rPr>
              <a:t> de tendencia —consistente con la lectura de J.P. Morgan de que los rendimientos siguen 20+ puntos básicos 'baratos' bajo su propio modelo de valor razonable—, mientras que el modelo semanal de corto plazo empieza a mostrar una acumulación de residuos que se acerca al borde de la banda de confianza, sugiriendo que el mercado podría estar empezando a </a:t>
            </a:r>
            <a:r>
              <a:rPr lang="es-PE" sz="1200" kern="1200" dirty="0" err="1">
                <a:solidFill>
                  <a:schemeClr val="tx1"/>
                </a:solidFill>
                <a:effectLst/>
                <a:latin typeface="+mn-lt"/>
                <a:ea typeface="+mn-ea"/>
                <a:cs typeface="+mn-cs"/>
              </a:rPr>
              <a:t>repreciar</a:t>
            </a:r>
            <a:r>
              <a:rPr lang="es-PE" sz="1200" kern="1200" dirty="0">
                <a:solidFill>
                  <a:schemeClr val="tx1"/>
                </a:solidFill>
                <a:effectLst/>
                <a:latin typeface="+mn-lt"/>
                <a:ea typeface="+mn-ea"/>
                <a:cs typeface="+mn-cs"/>
              </a:rPr>
              <a:t> más rápido de lo que los fundamentales inmediatos justifican. Esta combinación de señales —barato en el mediano plazo, pero con </a:t>
            </a:r>
            <a:r>
              <a:rPr lang="es-PE" sz="1200" kern="1200" dirty="0" err="1">
                <a:solidFill>
                  <a:schemeClr val="tx1"/>
                </a:solidFill>
                <a:effectLst/>
                <a:latin typeface="+mn-lt"/>
                <a:ea typeface="+mn-ea"/>
                <a:cs typeface="+mn-cs"/>
              </a:rPr>
              <a:t>momentum</a:t>
            </a:r>
            <a:r>
              <a:rPr lang="es-PE" sz="1200" kern="1200" dirty="0">
                <a:solidFill>
                  <a:schemeClr val="tx1"/>
                </a:solidFill>
                <a:effectLst/>
                <a:latin typeface="+mn-lt"/>
                <a:ea typeface="+mn-ea"/>
                <a:cs typeface="+mn-cs"/>
              </a:rPr>
              <a:t> de corto plazo acelerándose— es exactamente el tipo de configuración que buscamos para calibrar el timing de entradas en duración."</a:t>
            </a:r>
          </a:p>
          <a:p>
            <a:r>
              <a:rPr lang="es-PE"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60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C61DE-42D7-22F2-323E-6E1F4899D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0B686-5298-BFA3-6047-9E2F8BE0E813}"/>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E47EEB77-586B-E5AC-EB36-2D037C55A409}"/>
              </a:ext>
            </a:extLst>
          </p:cNvPr>
          <p:cNvSpPr>
            <a:spLocks noGrp="1"/>
          </p:cNvSpPr>
          <p:nvPr>
            <p:ph type="body" idx="1"/>
          </p:nvPr>
        </p:nvSpPr>
        <p:spPr/>
        <p:txBody>
          <a:bodyPr/>
          <a:lstStyle/>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4BD43340-CB8C-343A-5D2B-29AB3DB91DEC}"/>
              </a:ext>
            </a:extLst>
          </p:cNvPr>
          <p:cNvSpPr>
            <a:spLocks noGrp="1"/>
          </p:cNvSpPr>
          <p:nvPr>
            <p:ph type="sldNum" sz="quarter" idx="5"/>
          </p:nvPr>
        </p:nvSpPr>
        <p:spPr/>
        <p:txBody>
          <a:bodyPr/>
          <a:lstStyle/>
          <a:p>
            <a:fld id="{2FC3A468-8A22-4129-B6B7-A7CBC903EA05}" type="slidenum">
              <a:rPr lang="es-PE" smtClean="0"/>
              <a:t>20</a:t>
            </a:fld>
            <a:endParaRPr lang="es-PE"/>
          </a:p>
        </p:txBody>
      </p:sp>
    </p:spTree>
    <p:extLst>
      <p:ext uri="{BB962C8B-B14F-4D97-AF65-F5344CB8AC3E}">
        <p14:creationId xmlns:p14="http://schemas.microsoft.com/office/powerpoint/2010/main" val="3698071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75070-19CB-A5BC-4A0C-42ADD439D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25D52-462C-74F7-347C-DE70E240C5EF}"/>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A06DD589-62F3-DD39-1D03-B2C520E1BD7F}"/>
              </a:ext>
            </a:extLst>
          </p:cNvPr>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a:extLst>
              <a:ext uri="{FF2B5EF4-FFF2-40B4-BE49-F238E27FC236}">
                <a16:creationId xmlns:a16="http://schemas.microsoft.com/office/drawing/2014/main" id="{903E83E7-63B2-47B0-5C43-144E33C052F4}"/>
              </a:ext>
            </a:extLst>
          </p:cNvPr>
          <p:cNvSpPr>
            <a:spLocks noGrp="1"/>
          </p:cNvSpPr>
          <p:nvPr>
            <p:ph type="sldNum" sz="quarter" idx="10"/>
          </p:nvPr>
        </p:nvSpPr>
        <p:spPr/>
        <p:txBody>
          <a:bodyPr/>
          <a:lstStyle/>
          <a:p>
            <a:fld id="{2FC3A468-8A22-4129-B6B7-A7CBC903EA05}" type="slidenum">
              <a:rPr lang="es-PE" smtClean="0"/>
              <a:t>21</a:t>
            </a:fld>
            <a:endParaRPr lang="es-PE"/>
          </a:p>
        </p:txBody>
      </p:sp>
    </p:spTree>
    <p:extLst>
      <p:ext uri="{BB962C8B-B14F-4D97-AF65-F5344CB8AC3E}">
        <p14:creationId xmlns:p14="http://schemas.microsoft.com/office/powerpoint/2010/main" val="1543746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pPr marL="177108" indent="-177108" defTabSz="944575">
              <a:buFont typeface="Arial" panose="020B0604020202020204" pitchFamily="34" charset="0"/>
              <a:buChar char="•"/>
              <a:defRPr/>
            </a:pPr>
            <a:r>
              <a:rPr lang="es-ES" dirty="0"/>
              <a:t>Z:\Mesa de Inversiones\Archivos Top down\FI_&amp;_FX\Fixed Income (FI)\Actualización FI\Fundamentals</a:t>
            </a:r>
          </a:p>
          <a:p>
            <a:pPr marL="177108" indent="-177108">
              <a:buFont typeface="Arial" panose="020B0604020202020204" pitchFamily="34" charset="0"/>
              <a:buChar char="•"/>
            </a:pPr>
            <a:r>
              <a:rPr lang="es-PE" dirty="0"/>
              <a:t>(TERMP)</a:t>
            </a:r>
          </a:p>
          <a:p>
            <a:endParaRPr lang="es-PE" dirty="0"/>
          </a:p>
          <a:p>
            <a:r>
              <a:rPr lang="es-PE" dirty="0"/>
              <a:t>Swap rates de 2y y 10y</a:t>
            </a:r>
          </a:p>
          <a:p>
            <a:r>
              <a:rPr lang="es-PE" dirty="0"/>
              <a:t>De em: br, cn id, mx, pl, za; th</a:t>
            </a:r>
          </a:p>
          <a:p>
            <a:r>
              <a:rPr lang="es-PE" dirty="0"/>
              <a:t>De dm: eu, jp, us, gb, ca, au</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s-P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7178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A86F-2800-9306-2381-9D374D512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65449-29FE-50FB-3E48-346D98D2423E}"/>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8F49B91B-BC1D-72B1-DA7F-EF3F9E50A258}"/>
              </a:ext>
            </a:extLst>
          </p:cNvPr>
          <p:cNvSpPr>
            <a:spLocks noGrp="1"/>
          </p:cNvSpPr>
          <p:nvPr>
            <p:ph type="body" idx="1"/>
          </p:nvPr>
        </p:nvSpPr>
        <p:spPr/>
        <p:txBody>
          <a:bodyPr/>
          <a:lstStyle/>
          <a:p>
            <a:pPr marL="177108" indent="-177108" defTabSz="944575">
              <a:buFont typeface="Arial" panose="020B0604020202020204" pitchFamily="34" charset="0"/>
              <a:buChar char="•"/>
              <a:defRPr/>
            </a:pPr>
            <a:r>
              <a:rPr lang="es-ES" dirty="0"/>
              <a:t>Z:\Mesa de Inversiones\Archivos Top </a:t>
            </a:r>
            <a:r>
              <a:rPr lang="es-ES" dirty="0" err="1"/>
              <a:t>down</a:t>
            </a:r>
            <a:r>
              <a:rPr lang="es-ES" dirty="0"/>
              <a:t>\FI_&amp;_FX\</a:t>
            </a:r>
            <a:r>
              <a:rPr lang="es-ES" dirty="0" err="1"/>
              <a:t>Fixed</a:t>
            </a:r>
            <a:r>
              <a:rPr lang="es-ES" dirty="0"/>
              <a:t> </a:t>
            </a:r>
            <a:r>
              <a:rPr lang="es-ES" dirty="0" err="1"/>
              <a:t>Income</a:t>
            </a:r>
            <a:r>
              <a:rPr lang="es-ES" dirty="0"/>
              <a:t> (FI)\Actualización FI\Fundamentals</a:t>
            </a:r>
          </a:p>
          <a:p>
            <a:pPr marL="177108" indent="-177108">
              <a:buFont typeface="Arial" panose="020B0604020202020204" pitchFamily="34" charset="0"/>
              <a:buChar char="•"/>
            </a:pPr>
            <a:r>
              <a:rPr lang="es-PE" dirty="0"/>
              <a:t>(TERMP)</a:t>
            </a:r>
          </a:p>
          <a:p>
            <a:pPr algn="l"/>
            <a:endParaRPr lang="es-PE" dirty="0"/>
          </a:p>
        </p:txBody>
      </p:sp>
      <p:sp>
        <p:nvSpPr>
          <p:cNvPr id="4" name="Slide Number Placeholder 3">
            <a:extLst>
              <a:ext uri="{FF2B5EF4-FFF2-40B4-BE49-F238E27FC236}">
                <a16:creationId xmlns:a16="http://schemas.microsoft.com/office/drawing/2014/main" id="{7000E038-9D68-62F9-11AF-5F5E22630D3B}"/>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23</a:t>
            </a:fld>
            <a:endParaRPr lang="es-PE" dirty="0">
              <a:solidFill>
                <a:prstClr val="black"/>
              </a:solidFill>
              <a:latin typeface="Calibri" panose="020F0502020204030204"/>
            </a:endParaRPr>
          </a:p>
        </p:txBody>
      </p:sp>
    </p:spTree>
    <p:extLst>
      <p:ext uri="{BB962C8B-B14F-4D97-AF65-F5344CB8AC3E}">
        <p14:creationId xmlns:p14="http://schemas.microsoft.com/office/powerpoint/2010/main" val="3613407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2731-4CBC-A5CA-3DF5-06E038966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B36CE-6516-1BAA-D5A2-51575330770B}"/>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D4F6C896-26D6-552C-A62B-3A5A048522D2}"/>
              </a:ext>
            </a:extLst>
          </p:cNvPr>
          <p:cNvSpPr>
            <a:spLocks noGrp="1"/>
          </p:cNvSpPr>
          <p:nvPr>
            <p:ph type="body" idx="1"/>
          </p:nvPr>
        </p:nvSpPr>
        <p:spPr/>
        <p:txBody>
          <a:bodyPr/>
          <a:lstStyle/>
          <a:p>
            <a:pPr marL="177108" indent="-177108" defTabSz="944575">
              <a:buFont typeface="Arial" panose="020B0604020202020204" pitchFamily="34" charset="0"/>
              <a:buChar char="•"/>
              <a:defRPr/>
            </a:pPr>
            <a:r>
              <a:rPr lang="es-ES" dirty="0"/>
              <a:t>Z:\Mesa de Inversiones\Archivos Top down\FI_&amp;_FX\Fixed Income (FI)\Actualización FI\Fundamentals</a:t>
            </a:r>
          </a:p>
          <a:p>
            <a:pPr marL="177108" indent="-177108">
              <a:buFont typeface="Arial" panose="020B0604020202020204" pitchFamily="34" charset="0"/>
              <a:buChar char="•"/>
            </a:pPr>
            <a:r>
              <a:rPr lang="es-PE" dirty="0"/>
              <a:t>(TERMP)</a:t>
            </a:r>
          </a:p>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F60511F6-46FB-DF9C-F4EA-5A1EB6322D8A}"/>
              </a:ext>
            </a:extLst>
          </p:cNvPr>
          <p:cNvSpPr>
            <a:spLocks noGrp="1"/>
          </p:cNvSpPr>
          <p:nvPr>
            <p:ph type="sldNum" sz="quarter" idx="5"/>
          </p:nvPr>
        </p:nvSpPr>
        <p:spPr/>
        <p:txBody>
          <a:bodyPr/>
          <a:lstStyle/>
          <a:p>
            <a:fld id="{2FC3A468-8A22-4129-B6B7-A7CBC903EA05}" type="slidenum">
              <a:rPr lang="es-PE" smtClean="0"/>
              <a:t>24</a:t>
            </a:fld>
            <a:endParaRPr lang="es-PE" dirty="0"/>
          </a:p>
        </p:txBody>
      </p:sp>
    </p:spTree>
    <p:extLst>
      <p:ext uri="{BB962C8B-B14F-4D97-AF65-F5344CB8AC3E}">
        <p14:creationId xmlns:p14="http://schemas.microsoft.com/office/powerpoint/2010/main" val="42696798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63BF-6CD5-5646-AA95-ED783F95D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0991F-93C8-3DD5-9477-CEABB1BD9BF5}"/>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3BEF207F-4BB1-1C3E-B6F0-215A5C170183}"/>
              </a:ext>
            </a:extLst>
          </p:cNvPr>
          <p:cNvSpPr>
            <a:spLocks noGrp="1"/>
          </p:cNvSpPr>
          <p:nvPr>
            <p:ph type="body" idx="1"/>
          </p:nvPr>
        </p:nvSpPr>
        <p:spPr/>
        <p:txBody>
          <a:bodyPr/>
          <a:lstStyle/>
          <a:p>
            <a:pPr marL="177108" indent="-177108">
              <a:buFont typeface="Arial" panose="020B0604020202020204" pitchFamily="34" charset="0"/>
              <a:buChar char="•"/>
            </a:pPr>
            <a:r>
              <a:rPr lang="es-MX" dirty="0"/>
              <a:t>PPT de </a:t>
            </a:r>
            <a:r>
              <a:rPr lang="es-MX" dirty="0" err="1"/>
              <a:t>Pimco</a:t>
            </a:r>
            <a:r>
              <a:rPr lang="es-MX" dirty="0"/>
              <a:t> local y GS The EM Trader Curves</a:t>
            </a:r>
            <a:endParaRPr lang="es-PE" dirty="0"/>
          </a:p>
        </p:txBody>
      </p:sp>
      <p:sp>
        <p:nvSpPr>
          <p:cNvPr id="4" name="Slide Number Placeholder 3">
            <a:extLst>
              <a:ext uri="{FF2B5EF4-FFF2-40B4-BE49-F238E27FC236}">
                <a16:creationId xmlns:a16="http://schemas.microsoft.com/office/drawing/2014/main" id="{36FADB43-6FAE-4CCC-0FBD-470B98D8F167}"/>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25</a:t>
            </a:fld>
            <a:endParaRPr lang="es-PE">
              <a:solidFill>
                <a:prstClr val="black"/>
              </a:solidFill>
              <a:latin typeface="Calibri" panose="020F0502020204030204"/>
            </a:endParaRPr>
          </a:p>
        </p:txBody>
      </p:sp>
    </p:spTree>
    <p:extLst>
      <p:ext uri="{BB962C8B-B14F-4D97-AF65-F5344CB8AC3E}">
        <p14:creationId xmlns:p14="http://schemas.microsoft.com/office/powerpoint/2010/main" val="1211821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34A4F-71F4-0B1B-D913-BB5EAA520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25ADB-6E11-1F1B-E5C0-5A68120FEB4D}"/>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6A56454F-4B9B-755C-F245-FC00FDA7193D}"/>
              </a:ext>
            </a:extLst>
          </p:cNvPr>
          <p:cNvSpPr>
            <a:spLocks noGrp="1"/>
          </p:cNvSpPr>
          <p:nvPr>
            <p:ph type="body" idx="1"/>
          </p:nvPr>
        </p:nvSpPr>
        <p:spPr/>
        <p:txBody>
          <a:bodyPr/>
          <a:lstStyle/>
          <a:p>
            <a:pPr marL="177108" indent="-177108">
              <a:buFont typeface="Arial" panose="020B0604020202020204" pitchFamily="34" charset="0"/>
              <a:buChar char="•"/>
            </a:pPr>
            <a:r>
              <a:rPr lang="es-ES" dirty="0"/>
              <a:t>Z:\Mesa de Inversiones\Archivos Top down\FI_&amp;_FX\Exchange Rates (FX)\Actualización FX</a:t>
            </a:r>
          </a:p>
          <a:p>
            <a:pPr marL="177108" indent="-177108">
              <a:buFont typeface="Arial" panose="020B0604020202020204" pitchFamily="34" charset="0"/>
              <a:buChar char="•"/>
            </a:pPr>
            <a:r>
              <a:rPr lang="es-ES" dirty="0"/>
              <a:t>Excel VRP Model</a:t>
            </a:r>
          </a:p>
          <a:p>
            <a:pPr marL="177108" indent="-177108">
              <a:buFont typeface="Arial" panose="020B0604020202020204" pitchFamily="34" charset="0"/>
              <a:buChar char="•"/>
            </a:pPr>
            <a:r>
              <a:rPr lang="es-ES" dirty="0"/>
              <a:t>La primera grafica esta en </a:t>
            </a:r>
            <a:r>
              <a:rPr lang="es-ES" dirty="0" err="1"/>
              <a:t>FI_Fundamentals</a:t>
            </a:r>
            <a:r>
              <a:rPr lang="es-ES" dirty="0"/>
              <a:t> (TERMP) de la ruta de FI</a:t>
            </a:r>
            <a:endParaRPr lang="es-PE" dirty="0"/>
          </a:p>
        </p:txBody>
      </p:sp>
      <p:sp>
        <p:nvSpPr>
          <p:cNvPr id="4" name="Slide Number Placeholder 3">
            <a:extLst>
              <a:ext uri="{FF2B5EF4-FFF2-40B4-BE49-F238E27FC236}">
                <a16:creationId xmlns:a16="http://schemas.microsoft.com/office/drawing/2014/main" id="{E776C940-1A86-8584-1E4D-B376612F0C5F}"/>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26</a:t>
            </a:fld>
            <a:endParaRPr lang="es-PE">
              <a:solidFill>
                <a:prstClr val="black"/>
              </a:solidFill>
              <a:latin typeface="Calibri" panose="020F0502020204030204"/>
            </a:endParaRPr>
          </a:p>
        </p:txBody>
      </p:sp>
    </p:spTree>
    <p:extLst>
      <p:ext uri="{BB962C8B-B14F-4D97-AF65-F5344CB8AC3E}">
        <p14:creationId xmlns:p14="http://schemas.microsoft.com/office/powerpoint/2010/main" val="22254666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F50EE-B6C9-C1EF-CB5B-715B83CB7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7CB7D-532B-3F70-9E19-6B1A17662AC2}"/>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AB3CC803-EAE6-BD8F-F8FB-D6A4AB915643}"/>
              </a:ext>
            </a:extLst>
          </p:cNvPr>
          <p:cNvSpPr>
            <a:spLocks noGrp="1"/>
          </p:cNvSpPr>
          <p:nvPr>
            <p:ph type="body" idx="1"/>
          </p:nvPr>
        </p:nvSpPr>
        <p:spPr/>
        <p:txBody>
          <a:bodyPr/>
          <a:lstStyle/>
          <a:p>
            <a:pPr marL="177108" indent="-177108">
              <a:buFont typeface="Arial" panose="020B0604020202020204" pitchFamily="34" charset="0"/>
              <a:buChar char="•"/>
            </a:pPr>
            <a:endParaRPr lang="es-PE" dirty="0"/>
          </a:p>
        </p:txBody>
      </p:sp>
      <p:sp>
        <p:nvSpPr>
          <p:cNvPr id="4" name="Slide Number Placeholder 3">
            <a:extLst>
              <a:ext uri="{FF2B5EF4-FFF2-40B4-BE49-F238E27FC236}">
                <a16:creationId xmlns:a16="http://schemas.microsoft.com/office/drawing/2014/main" id="{EC7B1436-2EFB-3C8F-561D-5A24289762D6}"/>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27</a:t>
            </a:fld>
            <a:endParaRPr lang="es-PE">
              <a:solidFill>
                <a:prstClr val="black"/>
              </a:solidFill>
              <a:latin typeface="Calibri" panose="020F0502020204030204"/>
            </a:endParaRPr>
          </a:p>
        </p:txBody>
      </p:sp>
    </p:spTree>
    <p:extLst>
      <p:ext uri="{BB962C8B-B14F-4D97-AF65-F5344CB8AC3E}">
        <p14:creationId xmlns:p14="http://schemas.microsoft.com/office/powerpoint/2010/main" val="20745360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E9FA8-3068-B4D6-BB02-87ED1DF9E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7603E-BCD7-47C1-4C4B-AC20EE748B54}"/>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C5853D30-22DE-1CD1-2718-A47EFED9FDFB}"/>
              </a:ext>
            </a:extLst>
          </p:cNvPr>
          <p:cNvSpPr>
            <a:spLocks noGrp="1"/>
          </p:cNvSpPr>
          <p:nvPr>
            <p:ph type="body" idx="1"/>
          </p:nvPr>
        </p:nvSpPr>
        <p:spPr/>
        <p:txBody>
          <a:bodyPr/>
          <a:lstStyle/>
          <a:p>
            <a:pPr marL="177108" indent="-177108">
              <a:buFont typeface="Arial" panose="020B0604020202020204" pitchFamily="34" charset="0"/>
              <a:buChar char="•"/>
            </a:pPr>
            <a:r>
              <a:rPr lang="es-MX" dirty="0"/>
              <a:t>Aberdeen 53 y 53</a:t>
            </a:r>
            <a:endParaRPr lang="es-PE" dirty="0"/>
          </a:p>
        </p:txBody>
      </p:sp>
      <p:sp>
        <p:nvSpPr>
          <p:cNvPr id="4" name="Slide Number Placeholder 3">
            <a:extLst>
              <a:ext uri="{FF2B5EF4-FFF2-40B4-BE49-F238E27FC236}">
                <a16:creationId xmlns:a16="http://schemas.microsoft.com/office/drawing/2014/main" id="{33C221EB-7C27-F8EC-3335-BC76E342ACCB}"/>
              </a:ext>
            </a:extLst>
          </p:cNvPr>
          <p:cNvSpPr>
            <a:spLocks noGrp="1"/>
          </p:cNvSpPr>
          <p:nvPr>
            <p:ph type="sldNum" sz="quarter" idx="5"/>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28</a:t>
            </a:fld>
            <a:endParaRPr lang="es-PE" dirty="0">
              <a:solidFill>
                <a:prstClr val="black"/>
              </a:solidFill>
              <a:latin typeface="Calibri" panose="020F0502020204030204"/>
            </a:endParaRPr>
          </a:p>
        </p:txBody>
      </p:sp>
    </p:spTree>
    <p:extLst>
      <p:ext uri="{BB962C8B-B14F-4D97-AF65-F5344CB8AC3E}">
        <p14:creationId xmlns:p14="http://schemas.microsoft.com/office/powerpoint/2010/main" val="9682601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p:cNvSpPr>
            <a:spLocks noGrp="1"/>
          </p:cNvSpPr>
          <p:nvPr>
            <p:ph type="sldNum" sz="quarter" idx="10"/>
          </p:nvPr>
        </p:nvSpPr>
        <p:spPr/>
        <p:txBody>
          <a:bodyPr/>
          <a:lstStyle/>
          <a:p>
            <a:fld id="{2FC3A468-8A22-4129-B6B7-A7CBC903EA05}" type="slidenum">
              <a:rPr lang="es-PE" smtClean="0"/>
              <a:t>29</a:t>
            </a:fld>
            <a:endParaRPr lang="es-PE"/>
          </a:p>
        </p:txBody>
      </p:sp>
    </p:spTree>
    <p:extLst>
      <p:ext uri="{BB962C8B-B14F-4D97-AF65-F5344CB8AC3E}">
        <p14:creationId xmlns:p14="http://schemas.microsoft.com/office/powerpoint/2010/main" val="3507044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38A1C-D775-7480-BCEA-D729EF825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739F4-9E5D-9E51-8C30-98E14FBF8569}"/>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DE17994E-C723-7A94-8858-F1FEB46E190C}"/>
              </a:ext>
            </a:extLst>
          </p:cNvPr>
          <p:cNvSpPr>
            <a:spLocks noGrp="1"/>
          </p:cNvSpPr>
          <p:nvPr>
            <p:ph type="body" idx="1"/>
          </p:nvPr>
        </p:nvSpPr>
        <p:spPr/>
        <p:txBody>
          <a:bodyPr/>
          <a:lstStyle/>
          <a:p>
            <a:pPr marL="171450" indent="-171450">
              <a:buFont typeface="Arial" panose="020B0604020202020204" pitchFamily="34" charset="0"/>
              <a:buChar char="•"/>
            </a:pPr>
            <a:r>
              <a:rPr lang="es-ES" sz="1200" dirty="0"/>
              <a:t>Z:\Mesa de Inversiones\Archivos Top </a:t>
            </a:r>
            <a:r>
              <a:rPr lang="es-ES" sz="1200" dirty="0" err="1"/>
              <a:t>down</a:t>
            </a:r>
            <a:r>
              <a:rPr lang="es-ES" sz="1200" dirty="0"/>
              <a:t>\FI_&amp;_FX (Mensual)</a:t>
            </a:r>
          </a:p>
          <a:p>
            <a:pPr marL="171450" indent="-171450">
              <a:buFont typeface="Arial" panose="020B0604020202020204" pitchFamily="34" charset="0"/>
              <a:buChar char="•"/>
            </a:pPr>
            <a:r>
              <a:rPr lang="es-ES" sz="1200" dirty="0" err="1"/>
              <a:t>Factor_Analysis</a:t>
            </a:r>
            <a:r>
              <a:rPr lang="es-ES" sz="1200" baseline="0" dirty="0"/>
              <a:t> / 1. OG 2. OG 3. ISM 4. ISM</a:t>
            </a:r>
            <a:endParaRPr lang="en-US" sz="1200" dirty="0"/>
          </a:p>
          <a:p>
            <a:r>
              <a:rPr lang="es-ES" dirty="0"/>
              <a:t>Z:\Mesa de Inversiones\Archivos Top </a:t>
            </a:r>
            <a:r>
              <a:rPr lang="es-ES" dirty="0" err="1"/>
              <a:t>down</a:t>
            </a:r>
            <a:r>
              <a:rPr lang="es-ES" dirty="0"/>
              <a:t>\FI_&amp;_FX\</a:t>
            </a:r>
            <a:r>
              <a:rPr lang="es-ES" dirty="0" err="1"/>
              <a:t>Fixed</a:t>
            </a:r>
            <a:r>
              <a:rPr lang="es-ES" dirty="0"/>
              <a:t> </a:t>
            </a:r>
            <a:r>
              <a:rPr lang="es-ES" dirty="0" err="1"/>
              <a:t>Income</a:t>
            </a:r>
            <a:r>
              <a:rPr lang="es-ES" dirty="0"/>
              <a:t> (FI)\Actualización FI  -&gt; Factor </a:t>
            </a:r>
            <a:r>
              <a:rPr lang="es-ES" dirty="0" err="1"/>
              <a:t>Analysis</a:t>
            </a:r>
            <a:endParaRPr lang="es-ES" dirty="0"/>
          </a:p>
          <a:p>
            <a:endParaRPr lang="es-ES" dirty="0"/>
          </a:p>
          <a:p>
            <a:r>
              <a:rPr lang="es-ES" dirty="0"/>
              <a:t>Ahorita desde 2015</a:t>
            </a:r>
            <a:br>
              <a:rPr lang="es-ES" dirty="0"/>
            </a:br>
            <a:br>
              <a:rPr lang="es-ES" dirty="0"/>
            </a:br>
            <a:r>
              <a:rPr lang="es-ES" dirty="0"/>
              <a:t>4to: </a:t>
            </a:r>
            <a:r>
              <a:rPr lang="es-ES" dirty="0" err="1"/>
              <a:t>cy_EMFC</a:t>
            </a:r>
            <a:br>
              <a:rPr lang="es-ES" dirty="0"/>
            </a:br>
            <a:endParaRPr lang="es-PE" dirty="0"/>
          </a:p>
        </p:txBody>
      </p:sp>
      <p:sp>
        <p:nvSpPr>
          <p:cNvPr id="4" name="Slide Number Placeholder 3">
            <a:extLst>
              <a:ext uri="{FF2B5EF4-FFF2-40B4-BE49-F238E27FC236}">
                <a16:creationId xmlns:a16="http://schemas.microsoft.com/office/drawing/2014/main" id="{539C46D8-09E8-C2F8-0E61-E4858095B6C1}"/>
              </a:ext>
            </a:extLst>
          </p:cNvPr>
          <p:cNvSpPr>
            <a:spLocks noGrp="1"/>
          </p:cNvSpPr>
          <p:nvPr>
            <p:ph type="sldNum" sz="quarter" idx="5"/>
          </p:nvPr>
        </p:nvSpPr>
        <p:spPr/>
        <p:txBody>
          <a:bodyPr/>
          <a:lstStyle/>
          <a:p>
            <a:fld id="{2FC3A468-8A22-4129-B6B7-A7CBC903EA05}" type="slidenum">
              <a:rPr lang="es-PE" smtClean="0"/>
              <a:t>30</a:t>
            </a:fld>
            <a:endParaRPr lang="es-PE"/>
          </a:p>
        </p:txBody>
      </p:sp>
    </p:spTree>
    <p:extLst>
      <p:ext uri="{BB962C8B-B14F-4D97-AF65-F5344CB8AC3E}">
        <p14:creationId xmlns:p14="http://schemas.microsoft.com/office/powerpoint/2010/main" val="3575865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ES" dirty="0"/>
              <a:t>Z:\Mesa de Inversiones\Archivos Top </a:t>
            </a:r>
            <a:r>
              <a:rPr lang="es-ES" dirty="0" err="1"/>
              <a:t>down</a:t>
            </a:r>
            <a:r>
              <a:rPr lang="es-ES" dirty="0"/>
              <a:t>\FI_&amp;_FX\</a:t>
            </a:r>
            <a:r>
              <a:rPr lang="es-ES" dirty="0" err="1"/>
              <a:t>Fixed</a:t>
            </a:r>
            <a:r>
              <a:rPr lang="es-ES" dirty="0"/>
              <a:t> </a:t>
            </a:r>
            <a:r>
              <a:rPr lang="es-ES" dirty="0" err="1"/>
              <a:t>Income</a:t>
            </a:r>
            <a:r>
              <a:rPr lang="es-ES" dirty="0"/>
              <a:t> (FI)\Actualización FI</a:t>
            </a:r>
            <a:endParaRPr lang="en-US" dirty="0"/>
          </a:p>
        </p:txBody>
      </p:sp>
      <p:sp>
        <p:nvSpPr>
          <p:cNvPr id="4" name="Slide Number Placeholder 3"/>
          <p:cNvSpPr>
            <a:spLocks noGrp="1"/>
          </p:cNvSpPr>
          <p:nvPr>
            <p:ph type="sldNum" sz="quarter" idx="10"/>
          </p:nvPr>
        </p:nvSpPr>
        <p:spPr/>
        <p:txBody>
          <a:bodyPr/>
          <a:lstStyle/>
          <a:p>
            <a:pPr defTabSz="944575">
              <a:defRPr/>
            </a:pPr>
            <a:fld id="{2FC3A468-8A22-4129-B6B7-A7CBC903EA05}" type="slidenum">
              <a:rPr lang="es-PE">
                <a:solidFill>
                  <a:prstClr val="black"/>
                </a:solidFill>
                <a:latin typeface="Calibri" panose="020F0502020204030204"/>
              </a:rPr>
              <a:pPr defTabSz="944575">
                <a:defRPr/>
              </a:pPr>
              <a:t>31</a:t>
            </a:fld>
            <a:endParaRPr lang="es-PE">
              <a:solidFill>
                <a:prstClr val="black"/>
              </a:solidFill>
              <a:latin typeface="Calibri" panose="020F0502020204030204"/>
            </a:endParaRPr>
          </a:p>
        </p:txBody>
      </p:sp>
    </p:spTree>
    <p:extLst>
      <p:ext uri="{BB962C8B-B14F-4D97-AF65-F5344CB8AC3E}">
        <p14:creationId xmlns:p14="http://schemas.microsoft.com/office/powerpoint/2010/main" val="2621678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8F50-A422-84F9-A19E-1AD78C512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5B903-C920-4A49-56E9-1A8832805FCC}"/>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FC28D3C0-7735-69E3-8950-ABCA4132419B}"/>
              </a:ext>
            </a:extLst>
          </p:cNvPr>
          <p:cNvSpPr>
            <a:spLocks noGrp="1"/>
          </p:cNvSpPr>
          <p:nvPr>
            <p:ph type="body" idx="1"/>
          </p:nvPr>
        </p:nvSpPr>
        <p:spPr/>
        <p:txBody>
          <a:bodyPr/>
          <a:lstStyle/>
          <a:p>
            <a:r>
              <a:rPr lang="es-ES" dirty="0">
                <a:highlight>
                  <a:srgbClr val="FFFF00"/>
                </a:highlight>
              </a:rPr>
              <a:t>https://marquee.gs.com/content/research/en/reports/2026/08/20/20b9c7cf-b2ac-4800-a477-5669d86211ac.html</a:t>
            </a:r>
          </a:p>
        </p:txBody>
      </p:sp>
      <p:sp>
        <p:nvSpPr>
          <p:cNvPr id="4" name="Slide Number Placeholder 3">
            <a:extLst>
              <a:ext uri="{FF2B5EF4-FFF2-40B4-BE49-F238E27FC236}">
                <a16:creationId xmlns:a16="http://schemas.microsoft.com/office/drawing/2014/main" id="{98C59FBE-AB6F-78BC-A433-03C74CAC152C}"/>
              </a:ext>
            </a:extLst>
          </p:cNvPr>
          <p:cNvSpPr>
            <a:spLocks noGrp="1"/>
          </p:cNvSpPr>
          <p:nvPr>
            <p:ph type="sldNum" sz="quarter" idx="10"/>
          </p:nvPr>
        </p:nvSpPr>
        <p:spPr/>
        <p:txBody>
          <a:bodyPr/>
          <a:lstStyle/>
          <a:p>
            <a:fld id="{2FC3A468-8A22-4129-B6B7-A7CBC903EA05}" type="slidenum">
              <a:rPr lang="es-PE" smtClean="0"/>
              <a:t>32</a:t>
            </a:fld>
            <a:endParaRPr lang="es-PE" dirty="0"/>
          </a:p>
        </p:txBody>
      </p:sp>
    </p:spTree>
    <p:extLst>
      <p:ext uri="{BB962C8B-B14F-4D97-AF65-F5344CB8AC3E}">
        <p14:creationId xmlns:p14="http://schemas.microsoft.com/office/powerpoint/2010/main" val="30448548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893FA-ADAD-E6A7-819D-AAAF10FD4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7BDC9-D739-320B-7EE7-ADD18D25533B}"/>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9C22E84D-6D7D-D082-AB7A-06069B92DB1A}"/>
              </a:ext>
            </a:extLst>
          </p:cNvPr>
          <p:cNvSpPr>
            <a:spLocks noGrp="1"/>
          </p:cNvSpPr>
          <p:nvPr>
            <p:ph type="body" idx="1"/>
          </p:nvPr>
        </p:nvSpPr>
        <p:spPr/>
        <p:txBody>
          <a:bodyPr/>
          <a:lstStyle/>
          <a:p>
            <a:r>
              <a:rPr lang="en-US" dirty="0"/>
              <a:t>Barclays raised its FY26 US IG gross supply forecast to 1.9 trillion dollars from 1.6 trillion, 32% above 2025 and past the 2020 record, with net issuance near 970 billion. The marginal dollar of that supply is AI: Tech and AI-related issuers are 18% of year-to-date issuance and 37% of everything issued at 10 years and beyond. Deutsche Bank shows the consequence for the benchmark: </a:t>
            </a:r>
            <a:r>
              <a:rPr lang="en-US" dirty="0" err="1"/>
              <a:t>hyperscalers</a:t>
            </a:r>
            <a:r>
              <a:rPr lang="en-US" dirty="0"/>
              <a:t> have nearly doubled their share of the IG index since end-2024 to 4.3%, and Tech plus </a:t>
            </a:r>
            <a:r>
              <a:rPr lang="en-US" dirty="0" err="1"/>
              <a:t>hyperscalers</a:t>
            </a:r>
            <a:r>
              <a:rPr lang="en-US" dirty="0"/>
              <a:t> could reach 11% of the index by end-2027. The chart on the right frames the driver: capex funded by debt rising from 150 to 783 billion dollars between 2023 and 2028.</a:t>
            </a:r>
          </a:p>
        </p:txBody>
      </p:sp>
      <p:sp>
        <p:nvSpPr>
          <p:cNvPr id="4" name="Slide Number Placeholder 3">
            <a:extLst>
              <a:ext uri="{FF2B5EF4-FFF2-40B4-BE49-F238E27FC236}">
                <a16:creationId xmlns:a16="http://schemas.microsoft.com/office/drawing/2014/main" id="{C0E75E19-2CB0-4AFF-32E9-C99F6E87C248}"/>
              </a:ext>
            </a:extLst>
          </p:cNvPr>
          <p:cNvSpPr>
            <a:spLocks noGrp="1"/>
          </p:cNvSpPr>
          <p:nvPr>
            <p:ph type="sldNum" sz="quarter" idx="10"/>
          </p:nvPr>
        </p:nvSpPr>
        <p:spPr/>
        <p:txBody>
          <a:bodyPr/>
          <a:lstStyle/>
          <a:p>
            <a:fld id="{2FC3A468-8A22-4129-B6B7-A7CBC903EA05}" type="slidenum">
              <a:rPr lang="es-PE" smtClean="0"/>
              <a:t>33</a:t>
            </a:fld>
            <a:endParaRPr lang="es-PE"/>
          </a:p>
        </p:txBody>
      </p:sp>
    </p:spTree>
    <p:extLst>
      <p:ext uri="{BB962C8B-B14F-4D97-AF65-F5344CB8AC3E}">
        <p14:creationId xmlns:p14="http://schemas.microsoft.com/office/powerpoint/2010/main" val="3071406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EFD3-BE1D-BF1B-27E1-B37406C9E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97094-95C7-6333-3AB6-585B7F661250}"/>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9DC19A30-6A60-B2C7-C264-DD9DFFD18C1E}"/>
              </a:ext>
            </a:extLst>
          </p:cNvPr>
          <p:cNvSpPr>
            <a:spLocks noGrp="1"/>
          </p:cNvSpPr>
          <p:nvPr>
            <p:ph type="body" idx="1"/>
          </p:nvPr>
        </p:nvSpPr>
        <p:spPr/>
        <p:txBody>
          <a:bodyPr/>
          <a:lstStyle/>
          <a:p>
            <a:r>
              <a:rPr lang="en-US" dirty="0"/>
              <a:t>Investment grade is splitting in two. </a:t>
            </a:r>
            <a:r>
              <a:rPr lang="en-US" dirty="0" err="1"/>
              <a:t>Hyperscaler</a:t>
            </a:r>
            <a:r>
              <a:rPr lang="en-US" dirty="0"/>
              <a:t> spreads have widened 32 basis points year to date while Non-Financial IG excluding </a:t>
            </a:r>
            <a:r>
              <a:rPr lang="en-US" dirty="0" err="1"/>
              <a:t>hyperscalers</a:t>
            </a:r>
            <a:r>
              <a:rPr lang="en-US" dirty="0"/>
              <a:t> is one basis point tighter, and the underperformance has been present every quarter. The concentration is worst at the long end: </a:t>
            </a:r>
            <a:r>
              <a:rPr lang="en-US" dirty="0" err="1"/>
              <a:t>hyperscalers</a:t>
            </a:r>
            <a:r>
              <a:rPr lang="en-US" dirty="0"/>
              <a:t> are 21% of the 30-year bucket and, with TMT, close to half of all 30-year bonds, so long-duration mandates carry far more AI capex risk than headline sector weights suggest. Below investment grade, the same tailwind turns into a headwind through two channels: a more hawkish Fed and ECB, and software downgrades. The US spec-grade default rate slows to 3.6% by year-end 2026 and returns to 4% by Q2 2027, still above the 20-year median of 2.9%.</a:t>
            </a:r>
          </a:p>
        </p:txBody>
      </p:sp>
      <p:sp>
        <p:nvSpPr>
          <p:cNvPr id="4" name="Slide Number Placeholder 3">
            <a:extLst>
              <a:ext uri="{FF2B5EF4-FFF2-40B4-BE49-F238E27FC236}">
                <a16:creationId xmlns:a16="http://schemas.microsoft.com/office/drawing/2014/main" id="{6CCFDC9E-9D5C-1119-E2D8-2778246F880B}"/>
              </a:ext>
            </a:extLst>
          </p:cNvPr>
          <p:cNvSpPr>
            <a:spLocks noGrp="1"/>
          </p:cNvSpPr>
          <p:nvPr>
            <p:ph type="sldNum" sz="quarter" idx="10"/>
          </p:nvPr>
        </p:nvSpPr>
        <p:spPr/>
        <p:txBody>
          <a:bodyPr/>
          <a:lstStyle/>
          <a:p>
            <a:fld id="{2FC3A468-8A22-4129-B6B7-A7CBC903EA05}" type="slidenum">
              <a:rPr lang="es-PE" smtClean="0"/>
              <a:t>34</a:t>
            </a:fld>
            <a:endParaRPr lang="es-PE"/>
          </a:p>
        </p:txBody>
      </p:sp>
    </p:spTree>
    <p:extLst>
      <p:ext uri="{BB962C8B-B14F-4D97-AF65-F5344CB8AC3E}">
        <p14:creationId xmlns:p14="http://schemas.microsoft.com/office/powerpoint/2010/main" val="29737099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p:cNvSpPr>
            <a:spLocks noGrp="1"/>
          </p:cNvSpPr>
          <p:nvPr>
            <p:ph type="sldNum" sz="quarter" idx="10"/>
          </p:nvPr>
        </p:nvSpPr>
        <p:spPr/>
        <p:txBody>
          <a:bodyPr/>
          <a:lstStyle/>
          <a:p>
            <a:fld id="{2FC3A468-8A22-4129-B6B7-A7CBC903EA05}" type="slidenum">
              <a:rPr lang="es-PE" smtClean="0"/>
              <a:t>35</a:t>
            </a:fld>
            <a:endParaRPr lang="es-PE"/>
          </a:p>
        </p:txBody>
      </p:sp>
    </p:spTree>
    <p:extLst>
      <p:ext uri="{BB962C8B-B14F-4D97-AF65-F5344CB8AC3E}">
        <p14:creationId xmlns:p14="http://schemas.microsoft.com/office/powerpoint/2010/main" val="12034662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1C092-563A-B8B2-96C0-FCE2829C8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49255-EAF2-8E79-2934-D05EA4602DD0}"/>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22170545-BA03-A6D9-6516-59DBB371C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84140A-A587-1814-ACEE-749DB6BA7A4E}"/>
              </a:ext>
            </a:extLst>
          </p:cNvPr>
          <p:cNvSpPr>
            <a:spLocks noGrp="1"/>
          </p:cNvSpPr>
          <p:nvPr>
            <p:ph type="sldNum" sz="quarter" idx="10"/>
          </p:nvPr>
        </p:nvSpPr>
        <p:spPr/>
        <p:txBody>
          <a:bodyPr/>
          <a:lstStyle/>
          <a:p>
            <a:fld id="{2FC3A468-8A22-4129-B6B7-A7CBC903EA05}" type="slidenum">
              <a:rPr lang="es-PE" smtClean="0"/>
              <a:t>36</a:t>
            </a:fld>
            <a:endParaRPr lang="es-PE"/>
          </a:p>
        </p:txBody>
      </p:sp>
    </p:spTree>
    <p:extLst>
      <p:ext uri="{BB962C8B-B14F-4D97-AF65-F5344CB8AC3E}">
        <p14:creationId xmlns:p14="http://schemas.microsoft.com/office/powerpoint/2010/main" val="13120431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C3A468-8A22-4129-B6B7-A7CBC903EA05}" type="slidenum">
              <a:rPr lang="es-PE" smtClean="0"/>
              <a:t>37</a:t>
            </a:fld>
            <a:endParaRPr lang="es-PE"/>
          </a:p>
        </p:txBody>
      </p:sp>
    </p:spTree>
    <p:extLst>
      <p:ext uri="{BB962C8B-B14F-4D97-AF65-F5344CB8AC3E}">
        <p14:creationId xmlns:p14="http://schemas.microsoft.com/office/powerpoint/2010/main" val="2507379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p:cNvSpPr>
            <a:spLocks noGrp="1"/>
          </p:cNvSpPr>
          <p:nvPr>
            <p:ph type="sldNum" sz="quarter" idx="10"/>
          </p:nvPr>
        </p:nvSpPr>
        <p:spPr/>
        <p:txBody>
          <a:bodyPr/>
          <a:lstStyle/>
          <a:p>
            <a:fld id="{2FC3A468-8A22-4129-B6B7-A7CBC903EA05}" type="slidenum">
              <a:rPr lang="es-PE" smtClean="0"/>
              <a:t>38</a:t>
            </a:fld>
            <a:endParaRPr lang="es-PE"/>
          </a:p>
        </p:txBody>
      </p:sp>
    </p:spTree>
    <p:extLst>
      <p:ext uri="{BB962C8B-B14F-4D97-AF65-F5344CB8AC3E}">
        <p14:creationId xmlns:p14="http://schemas.microsoft.com/office/powerpoint/2010/main" val="38912562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08638-AAC9-BA9B-EC31-1C5035A10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DE4C8-471E-8D9E-38AD-84AC62DD0058}"/>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9D841C06-BDED-A1B9-DC67-9435A3CE09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C6E7A5-8199-D5F1-67A2-9F60BC9C9FF7}"/>
              </a:ext>
            </a:extLst>
          </p:cNvPr>
          <p:cNvSpPr>
            <a:spLocks noGrp="1"/>
          </p:cNvSpPr>
          <p:nvPr>
            <p:ph type="sldNum" sz="quarter" idx="10"/>
          </p:nvPr>
        </p:nvSpPr>
        <p:spPr/>
        <p:txBody>
          <a:bodyPr/>
          <a:lstStyle/>
          <a:p>
            <a:fld id="{2FC3A468-8A22-4129-B6B7-A7CBC903EA05}" type="slidenum">
              <a:rPr lang="es-PE" smtClean="0"/>
              <a:t>39</a:t>
            </a:fld>
            <a:endParaRPr lang="es-PE"/>
          </a:p>
        </p:txBody>
      </p:sp>
    </p:spTree>
    <p:extLst>
      <p:ext uri="{BB962C8B-B14F-4D97-AF65-F5344CB8AC3E}">
        <p14:creationId xmlns:p14="http://schemas.microsoft.com/office/powerpoint/2010/main" val="18015003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4EE07-67D0-553E-887C-C93C493A2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9A65C-8CB1-876D-EE71-BE607B309317}"/>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B6F54136-A6D6-4A99-6161-11D3F0D15F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0B2FD7-CD44-8807-B9E8-F1110ECBDC91}"/>
              </a:ext>
            </a:extLst>
          </p:cNvPr>
          <p:cNvSpPr>
            <a:spLocks noGrp="1"/>
          </p:cNvSpPr>
          <p:nvPr>
            <p:ph type="sldNum" sz="quarter" idx="10"/>
          </p:nvPr>
        </p:nvSpPr>
        <p:spPr/>
        <p:txBody>
          <a:bodyPr/>
          <a:lstStyle/>
          <a:p>
            <a:fld id="{2FC3A468-8A22-4129-B6B7-A7CBC903EA05}" type="slidenum">
              <a:rPr lang="es-PE" smtClean="0"/>
              <a:t>40</a:t>
            </a:fld>
            <a:endParaRPr lang="es-PE"/>
          </a:p>
        </p:txBody>
      </p:sp>
    </p:spTree>
    <p:extLst>
      <p:ext uri="{BB962C8B-B14F-4D97-AF65-F5344CB8AC3E}">
        <p14:creationId xmlns:p14="http://schemas.microsoft.com/office/powerpoint/2010/main" val="14688534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C3A468-8A22-4129-B6B7-A7CBC903EA05}" type="slidenum">
              <a:rPr lang="es-PE" smtClean="0"/>
              <a:t>41</a:t>
            </a:fld>
            <a:endParaRPr lang="es-PE"/>
          </a:p>
        </p:txBody>
      </p:sp>
    </p:spTree>
    <p:extLst>
      <p:ext uri="{BB962C8B-B14F-4D97-AF65-F5344CB8AC3E}">
        <p14:creationId xmlns:p14="http://schemas.microsoft.com/office/powerpoint/2010/main" val="33039667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8E89A-133F-2EA8-D001-21A116DFB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02725-DA17-C6C7-0B83-AC9F8C9DDD9E}"/>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071C7418-C9DF-7146-B378-586DE11E7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1D1FF1-9505-342D-03F6-3327FA12F3CA}"/>
              </a:ext>
            </a:extLst>
          </p:cNvPr>
          <p:cNvSpPr>
            <a:spLocks noGrp="1"/>
          </p:cNvSpPr>
          <p:nvPr>
            <p:ph type="sldNum" sz="quarter" idx="10"/>
          </p:nvPr>
        </p:nvSpPr>
        <p:spPr/>
        <p:txBody>
          <a:bodyPr/>
          <a:lstStyle/>
          <a:p>
            <a:fld id="{2FC3A468-8A22-4129-B6B7-A7CBC903EA05}" type="slidenum">
              <a:rPr lang="es-PE" smtClean="0"/>
              <a:t>42</a:t>
            </a:fld>
            <a:endParaRPr lang="es-PE"/>
          </a:p>
        </p:txBody>
      </p:sp>
    </p:spTree>
    <p:extLst>
      <p:ext uri="{BB962C8B-B14F-4D97-AF65-F5344CB8AC3E}">
        <p14:creationId xmlns:p14="http://schemas.microsoft.com/office/powerpoint/2010/main" val="19365696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19FF8-DA9F-046B-F4C1-8FA2D39EE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785BD-6AB7-BDE3-BB14-B1CDBAF91799}"/>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F0E0E270-E353-A92F-CC78-8E59AD17F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3DD5E-D490-5032-F56A-6988047B5B26}"/>
              </a:ext>
            </a:extLst>
          </p:cNvPr>
          <p:cNvSpPr>
            <a:spLocks noGrp="1"/>
          </p:cNvSpPr>
          <p:nvPr>
            <p:ph type="sldNum" sz="quarter" idx="10"/>
          </p:nvPr>
        </p:nvSpPr>
        <p:spPr/>
        <p:txBody>
          <a:bodyPr/>
          <a:lstStyle/>
          <a:p>
            <a:fld id="{2FC3A468-8A22-4129-B6B7-A7CBC903EA05}" type="slidenum">
              <a:rPr lang="es-PE" smtClean="0"/>
              <a:t>43</a:t>
            </a:fld>
            <a:endParaRPr lang="es-PE"/>
          </a:p>
        </p:txBody>
      </p:sp>
    </p:spTree>
    <p:extLst>
      <p:ext uri="{BB962C8B-B14F-4D97-AF65-F5344CB8AC3E}">
        <p14:creationId xmlns:p14="http://schemas.microsoft.com/office/powerpoint/2010/main" val="26638612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613C-CDCD-EE8A-9EC8-26A860292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94CD7-F857-CBC3-5E02-D1911CBF574C}"/>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CA51B201-A781-DDB7-B4A6-F3BCD442A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2E69C5-7C4C-A134-D5A9-571A43E70C40}"/>
              </a:ext>
            </a:extLst>
          </p:cNvPr>
          <p:cNvSpPr>
            <a:spLocks noGrp="1"/>
          </p:cNvSpPr>
          <p:nvPr>
            <p:ph type="sldNum" sz="quarter" idx="10"/>
          </p:nvPr>
        </p:nvSpPr>
        <p:spPr/>
        <p:txBody>
          <a:bodyPr/>
          <a:lstStyle/>
          <a:p>
            <a:fld id="{2FC3A468-8A22-4129-B6B7-A7CBC903EA05}" type="slidenum">
              <a:rPr lang="es-PE" smtClean="0"/>
              <a:t>44</a:t>
            </a:fld>
            <a:endParaRPr lang="es-PE"/>
          </a:p>
        </p:txBody>
      </p:sp>
    </p:spTree>
    <p:extLst>
      <p:ext uri="{BB962C8B-B14F-4D97-AF65-F5344CB8AC3E}">
        <p14:creationId xmlns:p14="http://schemas.microsoft.com/office/powerpoint/2010/main" val="14867023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B13D-E9E3-57C8-B1A1-A048EF64E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5B804-F27D-C930-AABF-4F0B88C243B5}"/>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C4D4A403-65C1-6E20-71C1-F25127AFAE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8E5E8-19CD-5259-385C-9C452F16C543}"/>
              </a:ext>
            </a:extLst>
          </p:cNvPr>
          <p:cNvSpPr>
            <a:spLocks noGrp="1"/>
          </p:cNvSpPr>
          <p:nvPr>
            <p:ph type="sldNum" sz="quarter" idx="10"/>
          </p:nvPr>
        </p:nvSpPr>
        <p:spPr/>
        <p:txBody>
          <a:bodyPr/>
          <a:lstStyle/>
          <a:p>
            <a:fld id="{2FC3A468-8A22-4129-B6B7-A7CBC903EA05}" type="slidenum">
              <a:rPr lang="es-PE" smtClean="0"/>
              <a:t>45</a:t>
            </a:fld>
            <a:endParaRPr lang="es-PE"/>
          </a:p>
        </p:txBody>
      </p:sp>
    </p:spTree>
    <p:extLst>
      <p:ext uri="{BB962C8B-B14F-4D97-AF65-F5344CB8AC3E}">
        <p14:creationId xmlns:p14="http://schemas.microsoft.com/office/powerpoint/2010/main" val="10126649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10DF-D397-B688-C3C8-2E2C52F28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34016-904D-D149-0C4C-42A998F861A4}"/>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6D24EBE2-E513-DDD7-08F0-58C2B3B9988E}"/>
              </a:ext>
            </a:extLst>
          </p:cNvPr>
          <p:cNvSpPr>
            <a:spLocks noGrp="1"/>
          </p:cNvSpPr>
          <p:nvPr>
            <p:ph type="body" idx="1"/>
          </p:nvPr>
        </p:nvSpPr>
        <p:spPr/>
        <p:txBody>
          <a:bodyPr/>
          <a:lstStyle/>
          <a:p>
            <a:pPr marL="177108" indent="-177108">
              <a:buFontTx/>
              <a:buChar char="-"/>
            </a:pPr>
            <a:endParaRPr lang="en-US" baseline="0" dirty="0"/>
          </a:p>
          <a:p>
            <a:pPr marL="177108" indent="-177108">
              <a:buFontTx/>
              <a:buChar char="-"/>
            </a:pPr>
            <a:endParaRPr lang="en-US" baseline="0" dirty="0"/>
          </a:p>
        </p:txBody>
      </p:sp>
      <p:sp>
        <p:nvSpPr>
          <p:cNvPr id="4" name="Slide Number Placeholder 3">
            <a:extLst>
              <a:ext uri="{FF2B5EF4-FFF2-40B4-BE49-F238E27FC236}">
                <a16:creationId xmlns:a16="http://schemas.microsoft.com/office/drawing/2014/main" id="{B1F5878E-6E9D-E9F9-7FAC-E9AF0F53A682}"/>
              </a:ext>
            </a:extLst>
          </p:cNvPr>
          <p:cNvSpPr>
            <a:spLocks noGrp="1"/>
          </p:cNvSpPr>
          <p:nvPr>
            <p:ph type="sldNum" sz="quarter" idx="10"/>
          </p:nvPr>
        </p:nvSpPr>
        <p:spPr/>
        <p:txBody>
          <a:bodyPr/>
          <a:lstStyle/>
          <a:p>
            <a:fld id="{2FC3A468-8A22-4129-B6B7-A7CBC903EA05}" type="slidenum">
              <a:rPr lang="es-PE" smtClean="0"/>
              <a:t>46</a:t>
            </a:fld>
            <a:endParaRPr lang="es-PE"/>
          </a:p>
        </p:txBody>
      </p:sp>
    </p:spTree>
    <p:extLst>
      <p:ext uri="{BB962C8B-B14F-4D97-AF65-F5344CB8AC3E}">
        <p14:creationId xmlns:p14="http://schemas.microsoft.com/office/powerpoint/2010/main" val="16816337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4CF5C-D9F6-C7BE-95E2-953A97F43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A7FA3-FADC-744B-9AB3-71368B3D37E0}"/>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A4F28CF1-EEC7-335A-E4F6-2C7F49FA3B52}"/>
              </a:ext>
            </a:extLst>
          </p:cNvPr>
          <p:cNvSpPr>
            <a:spLocks noGrp="1"/>
          </p:cNvSpPr>
          <p:nvPr>
            <p:ph type="body" idx="1"/>
          </p:nvPr>
        </p:nvSpPr>
        <p:spPr/>
        <p:txBody>
          <a:bodyPr/>
          <a:lstStyle/>
          <a:p>
            <a:r>
              <a:rPr lang="es-PE" dirty="0"/>
              <a:t>\\sppeapp00023\Inversiones\Mesa de Inversiones\Archivos Top </a:t>
            </a:r>
            <a:r>
              <a:rPr lang="es-PE" dirty="0" err="1"/>
              <a:t>down</a:t>
            </a:r>
            <a:r>
              <a:rPr lang="es-PE" dirty="0"/>
              <a:t>\FI_&amp;_FX\</a:t>
            </a:r>
            <a:r>
              <a:rPr lang="es-PE" dirty="0" err="1"/>
              <a:t>PPT_Semestrales</a:t>
            </a:r>
            <a:r>
              <a:rPr lang="es-PE" dirty="0"/>
              <a:t> (FI_&amp;_FX)\2025\1S25\</a:t>
            </a:r>
            <a:r>
              <a:rPr lang="es-PE" dirty="0" err="1"/>
              <a:t>Peru</a:t>
            </a:r>
            <a:r>
              <a:rPr lang="es-PE" dirty="0"/>
              <a:t>\Peru.xlsx</a:t>
            </a:r>
          </a:p>
          <a:p>
            <a:endParaRPr lang="es-PE" dirty="0"/>
          </a:p>
        </p:txBody>
      </p:sp>
      <p:sp>
        <p:nvSpPr>
          <p:cNvPr id="4" name="Slide Number Placeholder 3">
            <a:extLst>
              <a:ext uri="{FF2B5EF4-FFF2-40B4-BE49-F238E27FC236}">
                <a16:creationId xmlns:a16="http://schemas.microsoft.com/office/drawing/2014/main" id="{1755356A-C67E-F387-29B8-BD76BDE90450}"/>
              </a:ext>
            </a:extLst>
          </p:cNvPr>
          <p:cNvSpPr>
            <a:spLocks noGrp="1"/>
          </p:cNvSpPr>
          <p:nvPr>
            <p:ph type="sldNum" sz="quarter" idx="5"/>
          </p:nvPr>
        </p:nvSpPr>
        <p:spPr/>
        <p:txBody>
          <a:bodyPr/>
          <a:lstStyle/>
          <a:p>
            <a:fld id="{2FC3A468-8A22-4129-B6B7-A7CBC903EA05}" type="slidenum">
              <a:rPr lang="es-PE" smtClean="0"/>
              <a:t>47</a:t>
            </a:fld>
            <a:endParaRPr lang="es-PE"/>
          </a:p>
        </p:txBody>
      </p:sp>
    </p:spTree>
    <p:extLst>
      <p:ext uri="{BB962C8B-B14F-4D97-AF65-F5344CB8AC3E}">
        <p14:creationId xmlns:p14="http://schemas.microsoft.com/office/powerpoint/2010/main" val="31719099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3F7F6-B704-93C9-9D0C-5B7100401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01208-9943-62B3-EB33-AC1615845B87}"/>
              </a:ext>
            </a:extLst>
          </p:cNvPr>
          <p:cNvSpPr>
            <a:spLocks noGrp="1" noRot="1" noChangeAspect="1"/>
          </p:cNvSpPr>
          <p:nvPr>
            <p:ph type="sldImg"/>
          </p:nvPr>
        </p:nvSpPr>
        <p:spPr/>
        <p:txBody>
          <a:bodyPr/>
          <a:lstStyle/>
          <a:p>
            <a:endParaRPr lang="es-PE"/>
          </a:p>
        </p:txBody>
      </p:sp>
      <p:sp>
        <p:nvSpPr>
          <p:cNvPr id="3" name="Notes Placeholder 2">
            <a:extLst>
              <a:ext uri="{FF2B5EF4-FFF2-40B4-BE49-F238E27FC236}">
                <a16:creationId xmlns:a16="http://schemas.microsoft.com/office/drawing/2014/main" id="{287947DA-C40F-6BAD-6A95-C213722579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DE4DF1-1087-AA30-7180-1FD7529F28DB}"/>
              </a:ext>
            </a:extLst>
          </p:cNvPr>
          <p:cNvSpPr>
            <a:spLocks noGrp="1"/>
          </p:cNvSpPr>
          <p:nvPr>
            <p:ph type="sldNum" sz="quarter" idx="10"/>
          </p:nvPr>
        </p:nvSpPr>
        <p:spPr/>
        <p:txBody>
          <a:bodyPr/>
          <a:lstStyle/>
          <a:p>
            <a:fld id="{2FC3A468-8A22-4129-B6B7-A7CBC903EA05}" type="slidenum">
              <a:rPr lang="es-PE" smtClean="0"/>
              <a:t>48</a:t>
            </a:fld>
            <a:endParaRPr lang="es-PE"/>
          </a:p>
        </p:txBody>
      </p:sp>
    </p:spTree>
    <p:extLst>
      <p:ext uri="{BB962C8B-B14F-4D97-AF65-F5344CB8AC3E}">
        <p14:creationId xmlns:p14="http://schemas.microsoft.com/office/powerpoint/2010/main" val="3068383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FD40-116F-41A7-ABB9-F1F7F3D563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C11743-0042-493E-A83F-8069E9B65F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2F681D-39D7-497C-8C63-79FB2BCE37DC}"/>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7A2FB2E1-D105-4D81-A14E-B5A09029DD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15E90F-7337-4A42-84C9-4654E5A1F903}"/>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383836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9B7C-AF0A-46FD-A418-810592F4C3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0BB7EA-C24A-4825-B05F-51E060F46A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1FB3C-E5DA-4B44-8297-56397706C619}"/>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C5525F7D-044D-4958-8CFE-35002A90E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D922B-EF86-4E2D-B400-6E203F14E0B6}"/>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173644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45EA7-D3A6-4392-9FDC-0F0136B6D0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88F8A4-9DA0-43A2-AF69-36A2B0B23A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1DE2AE-E277-4B31-878C-7ADB06DF7381}"/>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58C253DE-2696-4142-ACFD-42FAACDEA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75A44-F3C6-49ED-92E4-3D79AC97A38A}"/>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2463469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9750-3E3F-4BB2-B246-C48D311ED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529457-D251-4EE7-AAB5-375C953166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63A391-DA2A-4EFF-83DA-FAF5040B94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CA970B-C5C5-42D2-B4D7-B95EF57E34C2}"/>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6" name="Footer Placeholder 5">
            <a:extLst>
              <a:ext uri="{FF2B5EF4-FFF2-40B4-BE49-F238E27FC236}">
                <a16:creationId xmlns:a16="http://schemas.microsoft.com/office/drawing/2014/main" id="{A9614F99-09A1-4997-A846-8380EAFF39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CD7530-3F68-4070-A57F-D4B562949ED8}"/>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3002253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4ED6E-4335-4178-B57B-59D48C01AA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4FF11-0794-4654-BFD3-AB6904C94B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06C0F-5FBE-4F0D-838A-0A9D32D1D6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F7D514-4A88-4E38-9490-D3DD1523E8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E8457-24B3-4E81-AE43-23435D9C5F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2EB68C-8F0E-4F61-9279-8DB6A2189D59}"/>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8" name="Footer Placeholder 7">
            <a:extLst>
              <a:ext uri="{FF2B5EF4-FFF2-40B4-BE49-F238E27FC236}">
                <a16:creationId xmlns:a16="http://schemas.microsoft.com/office/drawing/2014/main" id="{3F25D8E3-32F1-4345-A5B7-A71291FE23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26CBE0-1B5D-465C-9530-3445AC893C98}"/>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699182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9B7B-4348-4B26-AA36-806C214768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51A3F-B96A-4B03-9FB3-EADC4CFDA194}"/>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4" name="Footer Placeholder 3">
            <a:extLst>
              <a:ext uri="{FF2B5EF4-FFF2-40B4-BE49-F238E27FC236}">
                <a16:creationId xmlns:a16="http://schemas.microsoft.com/office/drawing/2014/main" id="{C5342DDD-D727-4E57-90EA-009AAC8764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2EE22C-D6B3-430A-85DF-E24D292F3EC1}"/>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1843014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64D335-3B75-49AD-875C-0B17B1FD2052}"/>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3" name="Footer Placeholder 2">
            <a:extLst>
              <a:ext uri="{FF2B5EF4-FFF2-40B4-BE49-F238E27FC236}">
                <a16:creationId xmlns:a16="http://schemas.microsoft.com/office/drawing/2014/main" id="{BBF122BC-D9CA-4631-B847-3FC9E92213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B62B78-4E4A-4560-B396-197DF0158B8E}"/>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349296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A384A-8A90-4898-87DF-5CEAF0C8CB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EC97B9-BA48-4006-BFA1-EE6F209512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0C6684-5B2F-42FE-9819-D5268B46B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97C72-987B-442C-87A8-2BE64FDDA104}"/>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6" name="Footer Placeholder 5">
            <a:extLst>
              <a:ext uri="{FF2B5EF4-FFF2-40B4-BE49-F238E27FC236}">
                <a16:creationId xmlns:a16="http://schemas.microsoft.com/office/drawing/2014/main" id="{4E2DB37D-F979-4C29-A2C2-291B12983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461B86-A401-4259-BE6A-7126E850095F}"/>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158733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2364-31DC-471C-A2FA-C799C284D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3410F0-524D-46DA-AA6E-C7A92C219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502990-FAC5-47E5-9BBF-D02E86AEB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E5B236-6063-4B88-B9E3-8114B42A1747}"/>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6" name="Footer Placeholder 5">
            <a:extLst>
              <a:ext uri="{FF2B5EF4-FFF2-40B4-BE49-F238E27FC236}">
                <a16:creationId xmlns:a16="http://schemas.microsoft.com/office/drawing/2014/main" id="{68C7975C-A69C-4683-B9D0-FEB5ABE70A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38004A-E5D0-4A9F-8714-86314C40BE08}"/>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2254087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41F17-E877-49F9-9BF3-0AD201D037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5330C-45D5-4892-8591-7301B22854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AB7A3B-8519-4E90-90BB-F2518A5E334C}"/>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47E41448-FCDF-440E-B5BC-7C25AE5437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125F2F-7206-4A26-B708-B140C5BEC7DC}"/>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192622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250C84-910A-4273-BE1F-B495911644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ABB9E9-1064-40C8-A6FB-BE1333AD09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1ACBF-E7CD-4F2A-9B29-C97074831173}"/>
              </a:ext>
            </a:extLst>
          </p:cNvPr>
          <p:cNvSpPr>
            <a:spLocks noGrp="1"/>
          </p:cNvSpPr>
          <p:nvPr>
            <p:ph type="dt" sz="half" idx="10"/>
          </p:nvPr>
        </p:nvSpPr>
        <p:spPr/>
        <p:txBody>
          <a:body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76D5EF41-1A64-4A4B-9CC7-89114FAA2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B603CB-924F-4C85-9E95-9A5141495CE3}"/>
              </a:ext>
            </a:extLst>
          </p:cNvPr>
          <p:cNvSpPr>
            <a:spLocks noGrp="1"/>
          </p:cNvSpPr>
          <p:nvPr>
            <p:ph type="sldNum" sz="quarter" idx="12"/>
          </p:nvPr>
        </p:nvSpPr>
        <p:spPr/>
        <p:txBody>
          <a:bodyPr/>
          <a:lstStyle/>
          <a:p>
            <a:fld id="{AF84ECDD-A7C2-4EE6-97AB-1765710749D2}" type="slidenum">
              <a:rPr lang="en-US" smtClean="0"/>
              <a:t>‹#›</a:t>
            </a:fld>
            <a:endParaRPr lang="en-US"/>
          </a:p>
        </p:txBody>
      </p:sp>
    </p:spTree>
    <p:extLst>
      <p:ext uri="{BB962C8B-B14F-4D97-AF65-F5344CB8AC3E}">
        <p14:creationId xmlns:p14="http://schemas.microsoft.com/office/powerpoint/2010/main" val="2363896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11316524" y="6261231"/>
            <a:ext cx="914400" cy="593725"/>
          </a:xfrm>
        </p:spPr>
        <p:txBody>
          <a:bodyPr>
            <a:normAutofit/>
          </a:bodyPr>
          <a:lstStyle>
            <a:lvl1pPr>
              <a:defRPr sz="1400">
                <a:solidFill>
                  <a:schemeClr val="tx1">
                    <a:lumMod val="75000"/>
                  </a:schemeClr>
                </a:solidFill>
                <a:latin typeface="Trebuchet MS" panose="020B0603020202020204" pitchFamily="34" charset="0"/>
              </a:defRPr>
            </a:lvl1pPr>
          </a:lstStyle>
          <a:p>
            <a:fld id="{4022B31E-1B25-402D-B825-4747191115EA}" type="slidenum">
              <a:rPr lang="es-PE" smtClean="0"/>
              <a:pPr/>
              <a:t>‹#›</a:t>
            </a:fld>
            <a:endParaRPr lang="es-PE" dirty="0"/>
          </a:p>
        </p:txBody>
      </p:sp>
      <p:pic>
        <p:nvPicPr>
          <p:cNvPr id="11" name="Picture 3">
            <a:extLst>
              <a:ext uri="{FF2B5EF4-FFF2-40B4-BE49-F238E27FC236}">
                <a16:creationId xmlns:a16="http://schemas.microsoft.com/office/drawing/2014/main" id="{B9B165C2-EC07-4A44-AAF3-D49785C9084D}"/>
              </a:ext>
            </a:extLst>
          </p:cNvPr>
          <p:cNvPicPr>
            <a:picLocks noChangeAspect="1" noChangeArrowheads="1"/>
          </p:cNvPicPr>
          <p:nvPr userDrawn="1"/>
        </p:nvPicPr>
        <p:blipFill>
          <a:blip r:embed="rId3" cstate="print">
            <a:clrChange>
              <a:clrFrom>
                <a:srgbClr val="1F2E6F"/>
              </a:clrFrom>
              <a:clrTo>
                <a:srgbClr val="1F2E6F">
                  <a:alpha val="0"/>
                </a:srgbClr>
              </a:clrTo>
            </a:clrChange>
            <a:extLst>
              <a:ext uri="{28A0092B-C50C-407E-A947-70E740481C1C}">
                <a14:useLocalDpi xmlns:a14="http://schemas.microsoft.com/office/drawing/2010/main" val="0"/>
              </a:ext>
            </a:extLst>
          </a:blip>
          <a:srcRect t="29691" r="65363" b="8409"/>
          <a:stretch>
            <a:fillRect/>
          </a:stretch>
        </p:blipFill>
        <p:spPr bwMode="auto">
          <a:xfrm>
            <a:off x="9709834" y="285953"/>
            <a:ext cx="2292490" cy="6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a:extLst>
              <a:ext uri="{FF2B5EF4-FFF2-40B4-BE49-F238E27FC236}">
                <a16:creationId xmlns:a16="http://schemas.microsoft.com/office/drawing/2014/main" id="{F5388E4D-9E42-489A-9FB7-C39ED2A8C38F}"/>
              </a:ext>
            </a:extLst>
          </p:cNvPr>
          <p:cNvCxnSpPr/>
          <p:nvPr userDrawn="1"/>
        </p:nvCxnSpPr>
        <p:spPr>
          <a:xfrm>
            <a:off x="984167" y="3234380"/>
            <a:ext cx="10404389" cy="0"/>
          </a:xfrm>
          <a:prstGeom prst="lin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EFCDA8B6-8696-4C2A-A9C0-2960493DA26E}"/>
              </a:ext>
            </a:extLst>
          </p:cNvPr>
          <p:cNvSpPr>
            <a:spLocks noGrp="1"/>
          </p:cNvSpPr>
          <p:nvPr>
            <p:ph type="title"/>
          </p:nvPr>
        </p:nvSpPr>
        <p:spPr>
          <a:xfrm>
            <a:off x="907967" y="2165350"/>
            <a:ext cx="10512508" cy="1325563"/>
          </a:xfrm>
        </p:spPr>
        <p:txBody>
          <a:bodyPr>
            <a:normAutofit/>
          </a:bodyPr>
          <a:lstStyle>
            <a:lvl1pPr>
              <a:defRPr sz="5800">
                <a:solidFill>
                  <a:schemeClr val="tx1">
                    <a:lumMod val="75000"/>
                  </a:schemeClr>
                </a:solidFill>
              </a:defRPr>
            </a:lvl1pPr>
          </a:lstStyle>
          <a:p>
            <a:r>
              <a:rPr lang="en-US"/>
              <a:t>Click to edit Master title style</a:t>
            </a:r>
            <a:endParaRPr lang="es-PE"/>
          </a:p>
        </p:txBody>
      </p:sp>
      <p:sp>
        <p:nvSpPr>
          <p:cNvPr id="26" name="Date Placeholder 25">
            <a:extLst>
              <a:ext uri="{FF2B5EF4-FFF2-40B4-BE49-F238E27FC236}">
                <a16:creationId xmlns:a16="http://schemas.microsoft.com/office/drawing/2014/main" id="{BF02668E-D823-4154-AAF8-93B95CCBD5B3}"/>
              </a:ext>
            </a:extLst>
          </p:cNvPr>
          <p:cNvSpPr>
            <a:spLocks noGrp="1"/>
          </p:cNvSpPr>
          <p:nvPr>
            <p:ph type="dt" sz="half" idx="13"/>
          </p:nvPr>
        </p:nvSpPr>
        <p:spPr>
          <a:xfrm>
            <a:off x="1076325" y="6192968"/>
            <a:ext cx="2743200" cy="365125"/>
          </a:xfrm>
        </p:spPr>
        <p:txBody>
          <a:bodyPr/>
          <a:lstStyle>
            <a:lvl1pPr>
              <a:defRPr sz="2800">
                <a:solidFill>
                  <a:schemeClr val="tx1">
                    <a:lumMod val="75000"/>
                  </a:schemeClr>
                </a:solidFill>
              </a:defRPr>
            </a:lvl1pPr>
          </a:lstStyle>
          <a:p>
            <a:endParaRPr lang="es-PE" dirty="0"/>
          </a:p>
        </p:txBody>
      </p:sp>
      <p:sp>
        <p:nvSpPr>
          <p:cNvPr id="28" name="Text Placeholder 27">
            <a:extLst>
              <a:ext uri="{FF2B5EF4-FFF2-40B4-BE49-F238E27FC236}">
                <a16:creationId xmlns:a16="http://schemas.microsoft.com/office/drawing/2014/main" id="{C0A5B85C-1F35-4131-8455-1CDD4DF5057E}"/>
              </a:ext>
            </a:extLst>
          </p:cNvPr>
          <p:cNvSpPr>
            <a:spLocks noGrp="1"/>
          </p:cNvSpPr>
          <p:nvPr>
            <p:ph type="body" sz="quarter" idx="14"/>
          </p:nvPr>
        </p:nvSpPr>
        <p:spPr>
          <a:xfrm>
            <a:off x="946150" y="3305175"/>
            <a:ext cx="8293100" cy="457200"/>
          </a:xfrm>
        </p:spPr>
        <p:txBody>
          <a:bodyPr>
            <a:noAutofit/>
          </a:bodyPr>
          <a:lstStyle>
            <a:lvl1pPr marL="0" indent="0">
              <a:buNone/>
              <a:defRPr sz="3600">
                <a:solidFill>
                  <a:schemeClr val="tx1">
                    <a:lumMod val="75000"/>
                  </a:schemeClr>
                </a:solidFill>
              </a:defRPr>
            </a:lvl1pPr>
          </a:lstStyle>
          <a:p>
            <a:pPr lvl="0"/>
            <a:r>
              <a:rPr lang="en-US" dirty="0"/>
              <a:t>Click to edit Master text styles</a:t>
            </a:r>
          </a:p>
        </p:txBody>
      </p:sp>
    </p:spTree>
    <p:extLst>
      <p:ext uri="{BB962C8B-B14F-4D97-AF65-F5344CB8AC3E}">
        <p14:creationId xmlns:p14="http://schemas.microsoft.com/office/powerpoint/2010/main" val="29388635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bg>
      <p:bgRef idx="1001">
        <a:schemeClr val="bg1"/>
      </p:bgRef>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3811A57-470E-9784-86EF-3686600B4A0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11316524" y="6261231"/>
            <a:ext cx="914400" cy="593725"/>
          </a:xfrm>
        </p:spPr>
        <p:txBody>
          <a:bodyPr>
            <a:normAutofit/>
          </a:bodyPr>
          <a:lstStyle>
            <a:lvl1pPr>
              <a:defRPr sz="140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647700"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0"/>
            <a:ext cx="12204700"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70591" y="45809"/>
            <a:ext cx="10512508" cy="676275"/>
          </a:xfrm>
        </p:spPr>
        <p:txBody>
          <a:bodyPr>
            <a:normAutofit/>
          </a:bodyPr>
          <a:lstStyle>
            <a:lvl1pPr>
              <a:defRPr sz="300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60123" y="158293"/>
            <a:ext cx="13716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80992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noRot="1" noMove="1" noResize="1" noEditPoints="1" noAdjustHandles="1" noChangeArrowheads="1" noChangeShapeType="1"/>
          </p:cNvSpPr>
          <p:nvPr>
            <p:ph type="sldNum" sz="quarter" idx="12"/>
          </p:nvPr>
        </p:nvSpPr>
        <p:spPr>
          <a:xfrm>
            <a:off x="11316524" y="6261231"/>
            <a:ext cx="914400" cy="593725"/>
          </a:xfrm>
        </p:spPr>
        <p:txBody>
          <a:bodyPr>
            <a:normAutofit/>
          </a:bodyPr>
          <a:lstStyle>
            <a:lvl1pPr>
              <a:defRPr sz="140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647700"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0"/>
            <a:ext cx="12204700"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143492" y="45809"/>
            <a:ext cx="10512508" cy="676275"/>
          </a:xfrm>
        </p:spPr>
        <p:txBody>
          <a:bodyPr>
            <a:normAutofit/>
          </a:bodyPr>
          <a:lstStyle>
            <a:lvl1pPr>
              <a:defRPr sz="2000" b="1">
                <a:solidFill>
                  <a:schemeClr val="tx1">
                    <a:lumMod val="75000"/>
                  </a:schemeClr>
                </a:solidFill>
              </a:defRPr>
            </a:lvl1pPr>
          </a:lstStyle>
          <a:p>
            <a:r>
              <a:rPr lang="en-US" dirty="0"/>
              <a:t>Click to edit Master title style</a:t>
            </a:r>
            <a:endParaRPr lang="es-PE" dirty="0"/>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0123" y="158293"/>
            <a:ext cx="13716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7335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316524" y="6261231"/>
            <a:ext cx="914400" cy="593725"/>
          </a:xfrm>
        </p:spPr>
        <p:txBody>
          <a:bodyPr>
            <a:normAutofit/>
          </a:bodyPr>
          <a:lstStyle>
            <a:lvl1pPr>
              <a:defRPr sz="1400">
                <a:solidFill>
                  <a:schemeClr val="tx1">
                    <a:lumMod val="75000"/>
                  </a:schemeClr>
                </a:solidFill>
                <a:latin typeface="Trebuchet MS" panose="020B0603020202020204" pitchFamily="34" charset="0"/>
              </a:defRPr>
            </a:lvl1pPr>
          </a:lstStyle>
          <a:p>
            <a:fld id="{4022B31E-1B25-402D-B825-4747191115EA}" type="slidenum">
              <a:rPr lang="es-PE" smtClean="0"/>
              <a:pPr/>
              <a:t>‹#›</a:t>
            </a:fld>
            <a:endParaRPr lang="es-PE" dirty="0"/>
          </a:p>
        </p:txBody>
      </p:sp>
      <p:pic>
        <p:nvPicPr>
          <p:cNvPr id="11" name="Picture 3">
            <a:extLst>
              <a:ext uri="{FF2B5EF4-FFF2-40B4-BE49-F238E27FC236}">
                <a16:creationId xmlns:a16="http://schemas.microsoft.com/office/drawing/2014/main" id="{B9B165C2-EC07-4A44-AAF3-D49785C9084D}"/>
              </a:ext>
            </a:extLst>
          </p:cNvPr>
          <p:cNvPicPr>
            <a:picLocks noChangeAspect="1" noChangeArrowheads="1"/>
          </p:cNvPicPr>
          <p:nvPr userDrawn="1"/>
        </p:nvPicPr>
        <p:blipFill>
          <a:blip r:embed="rId2" cstate="print">
            <a:clrChange>
              <a:clrFrom>
                <a:srgbClr val="1F2E6F"/>
              </a:clrFrom>
              <a:clrTo>
                <a:srgbClr val="1F2E6F">
                  <a:alpha val="0"/>
                </a:srgbClr>
              </a:clrTo>
            </a:clrChange>
            <a:extLst>
              <a:ext uri="{28A0092B-C50C-407E-A947-70E740481C1C}">
                <a14:useLocalDpi xmlns:a14="http://schemas.microsoft.com/office/drawing/2010/main" val="0"/>
              </a:ext>
            </a:extLst>
          </a:blip>
          <a:srcRect t="29691" r="65363" b="8409"/>
          <a:stretch>
            <a:fillRect/>
          </a:stretch>
        </p:blipFill>
        <p:spPr bwMode="auto">
          <a:xfrm>
            <a:off x="9709834" y="285953"/>
            <a:ext cx="2292490" cy="6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a:extLst>
              <a:ext uri="{FF2B5EF4-FFF2-40B4-BE49-F238E27FC236}">
                <a16:creationId xmlns:a16="http://schemas.microsoft.com/office/drawing/2014/main" id="{F5388E4D-9E42-489A-9FB7-C39ED2A8C38F}"/>
              </a:ext>
            </a:extLst>
          </p:cNvPr>
          <p:cNvCxnSpPr/>
          <p:nvPr userDrawn="1"/>
        </p:nvCxnSpPr>
        <p:spPr>
          <a:xfrm>
            <a:off x="984167" y="3234380"/>
            <a:ext cx="10404389" cy="0"/>
          </a:xfrm>
          <a:prstGeom prst="lin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EFCDA8B6-8696-4C2A-A9C0-2960493DA26E}"/>
              </a:ext>
            </a:extLst>
          </p:cNvPr>
          <p:cNvSpPr>
            <a:spLocks noGrp="1"/>
          </p:cNvSpPr>
          <p:nvPr>
            <p:ph type="title"/>
          </p:nvPr>
        </p:nvSpPr>
        <p:spPr>
          <a:xfrm>
            <a:off x="907967" y="2165350"/>
            <a:ext cx="10512508" cy="1325563"/>
          </a:xfrm>
        </p:spPr>
        <p:txBody>
          <a:bodyPr>
            <a:normAutofit/>
          </a:bodyPr>
          <a:lstStyle>
            <a:lvl1pPr>
              <a:defRPr sz="5800" b="1">
                <a:solidFill>
                  <a:schemeClr val="tx1">
                    <a:lumMod val="75000"/>
                  </a:schemeClr>
                </a:solidFill>
              </a:defRPr>
            </a:lvl1pPr>
          </a:lstStyle>
          <a:p>
            <a:r>
              <a:rPr lang="en-US" dirty="0"/>
              <a:t>Click to edit Master title style</a:t>
            </a:r>
            <a:endParaRPr lang="es-PE" dirty="0"/>
          </a:p>
        </p:txBody>
      </p:sp>
      <p:sp>
        <p:nvSpPr>
          <p:cNvPr id="28" name="Text Placeholder 27">
            <a:extLst>
              <a:ext uri="{FF2B5EF4-FFF2-40B4-BE49-F238E27FC236}">
                <a16:creationId xmlns:a16="http://schemas.microsoft.com/office/drawing/2014/main" id="{C0A5B85C-1F35-4131-8455-1CDD4DF5057E}"/>
              </a:ext>
            </a:extLst>
          </p:cNvPr>
          <p:cNvSpPr>
            <a:spLocks noGrp="1"/>
          </p:cNvSpPr>
          <p:nvPr>
            <p:ph type="body" sz="quarter" idx="14"/>
          </p:nvPr>
        </p:nvSpPr>
        <p:spPr>
          <a:xfrm>
            <a:off x="946150" y="3305175"/>
            <a:ext cx="8293100" cy="457200"/>
          </a:xfrm>
        </p:spPr>
        <p:txBody>
          <a:bodyPr>
            <a:noAutofit/>
          </a:bodyPr>
          <a:lstStyle>
            <a:lvl1pPr marL="0" indent="0">
              <a:buNone/>
              <a:defRPr sz="3600">
                <a:solidFill>
                  <a:schemeClr val="tx1">
                    <a:lumMod val="75000"/>
                  </a:schemeClr>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342551897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noRot="1" noMove="1" noResize="1" noEditPoints="1" noAdjustHandles="1" noChangeArrowheads="1" noChangeShapeType="1"/>
          </p:cNvSpPr>
          <p:nvPr>
            <p:ph type="sldNum" sz="quarter" idx="12"/>
          </p:nvPr>
        </p:nvSpPr>
        <p:spPr>
          <a:xfrm>
            <a:off x="11316524" y="6261231"/>
            <a:ext cx="914400" cy="593725"/>
          </a:xfrm>
        </p:spPr>
        <p:txBody>
          <a:bodyPr>
            <a:normAutofit/>
          </a:bodyPr>
          <a:lstStyle>
            <a:lvl1pPr>
              <a:defRPr sz="140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647700"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0"/>
            <a:ext cx="12204700"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143492" y="45809"/>
            <a:ext cx="10512508" cy="676275"/>
          </a:xfrm>
        </p:spPr>
        <p:txBody>
          <a:bodyPr>
            <a:normAutofit/>
          </a:bodyPr>
          <a:lstStyle>
            <a:lvl1pPr>
              <a:defRPr sz="2000" b="1">
                <a:solidFill>
                  <a:schemeClr val="tx1">
                    <a:lumMod val="75000"/>
                  </a:schemeClr>
                </a:solidFill>
              </a:defRPr>
            </a:lvl1pPr>
          </a:lstStyle>
          <a:p>
            <a:r>
              <a:rPr lang="en-US" dirty="0"/>
              <a:t>Click to edit Master title style</a:t>
            </a:r>
            <a:endParaRPr lang="es-PE" dirty="0"/>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0123" y="158293"/>
            <a:ext cx="13716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7351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6DF149-2DCE-4115-8E08-21CCF2839D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440AB0-945F-49A2-B705-118CACA5A0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84A27-23BC-4B47-9512-5DEF128F12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D6EEA-D3C0-4F36-ACD1-A51B75938038}" type="datetimeFigureOut">
              <a:rPr lang="en-US" smtClean="0"/>
              <a:t>8/25/2026</a:t>
            </a:fld>
            <a:endParaRPr lang="en-US"/>
          </a:p>
        </p:txBody>
      </p:sp>
      <p:sp>
        <p:nvSpPr>
          <p:cNvPr id="5" name="Footer Placeholder 4">
            <a:extLst>
              <a:ext uri="{FF2B5EF4-FFF2-40B4-BE49-F238E27FC236}">
                <a16:creationId xmlns:a16="http://schemas.microsoft.com/office/drawing/2014/main" id="{4FE22464-2B95-495A-AFA0-E9D2286ED5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75CECF7-45E4-40D7-9C45-3D6F796345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84ECDD-A7C2-4EE6-97AB-1765710749D2}" type="slidenum">
              <a:rPr lang="en-US" smtClean="0"/>
              <a:t>‹#›</a:t>
            </a:fld>
            <a:endParaRPr lang="en-US"/>
          </a:p>
        </p:txBody>
      </p:sp>
    </p:spTree>
    <p:extLst>
      <p:ext uri="{BB962C8B-B14F-4D97-AF65-F5344CB8AC3E}">
        <p14:creationId xmlns:p14="http://schemas.microsoft.com/office/powerpoint/2010/main" val="2266423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1400">
                <a:solidFill>
                  <a:schemeClr val="bg1">
                    <a:lumMod val="75000"/>
                  </a:schemeClr>
                </a:solidFill>
                <a:latin typeface="+mn-lt"/>
              </a:defRPr>
            </a:lvl1pPr>
          </a:lstStyle>
          <a:p>
            <a:fld id="{4022B31E-1B25-402D-B825-4747191115EA}" type="slidenum">
              <a:rPr lang="es-PE" smtClean="0"/>
              <a:pPr/>
              <a:t>‹#›</a:t>
            </a:fld>
            <a:endParaRPr lang="es-PE" dirty="0"/>
          </a:p>
        </p:txBody>
      </p:sp>
      <p:sp>
        <p:nvSpPr>
          <p:cNvPr id="12" name="Title Placeholder 11">
            <a:extLst>
              <a:ext uri="{FF2B5EF4-FFF2-40B4-BE49-F238E27FC236}">
                <a16:creationId xmlns:a16="http://schemas.microsoft.com/office/drawing/2014/main" id="{A9C050EE-E511-4C74-AD33-7E03252CCA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s-PE" dirty="0"/>
          </a:p>
        </p:txBody>
      </p:sp>
      <p:sp>
        <p:nvSpPr>
          <p:cNvPr id="13" name="Text Placeholder 12">
            <a:extLst>
              <a:ext uri="{FF2B5EF4-FFF2-40B4-BE49-F238E27FC236}">
                <a16:creationId xmlns:a16="http://schemas.microsoft.com/office/drawing/2014/main" id="{DF6B57E4-CBD8-4081-93D6-A7BF4066A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PE" dirty="0"/>
          </a:p>
        </p:txBody>
      </p:sp>
      <p:sp>
        <p:nvSpPr>
          <p:cNvPr id="14" name="Date Placeholder 13">
            <a:extLst>
              <a:ext uri="{FF2B5EF4-FFF2-40B4-BE49-F238E27FC236}">
                <a16:creationId xmlns:a16="http://schemas.microsoft.com/office/drawing/2014/main" id="{6FC7DF6F-A920-4C15-9B00-E696465F6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endParaRPr lang="es-PE" dirty="0"/>
          </a:p>
        </p:txBody>
      </p:sp>
      <p:sp>
        <p:nvSpPr>
          <p:cNvPr id="15" name="Rectangle 14">
            <a:extLst>
              <a:ext uri="{FF2B5EF4-FFF2-40B4-BE49-F238E27FC236}">
                <a16:creationId xmlns:a16="http://schemas.microsoft.com/office/drawing/2014/main" id="{7763537E-F69F-49D9-A667-F14676FFBAEF}"/>
              </a:ext>
            </a:extLst>
          </p:cNvPr>
          <p:cNvSpPr/>
          <p:nvPr userDrawn="1"/>
        </p:nvSpPr>
        <p:spPr>
          <a:xfrm>
            <a:off x="0" y="0"/>
            <a:ext cx="647700" cy="6858000"/>
          </a:xfrm>
          <a:prstGeom prst="rect">
            <a:avLst/>
          </a:prstGeom>
          <a:solidFill>
            <a:srgbClr val="00AEC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3213031889"/>
      </p:ext>
    </p:extLst>
  </p:cSld>
  <p:clrMap bg1="lt1" tx1="dk1" bg2="lt2" tx2="dk2" accent1="accent1" accent2="accent2" accent3="accent3" accent4="accent4" accent5="accent5" accent6="accent6" hlink="hlink" folHlink="folHlink"/>
  <p:sldLayoutIdLst>
    <p:sldLayoutId id="2147483676" r:id="rId1"/>
    <p:sldLayoutId id="2147483677" r:id="rId2"/>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2.emf"/><Relationship Id="rId5" Type="http://schemas.openxmlformats.org/officeDocument/2006/relationships/oleObject" Target="../embeddings/oleObject2.bin"/><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chart" Target="../charts/chart5.xml"/><Relationship Id="rId7"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6.png"/><Relationship Id="rId7" Type="http://schemas.openxmlformats.org/officeDocument/2006/relationships/oleObject" Target="../embeddings/oleObject5.bin"/><Relationship Id="rId12" Type="http://schemas.openxmlformats.org/officeDocument/2006/relationships/image" Target="../media/image21.emf"/><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8.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20.emf"/><Relationship Id="rId4" Type="http://schemas.openxmlformats.org/officeDocument/2006/relationships/image" Target="../media/image17.png"/><Relationship Id="rId9"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chart" Target="../charts/chart16.xml"/><Relationship Id="rId5" Type="http://schemas.openxmlformats.org/officeDocument/2006/relationships/chart" Target="../charts/chart15.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chart" Target="../charts/chart18.xml"/><Relationship Id="rId4" Type="http://schemas.openxmlformats.org/officeDocument/2006/relationships/chart" Target="../charts/chart17.xml"/></Relationships>
</file>

<file path=ppt/slides/_rels/slide15.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25.emf"/><Relationship Id="rId5" Type="http://schemas.openxmlformats.org/officeDocument/2006/relationships/oleObject" Target="../embeddings/oleObject10.bin"/><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chart" Target="../charts/chart19.xml"/><Relationship Id="rId7"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32.jpeg"/><Relationship Id="rId5" Type="http://schemas.openxmlformats.org/officeDocument/2006/relationships/image" Target="../media/image31.png"/><Relationship Id="rId4" Type="http://schemas.openxmlformats.org/officeDocument/2006/relationships/chart" Target="../charts/chart20.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6.emf"/><Relationship Id="rId5" Type="http://schemas.openxmlformats.org/officeDocument/2006/relationships/oleObject" Target="../embeddings/oleObject12.bin"/><Relationship Id="rId4" Type="http://schemas.openxmlformats.org/officeDocument/2006/relationships/image" Target="../media/image35.emf"/></Relationships>
</file>

<file path=ppt/slides/_rels/slide1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chart" Target="../charts/chart2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chart" Target="../charts/chart24.xml"/></Relationships>
</file>

<file path=ppt/slides/_rels/slide23.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chart" Target="../charts/chart26.xml"/></Relationships>
</file>

<file path=ppt/slides/_rels/slide24.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chart" Target="../charts/chart30.xml"/><Relationship Id="rId5" Type="http://schemas.openxmlformats.org/officeDocument/2006/relationships/chart" Target="../charts/chart29.xml"/><Relationship Id="rId4" Type="http://schemas.openxmlformats.org/officeDocument/2006/relationships/chart" Target="../charts/char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chart" Target="../charts/chart33.xml"/><Relationship Id="rId4" Type="http://schemas.openxmlformats.org/officeDocument/2006/relationships/chart" Target="../charts/chart3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chart" Target="../charts/chart34.xml"/><Relationship Id="rId4" Type="http://schemas.openxmlformats.org/officeDocument/2006/relationships/image" Target="../media/image42.emf"/></Relationships>
</file>

<file path=ppt/slides/_rels/slide28.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chart" Target="../charts/chart38.xml"/><Relationship Id="rId5" Type="http://schemas.openxmlformats.org/officeDocument/2006/relationships/chart" Target="../charts/chart37.xml"/><Relationship Id="rId4" Type="http://schemas.openxmlformats.org/officeDocument/2006/relationships/chart" Target="../charts/chart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30.xml"/><Relationship Id="rId1" Type="http://schemas.openxmlformats.org/officeDocument/2006/relationships/slideLayout" Target="../slideLayouts/slideLayout14.xml"/><Relationship Id="rId6" Type="http://schemas.openxmlformats.org/officeDocument/2006/relationships/image" Target="../media/image44.emf"/><Relationship Id="rId5" Type="http://schemas.openxmlformats.org/officeDocument/2006/relationships/oleObject" Target="../embeddings/oleObject14.bin"/><Relationship Id="rId10" Type="http://schemas.openxmlformats.org/officeDocument/2006/relationships/image" Target="../media/image46.emf"/><Relationship Id="rId4" Type="http://schemas.openxmlformats.org/officeDocument/2006/relationships/image" Target="../media/image43.emf"/><Relationship Id="rId9" Type="http://schemas.openxmlformats.org/officeDocument/2006/relationships/oleObject" Target="../embeddings/oleObject16.bin"/></Relationships>
</file>

<file path=ppt/slides/_rels/slide31.xml.rels><?xml version="1.0" encoding="UTF-8" standalone="yes"?>
<Relationships xmlns="http://schemas.openxmlformats.org/package/2006/relationships"><Relationship Id="rId3" Type="http://schemas.openxmlformats.org/officeDocument/2006/relationships/chart" Target="../charts/chart39.xml"/><Relationship Id="rId7" Type="http://schemas.openxmlformats.org/officeDocument/2006/relationships/image" Target="../media/image48.emf"/><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47.emf"/><Relationship Id="rId5" Type="http://schemas.openxmlformats.org/officeDocument/2006/relationships/chart" Target="../charts/chart41.xml"/><Relationship Id="rId4" Type="http://schemas.openxmlformats.org/officeDocument/2006/relationships/chart" Target="../charts/chart40.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chart" Target="../charts/chart42.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chart" Target="../charts/chart43.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chart" Target="../charts/chart4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image" Target="../media/image63.emf"/><Relationship Id="rId5" Type="http://schemas.openxmlformats.org/officeDocument/2006/relationships/oleObject" Target="../embeddings/oleObject18.bin"/><Relationship Id="rId4" Type="http://schemas.openxmlformats.org/officeDocument/2006/relationships/image" Target="../media/image62.emf"/></Relationships>
</file>

<file path=ppt/slides/_rels/slide4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jpeg"/><Relationship Id="rId4" Type="http://schemas.openxmlformats.org/officeDocument/2006/relationships/image" Target="../media/image65.png"/><Relationship Id="rId9" Type="http://schemas.openxmlformats.org/officeDocument/2006/relationships/image" Target="../media/image70.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5D0F72-492C-42FD-A39E-B4A879D082FD}"/>
              </a:ext>
            </a:extLst>
          </p:cNvPr>
          <p:cNvSpPr txBox="1"/>
          <p:nvPr/>
        </p:nvSpPr>
        <p:spPr>
          <a:xfrm>
            <a:off x="904875" y="2247900"/>
            <a:ext cx="9620250" cy="984885"/>
          </a:xfrm>
          <a:prstGeom prst="rect">
            <a:avLst/>
          </a:prstGeom>
          <a:noFill/>
        </p:spPr>
        <p:txBody>
          <a:bodyPr wrap="square" rtlCol="0">
            <a:spAutoFit/>
          </a:bodyPr>
          <a:lstStyle/>
          <a:p>
            <a:r>
              <a:rPr lang="en-US" sz="5800" noProof="1">
                <a:solidFill>
                  <a:schemeClr val="tx1">
                    <a:lumMod val="75000"/>
                  </a:schemeClr>
                </a:solidFill>
                <a:latin typeface="Trebuchet MS" panose="020B0603020202020204" pitchFamily="34" charset="0"/>
              </a:rPr>
              <a:t>Fixed Income &amp; FX</a:t>
            </a:r>
          </a:p>
        </p:txBody>
      </p:sp>
      <p:sp>
        <p:nvSpPr>
          <p:cNvPr id="3" name="TextBox 2">
            <a:extLst>
              <a:ext uri="{FF2B5EF4-FFF2-40B4-BE49-F238E27FC236}">
                <a16:creationId xmlns:a16="http://schemas.microsoft.com/office/drawing/2014/main" id="{36A06A6C-BCE7-4650-AFFA-B975DA7D4C5A}"/>
              </a:ext>
            </a:extLst>
          </p:cNvPr>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H1 - 2026</a:t>
            </a:r>
          </a:p>
        </p:txBody>
      </p:sp>
    </p:spTree>
    <p:extLst>
      <p:ext uri="{BB962C8B-B14F-4D97-AF65-F5344CB8AC3E}">
        <p14:creationId xmlns:p14="http://schemas.microsoft.com/office/powerpoint/2010/main" val="1328490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8B3D3-ED38-5B0A-ED2B-BEBEB470BF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A92A93-2219-95DA-71D9-F42E416EF6B1}"/>
              </a:ext>
            </a:extLst>
          </p:cNvPr>
          <p:cNvSpPr txBox="1"/>
          <p:nvPr/>
        </p:nvSpPr>
        <p:spPr>
          <a:xfrm>
            <a:off x="161925" y="152400"/>
            <a:ext cx="1111567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rPr>
              <a:t>Agenda</a:t>
            </a:r>
          </a:p>
        </p:txBody>
      </p:sp>
      <p:sp>
        <p:nvSpPr>
          <p:cNvPr id="5" name="Slide Number Placeholder 4">
            <a:extLst>
              <a:ext uri="{FF2B5EF4-FFF2-40B4-BE49-F238E27FC236}">
                <a16:creationId xmlns:a16="http://schemas.microsoft.com/office/drawing/2014/main" id="{6381C0DD-220E-182C-C6AC-AFFD60432D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PE" sz="1400" b="0"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0" name="Rectangle 9">
            <a:extLst>
              <a:ext uri="{FF2B5EF4-FFF2-40B4-BE49-F238E27FC236}">
                <a16:creationId xmlns:a16="http://schemas.microsoft.com/office/drawing/2014/main" id="{EA519E41-941C-96B8-A31D-65E005F2C585}"/>
              </a:ext>
            </a:extLst>
          </p:cNvPr>
          <p:cNvSpPr/>
          <p:nvPr/>
        </p:nvSpPr>
        <p:spPr>
          <a:xfrm>
            <a:off x="951384" y="1043205"/>
            <a:ext cx="10289232" cy="5736536"/>
          </a:xfrm>
          <a:prstGeom prst="rect">
            <a:avLst/>
          </a:prstGeom>
        </p:spPr>
        <p:txBody>
          <a:bodyPr wrap="square">
            <a:noAutofit/>
          </a:bodyPr>
          <a:lstStyle/>
          <a:p>
            <a:pPr marL="228600" lvl="0" indent="-228600">
              <a:spcBef>
                <a:spcPts val="1200"/>
              </a:spcBef>
              <a:spcAft>
                <a:spcPts val="1200"/>
              </a:spcAft>
              <a:buFont typeface="+mj-lt"/>
              <a:buAutoNum type="arabicPeriod"/>
              <a:defRPr/>
            </a:pPr>
            <a:r>
              <a:rPr lang="en-US" sz="1400" b="1" dirty="0">
                <a:solidFill>
                  <a:srgbClr val="242424"/>
                </a:solidFill>
                <a:latin typeface="Arial Narrow" panose="020B0606020202030204" pitchFamily="34" charset="0"/>
                <a:cs typeface="Arial" panose="020B0604020202020204" pitchFamily="34" charset="0"/>
              </a:rPr>
              <a:t>US Fixed Income 2026: Can’t buy(back) me love</a:t>
            </a:r>
            <a:endParaRPr lang="es-PE" sz="1400" b="1" dirty="0">
              <a:solidFill>
                <a:srgbClr val="242424"/>
              </a:solidFill>
              <a:latin typeface="Arial Narrow" panose="020B0606020202030204" pitchFamily="34" charset="0"/>
              <a:cs typeface="Arial" panose="020B0604020202020204" pitchFamily="34" charset="0"/>
            </a:endParaRP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The Warsh Fed: New Face, Same Playbook</a:t>
            </a: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Trump's Inflationary Legacy</a:t>
            </a: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EM/ Frontier Market vs DM </a:t>
            </a: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Credit Spreads: Rich Valuations</a:t>
            </a:r>
            <a:r>
              <a:rPr lang="en-US" sz="1400" b="1" dirty="0">
                <a:solidFill>
                  <a:srgbClr val="242424"/>
                </a:solidFill>
                <a:latin typeface="Arial Narrow" panose="020B0606020202030204" pitchFamily="34" charset="0"/>
                <a:cs typeface="Arial" panose="020B0604020202020204" pitchFamily="34" charset="0"/>
              </a:rPr>
              <a:t> and AI supply</a:t>
            </a:r>
            <a:endPar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FI: Expected returns</a:t>
            </a:r>
          </a:p>
          <a:p>
            <a:pPr marL="228600" marR="0" lvl="0" indent="-228600" algn="l" defTabSz="914400" rtl="0" eaLnBrk="1" fontAlgn="auto" latinLnBrk="0" hangingPunct="1">
              <a:lnSpc>
                <a:spcPct val="100000"/>
              </a:lnSpc>
              <a:spcBef>
                <a:spcPts val="1200"/>
              </a:spcBef>
              <a:spcAft>
                <a:spcPts val="1200"/>
              </a:spcAft>
              <a:buClrTx/>
              <a:buSzTx/>
              <a:buFont typeface="+mj-lt"/>
              <a:buAutoNum type="arabicPeriod"/>
              <a:tabLst/>
              <a:defRPr/>
            </a:pPr>
            <a:r>
              <a:rPr kumimoji="0" lang="es-PE" sz="1400" b="1"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Idiosyncratic</a:t>
            </a:r>
            <a:r>
              <a:rPr kumimoji="0" lang="es-PE"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Premias</a:t>
            </a:r>
            <a:endPar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FI: new model</a:t>
            </a:r>
          </a:p>
          <a:p>
            <a:pPr marL="857250" marR="0" lvl="1" indent="-400050" algn="l" defTabSz="914400" rtl="0" eaLnBrk="1" fontAlgn="auto" latinLnBrk="0" hangingPunct="1">
              <a:lnSpc>
                <a:spcPct val="100000"/>
              </a:lnSpc>
              <a:spcBef>
                <a:spcPts val="1200"/>
              </a:spcBef>
              <a:spcAft>
                <a:spcPts val="1200"/>
              </a:spcAft>
              <a:buClrTx/>
              <a:buSzTx/>
              <a:buFont typeface="+mj-lt"/>
              <a:buAutoNum type="romanLcPeriod"/>
              <a:tabLst/>
              <a:defRPr/>
            </a:pPr>
            <a:r>
              <a:rPr kumimoji="0" lang="en-US" sz="1400" b="1"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Latam view</a:t>
            </a:r>
          </a:p>
        </p:txBody>
      </p:sp>
      <p:grpSp>
        <p:nvGrpSpPr>
          <p:cNvPr id="6" name="Group 5">
            <a:extLst>
              <a:ext uri="{FF2B5EF4-FFF2-40B4-BE49-F238E27FC236}">
                <a16:creationId xmlns:a16="http://schemas.microsoft.com/office/drawing/2014/main" id="{4E441EA9-A891-A957-217E-FDA5A1489AF6}"/>
              </a:ext>
            </a:extLst>
          </p:cNvPr>
          <p:cNvGrpSpPr/>
          <p:nvPr/>
        </p:nvGrpSpPr>
        <p:grpSpPr>
          <a:xfrm>
            <a:off x="5505064" y="1464577"/>
            <a:ext cx="6268660" cy="4176495"/>
            <a:chOff x="5571739" y="1226452"/>
            <a:chExt cx="6268660" cy="4176495"/>
          </a:xfrm>
        </p:grpSpPr>
        <p:pic>
          <p:nvPicPr>
            <p:cNvPr id="2" name="Picture 1">
              <a:extLst>
                <a:ext uri="{FF2B5EF4-FFF2-40B4-BE49-F238E27FC236}">
                  <a16:creationId xmlns:a16="http://schemas.microsoft.com/office/drawing/2014/main" id="{5F727A32-77CF-AC31-2858-3AB08571A16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71739" y="1226452"/>
              <a:ext cx="6268660" cy="4176495"/>
            </a:xfrm>
            <a:prstGeom prst="rect">
              <a:avLst/>
            </a:prstGeom>
          </p:spPr>
        </p:pic>
        <p:pic>
          <p:nvPicPr>
            <p:cNvPr id="3" name="Picture 2">
              <a:extLst>
                <a:ext uri="{FF2B5EF4-FFF2-40B4-BE49-F238E27FC236}">
                  <a16:creationId xmlns:a16="http://schemas.microsoft.com/office/drawing/2014/main" id="{841ECEFE-00E4-4256-359E-E2DF7679CF6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71739" y="1226452"/>
              <a:ext cx="2086361" cy="4176495"/>
            </a:xfrm>
            <a:prstGeom prst="rect">
              <a:avLst/>
            </a:prstGeom>
          </p:spPr>
        </p:pic>
      </p:grpSp>
    </p:spTree>
    <p:extLst>
      <p:ext uri="{BB962C8B-B14F-4D97-AF65-F5344CB8AC3E}">
        <p14:creationId xmlns:p14="http://schemas.microsoft.com/office/powerpoint/2010/main" val="2253665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5A35-AD03-EE72-2A35-CC8856B3C5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FD317F-1ADD-5ACC-1D71-5D3711237782}"/>
              </a:ext>
            </a:extLst>
          </p:cNvPr>
          <p:cNvSpPr txBox="1"/>
          <p:nvPr/>
        </p:nvSpPr>
        <p:spPr>
          <a:xfrm>
            <a:off x="818780" y="2503626"/>
            <a:ext cx="12195983" cy="707886"/>
          </a:xfrm>
          <a:prstGeom prst="rect">
            <a:avLst/>
          </a:prstGeom>
          <a:noFill/>
        </p:spPr>
        <p:txBody>
          <a:bodyPr wrap="square" rtlCol="0">
            <a:spAutoFit/>
          </a:bodyPr>
          <a:lstStyle/>
          <a:p>
            <a:r>
              <a:rPr lang="en-US" sz="4000" noProof="1">
                <a:solidFill>
                  <a:schemeClr val="tx1">
                    <a:lumMod val="75000"/>
                  </a:schemeClr>
                </a:solidFill>
                <a:latin typeface="Trebuchet MS" panose="020B0603020202020204" pitchFamily="34" charset="0"/>
              </a:rPr>
              <a:t>US: Can’t buy(back) me love</a:t>
            </a:r>
          </a:p>
        </p:txBody>
      </p:sp>
      <p:sp>
        <p:nvSpPr>
          <p:cNvPr id="2" name="Slide Number Placeholder 1">
            <a:extLst>
              <a:ext uri="{FF2B5EF4-FFF2-40B4-BE49-F238E27FC236}">
                <a16:creationId xmlns:a16="http://schemas.microsoft.com/office/drawing/2014/main" id="{40F884BF-A623-E1E3-774F-8F3C4B6AA8A6}"/>
              </a:ext>
            </a:extLst>
          </p:cNvPr>
          <p:cNvSpPr>
            <a:spLocks noGrp="1"/>
          </p:cNvSpPr>
          <p:nvPr>
            <p:ph type="sldNum" sz="quarter" idx="12"/>
          </p:nvPr>
        </p:nvSpPr>
        <p:spPr/>
        <p:txBody>
          <a:bodyPr/>
          <a:lstStyle/>
          <a:p>
            <a:fld id="{4022B31E-1B25-402D-B825-4747191115EA}" type="slidenum">
              <a:rPr lang="es-PE" smtClean="0"/>
              <a:pPr/>
              <a:t>3</a:t>
            </a:fld>
            <a:endParaRPr lang="es-PE" dirty="0"/>
          </a:p>
        </p:txBody>
      </p:sp>
    </p:spTree>
    <p:extLst>
      <p:ext uri="{BB962C8B-B14F-4D97-AF65-F5344CB8AC3E}">
        <p14:creationId xmlns:p14="http://schemas.microsoft.com/office/powerpoint/2010/main" val="2888876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E23FF-3E5C-3E68-68C3-912E5DBDBDB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FC3A3C9-B446-6E46-3F05-843BA8CBEA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F713CB88-D312-F9D0-7E76-2FB8F62B7A78}"/>
              </a:ext>
            </a:extLst>
          </p:cNvPr>
          <p:cNvSpPr txBox="1"/>
          <p:nvPr/>
        </p:nvSpPr>
        <p:spPr>
          <a:xfrm>
            <a:off x="161925" y="152400"/>
            <a:ext cx="111156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Trebuchet MS" panose="020B0603020202020204" pitchFamily="34" charset="0"/>
              </a:rPr>
              <a:t>The Warsh Fed: New Face, Same Playbook</a:t>
            </a:r>
          </a:p>
        </p:txBody>
      </p:sp>
      <p:sp>
        <p:nvSpPr>
          <p:cNvPr id="11" name="Rectangle 9">
            <a:extLst>
              <a:ext uri="{FF2B5EF4-FFF2-40B4-BE49-F238E27FC236}">
                <a16:creationId xmlns:a16="http://schemas.microsoft.com/office/drawing/2014/main" id="{55A267FD-4B76-551D-819B-1B9363ADF193}"/>
              </a:ext>
            </a:extLst>
          </p:cNvPr>
          <p:cNvSpPr/>
          <p:nvPr/>
        </p:nvSpPr>
        <p:spPr>
          <a:xfrm>
            <a:off x="769427"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Goldman Sachs and JP Morgan. Elaboración propia</a:t>
            </a:r>
            <a:r>
              <a:rPr lang="es-PE" sz="900" dirty="0">
                <a:solidFill>
                  <a:srgbClr val="242424"/>
                </a:solidFill>
                <a:latin typeface="Arial Narrow" panose="020B0606020202030204" pitchFamily="34" charset="0"/>
                <a:cs typeface="Arial" panose="020B0604020202020204" pitchFamily="34" charset="0"/>
              </a:rPr>
              <a:t>.</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C5731912-92F8-05F2-3E37-8380E3D44FA3}"/>
              </a:ext>
            </a:extLst>
          </p:cNvPr>
          <p:cNvSpPr txBox="1"/>
          <p:nvPr/>
        </p:nvSpPr>
        <p:spPr>
          <a:xfrm>
            <a:off x="674339" y="860846"/>
            <a:ext cx="6369555" cy="461665"/>
          </a:xfrm>
          <a:prstGeom prst="rect">
            <a:avLst/>
          </a:prstGeom>
          <a:noFill/>
        </p:spPr>
        <p:txBody>
          <a:bodyPr wrap="square" rtlCol="0">
            <a:spAutoFit/>
          </a:bodyPr>
          <a:lstStyle/>
          <a:p>
            <a:pPr algn="ctr"/>
            <a:r>
              <a:rPr lang="en-US" sz="1200" b="1" dirty="0">
                <a:solidFill>
                  <a:srgbClr val="000000"/>
                </a:solidFill>
                <a:latin typeface="Trebuchet MS" panose="020B0603020202020204" pitchFamily="34" charset="0"/>
              </a:rPr>
              <a:t>Fed Chairman Kevin Warsh Recently Announced the Leaders of His Five Task Forces 	</a:t>
            </a:r>
          </a:p>
        </p:txBody>
      </p:sp>
      <p:graphicFrame>
        <p:nvGraphicFramePr>
          <p:cNvPr id="4" name="Table 3">
            <a:extLst>
              <a:ext uri="{FF2B5EF4-FFF2-40B4-BE49-F238E27FC236}">
                <a16:creationId xmlns:a16="http://schemas.microsoft.com/office/drawing/2014/main" id="{6390D00A-EAB1-EB51-98F5-2AA22026DB4F}"/>
              </a:ext>
            </a:extLst>
          </p:cNvPr>
          <p:cNvGraphicFramePr>
            <a:graphicFrameLocks noGrp="1"/>
          </p:cNvGraphicFramePr>
          <p:nvPr>
            <p:extLst>
              <p:ext uri="{D42A27DB-BD31-4B8C-83A1-F6EECF244321}">
                <p14:modId xmlns:p14="http://schemas.microsoft.com/office/powerpoint/2010/main" val="3149267594"/>
              </p:ext>
            </p:extLst>
          </p:nvPr>
        </p:nvGraphicFramePr>
        <p:xfrm>
          <a:off x="769427" y="1253248"/>
          <a:ext cx="6274467" cy="5119284"/>
        </p:xfrm>
        <a:graphic>
          <a:graphicData uri="http://schemas.openxmlformats.org/drawingml/2006/table">
            <a:tbl>
              <a:tblPr/>
              <a:tblGrid>
                <a:gridCol w="1471355">
                  <a:extLst>
                    <a:ext uri="{9D8B030D-6E8A-4147-A177-3AD203B41FA5}">
                      <a16:colId xmlns:a16="http://schemas.microsoft.com/office/drawing/2014/main" val="2052468981"/>
                    </a:ext>
                  </a:extLst>
                </a:gridCol>
                <a:gridCol w="1969477">
                  <a:extLst>
                    <a:ext uri="{9D8B030D-6E8A-4147-A177-3AD203B41FA5}">
                      <a16:colId xmlns:a16="http://schemas.microsoft.com/office/drawing/2014/main" val="2244579771"/>
                    </a:ext>
                  </a:extLst>
                </a:gridCol>
                <a:gridCol w="2833635">
                  <a:extLst>
                    <a:ext uri="{9D8B030D-6E8A-4147-A177-3AD203B41FA5}">
                      <a16:colId xmlns:a16="http://schemas.microsoft.com/office/drawing/2014/main" val="3121421449"/>
                    </a:ext>
                  </a:extLst>
                </a:gridCol>
              </a:tblGrid>
              <a:tr h="193245">
                <a:tc gridSpan="3">
                  <a:txBody>
                    <a:bodyPr/>
                    <a:lstStyle/>
                    <a:p>
                      <a:pPr algn="ctr" fontAlgn="ctr">
                        <a:buNone/>
                      </a:pPr>
                      <a:r>
                        <a:rPr lang="es-PE" sz="1000" b="1" i="0" u="none" strike="noStrike" dirty="0">
                          <a:solidFill>
                            <a:srgbClr val="FFFFFF"/>
                          </a:solidFill>
                          <a:effectLst/>
                          <a:latin typeface="Trebuchet MS" panose="020B0603020202020204" pitchFamily="34" charset="0"/>
                        </a:rPr>
                        <a:t>Fed </a:t>
                      </a:r>
                      <a:r>
                        <a:rPr lang="es-PE" sz="1000" b="1" i="0" u="none" strike="noStrike" dirty="0" err="1">
                          <a:solidFill>
                            <a:srgbClr val="FFFFFF"/>
                          </a:solidFill>
                          <a:effectLst/>
                          <a:latin typeface="Trebuchet MS" panose="020B0603020202020204" pitchFamily="34" charset="0"/>
                        </a:rPr>
                        <a:t>Chairman's</a:t>
                      </a:r>
                      <a:r>
                        <a:rPr lang="es-PE" sz="1000" b="1" i="0" u="none" strike="noStrike" dirty="0">
                          <a:solidFill>
                            <a:srgbClr val="FFFFFF"/>
                          </a:solidFill>
                          <a:effectLst/>
                          <a:latin typeface="Trebuchet MS" panose="020B0603020202020204" pitchFamily="34" charset="0"/>
                        </a:rPr>
                        <a:t> </a:t>
                      </a:r>
                      <a:r>
                        <a:rPr lang="es-PE" sz="1000" b="1" i="0" u="none" strike="noStrike" dirty="0" err="1">
                          <a:solidFill>
                            <a:srgbClr val="FFFFFF"/>
                          </a:solidFill>
                          <a:effectLst/>
                          <a:latin typeface="Trebuchet MS" panose="020B0603020202020204" pitchFamily="34" charset="0"/>
                        </a:rPr>
                        <a:t>Task</a:t>
                      </a:r>
                      <a:r>
                        <a:rPr lang="es-PE" sz="1000" b="1" i="0" u="none" strike="noStrike" dirty="0">
                          <a:solidFill>
                            <a:srgbClr val="FFFFFF"/>
                          </a:solidFill>
                          <a:effectLst/>
                          <a:latin typeface="Trebuchet MS" panose="020B0603020202020204" pitchFamily="34" charset="0"/>
                        </a:rPr>
                        <a:t> </a:t>
                      </a:r>
                      <a:r>
                        <a:rPr lang="es-PE" sz="1000" b="1" i="0" u="none" strike="noStrike" dirty="0" err="1">
                          <a:solidFill>
                            <a:srgbClr val="FFFFFF"/>
                          </a:solidFill>
                          <a:effectLst/>
                          <a:latin typeface="Trebuchet MS" panose="020B0603020202020204" pitchFamily="34" charset="0"/>
                        </a:rPr>
                        <a:t>Forces</a:t>
                      </a:r>
                      <a:r>
                        <a:rPr lang="es-PE" sz="1000" b="1" i="0" u="none" strike="noStrike" dirty="0">
                          <a:solidFill>
                            <a:srgbClr val="FFFFFF"/>
                          </a:solidFill>
                          <a:effectLst/>
                          <a:latin typeface="Trebuchet MS" panose="020B0603020202020204" pitchFamily="34" charset="0"/>
                        </a:rPr>
                        <a:t> </a:t>
                      </a:r>
                      <a:r>
                        <a:rPr lang="es-PE" sz="1000" b="1" i="0" u="none" strike="noStrike" dirty="0" err="1">
                          <a:solidFill>
                            <a:srgbClr val="FFFFFF"/>
                          </a:solidFill>
                          <a:effectLst/>
                          <a:latin typeface="Trebuchet MS" panose="020B0603020202020204" pitchFamily="34" charset="0"/>
                        </a:rPr>
                        <a:t>for</a:t>
                      </a:r>
                      <a:r>
                        <a:rPr lang="es-PE" sz="1000" b="1" i="0" u="none" strike="noStrike" dirty="0">
                          <a:solidFill>
                            <a:srgbClr val="FFFFFF"/>
                          </a:solidFill>
                          <a:effectLst/>
                          <a:latin typeface="Trebuchet MS" panose="020B0603020202020204" pitchFamily="34" charset="0"/>
                        </a:rPr>
                        <a:t> </a:t>
                      </a:r>
                      <a:r>
                        <a:rPr lang="es-PE" sz="1000" b="1" i="0" u="none" strike="noStrike" dirty="0" err="1">
                          <a:solidFill>
                            <a:srgbClr val="FFFFFF"/>
                          </a:solidFill>
                          <a:effectLst/>
                          <a:latin typeface="Trebuchet MS" panose="020B0603020202020204" pitchFamily="34" charset="0"/>
                        </a:rPr>
                        <a:t>Advancing</a:t>
                      </a:r>
                      <a:r>
                        <a:rPr lang="es-PE" sz="1000" b="1" i="0" u="none" strike="noStrike" dirty="0">
                          <a:solidFill>
                            <a:srgbClr val="FFFFFF"/>
                          </a:solidFill>
                          <a:effectLst/>
                          <a:latin typeface="Trebuchet MS" panose="020B0603020202020204" pitchFamily="34" charset="0"/>
                        </a:rPr>
                        <a:t> </a:t>
                      </a:r>
                      <a:r>
                        <a:rPr lang="es-PE" sz="1000" b="1" i="0" u="none" strike="noStrike" dirty="0" err="1">
                          <a:solidFill>
                            <a:srgbClr val="FFFFFF"/>
                          </a:solidFill>
                          <a:effectLst/>
                          <a:latin typeface="Trebuchet MS" panose="020B0603020202020204" pitchFamily="34" charset="0"/>
                        </a:rPr>
                        <a:t>Monetary</a:t>
                      </a:r>
                      <a:r>
                        <a:rPr lang="es-PE" sz="1000" b="1" i="0" u="none" strike="noStrike" dirty="0">
                          <a:solidFill>
                            <a:srgbClr val="FFFFFF"/>
                          </a:solidFill>
                          <a:effectLst/>
                          <a:latin typeface="Trebuchet MS" panose="020B0603020202020204" pitchFamily="34" charset="0"/>
                        </a:rPr>
                        <a:t> Policy</a:t>
                      </a:r>
                    </a:p>
                  </a:txBody>
                  <a:tcPr marL="6664" marR="6664" marT="6664" marB="0" anchor="ctr">
                    <a:lnL>
                      <a:noFill/>
                    </a:lnL>
                    <a:lnR>
                      <a:noFill/>
                    </a:lnR>
                    <a:lnT>
                      <a:noFill/>
                    </a:lnT>
                    <a:lnB w="6350" cap="flat" cmpd="sng" algn="ctr">
                      <a:solidFill>
                        <a:srgbClr val="BFBFBF"/>
                      </a:solidFill>
                      <a:prstDash val="solid"/>
                      <a:round/>
                      <a:headEnd type="none" w="med" len="med"/>
                      <a:tailEnd type="none" w="med" len="med"/>
                    </a:lnB>
                    <a:solidFill>
                      <a:srgbClr val="1F3864"/>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997289842"/>
                  </a:ext>
                </a:extLst>
              </a:tr>
              <a:tr h="159927">
                <a:tc>
                  <a:txBody>
                    <a:bodyPr/>
                    <a:lstStyle/>
                    <a:p>
                      <a:pPr algn="ctr" fontAlgn="ctr">
                        <a:buNone/>
                      </a:pPr>
                      <a:r>
                        <a:rPr lang="es-PE" sz="1000" b="1" i="0" u="none" strike="noStrike" dirty="0" err="1">
                          <a:solidFill>
                            <a:srgbClr val="FFFFFF"/>
                          </a:solidFill>
                          <a:effectLst/>
                          <a:latin typeface="Trebuchet MS" panose="020B0603020202020204" pitchFamily="34" charset="0"/>
                        </a:rPr>
                        <a:t>Task</a:t>
                      </a:r>
                      <a:r>
                        <a:rPr lang="es-PE" sz="1000" b="1" i="0" u="none" strike="noStrike" dirty="0">
                          <a:solidFill>
                            <a:srgbClr val="FFFFFF"/>
                          </a:solidFill>
                          <a:effectLst/>
                          <a:latin typeface="Trebuchet MS" panose="020B0603020202020204" pitchFamily="34" charset="0"/>
                        </a:rPr>
                        <a:t> Force</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5395"/>
                    </a:solidFill>
                  </a:tcPr>
                </a:tc>
                <a:tc>
                  <a:txBody>
                    <a:bodyPr/>
                    <a:lstStyle/>
                    <a:p>
                      <a:pPr algn="ctr" fontAlgn="ctr">
                        <a:buNone/>
                      </a:pPr>
                      <a:r>
                        <a:rPr lang="es-PE" sz="1000" b="1" i="0" u="none" strike="noStrike">
                          <a:solidFill>
                            <a:srgbClr val="FFFFFF"/>
                          </a:solidFill>
                          <a:effectLst/>
                          <a:latin typeface="Trebuchet MS" panose="020B0603020202020204" pitchFamily="34" charset="0"/>
                        </a:rPr>
                        <a:t>Goal</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5395"/>
                    </a:solidFill>
                  </a:tcPr>
                </a:tc>
                <a:tc>
                  <a:txBody>
                    <a:bodyPr/>
                    <a:lstStyle/>
                    <a:p>
                      <a:pPr algn="ctr" fontAlgn="ctr">
                        <a:buNone/>
                      </a:pPr>
                      <a:r>
                        <a:rPr lang="es-PE" sz="1000" b="1" i="0" u="none" strike="noStrike" dirty="0">
                          <a:solidFill>
                            <a:srgbClr val="FFFFFF"/>
                          </a:solidFill>
                          <a:effectLst/>
                          <a:latin typeface="Trebuchet MS" panose="020B0603020202020204" pitchFamily="34" charset="0"/>
                        </a:rPr>
                        <a:t>Leaders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5395"/>
                    </a:solidFill>
                  </a:tcPr>
                </a:tc>
                <a:extLst>
                  <a:ext uri="{0D108BD9-81ED-4DB2-BD59-A6C34878D82A}">
                    <a16:rowId xmlns:a16="http://schemas.microsoft.com/office/drawing/2014/main" val="1602877779"/>
                  </a:ext>
                </a:extLst>
              </a:tr>
              <a:tr h="266544">
                <a:tc rowSpan="3">
                  <a:txBody>
                    <a:bodyPr/>
                    <a:lstStyle/>
                    <a:p>
                      <a:pPr algn="l" fontAlgn="ctr">
                        <a:buNone/>
                      </a:pPr>
                      <a:r>
                        <a:rPr lang="es-PE" sz="1000" b="1" i="0" u="none" strike="noStrike" dirty="0" err="1">
                          <a:solidFill>
                            <a:srgbClr val="000000"/>
                          </a:solidFill>
                          <a:effectLst/>
                          <a:latin typeface="Trebuchet MS" panose="020B0603020202020204" pitchFamily="34" charset="0"/>
                        </a:rPr>
                        <a:t>Communications</a:t>
                      </a:r>
                      <a:endParaRPr lang="es-PE" sz="1000" b="1" i="0" u="none" strike="noStrike" dirty="0">
                        <a:solidFill>
                          <a:srgbClr val="000000"/>
                        </a:solidFill>
                        <a:effectLst/>
                        <a:latin typeface="Trebuchet MS" panose="020B0603020202020204" pitchFamily="34" charset="0"/>
                      </a:endParaRP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rowSpan="3">
                  <a:txBody>
                    <a:bodyPr/>
                    <a:lstStyle/>
                    <a:p>
                      <a:pPr algn="l" fontAlgn="ctr">
                        <a:buNone/>
                      </a:pPr>
                      <a:r>
                        <a:rPr lang="es-PE" sz="1000" b="0" i="0" u="none" strike="noStrike" dirty="0" err="1">
                          <a:solidFill>
                            <a:srgbClr val="000000"/>
                          </a:solidFill>
                          <a:effectLst/>
                          <a:latin typeface="Trebuchet MS" panose="020B0603020202020204" pitchFamily="34" charset="0"/>
                        </a:rPr>
                        <a:t>Review</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how</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Federal Reserve </a:t>
                      </a:r>
                      <a:r>
                        <a:rPr lang="es-PE" sz="1000" b="0" i="0" u="none" strike="noStrike" dirty="0" err="1">
                          <a:solidFill>
                            <a:srgbClr val="000000"/>
                          </a:solidFill>
                          <a:effectLst/>
                          <a:latin typeface="Trebuchet MS" panose="020B0603020202020204" pitchFamily="34" charset="0"/>
                        </a:rPr>
                        <a:t>conveys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policy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deliberations</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decisions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amid</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uncertainty</a:t>
                      </a:r>
                      <a:r>
                        <a:rPr lang="es-PE" sz="1000" b="0" i="0" u="none" strike="noStrike" dirty="0">
                          <a:solidFill>
                            <a:srgbClr val="000000"/>
                          </a:solidFill>
                          <a:effectLst/>
                          <a:latin typeface="Trebuchet MS" panose="020B0603020202020204" pitchFamily="34" charset="0"/>
                        </a:rPr>
                        <a:t>.</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PE" sz="1000" b="0" i="0" u="none" strike="noStrike">
                          <a:solidFill>
                            <a:srgbClr val="000000"/>
                          </a:solidFill>
                          <a:effectLst/>
                          <a:latin typeface="Trebuchet MS" panose="020B0603020202020204" pitchFamily="34" charset="0"/>
                        </a:rPr>
                        <a:t>Peter Fisher, Professor of Practice, Foster School of Business University of Washington</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448221126"/>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1" i="0" u="none" strike="noStrike" dirty="0">
                          <a:solidFill>
                            <a:srgbClr val="C00000"/>
                          </a:solidFill>
                          <a:effectLst/>
                          <a:latin typeface="Trebuchet MS" panose="020B0603020202020204" pitchFamily="34" charset="0"/>
                        </a:rPr>
                        <a:t>Arminio Fraga, </a:t>
                      </a:r>
                      <a:r>
                        <a:rPr lang="es-PE" sz="1000" b="0" i="0" u="none" strike="noStrike" dirty="0" err="1">
                          <a:solidFill>
                            <a:srgbClr val="000000"/>
                          </a:solidFill>
                          <a:effectLst/>
                          <a:latin typeface="Trebuchet MS" panose="020B0603020202020204" pitchFamily="34" charset="0"/>
                        </a:rPr>
                        <a:t>Chairman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Gávea</a:t>
                      </a:r>
                      <a:r>
                        <a:rPr lang="es-PE" sz="1000" b="0" i="0" u="none" strike="noStrike" dirty="0">
                          <a:solidFill>
                            <a:srgbClr val="000000"/>
                          </a:solidFill>
                          <a:effectLst/>
                          <a:latin typeface="Trebuchet MS" panose="020B0603020202020204" pitchFamily="34" charset="0"/>
                        </a:rPr>
                        <a:t> Investimentos; </a:t>
                      </a:r>
                      <a:r>
                        <a:rPr lang="es-PE" sz="1000" b="0" i="0" u="none" strike="noStrike" dirty="0" err="1">
                          <a:solidFill>
                            <a:srgbClr val="000000"/>
                          </a:solidFill>
                          <a:effectLst/>
                          <a:latin typeface="Trebuchet MS" panose="020B0603020202020204" pitchFamily="34" charset="0"/>
                        </a:rPr>
                        <a:t>former</a:t>
                      </a:r>
                      <a:r>
                        <a:rPr lang="es-PE" sz="1000" b="0" i="0" u="none" strike="noStrike" dirty="0">
                          <a:solidFill>
                            <a:srgbClr val="000000"/>
                          </a:solidFill>
                          <a:effectLst/>
                          <a:latin typeface="Trebuchet MS" panose="020B0603020202020204" pitchFamily="34" charset="0"/>
                        </a:rPr>
                        <a:t> President, Central Bank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Brazil</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732572483"/>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1" i="0" u="none" strike="noStrike" dirty="0">
                          <a:solidFill>
                            <a:srgbClr val="C00000"/>
                          </a:solidFill>
                          <a:effectLst/>
                          <a:latin typeface="Trebuchet MS" panose="020B0603020202020204" pitchFamily="34" charset="0"/>
                        </a:rPr>
                        <a:t>Mervyn King</a:t>
                      </a:r>
                      <a:r>
                        <a:rPr lang="es-PE" sz="1000" b="0" i="0" u="none" strike="noStrike" dirty="0">
                          <a:solidFill>
                            <a:srgbClr val="000000"/>
                          </a:solidFill>
                          <a:effectLst/>
                          <a:latin typeface="Trebuchet MS" panose="020B0603020202020204" pitchFamily="34" charset="0"/>
                        </a:rPr>
                        <a:t>, Former Governor, Bank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England</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522842462"/>
                  </a:ext>
                </a:extLst>
              </a:tr>
              <a:tr h="266544">
                <a:tc rowSpan="3">
                  <a:txBody>
                    <a:bodyPr/>
                    <a:lstStyle/>
                    <a:p>
                      <a:pPr algn="l" fontAlgn="ctr">
                        <a:buNone/>
                      </a:pPr>
                      <a:r>
                        <a:rPr lang="es-PE" sz="1000" b="1" i="0" u="none" strike="noStrike">
                          <a:solidFill>
                            <a:srgbClr val="000000"/>
                          </a:solidFill>
                          <a:effectLst/>
                          <a:latin typeface="Trebuchet MS" panose="020B0603020202020204" pitchFamily="34" charset="0"/>
                        </a:rPr>
                        <a:t>Balance Sheet Policy</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rowSpan="3">
                  <a:txBody>
                    <a:bodyPr/>
                    <a:lstStyle/>
                    <a:p>
                      <a:pPr algn="l" fontAlgn="ctr">
                        <a:buNone/>
                      </a:pPr>
                      <a:r>
                        <a:rPr lang="es-PE" sz="1000" b="0" i="0" u="none" strike="noStrike" dirty="0" err="1">
                          <a:solidFill>
                            <a:srgbClr val="000000"/>
                          </a:solidFill>
                          <a:effectLst/>
                          <a:latin typeface="Trebuchet MS" panose="020B0603020202020204" pitchFamily="34" charset="0"/>
                        </a:rPr>
                        <a:t>Review</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benefits</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risks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current</a:t>
                      </a:r>
                      <a:r>
                        <a:rPr lang="es-PE" sz="1000" b="0" i="0" u="none" strike="noStrike" dirty="0">
                          <a:solidFill>
                            <a:srgbClr val="000000"/>
                          </a:solidFill>
                          <a:effectLst/>
                          <a:latin typeface="Trebuchet MS" panose="020B0603020202020204" pitchFamily="34" charset="0"/>
                        </a:rPr>
                        <a:t> ample-reserves </a:t>
                      </a:r>
                      <a:r>
                        <a:rPr lang="es-PE" sz="1000" b="0" i="0" u="none" strike="noStrike" dirty="0" err="1">
                          <a:solidFill>
                            <a:srgbClr val="000000"/>
                          </a:solidFill>
                          <a:effectLst/>
                          <a:latin typeface="Trebuchet MS" panose="020B0603020202020204" pitchFamily="34" charset="0"/>
                        </a:rPr>
                        <a:t>regime</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composition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Fed's</a:t>
                      </a:r>
                      <a:r>
                        <a:rPr lang="es-PE" sz="1000" b="0" i="0" u="none" strike="noStrike" dirty="0">
                          <a:solidFill>
                            <a:srgbClr val="000000"/>
                          </a:solidFill>
                          <a:effectLst/>
                          <a:latin typeface="Trebuchet MS" panose="020B0603020202020204" pitchFamily="34" charset="0"/>
                        </a:rPr>
                        <a:t> balance </a:t>
                      </a:r>
                      <a:r>
                        <a:rPr lang="es-PE" sz="1000" b="0" i="0" u="none" strike="noStrike" dirty="0" err="1">
                          <a:solidFill>
                            <a:srgbClr val="000000"/>
                          </a:solidFill>
                          <a:effectLst/>
                          <a:latin typeface="Trebuchet MS" panose="020B0603020202020204" pitchFamily="34" charset="0"/>
                        </a:rPr>
                        <a:t>sheet</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assess</a:t>
                      </a:r>
                      <a:r>
                        <a:rPr lang="es-PE" sz="1000" b="0" i="0" u="none" strike="noStrike" dirty="0">
                          <a:solidFill>
                            <a:srgbClr val="000000"/>
                          </a:solidFill>
                          <a:effectLst/>
                          <a:latin typeface="Trebuchet MS" panose="020B0603020202020204" pitchFamily="34" charset="0"/>
                        </a:rPr>
                        <a:t> alternative </a:t>
                      </a:r>
                      <a:r>
                        <a:rPr lang="es-PE" sz="1000" b="0" i="0" u="none" strike="noStrike" dirty="0" err="1">
                          <a:solidFill>
                            <a:srgbClr val="000000"/>
                          </a:solidFill>
                          <a:effectLst/>
                          <a:latin typeface="Trebuchet MS" panose="020B0603020202020204" pitchFamily="34" charset="0"/>
                        </a:rPr>
                        <a:t>frameworks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for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conduct</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operation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monetary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policy</a:t>
                      </a:r>
                      <a:r>
                        <a:rPr lang="es-PE" sz="1000" b="0" i="0" u="none" strike="noStrike" dirty="0">
                          <a:solidFill>
                            <a:srgbClr val="000000"/>
                          </a:solidFill>
                          <a:effectLst/>
                          <a:latin typeface="Trebuchet MS" panose="020B0603020202020204" pitchFamily="34" charset="0"/>
                        </a:rPr>
                        <a:t>.</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l" fontAlgn="ctr">
                        <a:buNone/>
                      </a:pPr>
                      <a:r>
                        <a:rPr lang="es-PE" sz="1000" b="0" i="0" u="none" strike="noStrike" dirty="0">
                          <a:solidFill>
                            <a:srgbClr val="000000"/>
                          </a:solidFill>
                          <a:effectLst/>
                          <a:latin typeface="Trebuchet MS" panose="020B0603020202020204" pitchFamily="34" charset="0"/>
                        </a:rPr>
                        <a:t>Karen Dynan,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Harvard </a:t>
                      </a:r>
                      <a:r>
                        <a:rPr lang="es-PE" sz="1000" b="0" i="0" u="none" strike="noStrike" dirty="0" err="1">
                          <a:solidFill>
                            <a:srgbClr val="000000"/>
                          </a:solidFill>
                          <a:effectLst/>
                          <a:latin typeface="Trebuchet MS" panose="020B0603020202020204" pitchFamily="34" charset="0"/>
                        </a:rPr>
                        <a:t>University</a:t>
                      </a:r>
                      <a:endParaRPr lang="es-PE" sz="1000" b="0" i="0" u="none" strike="noStrike" dirty="0">
                        <a:solidFill>
                          <a:srgbClr val="000000"/>
                        </a:solidFill>
                        <a:effectLst/>
                        <a:latin typeface="Trebuchet MS" panose="020B0603020202020204" pitchFamily="34" charset="0"/>
                      </a:endParaRP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521895019"/>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1" i="0" u="none" strike="noStrike" dirty="0">
                          <a:solidFill>
                            <a:schemeClr val="accent1"/>
                          </a:solidFill>
                          <a:effectLst/>
                          <a:latin typeface="Trebuchet MS" panose="020B0603020202020204" pitchFamily="34" charset="0"/>
                        </a:rPr>
                        <a:t>Raghuram Rajan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Chicago Booth; </a:t>
                      </a:r>
                      <a:r>
                        <a:rPr lang="es-PE" sz="1000" b="0" i="0" u="none" strike="noStrike" dirty="0" err="1">
                          <a:solidFill>
                            <a:srgbClr val="000000"/>
                          </a:solidFill>
                          <a:effectLst/>
                          <a:latin typeface="Trebuchet MS" panose="020B0603020202020204" pitchFamily="34" charset="0"/>
                        </a:rPr>
                        <a:t>former</a:t>
                      </a:r>
                      <a:r>
                        <a:rPr lang="es-PE" sz="1000" b="0" i="0" u="none" strike="noStrike" dirty="0">
                          <a:solidFill>
                            <a:srgbClr val="000000"/>
                          </a:solidFill>
                          <a:effectLst/>
                          <a:latin typeface="Trebuchet MS" panose="020B0603020202020204" pitchFamily="34" charset="0"/>
                        </a:rPr>
                        <a:t> Governor, Reserve Bank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India</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915510805"/>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1" i="0" u="none" strike="noStrike" dirty="0">
                          <a:solidFill>
                            <a:schemeClr val="accent1"/>
                          </a:solidFill>
                          <a:effectLst/>
                          <a:latin typeface="Trebuchet MS" panose="020B0603020202020204" pitchFamily="34" charset="0"/>
                        </a:rPr>
                        <a:t>Jeremy Stein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Harvard </a:t>
                      </a:r>
                      <a:r>
                        <a:rPr lang="es-PE" sz="1000" b="0" i="0" u="none" strike="noStrike" dirty="0" err="1">
                          <a:solidFill>
                            <a:srgbClr val="000000"/>
                          </a:solidFill>
                          <a:effectLst/>
                          <a:latin typeface="Trebuchet MS" panose="020B0603020202020204" pitchFamily="34" charset="0"/>
                        </a:rPr>
                        <a:t>University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former</a:t>
                      </a:r>
                      <a:r>
                        <a:rPr lang="es-PE" sz="1000" b="0" i="0" u="none" strike="noStrike" dirty="0">
                          <a:solidFill>
                            <a:srgbClr val="000000"/>
                          </a:solidFill>
                          <a:effectLst/>
                          <a:latin typeface="Trebuchet MS" panose="020B0603020202020204" pitchFamily="34" charset="0"/>
                        </a:rPr>
                        <a:t> Governor, Fed Board</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701701417"/>
                  </a:ext>
                </a:extLst>
              </a:tr>
              <a:tr h="266544">
                <a:tc rowSpan="3">
                  <a:txBody>
                    <a:bodyPr/>
                    <a:lstStyle/>
                    <a:p>
                      <a:pPr algn="l" fontAlgn="ctr">
                        <a:buNone/>
                      </a:pPr>
                      <a:r>
                        <a:rPr lang="es-PE" sz="1000" b="1" i="0" u="none" strike="noStrike">
                          <a:solidFill>
                            <a:srgbClr val="000000"/>
                          </a:solidFill>
                          <a:effectLst/>
                          <a:latin typeface="Trebuchet MS" panose="020B0603020202020204" pitchFamily="34" charset="0"/>
                        </a:rPr>
                        <a:t>Data Sources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rowSpan="3">
                  <a:txBody>
                    <a:bodyPr/>
                    <a:lstStyle/>
                    <a:p>
                      <a:pPr algn="l" fontAlgn="ctr">
                        <a:buNone/>
                      </a:pPr>
                      <a:r>
                        <a:rPr lang="es-PE" sz="1000" b="0" i="0" u="none" strike="noStrike" dirty="0" err="1">
                          <a:solidFill>
                            <a:srgbClr val="000000"/>
                          </a:solidFill>
                          <a:effectLst/>
                          <a:latin typeface="Trebuchet MS" panose="020B0603020202020204" pitchFamily="34" charset="0"/>
                        </a:rPr>
                        <a:t>Improve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quality</a:t>
                      </a:r>
                      <a:r>
                        <a:rPr lang="es-PE" sz="1000" b="0" i="0" u="none" strike="noStrike" dirty="0">
                          <a:solidFill>
                            <a:srgbClr val="000000"/>
                          </a:solidFill>
                          <a:effectLst/>
                          <a:latin typeface="Trebuchet MS" panose="020B0603020202020204" pitchFamily="34" charset="0"/>
                        </a:rPr>
                        <a:t> and </a:t>
                      </a:r>
                      <a:r>
                        <a:rPr lang="es-PE" sz="1000" b="0" i="0" u="none" strike="noStrike" dirty="0" err="1">
                          <a:solidFill>
                            <a:srgbClr val="000000"/>
                          </a:solidFill>
                          <a:effectLst/>
                          <a:latin typeface="Trebuchet MS" panose="020B0603020202020204" pitchFamily="34" charset="0"/>
                        </a:rPr>
                        <a:t>timeliness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real </a:t>
                      </a:r>
                      <a:r>
                        <a:rPr lang="es-PE" sz="1000" b="0" i="0" u="none" strike="noStrike" dirty="0" err="1">
                          <a:solidFill>
                            <a:srgbClr val="000000"/>
                          </a:solidFill>
                          <a:effectLst/>
                          <a:latin typeface="Trebuchet MS" panose="020B0603020202020204" pitchFamily="34" charset="0"/>
                        </a:rPr>
                        <a:t>economic</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signals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that</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inform</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the</a:t>
                      </a:r>
                      <a:r>
                        <a:rPr lang="es-PE" sz="1000" b="0" i="0" u="none" strike="noStrike" dirty="0">
                          <a:solidFill>
                            <a:srgbClr val="000000"/>
                          </a:solidFill>
                          <a:effectLst/>
                          <a:latin typeface="Trebuchet MS" panose="020B0603020202020204" pitchFamily="34" charset="0"/>
                        </a:rPr>
                        <a:t> Federal </a:t>
                      </a:r>
                      <a:r>
                        <a:rPr lang="es-PE" sz="1000" b="0" i="0" u="none" strike="noStrike" dirty="0" err="1">
                          <a:solidFill>
                            <a:srgbClr val="000000"/>
                          </a:solidFill>
                          <a:effectLst/>
                          <a:latin typeface="Trebuchet MS" panose="020B0603020202020204" pitchFamily="34" charset="0"/>
                        </a:rPr>
                        <a:t>Reserve's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policy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judgments</a:t>
                      </a:r>
                      <a:r>
                        <a:rPr lang="es-PE" sz="1000" b="0" i="0" u="none" strike="noStrike" dirty="0">
                          <a:solidFill>
                            <a:srgbClr val="000000"/>
                          </a:solidFill>
                          <a:effectLst/>
                          <a:latin typeface="Trebuchet MS" panose="020B0603020202020204" pitchFamily="34" charset="0"/>
                        </a:rPr>
                        <a:t>.</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PE" sz="1000" b="0" i="0" u="none" strike="noStrike" dirty="0">
                          <a:solidFill>
                            <a:srgbClr val="000000"/>
                          </a:solidFill>
                          <a:effectLst/>
                          <a:latin typeface="Trebuchet MS" panose="020B0603020202020204" pitchFamily="34" charset="0"/>
                        </a:rPr>
                        <a:t>Raj Chetty,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Harvard </a:t>
                      </a:r>
                      <a:r>
                        <a:rPr lang="es-PE" sz="1000" b="0" i="0" u="none" strike="noStrike" dirty="0" err="1">
                          <a:solidFill>
                            <a:srgbClr val="000000"/>
                          </a:solidFill>
                          <a:effectLst/>
                          <a:latin typeface="Trebuchet MS" panose="020B0603020202020204" pitchFamily="34" charset="0"/>
                        </a:rPr>
                        <a:t>University</a:t>
                      </a:r>
                      <a:endParaRPr lang="es-PE" sz="1000" b="0" i="0" u="none" strike="noStrike" dirty="0">
                        <a:solidFill>
                          <a:srgbClr val="000000"/>
                        </a:solidFill>
                        <a:effectLst/>
                        <a:latin typeface="Trebuchet MS" panose="020B0603020202020204" pitchFamily="34" charset="0"/>
                      </a:endParaRP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800743932"/>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Doug McMillon, Former President and CEO, Walmart Inc.</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64766851"/>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Kevin Murphy,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University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Chicago</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237034130"/>
                  </a:ext>
                </a:extLst>
              </a:tr>
              <a:tr h="266544">
                <a:tc rowSpan="3">
                  <a:txBody>
                    <a:bodyPr/>
                    <a:lstStyle/>
                    <a:p>
                      <a:pPr algn="l" fontAlgn="ctr">
                        <a:buNone/>
                      </a:pPr>
                      <a:r>
                        <a:rPr lang="es-PE" sz="1000" b="1" i="0" u="none" strike="noStrike">
                          <a:solidFill>
                            <a:srgbClr val="000000"/>
                          </a:solidFill>
                          <a:effectLst/>
                          <a:latin typeface="Trebuchet MS" panose="020B0603020202020204" pitchFamily="34" charset="0"/>
                        </a:rPr>
                        <a:t>Productivity and Jobs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rowSpan="3">
                  <a:txBody>
                    <a:bodyPr/>
                    <a:lstStyle/>
                    <a:p>
                      <a:pPr algn="l" fontAlgn="ctr">
                        <a:buNone/>
                      </a:pPr>
                      <a:r>
                        <a:rPr lang="es-PE" sz="1000" b="0" i="0" u="none" strike="noStrike">
                          <a:solidFill>
                            <a:srgbClr val="000000"/>
                          </a:solidFill>
                          <a:effectLst/>
                          <a:latin typeface="Trebuchet MS" panose="020B0603020202020204" pitchFamily="34" charset="0"/>
                        </a:rPr>
                        <a:t>Assess the economic impact of new general-purpose technologies, including artificial intelligence, to inform the Federal Reserve's policy judgments.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l" fontAlgn="ctr">
                        <a:buNone/>
                      </a:pPr>
                      <a:r>
                        <a:rPr lang="es-PE" sz="1000" b="0" i="0" u="none" strike="noStrike" dirty="0">
                          <a:solidFill>
                            <a:srgbClr val="000000"/>
                          </a:solidFill>
                          <a:effectLst/>
                          <a:latin typeface="Trebuchet MS" panose="020B0603020202020204" pitchFamily="34" charset="0"/>
                        </a:rPr>
                        <a:t>Marc Andreessen, </a:t>
                      </a:r>
                      <a:r>
                        <a:rPr lang="es-PE" sz="1000" b="0" i="0" u="none" strike="noStrike" dirty="0" err="1">
                          <a:solidFill>
                            <a:srgbClr val="000000"/>
                          </a:solidFill>
                          <a:effectLst/>
                          <a:latin typeface="Trebuchet MS" panose="020B0603020202020204" pitchFamily="34" charset="0"/>
                        </a:rPr>
                        <a:t>Co-founder</a:t>
                      </a:r>
                      <a:r>
                        <a:rPr lang="es-PE" sz="1000" b="0" i="0" u="none" strike="noStrike" dirty="0">
                          <a:solidFill>
                            <a:srgbClr val="000000"/>
                          </a:solidFill>
                          <a:effectLst/>
                          <a:latin typeface="Trebuchet MS" panose="020B0603020202020204" pitchFamily="34" charset="0"/>
                        </a:rPr>
                        <a:t> and General Partner, Andreessen Horowitz</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2923070696"/>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Charles I. Jones,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Stanford </a:t>
                      </a:r>
                      <a:r>
                        <a:rPr lang="es-PE" sz="1000" b="0" i="0" u="none" strike="noStrike" dirty="0" err="1">
                          <a:solidFill>
                            <a:srgbClr val="000000"/>
                          </a:solidFill>
                          <a:effectLst/>
                          <a:latin typeface="Trebuchet MS" panose="020B0603020202020204" pitchFamily="34" charset="0"/>
                        </a:rPr>
                        <a:t>University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on</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leave</a:t>
                      </a:r>
                      <a:r>
                        <a:rPr lang="es-PE" sz="1000" b="0" i="0" u="none" strike="noStrike" dirty="0">
                          <a:solidFill>
                            <a:srgbClr val="000000"/>
                          </a:solidFill>
                          <a:effectLst/>
                          <a:latin typeface="Trebuchet MS" panose="020B0603020202020204" pitchFamily="34" charset="0"/>
                        </a:rPr>
                        <a:t> at </a:t>
                      </a:r>
                      <a:r>
                        <a:rPr lang="es-PE" sz="1000" b="0" i="0" u="none" strike="noStrike" dirty="0" err="1">
                          <a:solidFill>
                            <a:srgbClr val="000000"/>
                          </a:solidFill>
                          <a:effectLst/>
                          <a:latin typeface="Trebuchet MS" panose="020B0603020202020204" pitchFamily="34" charset="0"/>
                        </a:rPr>
                        <a:t>Anthropic</a:t>
                      </a:r>
                      <a:r>
                        <a:rPr lang="es-PE" sz="1000" b="0" i="0" u="none" strike="noStrike" dirty="0">
                          <a:solidFill>
                            <a:srgbClr val="000000"/>
                          </a:solidFill>
                          <a:effectLst/>
                          <a:latin typeface="Trebuchet MS" panose="020B0603020202020204" pitchFamily="34" charset="0"/>
                        </a:rPr>
                        <a:t>)</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3914983440"/>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Asha Sharma, Executive Vice President and XBOX CEO, Microsoft Corp.</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348111472"/>
                  </a:ext>
                </a:extLst>
              </a:tr>
              <a:tr h="266544">
                <a:tc rowSpan="3">
                  <a:txBody>
                    <a:bodyPr/>
                    <a:lstStyle/>
                    <a:p>
                      <a:pPr algn="l" fontAlgn="ctr">
                        <a:buNone/>
                      </a:pPr>
                      <a:r>
                        <a:rPr lang="es-PE" sz="1000" b="1" i="0" u="none" strike="noStrike">
                          <a:solidFill>
                            <a:srgbClr val="000000"/>
                          </a:solidFill>
                          <a:effectLst/>
                          <a:latin typeface="Trebuchet MS" panose="020B0603020202020204" pitchFamily="34" charset="0"/>
                        </a:rPr>
                        <a:t>Inflation Frameworks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rowSpan="3">
                  <a:txBody>
                    <a:bodyPr/>
                    <a:lstStyle/>
                    <a:p>
                      <a:pPr algn="l" fontAlgn="ctr">
                        <a:buNone/>
                      </a:pPr>
                      <a:r>
                        <a:rPr lang="es-PE" sz="1000" b="0" i="0" u="none" strike="noStrike">
                          <a:solidFill>
                            <a:srgbClr val="000000"/>
                          </a:solidFill>
                          <a:effectLst/>
                          <a:latin typeface="Trebuchet MS" panose="020B0603020202020204" pitchFamily="34" charset="0"/>
                        </a:rPr>
                        <a:t>Revisit how the Federal Reserve understands and responds to the drivers of inflation.</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PE" sz="1000" b="0" i="0" u="none" strike="noStrike" dirty="0">
                          <a:solidFill>
                            <a:srgbClr val="000000"/>
                          </a:solidFill>
                          <a:effectLst/>
                          <a:latin typeface="Trebuchet MS" panose="020B0603020202020204" pitchFamily="34" charset="0"/>
                        </a:rPr>
                        <a:t>Greg Mankiw,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Harvard </a:t>
                      </a:r>
                      <a:r>
                        <a:rPr lang="es-PE" sz="1000" b="0" i="0" u="none" strike="noStrike" dirty="0" err="1">
                          <a:solidFill>
                            <a:srgbClr val="000000"/>
                          </a:solidFill>
                          <a:effectLst/>
                          <a:latin typeface="Trebuchet MS" panose="020B0603020202020204" pitchFamily="34" charset="0"/>
                        </a:rPr>
                        <a:t>University</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former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Chairman</a:t>
                      </a:r>
                      <a:r>
                        <a:rPr lang="es-PE" sz="1000" b="0" i="0" u="none" strike="noStrike" dirty="0">
                          <a:solidFill>
                            <a:srgbClr val="000000"/>
                          </a:solidFill>
                          <a:effectLst/>
                          <a:latin typeface="Trebuchet MS" panose="020B0603020202020204" pitchFamily="34" charset="0"/>
                        </a:rPr>
                        <a:t>, CEA</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326101115"/>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Thomas Sargent, </a:t>
                      </a:r>
                      <a:r>
                        <a:rPr lang="es-PE" sz="1000" b="0" i="0" u="none" strike="noStrike" dirty="0" err="1">
                          <a:solidFill>
                            <a:srgbClr val="000000"/>
                          </a:solidFill>
                          <a:effectLst/>
                          <a:latin typeface="Trebuchet MS" panose="020B0603020202020204" pitchFamily="34" charset="0"/>
                        </a:rPr>
                        <a:t>Professor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of</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Economics</a:t>
                      </a:r>
                      <a:r>
                        <a:rPr lang="es-PE" sz="1000" b="0" i="0" u="none" strike="noStrike" dirty="0">
                          <a:solidFill>
                            <a:srgbClr val="000000"/>
                          </a:solidFill>
                          <a:effectLst/>
                          <a:latin typeface="Trebuchet MS" panose="020B0603020202020204" pitchFamily="34" charset="0"/>
                        </a:rPr>
                        <a:t>, New York </a:t>
                      </a:r>
                      <a:r>
                        <a:rPr lang="es-PE" sz="1000" b="0" i="0" u="none" strike="noStrike" dirty="0" err="1">
                          <a:solidFill>
                            <a:srgbClr val="000000"/>
                          </a:solidFill>
                          <a:effectLst/>
                          <a:latin typeface="Trebuchet MS" panose="020B0603020202020204" pitchFamily="34" charset="0"/>
                        </a:rPr>
                        <a:t>University</a:t>
                      </a:r>
                      <a:r>
                        <a:rPr lang="es-PE" sz="1000" b="0" i="0" u="none" strike="noStrike" dirty="0">
                          <a:solidFill>
                            <a:srgbClr val="000000"/>
                          </a:solidFill>
                          <a:effectLst/>
                          <a:latin typeface="Trebuchet MS" panose="020B0603020202020204" pitchFamily="34" charset="0"/>
                        </a:rPr>
                        <a:t>; Nobel </a:t>
                      </a:r>
                      <a:r>
                        <a:rPr lang="es-PE" sz="1000" b="0" i="0" u="none" strike="noStrike" dirty="0" err="1">
                          <a:solidFill>
                            <a:srgbClr val="000000"/>
                          </a:solidFill>
                          <a:effectLst/>
                          <a:latin typeface="Trebuchet MS" panose="020B0603020202020204" pitchFamily="34" charset="0"/>
                        </a:rPr>
                        <a:t>laureate</a:t>
                      </a:r>
                      <a:endParaRPr lang="es-PE" sz="1000" b="0" i="0" u="none" strike="noStrike" dirty="0">
                        <a:solidFill>
                          <a:srgbClr val="000000"/>
                        </a:solidFill>
                        <a:effectLst/>
                        <a:latin typeface="Trebuchet MS" panose="020B0603020202020204" pitchFamily="34" charset="0"/>
                      </a:endParaRP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011180296"/>
                  </a:ext>
                </a:extLst>
              </a:tr>
              <a:tr h="266544">
                <a:tc vMerge="1">
                  <a:txBody>
                    <a:bodyPr/>
                    <a:lstStyle/>
                    <a:p>
                      <a:endParaRPr lang="es-PE"/>
                    </a:p>
                  </a:txBody>
                  <a:tcPr/>
                </a:tc>
                <a:tc vMerge="1">
                  <a:txBody>
                    <a:bodyPr/>
                    <a:lstStyle/>
                    <a:p>
                      <a:endParaRPr lang="es-PE"/>
                    </a:p>
                  </a:txBody>
                  <a:tcPr/>
                </a:tc>
                <a:tc>
                  <a:txBody>
                    <a:bodyPr/>
                    <a:lstStyle/>
                    <a:p>
                      <a:pPr algn="l" fontAlgn="ctr">
                        <a:buNone/>
                      </a:pPr>
                      <a:r>
                        <a:rPr lang="es-PE" sz="1000" b="0" i="0" u="none" strike="noStrike" dirty="0">
                          <a:solidFill>
                            <a:srgbClr val="000000"/>
                          </a:solidFill>
                          <a:effectLst/>
                          <a:latin typeface="Trebuchet MS" panose="020B0603020202020204" pitchFamily="34" charset="0"/>
                        </a:rPr>
                        <a:t>William White, Senior Fellow, C.D. Howe </a:t>
                      </a:r>
                      <a:r>
                        <a:rPr lang="es-PE" sz="1000" b="0" i="0" u="none" strike="noStrike" dirty="0" err="1">
                          <a:solidFill>
                            <a:srgbClr val="000000"/>
                          </a:solidFill>
                          <a:effectLst/>
                          <a:latin typeface="Trebuchet MS" panose="020B0603020202020204" pitchFamily="34" charset="0"/>
                        </a:rPr>
                        <a:t>Institute</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former</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economic</a:t>
                      </a:r>
                      <a:r>
                        <a:rPr lang="es-PE" sz="1000" b="0" i="0" u="none" strike="noStrike" dirty="0">
                          <a:solidFill>
                            <a:srgbClr val="000000"/>
                          </a:solidFill>
                          <a:effectLst/>
                          <a:latin typeface="Trebuchet MS" panose="020B0603020202020204" pitchFamily="34" charset="0"/>
                        </a:rPr>
                        <a:t> </a:t>
                      </a:r>
                      <a:r>
                        <a:rPr lang="es-PE" sz="1000" b="0" i="0" u="none" strike="noStrike" dirty="0" err="1">
                          <a:solidFill>
                            <a:srgbClr val="000000"/>
                          </a:solidFill>
                          <a:effectLst/>
                          <a:latin typeface="Trebuchet MS" panose="020B0603020202020204" pitchFamily="34" charset="0"/>
                        </a:rPr>
                        <a:t>adviser</a:t>
                      </a:r>
                      <a:r>
                        <a:rPr lang="es-PE" sz="1000" b="0" i="0" u="none" strike="noStrike" dirty="0">
                          <a:solidFill>
                            <a:srgbClr val="000000"/>
                          </a:solidFill>
                          <a:effectLst/>
                          <a:latin typeface="Trebuchet MS" panose="020B0603020202020204" pitchFamily="34" charset="0"/>
                        </a:rPr>
                        <a:t>, BIS</a:t>
                      </a:r>
                    </a:p>
                  </a:txBody>
                  <a:tcPr marL="6664" marR="6664" marT="66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472165903"/>
                  </a:ext>
                </a:extLst>
              </a:tr>
            </a:tbl>
          </a:graphicData>
        </a:graphic>
      </p:graphicFrame>
      <p:pic>
        <p:nvPicPr>
          <p:cNvPr id="10" name="Picture 2">
            <a:extLst>
              <a:ext uri="{FF2B5EF4-FFF2-40B4-BE49-F238E27FC236}">
                <a16:creationId xmlns:a16="http://schemas.microsoft.com/office/drawing/2014/main" id="{C00F463F-4FEF-0C25-DC3B-E8BB58D18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8981" y="1033272"/>
            <a:ext cx="3593592" cy="239572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7FB11A9F-D472-BE11-940A-422A33B3FCD8}"/>
              </a:ext>
              <a:ext uri="{C183D7F6-B498-43B3-948B-1728B52AA6E4}">
                <adec:decorative xmlns:adec="http://schemas.microsoft.com/office/drawing/2017/decorative" val="1"/>
              </a:ext>
            </a:extLst>
          </p:cNvPr>
          <p:cNvPicPr>
            <a:picLocks noChangeAspect="1"/>
          </p:cNvPicPr>
          <p:nvPr/>
        </p:nvPicPr>
        <p:blipFill>
          <a:blip r:embed="rId4"/>
          <a:srcRect t="31793"/>
          <a:stretch>
            <a:fillRect/>
          </a:stretch>
        </p:blipFill>
        <p:spPr>
          <a:xfrm>
            <a:off x="7138982" y="3671950"/>
            <a:ext cx="5091942" cy="2821072"/>
          </a:xfrm>
          <a:prstGeom prst="rect">
            <a:avLst/>
          </a:prstGeom>
        </p:spPr>
      </p:pic>
    </p:spTree>
    <p:extLst>
      <p:ext uri="{BB962C8B-B14F-4D97-AF65-F5344CB8AC3E}">
        <p14:creationId xmlns:p14="http://schemas.microsoft.com/office/powerpoint/2010/main" val="3644033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B8AA7-99E0-AB17-F9C2-29E1C6413612}"/>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0E37979-5C53-60B1-FD01-71F27CA46832}"/>
              </a:ext>
            </a:extLst>
          </p:cNvPr>
          <p:cNvPicPr>
            <a:picLocks noChangeAspect="1"/>
          </p:cNvPicPr>
          <p:nvPr/>
        </p:nvPicPr>
        <p:blipFill>
          <a:blip r:embed="rId3"/>
          <a:stretch>
            <a:fillRect/>
          </a:stretch>
        </p:blipFill>
        <p:spPr>
          <a:xfrm>
            <a:off x="666757" y="3861961"/>
            <a:ext cx="3529146" cy="2751550"/>
          </a:xfrm>
          <a:prstGeom prst="rect">
            <a:avLst/>
          </a:prstGeom>
        </p:spPr>
      </p:pic>
      <p:sp>
        <p:nvSpPr>
          <p:cNvPr id="5" name="Slide Number Placeholder 4">
            <a:extLst>
              <a:ext uri="{FF2B5EF4-FFF2-40B4-BE49-F238E27FC236}">
                <a16:creationId xmlns:a16="http://schemas.microsoft.com/office/drawing/2014/main" id="{10169E4E-F7E0-9FFF-672B-4EC2ABDE7E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3450C018-BE6C-3E62-B30B-BD592301636B}"/>
              </a:ext>
            </a:extLst>
          </p:cNvPr>
          <p:cNvSpPr txBox="1"/>
          <p:nvPr/>
        </p:nvSpPr>
        <p:spPr>
          <a:xfrm>
            <a:off x="161925" y="152400"/>
            <a:ext cx="111156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Trebuchet MS" panose="020B0603020202020204" pitchFamily="34" charset="0"/>
              </a:rPr>
              <a:t>The Warsh Fed: New Face, Same Playbook</a:t>
            </a:r>
          </a:p>
        </p:txBody>
      </p:sp>
      <p:sp>
        <p:nvSpPr>
          <p:cNvPr id="11" name="Rectangle 9">
            <a:extLst>
              <a:ext uri="{FF2B5EF4-FFF2-40B4-BE49-F238E27FC236}">
                <a16:creationId xmlns:a16="http://schemas.microsoft.com/office/drawing/2014/main" id="{340C7745-58D0-299C-DAFF-728B56C16FDE}"/>
              </a:ext>
            </a:extLst>
          </p:cNvPr>
          <p:cNvSpPr/>
          <p:nvPr/>
        </p:nvSpPr>
        <p:spPr>
          <a:xfrm>
            <a:off x="769427" y="6613511"/>
            <a:ext cx="7512424" cy="249922"/>
          </a:xfrm>
          <a:prstGeom prst="rect">
            <a:avLst/>
          </a:prstGeom>
        </p:spPr>
        <p:txBody>
          <a:bodyPr wrap="square">
            <a:noAutofit/>
          </a:bodyPr>
          <a:lstStyle/>
          <a:p>
            <a:pPr lvl="0">
              <a:spcAft>
                <a:spcPts val="600"/>
              </a:spcAf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a:t>
            </a:r>
            <a:r>
              <a:rPr lang="es-PE" sz="900" dirty="0">
                <a:solidFill>
                  <a:srgbClr val="242424"/>
                </a:solidFill>
                <a:latin typeface="Arial Narrow" panose="020B0606020202030204" pitchFamily="34" charset="0"/>
                <a:cs typeface="Arial" panose="020B0604020202020204" pitchFamily="34" charset="0"/>
              </a:rPr>
              <a:t> Goldman Sachs. </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A8CD291D-70AE-3604-BC05-4B541C8691EC}"/>
              </a:ext>
            </a:extLst>
          </p:cNvPr>
          <p:cNvSpPr txBox="1"/>
          <p:nvPr/>
        </p:nvSpPr>
        <p:spPr>
          <a:xfrm>
            <a:off x="666757" y="811150"/>
            <a:ext cx="10954444" cy="461665"/>
          </a:xfrm>
          <a:prstGeom prst="rect">
            <a:avLst/>
          </a:prstGeom>
          <a:noFill/>
        </p:spPr>
        <p:txBody>
          <a:bodyPr wrap="square" rtlCol="0">
            <a:spAutoFit/>
          </a:bodyPr>
          <a:lstStyle/>
          <a:p>
            <a:pPr algn="ctr"/>
            <a:r>
              <a:rPr lang="en-US" sz="1200" b="1" dirty="0">
                <a:solidFill>
                  <a:srgbClr val="000000"/>
                </a:solidFill>
                <a:latin typeface="Trebuchet MS" panose="020B0603020202020204" pitchFamily="34" charset="0"/>
              </a:rPr>
              <a:t>Relative to Other Central Banks, the FOMC Provides More Information About Individual Forecasts and Policy Expectations, but Is an Outlier in Not Publishing a Quarterly Monetary Policy Report</a:t>
            </a:r>
          </a:p>
        </p:txBody>
      </p:sp>
      <p:pic>
        <p:nvPicPr>
          <p:cNvPr id="8" name="Picture 7">
            <a:extLst>
              <a:ext uri="{FF2B5EF4-FFF2-40B4-BE49-F238E27FC236}">
                <a16:creationId xmlns:a16="http://schemas.microsoft.com/office/drawing/2014/main" id="{AE939322-05C6-A4AB-1250-39D4C2FC39C0}"/>
              </a:ext>
            </a:extLst>
          </p:cNvPr>
          <p:cNvPicPr>
            <a:picLocks noChangeAspect="1"/>
          </p:cNvPicPr>
          <p:nvPr/>
        </p:nvPicPr>
        <p:blipFill>
          <a:blip r:embed="rId4"/>
          <a:stretch>
            <a:fillRect/>
          </a:stretch>
        </p:blipFill>
        <p:spPr>
          <a:xfrm>
            <a:off x="1628301" y="1260287"/>
            <a:ext cx="9462052" cy="2168713"/>
          </a:xfrm>
          <a:prstGeom prst="rect">
            <a:avLst/>
          </a:prstGeom>
        </p:spPr>
      </p:pic>
      <p:sp>
        <p:nvSpPr>
          <p:cNvPr id="12" name="TextBox 11">
            <a:extLst>
              <a:ext uri="{FF2B5EF4-FFF2-40B4-BE49-F238E27FC236}">
                <a16:creationId xmlns:a16="http://schemas.microsoft.com/office/drawing/2014/main" id="{88B49299-6660-2FF5-C0D0-9B74689B115F}"/>
              </a:ext>
            </a:extLst>
          </p:cNvPr>
          <p:cNvSpPr txBox="1"/>
          <p:nvPr/>
        </p:nvSpPr>
        <p:spPr>
          <a:xfrm>
            <a:off x="1033827" y="3529897"/>
            <a:ext cx="3100896" cy="430887"/>
          </a:xfrm>
          <a:prstGeom prst="rect">
            <a:avLst/>
          </a:prstGeom>
          <a:noFill/>
        </p:spPr>
        <p:txBody>
          <a:bodyPr wrap="square" rtlCol="0">
            <a:spAutoFit/>
          </a:bodyPr>
          <a:lstStyle/>
          <a:p>
            <a:pPr algn="ctr"/>
            <a:r>
              <a:rPr lang="en-US" sz="1100" b="1" dirty="0">
                <a:solidFill>
                  <a:srgbClr val="000000"/>
                </a:solidFill>
                <a:latin typeface="Trebuchet MS" panose="020B0603020202020204" pitchFamily="34" charset="0"/>
              </a:rPr>
              <a:t>Average Number of Public Comments per Year per Board Member (2022-2025)</a:t>
            </a:r>
          </a:p>
        </p:txBody>
      </p:sp>
      <p:sp>
        <p:nvSpPr>
          <p:cNvPr id="20" name="TextBox 19">
            <a:extLst>
              <a:ext uri="{FF2B5EF4-FFF2-40B4-BE49-F238E27FC236}">
                <a16:creationId xmlns:a16="http://schemas.microsoft.com/office/drawing/2014/main" id="{63814A7E-65BC-0CE8-A47C-BE0F5F831A98}"/>
              </a:ext>
            </a:extLst>
          </p:cNvPr>
          <p:cNvSpPr txBox="1"/>
          <p:nvPr/>
        </p:nvSpPr>
        <p:spPr>
          <a:xfrm>
            <a:off x="4566280" y="3532485"/>
            <a:ext cx="3100896" cy="430887"/>
          </a:xfrm>
          <a:prstGeom prst="rect">
            <a:avLst/>
          </a:prstGeom>
          <a:noFill/>
        </p:spPr>
        <p:txBody>
          <a:bodyPr wrap="square" rtlCol="0">
            <a:spAutoFit/>
          </a:bodyPr>
          <a:lstStyle/>
          <a:p>
            <a:pPr algn="ctr"/>
            <a:r>
              <a:rPr lang="en-US" sz="1100" b="1" dirty="0">
                <a:solidFill>
                  <a:srgbClr val="000000"/>
                </a:solidFill>
                <a:latin typeface="Trebuchet MS" panose="020B0603020202020204" pitchFamily="34" charset="0"/>
              </a:rPr>
              <a:t>Reforms that Increase Information Have Generally Lowered Policy Volatility</a:t>
            </a:r>
          </a:p>
        </p:txBody>
      </p:sp>
      <p:pic>
        <p:nvPicPr>
          <p:cNvPr id="22" name="Picture 21">
            <a:extLst>
              <a:ext uri="{FF2B5EF4-FFF2-40B4-BE49-F238E27FC236}">
                <a16:creationId xmlns:a16="http://schemas.microsoft.com/office/drawing/2014/main" id="{9B82FF32-327D-6D4B-961D-E99B09375525}"/>
              </a:ext>
            </a:extLst>
          </p:cNvPr>
          <p:cNvPicPr>
            <a:picLocks noChangeAspect="1"/>
          </p:cNvPicPr>
          <p:nvPr/>
        </p:nvPicPr>
        <p:blipFill>
          <a:blip r:embed="rId5"/>
          <a:stretch>
            <a:fillRect/>
          </a:stretch>
        </p:blipFill>
        <p:spPr>
          <a:xfrm>
            <a:off x="4171653" y="4018790"/>
            <a:ext cx="4081216" cy="2355865"/>
          </a:xfrm>
          <a:prstGeom prst="rect">
            <a:avLst/>
          </a:prstGeom>
        </p:spPr>
      </p:pic>
      <p:sp>
        <p:nvSpPr>
          <p:cNvPr id="24" name="TextBox 23">
            <a:extLst>
              <a:ext uri="{FF2B5EF4-FFF2-40B4-BE49-F238E27FC236}">
                <a16:creationId xmlns:a16="http://schemas.microsoft.com/office/drawing/2014/main" id="{BFB4B26A-A96B-C2C7-E87F-AD31BA5F01CA}"/>
              </a:ext>
            </a:extLst>
          </p:cNvPr>
          <p:cNvSpPr txBox="1"/>
          <p:nvPr/>
        </p:nvSpPr>
        <p:spPr>
          <a:xfrm>
            <a:off x="8083890" y="3520734"/>
            <a:ext cx="4108110" cy="430887"/>
          </a:xfrm>
          <a:prstGeom prst="rect">
            <a:avLst/>
          </a:prstGeom>
          <a:noFill/>
        </p:spPr>
        <p:txBody>
          <a:bodyPr wrap="square" rtlCol="0">
            <a:spAutoFit/>
          </a:bodyPr>
          <a:lstStyle/>
          <a:p>
            <a:pPr algn="ctr"/>
            <a:r>
              <a:rPr lang="en-US" sz="1100" b="1" dirty="0">
                <a:solidFill>
                  <a:srgbClr val="000000"/>
                </a:solidFill>
                <a:latin typeface="Trebuchet MS" panose="020B0603020202020204" pitchFamily="34" charset="0"/>
              </a:rPr>
              <a:t>With Larger Negative Effects from Press Conferences, Publishing Forecasts, and Utilizing Forward Guidance</a:t>
            </a:r>
          </a:p>
        </p:txBody>
      </p:sp>
      <p:pic>
        <p:nvPicPr>
          <p:cNvPr id="26" name="Picture 25">
            <a:extLst>
              <a:ext uri="{FF2B5EF4-FFF2-40B4-BE49-F238E27FC236}">
                <a16:creationId xmlns:a16="http://schemas.microsoft.com/office/drawing/2014/main" id="{BFEAD004-EC1F-9AAC-0167-CCCFD64675F9}"/>
              </a:ext>
            </a:extLst>
          </p:cNvPr>
          <p:cNvPicPr>
            <a:picLocks noChangeAspect="1"/>
          </p:cNvPicPr>
          <p:nvPr/>
        </p:nvPicPr>
        <p:blipFill>
          <a:blip r:embed="rId6"/>
          <a:stretch>
            <a:fillRect/>
          </a:stretch>
        </p:blipFill>
        <p:spPr>
          <a:xfrm>
            <a:off x="8230832" y="4018789"/>
            <a:ext cx="3932186" cy="2297859"/>
          </a:xfrm>
          <a:prstGeom prst="rect">
            <a:avLst/>
          </a:prstGeom>
        </p:spPr>
      </p:pic>
      <p:sp>
        <p:nvSpPr>
          <p:cNvPr id="2" name="Oval 1">
            <a:extLst>
              <a:ext uri="{FF2B5EF4-FFF2-40B4-BE49-F238E27FC236}">
                <a16:creationId xmlns:a16="http://schemas.microsoft.com/office/drawing/2014/main" id="{458CCD0C-91E0-E283-4C1A-6B7D335B7C21}"/>
              </a:ext>
            </a:extLst>
          </p:cNvPr>
          <p:cNvSpPr/>
          <p:nvPr/>
        </p:nvSpPr>
        <p:spPr>
          <a:xfrm>
            <a:off x="7101119" y="1862605"/>
            <a:ext cx="627017" cy="19589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327653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0DCE-E9AC-CD81-F164-D071F82717D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25486F-9868-D0F7-7074-9C8143EBA6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9BC61DB0-9610-07D3-82F2-3A31296947A0}"/>
              </a:ext>
            </a:extLst>
          </p:cNvPr>
          <p:cNvSpPr txBox="1"/>
          <p:nvPr/>
        </p:nvSpPr>
        <p:spPr>
          <a:xfrm>
            <a:off x="161925" y="152400"/>
            <a:ext cx="111156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Trebuchet MS" panose="020B0603020202020204" pitchFamily="34" charset="0"/>
              </a:rPr>
              <a:t>US Fed: Diverging Views on the Neutral Rate</a:t>
            </a:r>
            <a:endParaRPr kumimoji="0" lang="en-US" sz="20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1" name="Rectangle 9">
            <a:extLst>
              <a:ext uri="{FF2B5EF4-FFF2-40B4-BE49-F238E27FC236}">
                <a16:creationId xmlns:a16="http://schemas.microsoft.com/office/drawing/2014/main" id="{F04434AF-2C5A-FBD3-4153-C97552815A24}"/>
              </a:ext>
            </a:extLst>
          </p:cNvPr>
          <p:cNvSpPr/>
          <p:nvPr/>
        </p:nvSpPr>
        <p:spPr>
          <a:xfrm>
            <a:off x="769427"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Bloomberg and FRED. Elaboración propia.</a:t>
            </a:r>
          </a:p>
        </p:txBody>
      </p:sp>
      <p:graphicFrame>
        <p:nvGraphicFramePr>
          <p:cNvPr id="2" name="Chart 1">
            <a:extLst>
              <a:ext uri="{FF2B5EF4-FFF2-40B4-BE49-F238E27FC236}">
                <a16:creationId xmlns:a16="http://schemas.microsoft.com/office/drawing/2014/main" id="{A966F06C-F0A7-4A8C-9621-177851A2CBBD}"/>
              </a:ext>
            </a:extLst>
          </p:cNvPr>
          <p:cNvGraphicFramePr>
            <a:graphicFrameLocks/>
          </p:cNvGraphicFramePr>
          <p:nvPr>
            <p:extLst>
              <p:ext uri="{D42A27DB-BD31-4B8C-83A1-F6EECF244321}">
                <p14:modId xmlns:p14="http://schemas.microsoft.com/office/powerpoint/2010/main" val="3272992670"/>
              </p:ext>
            </p:extLst>
          </p:nvPr>
        </p:nvGraphicFramePr>
        <p:xfrm>
          <a:off x="769427" y="823146"/>
          <a:ext cx="5522043" cy="49415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1A4674C3-907A-4EBB-9159-217EEF7FB65B}"/>
              </a:ext>
            </a:extLst>
          </p:cNvPr>
          <p:cNvGraphicFramePr>
            <a:graphicFrameLocks/>
          </p:cNvGraphicFramePr>
          <p:nvPr>
            <p:extLst>
              <p:ext uri="{D42A27DB-BD31-4B8C-83A1-F6EECF244321}">
                <p14:modId xmlns:p14="http://schemas.microsoft.com/office/powerpoint/2010/main" val="1642663226"/>
              </p:ext>
            </p:extLst>
          </p:nvPr>
        </p:nvGraphicFramePr>
        <p:xfrm>
          <a:off x="6627170" y="823146"/>
          <a:ext cx="5267325" cy="4967288"/>
        </p:xfrm>
        <a:graphic>
          <a:graphicData uri="http://schemas.openxmlformats.org/drawingml/2006/chart">
            <c:chart xmlns:c="http://schemas.openxmlformats.org/drawingml/2006/chart" xmlns:r="http://schemas.openxmlformats.org/officeDocument/2006/relationships" r:id="rId4"/>
          </a:graphicData>
        </a:graphic>
      </p:graphicFrame>
      <p:sp>
        <p:nvSpPr>
          <p:cNvPr id="18" name="Oval 17">
            <a:extLst>
              <a:ext uri="{FF2B5EF4-FFF2-40B4-BE49-F238E27FC236}">
                <a16:creationId xmlns:a16="http://schemas.microsoft.com/office/drawing/2014/main" id="{0214A513-1026-BBD4-5C43-3920A37904B9}"/>
              </a:ext>
            </a:extLst>
          </p:cNvPr>
          <p:cNvSpPr/>
          <p:nvPr/>
        </p:nvSpPr>
        <p:spPr>
          <a:xfrm>
            <a:off x="11529391" y="2385391"/>
            <a:ext cx="365104" cy="281131"/>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Oval 19">
            <a:extLst>
              <a:ext uri="{FF2B5EF4-FFF2-40B4-BE49-F238E27FC236}">
                <a16:creationId xmlns:a16="http://schemas.microsoft.com/office/drawing/2014/main" id="{1345A4D4-D13C-35B5-225C-BCE809E89005}"/>
              </a:ext>
            </a:extLst>
          </p:cNvPr>
          <p:cNvSpPr/>
          <p:nvPr/>
        </p:nvSpPr>
        <p:spPr>
          <a:xfrm>
            <a:off x="11277600" y="3442445"/>
            <a:ext cx="365104" cy="281131"/>
          </a:xfrm>
          <a:prstGeom prst="ellipse">
            <a:avLst/>
          </a:prstGeom>
          <a:noFill/>
          <a:ln>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TextBox 20">
            <a:extLst>
              <a:ext uri="{FF2B5EF4-FFF2-40B4-BE49-F238E27FC236}">
                <a16:creationId xmlns:a16="http://schemas.microsoft.com/office/drawing/2014/main" id="{0404AF05-4141-1044-85DC-1DDEE8A73B38}"/>
              </a:ext>
            </a:extLst>
          </p:cNvPr>
          <p:cNvSpPr txBox="1"/>
          <p:nvPr/>
        </p:nvSpPr>
        <p:spPr>
          <a:xfrm>
            <a:off x="2640906" y="5604328"/>
            <a:ext cx="7941573" cy="1169551"/>
          </a:xfrm>
          <a:prstGeom prst="rect">
            <a:avLst/>
          </a:prstGeom>
          <a:noFill/>
        </p:spPr>
        <p:txBody>
          <a:bodyPr wrap="square" rtlCol="0">
            <a:spAutoFit/>
          </a:bodyPr>
          <a:lstStyle/>
          <a:p>
            <a:pPr algn="ctr"/>
            <a:r>
              <a:rPr lang="es-MX" sz="1400" b="1" dirty="0">
                <a:solidFill>
                  <a:srgbClr val="C00000"/>
                </a:solidFill>
                <a:latin typeface="Trebuchet MS" panose="020B0603020202020204" pitchFamily="34" charset="0"/>
              </a:rPr>
              <a:t>Cost </a:t>
            </a:r>
            <a:r>
              <a:rPr lang="es-MX" sz="1400" b="1" dirty="0" err="1">
                <a:solidFill>
                  <a:srgbClr val="C00000"/>
                </a:solidFill>
                <a:latin typeface="Trebuchet MS" panose="020B0603020202020204" pitchFamily="34" charset="0"/>
              </a:rPr>
              <a:t>of</a:t>
            </a:r>
            <a:r>
              <a:rPr lang="es-MX" sz="1400" b="1" dirty="0">
                <a:solidFill>
                  <a:srgbClr val="C00000"/>
                </a:solidFill>
                <a:latin typeface="Trebuchet MS" panose="020B0603020202020204" pitchFamily="34" charset="0"/>
              </a:rPr>
              <a:t> capital </a:t>
            </a:r>
            <a:r>
              <a:rPr lang="es-MX" sz="1400" b="1" dirty="0">
                <a:solidFill>
                  <a:srgbClr val="000000"/>
                </a:solidFill>
                <a:latin typeface="Trebuchet MS" panose="020B0603020202020204" pitchFamily="34" charset="0"/>
              </a:rPr>
              <a:t>= Return </a:t>
            </a:r>
            <a:r>
              <a:rPr lang="es-MX" sz="1400" b="1" dirty="0" err="1">
                <a:solidFill>
                  <a:srgbClr val="000000"/>
                </a:solidFill>
                <a:latin typeface="Trebuchet MS" panose="020B0603020202020204" pitchFamily="34" charset="0"/>
              </a:rPr>
              <a:t>on</a:t>
            </a:r>
            <a:r>
              <a:rPr lang="es-MX" sz="1400" b="1" dirty="0">
                <a:solidFill>
                  <a:srgbClr val="000000"/>
                </a:solidFill>
                <a:latin typeface="Trebuchet MS" panose="020B0603020202020204" pitchFamily="34" charset="0"/>
              </a:rPr>
              <a:t> Capital</a:t>
            </a:r>
          </a:p>
          <a:p>
            <a:pPr algn="ctr"/>
            <a:endParaRPr lang="es-MX" sz="1400" b="1" dirty="0">
              <a:solidFill>
                <a:srgbClr val="000000"/>
              </a:solidFill>
              <a:latin typeface="Trebuchet MS" panose="020B0603020202020204" pitchFamily="34" charset="0"/>
            </a:endParaRPr>
          </a:p>
          <a:p>
            <a:pPr algn="ctr"/>
            <a:r>
              <a:rPr lang="es-MX" sz="1400" b="1" dirty="0">
                <a:solidFill>
                  <a:srgbClr val="C00000"/>
                </a:solidFill>
                <a:latin typeface="Trebuchet MS" panose="020B0603020202020204" pitchFamily="34" charset="0"/>
              </a:rPr>
              <a:t>Average Interest Rate </a:t>
            </a:r>
            <a:r>
              <a:rPr lang="es-MX" sz="1400" b="1" dirty="0">
                <a:solidFill>
                  <a:srgbClr val="000000"/>
                </a:solidFill>
                <a:latin typeface="Trebuchet MS" panose="020B0603020202020204" pitchFamily="34" charset="0"/>
              </a:rPr>
              <a:t>= Nominal GDP </a:t>
            </a:r>
            <a:r>
              <a:rPr lang="es-MX" sz="1400" b="1" dirty="0" err="1">
                <a:solidFill>
                  <a:srgbClr val="000000"/>
                </a:solidFill>
                <a:latin typeface="Trebuchet MS" panose="020B0603020202020204" pitchFamily="34" charset="0"/>
              </a:rPr>
              <a:t>Growth</a:t>
            </a:r>
            <a:endParaRPr lang="es-MX" sz="1400" b="1" dirty="0">
              <a:solidFill>
                <a:srgbClr val="000000"/>
              </a:solidFill>
              <a:latin typeface="Trebuchet MS" panose="020B0603020202020204" pitchFamily="34" charset="0"/>
            </a:endParaRPr>
          </a:p>
          <a:p>
            <a:pPr algn="ctr"/>
            <a:endParaRPr lang="es-MX" sz="1400" b="1" dirty="0">
              <a:solidFill>
                <a:srgbClr val="000000"/>
              </a:solidFill>
              <a:latin typeface="Trebuchet MS" panose="020B0603020202020204" pitchFamily="34" charset="0"/>
            </a:endParaRPr>
          </a:p>
          <a:p>
            <a:pPr algn="ctr"/>
            <a:r>
              <a:rPr lang="es-MX" sz="1400" b="1" dirty="0">
                <a:solidFill>
                  <a:srgbClr val="C00000"/>
                </a:solidFill>
                <a:latin typeface="Trebuchet MS" panose="020B0603020202020204" pitchFamily="34" charset="0"/>
              </a:rPr>
              <a:t>Nominal Neutral Policy Rate </a:t>
            </a:r>
            <a:r>
              <a:rPr lang="es-MX" sz="1400" b="1" dirty="0">
                <a:solidFill>
                  <a:srgbClr val="000000"/>
                </a:solidFill>
                <a:latin typeface="Trebuchet MS" panose="020B0603020202020204" pitchFamily="34" charset="0"/>
              </a:rPr>
              <a:t>= Nominal Potencial GDP </a:t>
            </a:r>
            <a:r>
              <a:rPr lang="es-MX" sz="1400" b="1" dirty="0" err="1">
                <a:solidFill>
                  <a:srgbClr val="000000"/>
                </a:solidFill>
                <a:latin typeface="Trebuchet MS" panose="020B0603020202020204" pitchFamily="34" charset="0"/>
              </a:rPr>
              <a:t>Growth</a:t>
            </a:r>
            <a:endParaRPr lang="es-PE" sz="1400" b="1"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98739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BF2D-948A-F6C1-FA95-5D91A6B234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6E2B5E-6FA3-8BE5-FA84-FEF9865E5C91}"/>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7</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3" name="Title 2">
            <a:extLst>
              <a:ext uri="{FF2B5EF4-FFF2-40B4-BE49-F238E27FC236}">
                <a16:creationId xmlns:a16="http://schemas.microsoft.com/office/drawing/2014/main" id="{27D141B0-E5CE-9D15-9C1F-8F96A583BE79}"/>
              </a:ext>
            </a:extLst>
          </p:cNvPr>
          <p:cNvSpPr>
            <a:spLocks noGrp="1"/>
          </p:cNvSpPr>
          <p:nvPr>
            <p:ph type="title"/>
          </p:nvPr>
        </p:nvSpPr>
        <p:spPr/>
        <p:txBody>
          <a:bodyPr>
            <a:normAutofit/>
          </a:bodyPr>
          <a:lstStyle/>
          <a:p>
            <a:r>
              <a:rPr lang="en-US" dirty="0">
                <a:solidFill>
                  <a:schemeClr val="tx1"/>
                </a:solidFill>
                <a:latin typeface="Trebuchet MS" panose="020B0603020202020204" pitchFamily="34" charset="0"/>
                <a:ea typeface="+mn-ea"/>
                <a:cs typeface="+mn-cs"/>
              </a:rPr>
              <a:t>US Inflation: Trump's Inflationary Legacy</a:t>
            </a:r>
          </a:p>
        </p:txBody>
      </p:sp>
      <p:sp>
        <p:nvSpPr>
          <p:cNvPr id="4" name="Rectangle 9">
            <a:extLst>
              <a:ext uri="{FF2B5EF4-FFF2-40B4-BE49-F238E27FC236}">
                <a16:creationId xmlns:a16="http://schemas.microsoft.com/office/drawing/2014/main" id="{F2270744-4888-FF8E-26EA-1143AF12E547}"/>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and Macrobond. </a:t>
            </a:r>
          </a:p>
        </p:txBody>
      </p:sp>
      <p:graphicFrame>
        <p:nvGraphicFramePr>
          <p:cNvPr id="7" name="Object 6">
            <a:extLst>
              <a:ext uri="{FF2B5EF4-FFF2-40B4-BE49-F238E27FC236}">
                <a16:creationId xmlns:a16="http://schemas.microsoft.com/office/drawing/2014/main" id="{090AB65D-8909-80DC-B98C-EC50F7BD060D}"/>
              </a:ext>
            </a:extLst>
          </p:cNvPr>
          <p:cNvGraphicFramePr>
            <a:graphicFrameLocks noChangeAspect="1"/>
          </p:cNvGraphicFramePr>
          <p:nvPr>
            <p:extLst>
              <p:ext uri="{D42A27DB-BD31-4B8C-83A1-F6EECF244321}">
                <p14:modId xmlns:p14="http://schemas.microsoft.com/office/powerpoint/2010/main" val="510505359"/>
              </p:ext>
            </p:extLst>
          </p:nvPr>
        </p:nvGraphicFramePr>
        <p:xfrm>
          <a:off x="815975" y="909000"/>
          <a:ext cx="5760025" cy="5576743"/>
        </p:xfrm>
        <a:graphic>
          <a:graphicData uri="http://schemas.openxmlformats.org/presentationml/2006/ole">
            <mc:AlternateContent xmlns:mc="http://schemas.openxmlformats.org/markup-compatibility/2006">
              <mc:Choice xmlns:v="urn:schemas-microsoft-com:vml" Requires="v">
                <p:oleObj name="Macrobond document" r:id="rId3" imgW="11888087" imgH="6277545" progId="Mbnd.mbnd">
                  <p:embed/>
                </p:oleObj>
              </mc:Choice>
              <mc:Fallback>
                <p:oleObj name="Macrobond document" r:id="rId3" imgW="11888087" imgH="6277545" progId="Mbnd.mbnd">
                  <p:embed/>
                  <p:pic>
                    <p:nvPicPr>
                      <p:cNvPr id="7" name="Object 6">
                        <a:extLst>
                          <a:ext uri="{FF2B5EF4-FFF2-40B4-BE49-F238E27FC236}">
                            <a16:creationId xmlns:a16="http://schemas.microsoft.com/office/drawing/2014/main" id="{0F048D20-F908-0398-6484-7339F93F0092}"/>
                          </a:ext>
                        </a:extLst>
                      </p:cNvPr>
                      <p:cNvPicPr/>
                      <p:nvPr/>
                    </p:nvPicPr>
                    <p:blipFill>
                      <a:blip r:embed="rId4"/>
                      <a:stretch>
                        <a:fillRect/>
                      </a:stretch>
                    </p:blipFill>
                    <p:spPr>
                      <a:xfrm>
                        <a:off x="815975" y="909000"/>
                        <a:ext cx="5760025" cy="557674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5A6E387-3742-ADEA-6693-06702248B7D0}"/>
              </a:ext>
            </a:extLst>
          </p:cNvPr>
          <p:cNvGraphicFramePr>
            <a:graphicFrameLocks noChangeAspect="1"/>
          </p:cNvGraphicFramePr>
          <p:nvPr>
            <p:extLst>
              <p:ext uri="{D42A27DB-BD31-4B8C-83A1-F6EECF244321}">
                <p14:modId xmlns:p14="http://schemas.microsoft.com/office/powerpoint/2010/main" val="754714723"/>
              </p:ext>
            </p:extLst>
          </p:nvPr>
        </p:nvGraphicFramePr>
        <p:xfrm>
          <a:off x="6723750" y="3741868"/>
          <a:ext cx="5400675" cy="2519363"/>
        </p:xfrm>
        <a:graphic>
          <a:graphicData uri="http://schemas.openxmlformats.org/presentationml/2006/ole">
            <mc:AlternateContent xmlns:mc="http://schemas.openxmlformats.org/markup-compatibility/2006">
              <mc:Choice xmlns:v="urn:schemas-microsoft-com:vml" Requires="v">
                <p:oleObj name="Macrobond document" r:id="rId5" imgW="5400403" imgH="2520091" progId="Mbnd.mbnd">
                  <p:embed/>
                </p:oleObj>
              </mc:Choice>
              <mc:Fallback>
                <p:oleObj name="Macrobond document" r:id="rId5" imgW="5400403" imgH="2520091" progId="Mbnd.mbnd">
                  <p:embed/>
                  <p:pic>
                    <p:nvPicPr>
                      <p:cNvPr id="0" name=""/>
                      <p:cNvPicPr/>
                      <p:nvPr/>
                    </p:nvPicPr>
                    <p:blipFill>
                      <a:blip r:embed="rId6"/>
                      <a:stretch>
                        <a:fillRect/>
                      </a:stretch>
                    </p:blipFill>
                    <p:spPr>
                      <a:xfrm>
                        <a:off x="6723750" y="3741868"/>
                        <a:ext cx="5400675" cy="2519363"/>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9C3D144-FCB8-1AC2-A2B3-44F51ABDB131}"/>
              </a:ext>
            </a:extLst>
          </p:cNvPr>
          <p:cNvGraphicFramePr>
            <a:graphicFrameLocks noChangeAspect="1"/>
          </p:cNvGraphicFramePr>
          <p:nvPr>
            <p:extLst>
              <p:ext uri="{D42A27DB-BD31-4B8C-83A1-F6EECF244321}">
                <p14:modId xmlns:p14="http://schemas.microsoft.com/office/powerpoint/2010/main" val="1982604175"/>
              </p:ext>
            </p:extLst>
          </p:nvPr>
        </p:nvGraphicFramePr>
        <p:xfrm>
          <a:off x="6501328" y="1144195"/>
          <a:ext cx="5400675" cy="2519363"/>
        </p:xfrm>
        <a:graphic>
          <a:graphicData uri="http://schemas.openxmlformats.org/presentationml/2006/ole">
            <mc:AlternateContent xmlns:mc="http://schemas.openxmlformats.org/markup-compatibility/2006">
              <mc:Choice xmlns:v="urn:schemas-microsoft-com:vml" Requires="v">
                <p:oleObj name="Macrobond document" r:id="rId7" imgW="5400403" imgH="2520091" progId="Mbnd.mbnd">
                  <p:embed/>
                </p:oleObj>
              </mc:Choice>
              <mc:Fallback>
                <p:oleObj name="Macrobond document" r:id="rId7" imgW="5400403" imgH="2520091" progId="Mbnd.mbnd">
                  <p:embed/>
                  <p:pic>
                    <p:nvPicPr>
                      <p:cNvPr id="0" name=""/>
                      <p:cNvPicPr/>
                      <p:nvPr/>
                    </p:nvPicPr>
                    <p:blipFill>
                      <a:blip r:embed="rId8"/>
                      <a:stretch>
                        <a:fillRect/>
                      </a:stretch>
                    </p:blipFill>
                    <p:spPr>
                      <a:xfrm>
                        <a:off x="6501328" y="1144195"/>
                        <a:ext cx="5400675" cy="2519363"/>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5DC18BA1-F750-3C3D-BA26-24B1C7D2F612}"/>
              </a:ext>
            </a:extLst>
          </p:cNvPr>
          <p:cNvSpPr txBox="1"/>
          <p:nvPr/>
        </p:nvSpPr>
        <p:spPr>
          <a:xfrm>
            <a:off x="3988324" y="1222509"/>
            <a:ext cx="694421" cy="261610"/>
          </a:xfrm>
          <a:prstGeom prst="rect">
            <a:avLst/>
          </a:prstGeom>
          <a:noFill/>
        </p:spPr>
        <p:txBody>
          <a:bodyPr wrap="none" rtlCol="0">
            <a:spAutoFit/>
          </a:bodyPr>
          <a:lstStyle/>
          <a:p>
            <a:r>
              <a:rPr lang="es-MX" sz="1100" b="1" dirty="0"/>
              <a:t>Iran War</a:t>
            </a:r>
            <a:endParaRPr lang="es-PE" sz="1100" b="1" dirty="0"/>
          </a:p>
        </p:txBody>
      </p:sp>
    </p:spTree>
    <p:extLst>
      <p:ext uri="{BB962C8B-B14F-4D97-AF65-F5344CB8AC3E}">
        <p14:creationId xmlns:p14="http://schemas.microsoft.com/office/powerpoint/2010/main" val="3433845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2615D-0D23-937E-A458-071B116A0AC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958EF7-B526-102B-3A85-2756FC5621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8847BBED-B1BF-7850-F9EB-E3C8B021F0E2}"/>
              </a:ext>
            </a:extLst>
          </p:cNvPr>
          <p:cNvSpPr txBox="1"/>
          <p:nvPr/>
        </p:nvSpPr>
        <p:spPr>
          <a:xfrm>
            <a:off x="161925" y="152400"/>
            <a:ext cx="11115675" cy="369332"/>
          </a:xfrm>
          <a:prstGeom prst="rect">
            <a:avLst/>
          </a:prstGeom>
          <a:noFill/>
        </p:spPr>
        <p:txBody>
          <a:bodyPr wrap="square" rtlCol="0">
            <a:spAutoFit/>
          </a:bodyPr>
          <a:lstStyle/>
          <a:p>
            <a:pPr>
              <a:lnSpc>
                <a:spcPct val="90000"/>
              </a:lnSpc>
              <a:spcBef>
                <a:spcPct val="0"/>
              </a:spcBef>
              <a:defRPr/>
            </a:pPr>
            <a:r>
              <a:rPr lang="en-US" sz="2000" b="1" dirty="0">
                <a:latin typeface="Trebuchet MS" panose="020B0603020202020204" pitchFamily="34" charset="0"/>
              </a:rPr>
              <a:t>US Inflation: Not All Signals Point Higher</a:t>
            </a:r>
          </a:p>
        </p:txBody>
      </p:sp>
      <p:sp>
        <p:nvSpPr>
          <p:cNvPr id="12" name="Rectangle 11">
            <a:extLst>
              <a:ext uri="{FF2B5EF4-FFF2-40B4-BE49-F238E27FC236}">
                <a16:creationId xmlns:a16="http://schemas.microsoft.com/office/drawing/2014/main" id="{BFB84E24-22A5-D988-82B0-6EDC44FE20EA}"/>
              </a:ext>
            </a:extLst>
          </p:cNvPr>
          <p:cNvSpPr/>
          <p:nvPr/>
        </p:nvSpPr>
        <p:spPr>
          <a:xfrm>
            <a:off x="0" y="749030"/>
            <a:ext cx="661481" cy="610897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Picture 8">
            <a:extLst>
              <a:ext uri="{FF2B5EF4-FFF2-40B4-BE49-F238E27FC236}">
                <a16:creationId xmlns:a16="http://schemas.microsoft.com/office/drawing/2014/main" id="{40F05C15-698D-7663-6FEB-7DEFFDEEEE11}"/>
              </a:ext>
            </a:extLst>
          </p:cNvPr>
          <p:cNvPicPr>
            <a:picLocks noChangeAspect="1"/>
          </p:cNvPicPr>
          <p:nvPr/>
        </p:nvPicPr>
        <p:blipFill>
          <a:blip r:embed="rId3"/>
          <a:stretch>
            <a:fillRect/>
          </a:stretch>
        </p:blipFill>
        <p:spPr>
          <a:xfrm>
            <a:off x="0" y="1645050"/>
            <a:ext cx="7356187" cy="3381154"/>
          </a:xfrm>
          <a:prstGeom prst="rect">
            <a:avLst/>
          </a:prstGeom>
        </p:spPr>
      </p:pic>
      <p:sp>
        <p:nvSpPr>
          <p:cNvPr id="3" name="TextBox 2">
            <a:extLst>
              <a:ext uri="{FF2B5EF4-FFF2-40B4-BE49-F238E27FC236}">
                <a16:creationId xmlns:a16="http://schemas.microsoft.com/office/drawing/2014/main" id="{C6951FF3-787C-CBBE-C0AE-EFA1BD75F9F5}"/>
              </a:ext>
            </a:extLst>
          </p:cNvPr>
          <p:cNvSpPr txBox="1"/>
          <p:nvPr/>
        </p:nvSpPr>
        <p:spPr>
          <a:xfrm>
            <a:off x="506780" y="1084553"/>
            <a:ext cx="6123560" cy="461665"/>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The Impact of Temporary Inflation Drivers Such as Tariffs, Software, and Energy on Year-on-Year Core PCE Inflation Should Improve Sharply Over the Next Year</a:t>
            </a:r>
            <a:endParaRPr lang="es-PE" sz="1200" b="1" dirty="0">
              <a:solidFill>
                <a:sysClr val="windowText" lastClr="000000"/>
              </a:solidFill>
              <a:latin typeface="Trebuchet MS" panose="020B0603020202020204" pitchFamily="34" charset="0"/>
            </a:endParaRPr>
          </a:p>
        </p:txBody>
      </p:sp>
      <p:sp>
        <p:nvSpPr>
          <p:cNvPr id="11" name="Rectangle 9">
            <a:extLst>
              <a:ext uri="{FF2B5EF4-FFF2-40B4-BE49-F238E27FC236}">
                <a16:creationId xmlns:a16="http://schemas.microsoft.com/office/drawing/2014/main" id="{404D483F-4425-0F9A-3539-87BFF547864D}"/>
              </a:ext>
            </a:extLst>
          </p:cNvPr>
          <p:cNvSpPr/>
          <p:nvPr/>
        </p:nvSpPr>
        <p:spPr>
          <a:xfrm>
            <a:off x="69034"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Goldman Sachs and Bloomberg. Elaboración propia.</a:t>
            </a:r>
          </a:p>
        </p:txBody>
      </p:sp>
      <p:sp>
        <p:nvSpPr>
          <p:cNvPr id="8" name="TextBox 7">
            <a:extLst>
              <a:ext uri="{FF2B5EF4-FFF2-40B4-BE49-F238E27FC236}">
                <a16:creationId xmlns:a16="http://schemas.microsoft.com/office/drawing/2014/main" id="{9F8264DB-E814-9D40-D183-B7898C937534}"/>
              </a:ext>
            </a:extLst>
          </p:cNvPr>
          <p:cNvSpPr txBox="1"/>
          <p:nvPr/>
        </p:nvSpPr>
        <p:spPr>
          <a:xfrm>
            <a:off x="8460795" y="1100761"/>
            <a:ext cx="2619018" cy="276999"/>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The A.I. Boom is inflationary?</a:t>
            </a:r>
            <a:endParaRPr lang="es-PE" sz="1200" b="1" dirty="0">
              <a:solidFill>
                <a:sysClr val="windowText" lastClr="000000"/>
              </a:solidFill>
              <a:latin typeface="Trebuchet MS" panose="020B0603020202020204" pitchFamily="34" charset="0"/>
            </a:endParaRPr>
          </a:p>
        </p:txBody>
      </p:sp>
      <p:graphicFrame>
        <p:nvGraphicFramePr>
          <p:cNvPr id="2" name="Chart 1">
            <a:extLst>
              <a:ext uri="{FF2B5EF4-FFF2-40B4-BE49-F238E27FC236}">
                <a16:creationId xmlns:a16="http://schemas.microsoft.com/office/drawing/2014/main" id="{BF53BDF2-AA6F-9A3C-ED17-FBA86277C6AE}"/>
              </a:ext>
            </a:extLst>
          </p:cNvPr>
          <p:cNvGraphicFramePr>
            <a:graphicFrameLocks/>
          </p:cNvGraphicFramePr>
          <p:nvPr>
            <p:extLst>
              <p:ext uri="{D42A27DB-BD31-4B8C-83A1-F6EECF244321}">
                <p14:modId xmlns:p14="http://schemas.microsoft.com/office/powerpoint/2010/main" val="2544585461"/>
              </p:ext>
            </p:extLst>
          </p:nvPr>
        </p:nvGraphicFramePr>
        <p:xfrm>
          <a:off x="7581458" y="1377760"/>
          <a:ext cx="4412746" cy="236504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F36231FE-087E-4090-ACC3-229936411369}"/>
              </a:ext>
            </a:extLst>
          </p:cNvPr>
          <p:cNvGraphicFramePr>
            <a:graphicFrameLocks/>
          </p:cNvGraphicFramePr>
          <p:nvPr>
            <p:extLst>
              <p:ext uri="{D42A27DB-BD31-4B8C-83A1-F6EECF244321}">
                <p14:modId xmlns:p14="http://schemas.microsoft.com/office/powerpoint/2010/main" val="336960597"/>
              </p:ext>
            </p:extLst>
          </p:nvPr>
        </p:nvGraphicFramePr>
        <p:xfrm>
          <a:off x="7506490" y="3742802"/>
          <a:ext cx="4412746" cy="256252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761275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2443-9CEA-C484-464D-86DCAEF051D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2A2D658-97A9-64A4-F46A-D1FFDF8785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8A684AC4-4CD1-04F8-3CC7-C6084F1A4AA1}"/>
              </a:ext>
            </a:extLst>
          </p:cNvPr>
          <p:cNvSpPr txBox="1"/>
          <p:nvPr/>
        </p:nvSpPr>
        <p:spPr>
          <a:xfrm>
            <a:off x="161925" y="152400"/>
            <a:ext cx="11115675" cy="369332"/>
          </a:xfrm>
          <a:prstGeom prst="rect">
            <a:avLst/>
          </a:prstGeom>
          <a:noFill/>
        </p:spPr>
        <p:txBody>
          <a:bodyPr wrap="square" rtlCol="0">
            <a:spAutoFit/>
          </a:bodyPr>
          <a:lstStyle/>
          <a:p>
            <a:pPr>
              <a:lnSpc>
                <a:spcPct val="90000"/>
              </a:lnSpc>
              <a:spcBef>
                <a:spcPct val="0"/>
              </a:spcBef>
              <a:defRPr/>
            </a:pPr>
            <a:r>
              <a:rPr lang="en-US" sz="2000" b="1" dirty="0">
                <a:latin typeface="Trebuchet MS" panose="020B0603020202020204" pitchFamily="34" charset="0"/>
              </a:rPr>
              <a:t>US Inflation: Not All Signals Point Higher</a:t>
            </a:r>
          </a:p>
        </p:txBody>
      </p:sp>
      <p:sp>
        <p:nvSpPr>
          <p:cNvPr id="12" name="Rectangle 11">
            <a:extLst>
              <a:ext uri="{FF2B5EF4-FFF2-40B4-BE49-F238E27FC236}">
                <a16:creationId xmlns:a16="http://schemas.microsoft.com/office/drawing/2014/main" id="{C0D3CD95-3639-6FCD-8B49-C141B436DCA6}"/>
              </a:ext>
            </a:extLst>
          </p:cNvPr>
          <p:cNvSpPr/>
          <p:nvPr/>
        </p:nvSpPr>
        <p:spPr>
          <a:xfrm>
            <a:off x="0" y="749030"/>
            <a:ext cx="661481" cy="610897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angle 9">
            <a:extLst>
              <a:ext uri="{FF2B5EF4-FFF2-40B4-BE49-F238E27FC236}">
                <a16:creationId xmlns:a16="http://schemas.microsoft.com/office/drawing/2014/main" id="{38487A0D-6CC7-FFA8-A7DB-CF748F623326}"/>
              </a:ext>
            </a:extLst>
          </p:cNvPr>
          <p:cNvSpPr/>
          <p:nvPr/>
        </p:nvSpPr>
        <p:spPr>
          <a:xfrm>
            <a:off x="69034"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Goldman Sachs and Bloomberg. Elaboración propia.</a:t>
            </a:r>
          </a:p>
        </p:txBody>
      </p:sp>
      <p:sp>
        <p:nvSpPr>
          <p:cNvPr id="16" name="TextBox 15">
            <a:extLst>
              <a:ext uri="{FF2B5EF4-FFF2-40B4-BE49-F238E27FC236}">
                <a16:creationId xmlns:a16="http://schemas.microsoft.com/office/drawing/2014/main" id="{64529ADA-DD8A-ABB3-3A23-03CFC3011B7C}"/>
              </a:ext>
            </a:extLst>
          </p:cNvPr>
          <p:cNvSpPr txBox="1"/>
          <p:nvPr/>
        </p:nvSpPr>
        <p:spPr>
          <a:xfrm>
            <a:off x="439260" y="778117"/>
            <a:ext cx="3844726" cy="276999"/>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Home Sales Signal a Cooling in Housing Inflation</a:t>
            </a:r>
          </a:p>
        </p:txBody>
      </p:sp>
      <p:graphicFrame>
        <p:nvGraphicFramePr>
          <p:cNvPr id="19" name="Chart 18">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160603493"/>
              </p:ext>
            </p:extLst>
          </p:nvPr>
        </p:nvGraphicFramePr>
        <p:xfrm>
          <a:off x="0" y="1014306"/>
          <a:ext cx="4723246" cy="32562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a:extLst>
              <a:ext uri="{FF2B5EF4-FFF2-40B4-BE49-F238E27FC236}">
                <a16:creationId xmlns:a16="http://schemas.microsoft.com/office/drawing/2014/main" id="{FB636EB6-9FC4-E30B-1E96-BE73B4EB9B22}"/>
              </a:ext>
            </a:extLst>
          </p:cNvPr>
          <p:cNvGraphicFramePr>
            <a:graphicFrameLocks/>
          </p:cNvGraphicFramePr>
          <p:nvPr>
            <p:extLst>
              <p:ext uri="{D42A27DB-BD31-4B8C-83A1-F6EECF244321}">
                <p14:modId xmlns:p14="http://schemas.microsoft.com/office/powerpoint/2010/main" val="3373648236"/>
              </p:ext>
            </p:extLst>
          </p:nvPr>
        </p:nvGraphicFramePr>
        <p:xfrm>
          <a:off x="115273" y="4326244"/>
          <a:ext cx="4236807" cy="22581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AA0B51D3-30C0-5814-6A21-239950EADFC3}"/>
              </a:ext>
            </a:extLst>
          </p:cNvPr>
          <p:cNvSpPr txBox="1"/>
          <p:nvPr/>
        </p:nvSpPr>
        <p:spPr>
          <a:xfrm>
            <a:off x="7430449" y="787539"/>
            <a:ext cx="3844726" cy="276999"/>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US Labor Market is Disinflationary</a:t>
            </a:r>
          </a:p>
        </p:txBody>
      </p:sp>
      <p:graphicFrame>
        <p:nvGraphicFramePr>
          <p:cNvPr id="8" name="Chart 7">
            <a:extLst>
              <a:ext uri="{FF2B5EF4-FFF2-40B4-BE49-F238E27FC236}">
                <a16:creationId xmlns:a16="http://schemas.microsoft.com/office/drawing/2014/main" id="{C81205EB-F5DF-B3DC-3122-A0208ADF6BE6}"/>
              </a:ext>
            </a:extLst>
          </p:cNvPr>
          <p:cNvGraphicFramePr>
            <a:graphicFrameLocks/>
          </p:cNvGraphicFramePr>
          <p:nvPr>
            <p:extLst>
              <p:ext uri="{D42A27DB-BD31-4B8C-83A1-F6EECF244321}">
                <p14:modId xmlns:p14="http://schemas.microsoft.com/office/powerpoint/2010/main" val="2094257844"/>
              </p:ext>
            </p:extLst>
          </p:nvPr>
        </p:nvGraphicFramePr>
        <p:xfrm>
          <a:off x="4899155" y="1047457"/>
          <a:ext cx="3761535" cy="273773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8E0B9680-4479-4C92-AA56-3FDB462E7A4A}"/>
              </a:ext>
            </a:extLst>
          </p:cNvPr>
          <p:cNvGraphicFramePr>
            <a:graphicFrameLocks/>
          </p:cNvGraphicFramePr>
          <p:nvPr>
            <p:extLst>
              <p:ext uri="{D42A27DB-BD31-4B8C-83A1-F6EECF244321}">
                <p14:modId xmlns:p14="http://schemas.microsoft.com/office/powerpoint/2010/main" val="2183023194"/>
              </p:ext>
            </p:extLst>
          </p:nvPr>
        </p:nvGraphicFramePr>
        <p:xfrm>
          <a:off x="4887869" y="3716399"/>
          <a:ext cx="3559156" cy="296590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EBA40062-B58E-5206-FF91-D33EDFC4241A}"/>
              </a:ext>
            </a:extLst>
          </p:cNvPr>
          <p:cNvGraphicFramePr>
            <a:graphicFrameLocks/>
          </p:cNvGraphicFramePr>
          <p:nvPr>
            <p:extLst>
              <p:ext uri="{D42A27DB-BD31-4B8C-83A1-F6EECF244321}">
                <p14:modId xmlns:p14="http://schemas.microsoft.com/office/powerpoint/2010/main" val="3067250234"/>
              </p:ext>
            </p:extLst>
          </p:nvPr>
        </p:nvGraphicFramePr>
        <p:xfrm>
          <a:off x="8660690" y="1064539"/>
          <a:ext cx="3340498" cy="273773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9" name="Chart 28">
            <a:extLst>
              <a:ext uri="{FF2B5EF4-FFF2-40B4-BE49-F238E27FC236}">
                <a16:creationId xmlns:a16="http://schemas.microsoft.com/office/drawing/2014/main" id="{CCADD9D5-A64D-3FD5-3FB5-86D48FA17E03}"/>
              </a:ext>
            </a:extLst>
          </p:cNvPr>
          <p:cNvGraphicFramePr>
            <a:graphicFrameLocks/>
          </p:cNvGraphicFramePr>
          <p:nvPr>
            <p:extLst>
              <p:ext uri="{D42A27DB-BD31-4B8C-83A1-F6EECF244321}">
                <p14:modId xmlns:p14="http://schemas.microsoft.com/office/powerpoint/2010/main" val="602542445"/>
              </p:ext>
            </p:extLst>
          </p:nvPr>
        </p:nvGraphicFramePr>
        <p:xfrm>
          <a:off x="8644070" y="3851486"/>
          <a:ext cx="3375413" cy="2764522"/>
        </p:xfrm>
        <a:graphic>
          <a:graphicData uri="http://schemas.openxmlformats.org/drawingml/2006/chart">
            <c:chart xmlns:c="http://schemas.openxmlformats.org/drawingml/2006/chart" xmlns:r="http://schemas.openxmlformats.org/officeDocument/2006/relationships" r:id="rId8"/>
          </a:graphicData>
        </a:graphic>
      </p:graphicFrame>
      <p:cxnSp>
        <p:nvCxnSpPr>
          <p:cNvPr id="3" name="Straight Arrow Connector 2">
            <a:extLst>
              <a:ext uri="{FF2B5EF4-FFF2-40B4-BE49-F238E27FC236}">
                <a16:creationId xmlns:a16="http://schemas.microsoft.com/office/drawing/2014/main" id="{F870D90C-87B7-F207-4777-AE01C25DAB7E}"/>
              </a:ext>
            </a:extLst>
          </p:cNvPr>
          <p:cNvCxnSpPr/>
          <p:nvPr/>
        </p:nvCxnSpPr>
        <p:spPr>
          <a:xfrm>
            <a:off x="11063416" y="4110681"/>
            <a:ext cx="832022" cy="84849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105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44E0-36D8-D2C7-C4A4-3A5968F945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58E6438-2CD1-81CA-90A2-058FB3F2F2DB}"/>
              </a:ext>
            </a:extLst>
          </p:cNvPr>
          <p:cNvSpPr txBox="1"/>
          <p:nvPr/>
        </p:nvSpPr>
        <p:spPr>
          <a:xfrm>
            <a:off x="161925" y="152400"/>
            <a:ext cx="111156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Trebuchet MS" panose="020B0603020202020204" pitchFamily="34" charset="0"/>
              </a:rPr>
              <a:t>US Deficit: Here Comes the Sun? Not Quite</a:t>
            </a:r>
            <a:endParaRPr kumimoji="0" lang="en-US" sz="20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1" name="Rectangle 9">
            <a:extLst>
              <a:ext uri="{FF2B5EF4-FFF2-40B4-BE49-F238E27FC236}">
                <a16:creationId xmlns:a16="http://schemas.microsoft.com/office/drawing/2014/main" id="{CDA0AD0B-20E9-E832-76B3-76CEBC6C4F82}"/>
              </a:ext>
            </a:extLst>
          </p:cNvPr>
          <p:cNvSpPr/>
          <p:nvPr/>
        </p:nvSpPr>
        <p:spPr>
          <a:xfrm>
            <a:off x="769427"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US </a:t>
            </a:r>
            <a:r>
              <a:rPr kumimoji="0" lang="es-PE"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treasury</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Elaboración propia</a:t>
            </a:r>
          </a:p>
        </p:txBody>
      </p:sp>
      <p:graphicFrame>
        <p:nvGraphicFramePr>
          <p:cNvPr id="7" name="Chart 6">
            <a:extLst>
              <a:ext uri="{FF2B5EF4-FFF2-40B4-BE49-F238E27FC236}">
                <a16:creationId xmlns:a16="http://schemas.microsoft.com/office/drawing/2014/main" id="{B8093B22-D41D-6637-DE37-7E607F4B48BE}"/>
              </a:ext>
            </a:extLst>
          </p:cNvPr>
          <p:cNvGraphicFramePr>
            <a:graphicFrameLocks/>
          </p:cNvGraphicFramePr>
          <p:nvPr>
            <p:extLst>
              <p:ext uri="{D42A27DB-BD31-4B8C-83A1-F6EECF244321}">
                <p14:modId xmlns:p14="http://schemas.microsoft.com/office/powerpoint/2010/main" val="4030705671"/>
              </p:ext>
            </p:extLst>
          </p:nvPr>
        </p:nvGraphicFramePr>
        <p:xfrm>
          <a:off x="692424" y="878220"/>
          <a:ext cx="5575788" cy="28751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D30A4FF3-E850-D06D-35F1-B40BFE50D7AB}"/>
              </a:ext>
            </a:extLst>
          </p:cNvPr>
          <p:cNvGraphicFramePr>
            <a:graphicFrameLocks/>
          </p:cNvGraphicFramePr>
          <p:nvPr>
            <p:extLst>
              <p:ext uri="{D42A27DB-BD31-4B8C-83A1-F6EECF244321}">
                <p14:modId xmlns:p14="http://schemas.microsoft.com/office/powerpoint/2010/main" val="3203704890"/>
              </p:ext>
            </p:extLst>
          </p:nvPr>
        </p:nvGraphicFramePr>
        <p:xfrm>
          <a:off x="6469646" y="3753368"/>
          <a:ext cx="5575789" cy="28793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F88C662A-F4C3-1D85-531C-B7F1944F72F9}"/>
              </a:ext>
            </a:extLst>
          </p:cNvPr>
          <p:cNvGraphicFramePr>
            <a:graphicFrameLocks/>
          </p:cNvGraphicFramePr>
          <p:nvPr>
            <p:extLst>
              <p:ext uri="{D42A27DB-BD31-4B8C-83A1-F6EECF244321}">
                <p14:modId xmlns:p14="http://schemas.microsoft.com/office/powerpoint/2010/main" val="3052127470"/>
              </p:ext>
            </p:extLst>
          </p:nvPr>
        </p:nvGraphicFramePr>
        <p:xfrm>
          <a:off x="692423" y="3745028"/>
          <a:ext cx="5575789" cy="281265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65A34039-C3A4-6085-60C5-2337FD193F25}"/>
              </a:ext>
            </a:extLst>
          </p:cNvPr>
          <p:cNvGraphicFramePr>
            <a:graphicFrameLocks/>
          </p:cNvGraphicFramePr>
          <p:nvPr>
            <p:extLst>
              <p:ext uri="{D42A27DB-BD31-4B8C-83A1-F6EECF244321}">
                <p14:modId xmlns:p14="http://schemas.microsoft.com/office/powerpoint/2010/main" val="3033021818"/>
              </p:ext>
            </p:extLst>
          </p:nvPr>
        </p:nvGraphicFramePr>
        <p:xfrm>
          <a:off x="6460018" y="938148"/>
          <a:ext cx="5575788" cy="2751048"/>
        </p:xfrm>
        <a:graphic>
          <a:graphicData uri="http://schemas.openxmlformats.org/drawingml/2006/chart">
            <c:chart xmlns:c="http://schemas.openxmlformats.org/drawingml/2006/chart" xmlns:r="http://schemas.openxmlformats.org/officeDocument/2006/relationships" r:id="rId6"/>
          </a:graphicData>
        </a:graphic>
      </p:graphicFrame>
      <p:sp>
        <p:nvSpPr>
          <p:cNvPr id="14" name="Oval 13">
            <a:extLst>
              <a:ext uri="{FF2B5EF4-FFF2-40B4-BE49-F238E27FC236}">
                <a16:creationId xmlns:a16="http://schemas.microsoft.com/office/drawing/2014/main" id="{D314F4D2-014E-8BEA-9EB8-697247C5B4B0}"/>
              </a:ext>
            </a:extLst>
          </p:cNvPr>
          <p:cNvSpPr/>
          <p:nvPr/>
        </p:nvSpPr>
        <p:spPr>
          <a:xfrm rot="20384882">
            <a:off x="4531407" y="2244604"/>
            <a:ext cx="837398" cy="182880"/>
          </a:xfrm>
          <a:prstGeom prst="ellipse">
            <a:avLst/>
          </a:prstGeom>
          <a:noFill/>
          <a:ln>
            <a:solidFill>
              <a:srgbClr val="0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432257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177F-32C1-81EE-FB87-14A78B29552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6E392B-5373-044F-8B7B-A147F2A25B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12" name="Title 2">
            <a:extLst>
              <a:ext uri="{FF2B5EF4-FFF2-40B4-BE49-F238E27FC236}">
                <a16:creationId xmlns:a16="http://schemas.microsoft.com/office/drawing/2014/main" id="{601EDDD7-3FBD-142B-6F95-12308E5F3C89}"/>
              </a:ext>
            </a:extLst>
          </p:cNvPr>
          <p:cNvSpPr>
            <a:spLocks noGrp="1"/>
          </p:cNvSpPr>
          <p:nvPr>
            <p:ph type="title"/>
          </p:nvPr>
        </p:nvSpPr>
        <p:spPr>
          <a:xfrm>
            <a:off x="111225" y="0"/>
            <a:ext cx="10512508" cy="676275"/>
          </a:xfrm>
        </p:spPr>
        <p:txBody>
          <a:bodyPr>
            <a:normAutofit/>
          </a:bodyPr>
          <a:lstStyle/>
          <a:p>
            <a:pPr lvl="0">
              <a:lnSpc>
                <a:spcPct val="100000"/>
              </a:lnSpc>
              <a:spcBef>
                <a:spcPts val="0"/>
              </a:spcBef>
              <a:defRPr/>
            </a:pPr>
            <a:r>
              <a:rPr lang="en-US" sz="2000" b="1" dirty="0">
                <a:solidFill>
                  <a:srgbClr val="002060"/>
                </a:solidFill>
                <a:latin typeface="Trebuchet MS" panose="020B0603020202020204" pitchFamily="34" charset="0"/>
              </a:rPr>
              <a:t>US Treasuries Demand and Supply</a:t>
            </a:r>
          </a:p>
        </p:txBody>
      </p:sp>
      <p:sp>
        <p:nvSpPr>
          <p:cNvPr id="3" name="Rectangle 9">
            <a:extLst>
              <a:ext uri="{FF2B5EF4-FFF2-40B4-BE49-F238E27FC236}">
                <a16:creationId xmlns:a16="http://schemas.microsoft.com/office/drawing/2014/main" id="{377F9595-1F33-0CF4-7B7A-4D3E6151F892}"/>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Bank </a:t>
            </a:r>
            <a:r>
              <a:rPr kumimoji="0" lang="es-MX"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of</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America.</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pic>
        <p:nvPicPr>
          <p:cNvPr id="10" name="Picture 9">
            <a:extLst>
              <a:ext uri="{FF2B5EF4-FFF2-40B4-BE49-F238E27FC236}">
                <a16:creationId xmlns:a16="http://schemas.microsoft.com/office/drawing/2014/main" id="{D2853654-1233-CED6-1A5C-695E52D2CD7E}"/>
              </a:ext>
            </a:extLst>
          </p:cNvPr>
          <p:cNvPicPr>
            <a:picLocks noChangeAspect="1"/>
          </p:cNvPicPr>
          <p:nvPr/>
        </p:nvPicPr>
        <p:blipFill>
          <a:blip r:embed="rId3"/>
          <a:srcRect t="12059"/>
          <a:stretch>
            <a:fillRect/>
          </a:stretch>
        </p:blipFill>
        <p:spPr>
          <a:xfrm>
            <a:off x="1424842" y="1436469"/>
            <a:ext cx="10276693" cy="4408370"/>
          </a:xfrm>
          <a:prstGeom prst="rect">
            <a:avLst/>
          </a:prstGeom>
        </p:spPr>
      </p:pic>
      <p:sp>
        <p:nvSpPr>
          <p:cNvPr id="14" name="TextBox 13">
            <a:extLst>
              <a:ext uri="{FF2B5EF4-FFF2-40B4-BE49-F238E27FC236}">
                <a16:creationId xmlns:a16="http://schemas.microsoft.com/office/drawing/2014/main" id="{9C098102-AED8-4C08-EA2B-BF11B9FD0205}"/>
              </a:ext>
            </a:extLst>
          </p:cNvPr>
          <p:cNvSpPr txBox="1"/>
          <p:nvPr/>
        </p:nvSpPr>
        <p:spPr>
          <a:xfrm>
            <a:off x="4745000" y="1159470"/>
            <a:ext cx="3844726" cy="276999"/>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UST supply versus source of demand ($bn)</a:t>
            </a:r>
          </a:p>
        </p:txBody>
      </p:sp>
    </p:spTree>
    <p:extLst>
      <p:ext uri="{BB962C8B-B14F-4D97-AF65-F5344CB8AC3E}">
        <p14:creationId xmlns:p14="http://schemas.microsoft.com/office/powerpoint/2010/main" val="134085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CB12-2A6B-339E-8FE4-91A1212D8E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0C9FB42-343C-622B-8B84-1E4B26DC704C}"/>
              </a:ext>
            </a:extLst>
          </p:cNvPr>
          <p:cNvSpPr txBox="1"/>
          <p:nvPr/>
        </p:nvSpPr>
        <p:spPr>
          <a:xfrm>
            <a:off x="161925" y="152400"/>
            <a:ext cx="111156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Trebuchet MS" panose="020B0603020202020204" pitchFamily="34" charset="0"/>
              </a:rPr>
              <a:t>US Treasuries Demand</a:t>
            </a:r>
            <a:endParaRPr kumimoji="0" lang="en-US" sz="20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1" name="Rectangle 9">
            <a:extLst>
              <a:ext uri="{FF2B5EF4-FFF2-40B4-BE49-F238E27FC236}">
                <a16:creationId xmlns:a16="http://schemas.microsoft.com/office/drawing/2014/main" id="{3AE0A10B-3424-8292-6BA7-401294064594}"/>
              </a:ext>
            </a:extLst>
          </p:cNvPr>
          <p:cNvSpPr/>
          <p:nvPr/>
        </p:nvSpPr>
        <p:spPr>
          <a:xfrm>
            <a:off x="769427" y="6613511"/>
            <a:ext cx="751242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Bloomberg and </a:t>
            </a:r>
            <a:r>
              <a:rPr kumimoji="0" lang="es-PE"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Macrobond</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a:t>
            </a:r>
          </a:p>
        </p:txBody>
      </p:sp>
      <p:pic>
        <p:nvPicPr>
          <p:cNvPr id="16" name="Picture 15">
            <a:extLst>
              <a:ext uri="{FF2B5EF4-FFF2-40B4-BE49-F238E27FC236}">
                <a16:creationId xmlns:a16="http://schemas.microsoft.com/office/drawing/2014/main" id="{90274A1B-C048-6F09-034C-F282B87B0C94}"/>
              </a:ext>
            </a:extLst>
          </p:cNvPr>
          <p:cNvPicPr>
            <a:picLocks noChangeAspect="1"/>
          </p:cNvPicPr>
          <p:nvPr/>
        </p:nvPicPr>
        <p:blipFill>
          <a:blip r:embed="rId3"/>
          <a:stretch>
            <a:fillRect/>
          </a:stretch>
        </p:blipFill>
        <p:spPr>
          <a:xfrm>
            <a:off x="6662156" y="3348309"/>
            <a:ext cx="2597166" cy="230727"/>
          </a:xfrm>
          <a:prstGeom prst="rect">
            <a:avLst/>
          </a:prstGeom>
        </p:spPr>
      </p:pic>
      <p:pic>
        <p:nvPicPr>
          <p:cNvPr id="18" name="Picture 17">
            <a:extLst>
              <a:ext uri="{FF2B5EF4-FFF2-40B4-BE49-F238E27FC236}">
                <a16:creationId xmlns:a16="http://schemas.microsoft.com/office/drawing/2014/main" id="{BEB0BD29-F79E-BA4E-DC77-5F785C294903}"/>
              </a:ext>
            </a:extLst>
          </p:cNvPr>
          <p:cNvPicPr>
            <a:picLocks noChangeAspect="1"/>
          </p:cNvPicPr>
          <p:nvPr/>
        </p:nvPicPr>
        <p:blipFill>
          <a:blip r:embed="rId4"/>
          <a:stretch>
            <a:fillRect/>
          </a:stretch>
        </p:blipFill>
        <p:spPr>
          <a:xfrm>
            <a:off x="9351890" y="3348309"/>
            <a:ext cx="2420998" cy="450267"/>
          </a:xfrm>
          <a:prstGeom prst="rect">
            <a:avLst/>
          </a:prstGeom>
        </p:spPr>
      </p:pic>
      <p:graphicFrame>
        <p:nvGraphicFramePr>
          <p:cNvPr id="3" name="Object 2">
            <a:extLst>
              <a:ext uri="{FF2B5EF4-FFF2-40B4-BE49-F238E27FC236}">
                <a16:creationId xmlns:a16="http://schemas.microsoft.com/office/drawing/2014/main" id="{4A9B346B-967C-607C-9529-44E2D6CF9562}"/>
              </a:ext>
            </a:extLst>
          </p:cNvPr>
          <p:cNvGraphicFramePr>
            <a:graphicFrameLocks noChangeAspect="1"/>
          </p:cNvGraphicFramePr>
          <p:nvPr>
            <p:extLst>
              <p:ext uri="{D42A27DB-BD31-4B8C-83A1-F6EECF244321}">
                <p14:modId xmlns:p14="http://schemas.microsoft.com/office/powerpoint/2010/main" val="2115503333"/>
              </p:ext>
            </p:extLst>
          </p:nvPr>
        </p:nvGraphicFramePr>
        <p:xfrm>
          <a:off x="856239" y="843587"/>
          <a:ext cx="5400675" cy="2519363"/>
        </p:xfrm>
        <a:graphic>
          <a:graphicData uri="http://schemas.openxmlformats.org/presentationml/2006/ole">
            <mc:AlternateContent xmlns:mc="http://schemas.openxmlformats.org/markup-compatibility/2006">
              <mc:Choice xmlns:v="urn:schemas-microsoft-com:vml" Requires="v">
                <p:oleObj name="Macrobond document" r:id="rId5" imgW="5400403" imgH="2520091" progId="Mbnd.mbnd">
                  <p:embed/>
                </p:oleObj>
              </mc:Choice>
              <mc:Fallback>
                <p:oleObj name="Macrobond document" r:id="rId5" imgW="5400403" imgH="2520091" progId="Mbnd.mbnd">
                  <p:embed/>
                  <p:pic>
                    <p:nvPicPr>
                      <p:cNvPr id="0" name=""/>
                      <p:cNvPicPr/>
                      <p:nvPr/>
                    </p:nvPicPr>
                    <p:blipFill>
                      <a:blip r:embed="rId6"/>
                      <a:stretch>
                        <a:fillRect/>
                      </a:stretch>
                    </p:blipFill>
                    <p:spPr>
                      <a:xfrm>
                        <a:off x="856239" y="843587"/>
                        <a:ext cx="5400675" cy="251936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B7E0D69B-28FD-D591-21C2-EF2B5AEB8D37}"/>
              </a:ext>
            </a:extLst>
          </p:cNvPr>
          <p:cNvGraphicFramePr>
            <a:graphicFrameLocks noChangeAspect="1"/>
          </p:cNvGraphicFramePr>
          <p:nvPr>
            <p:extLst>
              <p:ext uri="{D42A27DB-BD31-4B8C-83A1-F6EECF244321}">
                <p14:modId xmlns:p14="http://schemas.microsoft.com/office/powerpoint/2010/main" val="3274356256"/>
              </p:ext>
            </p:extLst>
          </p:nvPr>
        </p:nvGraphicFramePr>
        <p:xfrm>
          <a:off x="6464781" y="3874607"/>
          <a:ext cx="5400675" cy="2519363"/>
        </p:xfrm>
        <a:graphic>
          <a:graphicData uri="http://schemas.openxmlformats.org/presentationml/2006/ole">
            <mc:AlternateContent xmlns:mc="http://schemas.openxmlformats.org/markup-compatibility/2006">
              <mc:Choice xmlns:v="urn:schemas-microsoft-com:vml" Requires="v">
                <p:oleObj name="Macrobond document" r:id="rId7" imgW="5400403" imgH="2520091" progId="Mbnd.mbnd">
                  <p:embed/>
                </p:oleObj>
              </mc:Choice>
              <mc:Fallback>
                <p:oleObj name="Macrobond document" r:id="rId7" imgW="5400403" imgH="2520091" progId="Mbnd.mbnd">
                  <p:embed/>
                  <p:pic>
                    <p:nvPicPr>
                      <p:cNvPr id="0" name=""/>
                      <p:cNvPicPr/>
                      <p:nvPr/>
                    </p:nvPicPr>
                    <p:blipFill>
                      <a:blip r:embed="rId8"/>
                      <a:stretch>
                        <a:fillRect/>
                      </a:stretch>
                    </p:blipFill>
                    <p:spPr>
                      <a:xfrm>
                        <a:off x="6464781" y="3874607"/>
                        <a:ext cx="5400675" cy="25193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C7310D4-FC26-17AB-377C-8051F59CF779}"/>
              </a:ext>
            </a:extLst>
          </p:cNvPr>
          <p:cNvGraphicFramePr>
            <a:graphicFrameLocks noChangeAspect="1"/>
          </p:cNvGraphicFramePr>
          <p:nvPr>
            <p:extLst>
              <p:ext uri="{D42A27DB-BD31-4B8C-83A1-F6EECF244321}">
                <p14:modId xmlns:p14="http://schemas.microsoft.com/office/powerpoint/2010/main" val="1664438838"/>
              </p:ext>
            </p:extLst>
          </p:nvPr>
        </p:nvGraphicFramePr>
        <p:xfrm>
          <a:off x="1064106" y="3874608"/>
          <a:ext cx="5400675" cy="2519363"/>
        </p:xfrm>
        <a:graphic>
          <a:graphicData uri="http://schemas.openxmlformats.org/presentationml/2006/ole">
            <mc:AlternateContent xmlns:mc="http://schemas.openxmlformats.org/markup-compatibility/2006">
              <mc:Choice xmlns:v="urn:schemas-microsoft-com:vml" Requires="v">
                <p:oleObj name="Macrobond document" r:id="rId9" imgW="5400403" imgH="2520091" progId="Mbnd.mbnd">
                  <p:embed/>
                </p:oleObj>
              </mc:Choice>
              <mc:Fallback>
                <p:oleObj name="Macrobond document" r:id="rId9" imgW="5400403" imgH="2520091" progId="Mbnd.mbnd">
                  <p:embed/>
                  <p:pic>
                    <p:nvPicPr>
                      <p:cNvPr id="0" name=""/>
                      <p:cNvPicPr/>
                      <p:nvPr/>
                    </p:nvPicPr>
                    <p:blipFill>
                      <a:blip r:embed="rId10"/>
                      <a:stretch>
                        <a:fillRect/>
                      </a:stretch>
                    </p:blipFill>
                    <p:spPr>
                      <a:xfrm>
                        <a:off x="1064106" y="3874608"/>
                        <a:ext cx="5400675" cy="2519363"/>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D67EA45-E2D3-987B-6FED-B4C4B71C30F4}"/>
              </a:ext>
            </a:extLst>
          </p:cNvPr>
          <p:cNvGraphicFramePr>
            <a:graphicFrameLocks noChangeAspect="1"/>
          </p:cNvGraphicFramePr>
          <p:nvPr>
            <p:extLst>
              <p:ext uri="{D42A27DB-BD31-4B8C-83A1-F6EECF244321}">
                <p14:modId xmlns:p14="http://schemas.microsoft.com/office/powerpoint/2010/main" val="2492256540"/>
              </p:ext>
            </p:extLst>
          </p:nvPr>
        </p:nvGraphicFramePr>
        <p:xfrm>
          <a:off x="6500556" y="828945"/>
          <a:ext cx="5400675" cy="2519363"/>
        </p:xfrm>
        <a:graphic>
          <a:graphicData uri="http://schemas.openxmlformats.org/presentationml/2006/ole">
            <mc:AlternateContent xmlns:mc="http://schemas.openxmlformats.org/markup-compatibility/2006">
              <mc:Choice xmlns:v="urn:schemas-microsoft-com:vml" Requires="v">
                <p:oleObj name="Macrobond document" r:id="rId11" imgW="5400403" imgH="2520091" progId="Mbnd.mbnd">
                  <p:embed/>
                </p:oleObj>
              </mc:Choice>
              <mc:Fallback>
                <p:oleObj name="Macrobond document" r:id="rId11" imgW="5400403" imgH="2520091" progId="Mbnd.mbnd">
                  <p:embed/>
                  <p:pic>
                    <p:nvPicPr>
                      <p:cNvPr id="0" name=""/>
                      <p:cNvPicPr/>
                      <p:nvPr/>
                    </p:nvPicPr>
                    <p:blipFill>
                      <a:blip r:embed="rId12"/>
                      <a:stretch>
                        <a:fillRect/>
                      </a:stretch>
                    </p:blipFill>
                    <p:spPr>
                      <a:xfrm>
                        <a:off x="6500556" y="828945"/>
                        <a:ext cx="5400675" cy="2519363"/>
                      </a:xfrm>
                      <a:prstGeom prst="rect">
                        <a:avLst/>
                      </a:prstGeom>
                    </p:spPr>
                  </p:pic>
                </p:oleObj>
              </mc:Fallback>
            </mc:AlternateContent>
          </a:graphicData>
        </a:graphic>
      </p:graphicFrame>
    </p:spTree>
    <p:extLst>
      <p:ext uri="{BB962C8B-B14F-4D97-AF65-F5344CB8AC3E}">
        <p14:creationId xmlns:p14="http://schemas.microsoft.com/office/powerpoint/2010/main" val="379801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0F32D-1F67-9234-F8B1-A5D8C9200F3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20B524-B158-EA69-76B1-75A0DEE9EB1D}"/>
              </a:ext>
            </a:extLst>
          </p:cNvPr>
          <p:cNvSpPr>
            <a:spLocks noGrp="1"/>
          </p:cNvSpPr>
          <p:nvPr>
            <p:ph type="sldNum" sz="quarter" idx="12"/>
          </p:nvPr>
        </p:nvSpPr>
        <p:spPr/>
        <p:txBody>
          <a:bodyPr/>
          <a:lstStyle/>
          <a:p>
            <a:fld id="{4022B31E-1B25-402D-B825-4747191115EA}" type="slidenum">
              <a:rPr lang="es-PE" smtClean="0"/>
              <a:pPr/>
              <a:t>13</a:t>
            </a:fld>
            <a:endParaRPr lang="es-PE" dirty="0"/>
          </a:p>
        </p:txBody>
      </p:sp>
      <p:sp>
        <p:nvSpPr>
          <p:cNvPr id="4" name="Rectangle 9">
            <a:extLst>
              <a:ext uri="{FF2B5EF4-FFF2-40B4-BE49-F238E27FC236}">
                <a16:creationId xmlns:a16="http://schemas.microsoft.com/office/drawing/2014/main" id="{E92BE491-2084-1C55-A927-C9913FF2B126}"/>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lang="es-PE" sz="900" i="1" dirty="0">
                <a:solidFill>
                  <a:srgbClr val="242424"/>
                </a:solidFill>
                <a:latin typeface="Arial Narrow" panose="020B0606020202030204" pitchFamily="34" charset="0"/>
                <a:cs typeface="Arial" panose="020B0604020202020204" pitchFamily="34" charset="0"/>
              </a:rPr>
              <a:t> and Macrobond. </a:t>
            </a:r>
            <a:endPar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sp>
        <p:nvSpPr>
          <p:cNvPr id="12" name="Title 11">
            <a:extLst>
              <a:ext uri="{FF2B5EF4-FFF2-40B4-BE49-F238E27FC236}">
                <a16:creationId xmlns:a16="http://schemas.microsoft.com/office/drawing/2014/main" id="{00496CBB-809E-D5B2-95C2-4F9D723DF29C}"/>
              </a:ext>
            </a:extLst>
          </p:cNvPr>
          <p:cNvSpPr>
            <a:spLocks noGrp="1"/>
          </p:cNvSpPr>
          <p:nvPr>
            <p:ph type="title"/>
          </p:nvPr>
        </p:nvSpPr>
        <p:spPr/>
        <p:txBody>
          <a:bodyPr/>
          <a:lstStyle/>
          <a:p>
            <a:r>
              <a:rPr lang="en-US" dirty="0">
                <a:solidFill>
                  <a:srgbClr val="002060"/>
                </a:solidFill>
                <a:latin typeface="Trebuchet MS" panose="020B0603020202020204" pitchFamily="34" charset="0"/>
              </a:rPr>
              <a:t>US Treasuries Positioning</a:t>
            </a:r>
            <a:endParaRPr lang="es-PE" dirty="0"/>
          </a:p>
        </p:txBody>
      </p:sp>
      <p:graphicFrame>
        <p:nvGraphicFramePr>
          <p:cNvPr id="7" name="Object 6">
            <a:extLst>
              <a:ext uri="{FF2B5EF4-FFF2-40B4-BE49-F238E27FC236}">
                <a16:creationId xmlns:a16="http://schemas.microsoft.com/office/drawing/2014/main" id="{6E741447-7185-6F9C-B259-6DB709AF118E}"/>
              </a:ext>
            </a:extLst>
          </p:cNvPr>
          <p:cNvGraphicFramePr>
            <a:graphicFrameLocks noChangeAspect="1"/>
          </p:cNvGraphicFramePr>
          <p:nvPr>
            <p:extLst>
              <p:ext uri="{D42A27DB-BD31-4B8C-83A1-F6EECF244321}">
                <p14:modId xmlns:p14="http://schemas.microsoft.com/office/powerpoint/2010/main" val="4003726968"/>
              </p:ext>
            </p:extLst>
          </p:nvPr>
        </p:nvGraphicFramePr>
        <p:xfrm>
          <a:off x="715510" y="786395"/>
          <a:ext cx="5627687" cy="5818639"/>
        </p:xfrm>
        <a:graphic>
          <a:graphicData uri="http://schemas.openxmlformats.org/presentationml/2006/ole">
            <mc:AlternateContent xmlns:mc="http://schemas.openxmlformats.org/markup-compatibility/2006">
              <mc:Choice xmlns:v="urn:schemas-microsoft-com:vml" Requires="v">
                <p:oleObj name="Macrobond document" r:id="rId3" imgW="5627220" imgH="5943813" progId="Mbnd.mbnd">
                  <p:embed/>
                </p:oleObj>
              </mc:Choice>
              <mc:Fallback>
                <p:oleObj name="Macrobond document" r:id="rId3" imgW="5627220" imgH="5943813" progId="Mbnd.mbnd">
                  <p:embed/>
                  <p:pic>
                    <p:nvPicPr>
                      <p:cNvPr id="0" name=""/>
                      <p:cNvPicPr/>
                      <p:nvPr/>
                    </p:nvPicPr>
                    <p:blipFill>
                      <a:blip r:embed="rId4"/>
                      <a:stretch>
                        <a:fillRect/>
                      </a:stretch>
                    </p:blipFill>
                    <p:spPr>
                      <a:xfrm>
                        <a:off x="715510" y="786395"/>
                        <a:ext cx="5627687" cy="5818639"/>
                      </a:xfrm>
                      <a:prstGeom prst="rect">
                        <a:avLst/>
                      </a:prstGeom>
                    </p:spPr>
                  </p:pic>
                </p:oleObj>
              </mc:Fallback>
            </mc:AlternateContent>
          </a:graphicData>
        </a:graphic>
      </p:graphicFrame>
      <p:graphicFrame>
        <p:nvGraphicFramePr>
          <p:cNvPr id="3" name="Chart 2">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3372245521"/>
              </p:ext>
            </p:extLst>
          </p:nvPr>
        </p:nvGraphicFramePr>
        <p:xfrm>
          <a:off x="6654189" y="3576017"/>
          <a:ext cx="5119535" cy="29227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270737934"/>
              </p:ext>
            </p:extLst>
          </p:nvPr>
        </p:nvGraphicFramePr>
        <p:xfrm>
          <a:off x="6801006" y="828380"/>
          <a:ext cx="4515518" cy="274763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748254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762E6-2282-48C3-A20A-C008153FC69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12CE95-B64B-922D-D652-E79BBEC3A5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12" name="Title 2">
            <a:extLst>
              <a:ext uri="{FF2B5EF4-FFF2-40B4-BE49-F238E27FC236}">
                <a16:creationId xmlns:a16="http://schemas.microsoft.com/office/drawing/2014/main" id="{6B30E6DF-4717-445F-2A9D-5C392B36A7AC}"/>
              </a:ext>
            </a:extLst>
          </p:cNvPr>
          <p:cNvSpPr>
            <a:spLocks noGrp="1"/>
          </p:cNvSpPr>
          <p:nvPr>
            <p:ph type="title"/>
          </p:nvPr>
        </p:nvSpPr>
        <p:spPr>
          <a:xfrm>
            <a:off x="111225" y="0"/>
            <a:ext cx="10512508" cy="676275"/>
          </a:xfrm>
        </p:spPr>
        <p:txBody>
          <a:bodyPr>
            <a:normAutofit/>
          </a:bodyPr>
          <a:lstStyle/>
          <a:p>
            <a:pPr lvl="0">
              <a:lnSpc>
                <a:spcPct val="100000"/>
              </a:lnSpc>
              <a:spcBef>
                <a:spcPts val="0"/>
              </a:spcBef>
              <a:defRPr/>
            </a:pPr>
            <a:r>
              <a:rPr lang="en-US" sz="2000" b="1" dirty="0">
                <a:solidFill>
                  <a:srgbClr val="002060"/>
                </a:solidFill>
                <a:latin typeface="Trebuchet MS" panose="020B0603020202020204" pitchFamily="34" charset="0"/>
              </a:rPr>
              <a:t>US Treasuries Supply: treasury leans on bills, and the funding gap opens in FY27</a:t>
            </a:r>
          </a:p>
        </p:txBody>
      </p:sp>
      <p:sp>
        <p:nvSpPr>
          <p:cNvPr id="7" name="TextBox 6">
            <a:extLst>
              <a:ext uri="{FF2B5EF4-FFF2-40B4-BE49-F238E27FC236}">
                <a16:creationId xmlns:a16="http://schemas.microsoft.com/office/drawing/2014/main" id="{BE61C7AA-13DB-3B80-A110-028A058C322E}"/>
              </a:ext>
            </a:extLst>
          </p:cNvPr>
          <p:cNvSpPr txBox="1"/>
          <p:nvPr/>
        </p:nvSpPr>
        <p:spPr>
          <a:xfrm>
            <a:off x="1841811" y="824345"/>
            <a:ext cx="3844726" cy="276999"/>
          </a:xfrm>
          <a:prstGeom prst="rect">
            <a:avLst/>
          </a:prstGeom>
          <a:noFill/>
        </p:spPr>
        <p:txBody>
          <a:bodyPr wrap="square">
            <a:spAutoFit/>
          </a:bodyPr>
          <a:lstStyle/>
          <a:p>
            <a:r>
              <a:rPr lang="en-US" sz="1200" b="1" dirty="0">
                <a:solidFill>
                  <a:sysClr val="windowText" lastClr="000000"/>
                </a:solidFill>
                <a:latin typeface="Trebuchet MS" panose="020B0603020202020204" pitchFamily="34" charset="0"/>
              </a:rPr>
              <a:t> Net supply in privately-held Treasuries, $bn</a:t>
            </a:r>
          </a:p>
        </p:txBody>
      </p:sp>
      <p:sp>
        <p:nvSpPr>
          <p:cNvPr id="28" name="Rectangle 27">
            <a:extLst>
              <a:ext uri="{FF2B5EF4-FFF2-40B4-BE49-F238E27FC236}">
                <a16:creationId xmlns:a16="http://schemas.microsoft.com/office/drawing/2014/main" id="{905B7B7D-2C9F-0B5F-7E03-994142DBACEB}"/>
              </a:ext>
            </a:extLst>
          </p:cNvPr>
          <p:cNvSpPr/>
          <p:nvPr/>
        </p:nvSpPr>
        <p:spPr>
          <a:xfrm>
            <a:off x="0" y="757084"/>
            <a:ext cx="715510" cy="610091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2" name="Picture 21">
            <a:extLst>
              <a:ext uri="{FF2B5EF4-FFF2-40B4-BE49-F238E27FC236}">
                <a16:creationId xmlns:a16="http://schemas.microsoft.com/office/drawing/2014/main" id="{6BDCE5F0-D213-6826-2981-2E80482470DC}"/>
              </a:ext>
            </a:extLst>
          </p:cNvPr>
          <p:cNvPicPr>
            <a:picLocks noChangeAspect="1"/>
          </p:cNvPicPr>
          <p:nvPr/>
        </p:nvPicPr>
        <p:blipFill>
          <a:blip r:embed="rId3">
            <a:extLst>
              <a:ext uri="{28A0092B-C50C-407E-A947-70E740481C1C}">
                <a14:useLocalDpi xmlns:a14="http://schemas.microsoft.com/office/drawing/2010/main" val="0"/>
              </a:ext>
            </a:extLst>
          </a:blip>
          <a:srcRect t="6198"/>
          <a:stretch>
            <a:fillRect/>
          </a:stretch>
        </p:blipFill>
        <p:spPr>
          <a:xfrm>
            <a:off x="111225" y="1229513"/>
            <a:ext cx="6895967" cy="4955937"/>
          </a:xfrm>
          <a:prstGeom prst="rect">
            <a:avLst/>
          </a:prstGeom>
        </p:spPr>
      </p:pic>
      <p:sp>
        <p:nvSpPr>
          <p:cNvPr id="3" name="Rectangle 9">
            <a:extLst>
              <a:ext uri="{FF2B5EF4-FFF2-40B4-BE49-F238E27FC236}">
                <a16:creationId xmlns:a16="http://schemas.microsoft.com/office/drawing/2014/main" id="{5AAF2EED-909D-BD71-E4AA-24622B77BF00}"/>
              </a:ext>
            </a:extLst>
          </p:cNvPr>
          <p:cNvSpPr/>
          <p:nvPr/>
        </p:nvSpPr>
        <p:spPr>
          <a:xfrm>
            <a:off x="-12078"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JPM Morgan and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 Elaboración propia</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aphicFrame>
        <p:nvGraphicFramePr>
          <p:cNvPr id="29" name="Chart 28">
            <a:extLst>
              <a:ext uri="{FF2B5EF4-FFF2-40B4-BE49-F238E27FC236}">
                <a16:creationId xmlns:a16="http://schemas.microsoft.com/office/drawing/2014/main" id="{00000000-0008-0000-0100-000003000000}"/>
              </a:ext>
            </a:extLst>
          </p:cNvPr>
          <p:cNvGraphicFramePr>
            <a:graphicFrameLocks/>
          </p:cNvGraphicFramePr>
          <p:nvPr>
            <p:extLst>
              <p:ext uri="{D42A27DB-BD31-4B8C-83A1-F6EECF244321}">
                <p14:modId xmlns:p14="http://schemas.microsoft.com/office/powerpoint/2010/main" val="2049596593"/>
              </p:ext>
            </p:extLst>
          </p:nvPr>
        </p:nvGraphicFramePr>
        <p:xfrm>
          <a:off x="7056011" y="826216"/>
          <a:ext cx="5024764" cy="288126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Chart 32">
            <a:extLst>
              <a:ext uri="{FF2B5EF4-FFF2-40B4-BE49-F238E27FC236}">
                <a16:creationId xmlns:a16="http://schemas.microsoft.com/office/drawing/2014/main" id="{00000000-0008-0000-0200-000004000000}"/>
              </a:ext>
            </a:extLst>
          </p:cNvPr>
          <p:cNvGraphicFramePr>
            <a:graphicFrameLocks/>
          </p:cNvGraphicFramePr>
          <p:nvPr>
            <p:extLst>
              <p:ext uri="{D42A27DB-BD31-4B8C-83A1-F6EECF244321}">
                <p14:modId xmlns:p14="http://schemas.microsoft.com/office/powerpoint/2010/main" val="159623877"/>
              </p:ext>
            </p:extLst>
          </p:nvPr>
        </p:nvGraphicFramePr>
        <p:xfrm>
          <a:off x="7147293" y="3604456"/>
          <a:ext cx="4788034" cy="300057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74319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148-A964-6FEF-B026-66EBAE86CF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B960C-E594-7F37-5DCD-2E1BBF4E6BB3}"/>
              </a:ext>
            </a:extLst>
          </p:cNvPr>
          <p:cNvSpPr>
            <a:spLocks noGrp="1"/>
          </p:cNvSpPr>
          <p:nvPr>
            <p:ph type="sldNum" sz="quarter" idx="12"/>
          </p:nvPr>
        </p:nvSpPr>
        <p:spPr/>
        <p:txBody>
          <a:bodyPr/>
          <a:lstStyle/>
          <a:p>
            <a:fld id="{4022B31E-1B25-402D-B825-4747191115EA}" type="slidenum">
              <a:rPr lang="es-PE" smtClean="0"/>
              <a:pPr/>
              <a:t>15</a:t>
            </a:fld>
            <a:endParaRPr lang="es-PE" dirty="0"/>
          </a:p>
        </p:txBody>
      </p:sp>
      <p:sp>
        <p:nvSpPr>
          <p:cNvPr id="3" name="Title 2">
            <a:extLst>
              <a:ext uri="{FF2B5EF4-FFF2-40B4-BE49-F238E27FC236}">
                <a16:creationId xmlns:a16="http://schemas.microsoft.com/office/drawing/2014/main" id="{FDA5E473-4A28-6D53-378C-52C88D10DE36}"/>
              </a:ext>
            </a:extLst>
          </p:cNvPr>
          <p:cNvSpPr>
            <a:spLocks noGrp="1"/>
          </p:cNvSpPr>
          <p:nvPr>
            <p:ph type="title"/>
          </p:nvPr>
        </p:nvSpPr>
        <p:spPr>
          <a:xfrm>
            <a:off x="216000" y="1821"/>
            <a:ext cx="10512508" cy="676275"/>
          </a:xfrm>
        </p:spPr>
        <p:txBody>
          <a:bodyPr>
            <a:normAutofit/>
          </a:bodyPr>
          <a:lstStyle/>
          <a:p>
            <a:r>
              <a:rPr lang="en-US" dirty="0">
                <a:solidFill>
                  <a:srgbClr val="002060"/>
                </a:solidFill>
                <a:latin typeface="Trebuchet MS" panose="020B0603020202020204" pitchFamily="34" charset="0"/>
              </a:rPr>
              <a:t>UST Steepening</a:t>
            </a:r>
          </a:p>
        </p:txBody>
      </p:sp>
      <p:sp>
        <p:nvSpPr>
          <p:cNvPr id="4" name="Rectangle 9">
            <a:extLst>
              <a:ext uri="{FF2B5EF4-FFF2-40B4-BE49-F238E27FC236}">
                <a16:creationId xmlns:a16="http://schemas.microsoft.com/office/drawing/2014/main" id="{9B47D780-6994-43C7-840B-A24C79CA2F93}"/>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lang="es-PE" sz="900" i="1" dirty="0">
                <a:solidFill>
                  <a:srgbClr val="242424"/>
                </a:solidFill>
                <a:latin typeface="Arial Narrow" panose="020B0606020202030204" pitchFamily="34" charset="0"/>
                <a:cs typeface="Arial" panose="020B0604020202020204" pitchFamily="34" charset="0"/>
              </a:rPr>
              <a:t> and Macrobond. </a:t>
            </a:r>
            <a:endPar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aphicFrame>
        <p:nvGraphicFramePr>
          <p:cNvPr id="10" name="Object 9">
            <a:extLst>
              <a:ext uri="{FF2B5EF4-FFF2-40B4-BE49-F238E27FC236}">
                <a16:creationId xmlns:a16="http://schemas.microsoft.com/office/drawing/2014/main" id="{9C04E89B-47F4-5FEA-99A5-ED14D85574F3}"/>
              </a:ext>
            </a:extLst>
          </p:cNvPr>
          <p:cNvGraphicFramePr>
            <a:graphicFrameLocks noChangeAspect="1"/>
          </p:cNvGraphicFramePr>
          <p:nvPr>
            <p:extLst>
              <p:ext uri="{D42A27DB-BD31-4B8C-83A1-F6EECF244321}">
                <p14:modId xmlns:p14="http://schemas.microsoft.com/office/powerpoint/2010/main" val="2423094315"/>
              </p:ext>
            </p:extLst>
          </p:nvPr>
        </p:nvGraphicFramePr>
        <p:xfrm>
          <a:off x="715963" y="849313"/>
          <a:ext cx="5500687" cy="5819775"/>
        </p:xfrm>
        <a:graphic>
          <a:graphicData uri="http://schemas.openxmlformats.org/presentationml/2006/ole">
            <mc:AlternateContent xmlns:mc="http://schemas.openxmlformats.org/markup-compatibility/2006">
              <mc:Choice xmlns:v="urn:schemas-microsoft-com:vml" Requires="v">
                <p:oleObj name="Macrobond document" r:id="rId3" imgW="5627220" imgH="5943813" progId="Mbnd.mbnd">
                  <p:embed/>
                </p:oleObj>
              </mc:Choice>
              <mc:Fallback>
                <p:oleObj name="Macrobond document" r:id="rId3" imgW="5627220" imgH="5943813" progId="Mbnd.mbnd">
                  <p:embed/>
                  <p:pic>
                    <p:nvPicPr>
                      <p:cNvPr id="10" name="Object 9">
                        <a:extLst>
                          <a:ext uri="{FF2B5EF4-FFF2-40B4-BE49-F238E27FC236}">
                            <a16:creationId xmlns:a16="http://schemas.microsoft.com/office/drawing/2014/main" id="{9C04E89B-47F4-5FEA-99A5-ED14D85574F3}"/>
                          </a:ext>
                        </a:extLst>
                      </p:cNvPr>
                      <p:cNvPicPr/>
                      <p:nvPr/>
                    </p:nvPicPr>
                    <p:blipFill>
                      <a:blip r:embed="rId4"/>
                      <a:stretch>
                        <a:fillRect/>
                      </a:stretch>
                    </p:blipFill>
                    <p:spPr>
                      <a:xfrm>
                        <a:off x="715963" y="849313"/>
                        <a:ext cx="5500687" cy="58197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38D9E7B-06DD-224F-3B94-ACB99C461329}"/>
              </a:ext>
            </a:extLst>
          </p:cNvPr>
          <p:cNvGraphicFramePr>
            <a:graphicFrameLocks noChangeAspect="1"/>
          </p:cNvGraphicFramePr>
          <p:nvPr>
            <p:extLst>
              <p:ext uri="{D42A27DB-BD31-4B8C-83A1-F6EECF244321}">
                <p14:modId xmlns:p14="http://schemas.microsoft.com/office/powerpoint/2010/main" val="862777264"/>
              </p:ext>
            </p:extLst>
          </p:nvPr>
        </p:nvGraphicFramePr>
        <p:xfrm>
          <a:off x="6373049" y="3741868"/>
          <a:ext cx="5400675" cy="2519363"/>
        </p:xfrm>
        <a:graphic>
          <a:graphicData uri="http://schemas.openxmlformats.org/presentationml/2006/ole">
            <mc:AlternateContent xmlns:mc="http://schemas.openxmlformats.org/markup-compatibility/2006">
              <mc:Choice xmlns:v="urn:schemas-microsoft-com:vml" Requires="v">
                <p:oleObj name="Macrobond document" r:id="rId5" imgW="5400403" imgH="2520091" progId="Mbnd.mbnd">
                  <p:embed/>
                </p:oleObj>
              </mc:Choice>
              <mc:Fallback>
                <p:oleObj name="Macrobond document" r:id="rId5" imgW="5400403" imgH="2520091" progId="Mbnd.mbnd">
                  <p:embed/>
                  <p:pic>
                    <p:nvPicPr>
                      <p:cNvPr id="11" name="Object 10">
                        <a:extLst>
                          <a:ext uri="{FF2B5EF4-FFF2-40B4-BE49-F238E27FC236}">
                            <a16:creationId xmlns:a16="http://schemas.microsoft.com/office/drawing/2014/main" id="{338D9E7B-06DD-224F-3B94-ACB99C461329}"/>
                          </a:ext>
                        </a:extLst>
                      </p:cNvPr>
                      <p:cNvPicPr/>
                      <p:nvPr/>
                    </p:nvPicPr>
                    <p:blipFill>
                      <a:blip r:embed="rId6"/>
                      <a:stretch>
                        <a:fillRect/>
                      </a:stretch>
                    </p:blipFill>
                    <p:spPr>
                      <a:xfrm>
                        <a:off x="6373049" y="3741868"/>
                        <a:ext cx="5400675" cy="2519363"/>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8F875665-83E4-A138-A916-AE7BA7B2E1AA}"/>
              </a:ext>
            </a:extLst>
          </p:cNvPr>
          <p:cNvGraphicFramePr>
            <a:graphicFrameLocks noChangeAspect="1"/>
          </p:cNvGraphicFramePr>
          <p:nvPr>
            <p:extLst>
              <p:ext uri="{D42A27DB-BD31-4B8C-83A1-F6EECF244321}">
                <p14:modId xmlns:p14="http://schemas.microsoft.com/office/powerpoint/2010/main" val="1313656962"/>
              </p:ext>
            </p:extLst>
          </p:nvPr>
        </p:nvGraphicFramePr>
        <p:xfrm>
          <a:off x="6373048" y="1122201"/>
          <a:ext cx="5400675" cy="2519363"/>
        </p:xfrm>
        <a:graphic>
          <a:graphicData uri="http://schemas.openxmlformats.org/presentationml/2006/ole">
            <mc:AlternateContent xmlns:mc="http://schemas.openxmlformats.org/markup-compatibility/2006">
              <mc:Choice xmlns:v="urn:schemas-microsoft-com:vml" Requires="v">
                <p:oleObj name="Macrobond document" r:id="rId7" imgW="5400403" imgH="2520091" progId="Mbnd.mbnd">
                  <p:embed/>
                </p:oleObj>
              </mc:Choice>
              <mc:Fallback>
                <p:oleObj name="Macrobond document" r:id="rId7" imgW="5400403" imgH="2520091" progId="Mbnd.mbnd">
                  <p:embed/>
                  <p:pic>
                    <p:nvPicPr>
                      <p:cNvPr id="12" name="Object 11">
                        <a:extLst>
                          <a:ext uri="{FF2B5EF4-FFF2-40B4-BE49-F238E27FC236}">
                            <a16:creationId xmlns:a16="http://schemas.microsoft.com/office/drawing/2014/main" id="{8F875665-83E4-A138-A916-AE7BA7B2E1AA}"/>
                          </a:ext>
                        </a:extLst>
                      </p:cNvPr>
                      <p:cNvPicPr/>
                      <p:nvPr/>
                    </p:nvPicPr>
                    <p:blipFill>
                      <a:blip r:embed="rId8"/>
                      <a:stretch>
                        <a:fillRect/>
                      </a:stretch>
                    </p:blipFill>
                    <p:spPr>
                      <a:xfrm>
                        <a:off x="6373048" y="1122201"/>
                        <a:ext cx="5400675" cy="2519363"/>
                      </a:xfrm>
                      <a:prstGeom prst="rect">
                        <a:avLst/>
                      </a:prstGeom>
                    </p:spPr>
                  </p:pic>
                </p:oleObj>
              </mc:Fallback>
            </mc:AlternateContent>
          </a:graphicData>
        </a:graphic>
      </p:graphicFrame>
      <p:cxnSp>
        <p:nvCxnSpPr>
          <p:cNvPr id="6" name="Straight Connector 5">
            <a:extLst>
              <a:ext uri="{FF2B5EF4-FFF2-40B4-BE49-F238E27FC236}">
                <a16:creationId xmlns:a16="http://schemas.microsoft.com/office/drawing/2014/main" id="{AD28CF20-FB02-108F-01E1-B33B25CEAEF9}"/>
              </a:ext>
            </a:extLst>
          </p:cNvPr>
          <p:cNvCxnSpPr/>
          <p:nvPr/>
        </p:nvCxnSpPr>
        <p:spPr>
          <a:xfrm>
            <a:off x="9010650" y="1466850"/>
            <a:ext cx="0" cy="166687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38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02EB-9582-CEB4-5EEC-51A927063B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1F1158-5F45-ADC0-3592-1612B3E924DD}"/>
              </a:ext>
            </a:extLst>
          </p:cNvPr>
          <p:cNvSpPr>
            <a:spLocks noGrp="1"/>
          </p:cNvSpPr>
          <p:nvPr>
            <p:ph type="sldNum" sz="quarter" idx="12"/>
          </p:nvPr>
        </p:nvSpPr>
        <p:spPr/>
        <p:txBody>
          <a:bodyPr/>
          <a:lstStyle/>
          <a:p>
            <a:fld id="{4022B31E-1B25-402D-B825-4747191115EA}" type="slidenum">
              <a:rPr lang="es-PE" smtClean="0"/>
              <a:pPr/>
              <a:t>16</a:t>
            </a:fld>
            <a:endParaRPr lang="es-PE" dirty="0"/>
          </a:p>
        </p:txBody>
      </p:sp>
      <p:sp>
        <p:nvSpPr>
          <p:cNvPr id="3" name="Title 2">
            <a:extLst>
              <a:ext uri="{FF2B5EF4-FFF2-40B4-BE49-F238E27FC236}">
                <a16:creationId xmlns:a16="http://schemas.microsoft.com/office/drawing/2014/main" id="{7A751798-6395-F664-98FC-40539602CCBC}"/>
              </a:ext>
            </a:extLst>
          </p:cNvPr>
          <p:cNvSpPr>
            <a:spLocks noGrp="1"/>
          </p:cNvSpPr>
          <p:nvPr>
            <p:ph type="title"/>
          </p:nvPr>
        </p:nvSpPr>
        <p:spPr>
          <a:xfrm>
            <a:off x="216000" y="1821"/>
            <a:ext cx="10512508" cy="676275"/>
          </a:xfrm>
        </p:spPr>
        <p:txBody>
          <a:bodyPr>
            <a:normAutofit/>
          </a:bodyPr>
          <a:lstStyle/>
          <a:p>
            <a:r>
              <a:rPr lang="en-US" dirty="0">
                <a:solidFill>
                  <a:srgbClr val="002060"/>
                </a:solidFill>
                <a:latin typeface="Trebuchet MS" panose="020B0603020202020204" pitchFamily="34" charset="0"/>
              </a:rPr>
              <a:t>UST Steepening:lessons from Volcker to Powell</a:t>
            </a:r>
            <a:endParaRPr lang="en-US" dirty="0">
              <a:solidFill>
                <a:schemeClr val="tx1"/>
              </a:solidFill>
              <a:latin typeface="Trebuchet MS" panose="020B0603020202020204" pitchFamily="34" charset="0"/>
              <a:ea typeface="+mn-ea"/>
              <a:cs typeface="+mn-cs"/>
            </a:endParaRPr>
          </a:p>
        </p:txBody>
      </p:sp>
      <p:sp>
        <p:nvSpPr>
          <p:cNvPr id="16" name="Rectangle 15">
            <a:extLst>
              <a:ext uri="{FF2B5EF4-FFF2-40B4-BE49-F238E27FC236}">
                <a16:creationId xmlns:a16="http://schemas.microsoft.com/office/drawing/2014/main" id="{A81213B5-92F8-2016-81AA-9BD28632987D}"/>
              </a:ext>
            </a:extLst>
          </p:cNvPr>
          <p:cNvSpPr/>
          <p:nvPr/>
        </p:nvSpPr>
        <p:spPr>
          <a:xfrm>
            <a:off x="0" y="760396"/>
            <a:ext cx="707805" cy="609760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angle 9">
            <a:extLst>
              <a:ext uri="{FF2B5EF4-FFF2-40B4-BE49-F238E27FC236}">
                <a16:creationId xmlns:a16="http://schemas.microsoft.com/office/drawing/2014/main" id="{41F28B6E-DDA7-7A01-81FB-C4CAF4ECD1A2}"/>
              </a:ext>
            </a:extLst>
          </p:cNvPr>
          <p:cNvSpPr/>
          <p:nvPr/>
        </p:nvSpPr>
        <p:spPr>
          <a:xfrm>
            <a:off x="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lang="es-ES" sz="900" dirty="0">
                <a:solidFill>
                  <a:srgbClr val="242424"/>
                </a:solidFill>
                <a:latin typeface="Arial Narrow" panose="020B0606020202030204" pitchFamily="34" charset="0"/>
                <a:cs typeface="Arial" panose="020B0604020202020204" pitchFamily="34" charset="0"/>
              </a:rPr>
              <a:t> and Santander</a:t>
            </a:r>
            <a:r>
              <a:rPr lang="es-PE" sz="900" dirty="0">
                <a:solidFill>
                  <a:srgbClr val="242424"/>
                </a:solidFill>
                <a:latin typeface="Arial Narrow" panose="020B0606020202030204" pitchFamily="34" charset="0"/>
                <a:cs typeface="Arial" panose="020B0604020202020204" pitchFamily="34" charset="0"/>
              </a:rPr>
              <a:t>. </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pic>
        <p:nvPicPr>
          <p:cNvPr id="26" name="Picture 25">
            <a:extLst>
              <a:ext uri="{FF2B5EF4-FFF2-40B4-BE49-F238E27FC236}">
                <a16:creationId xmlns:a16="http://schemas.microsoft.com/office/drawing/2014/main" id="{4C696239-65A3-031F-5631-05C3451FD6B8}"/>
              </a:ext>
            </a:extLst>
          </p:cNvPr>
          <p:cNvPicPr>
            <a:picLocks noChangeAspect="1"/>
          </p:cNvPicPr>
          <p:nvPr/>
        </p:nvPicPr>
        <p:blipFill>
          <a:blip r:embed="rId3"/>
          <a:stretch>
            <a:fillRect/>
          </a:stretch>
        </p:blipFill>
        <p:spPr>
          <a:xfrm>
            <a:off x="353902" y="838147"/>
            <a:ext cx="8303206" cy="5725737"/>
          </a:xfrm>
          <a:prstGeom prst="rect">
            <a:avLst/>
          </a:prstGeom>
        </p:spPr>
      </p:pic>
      <p:pic>
        <p:nvPicPr>
          <p:cNvPr id="27" name="Picture 26" descr="Alan Greenspan | Federal Reserve History">
            <a:extLst>
              <a:ext uri="{FF2B5EF4-FFF2-40B4-BE49-F238E27FC236}">
                <a16:creationId xmlns:a16="http://schemas.microsoft.com/office/drawing/2014/main" id="{E1A2E453-A187-7A34-0C6E-4751ABF19233}"/>
              </a:ext>
            </a:extLst>
          </p:cNvPr>
          <p:cNvPicPr>
            <a:picLocks noChangeAspect="1"/>
          </p:cNvPicPr>
          <p:nvPr/>
        </p:nvPicPr>
        <p:blipFill>
          <a:blip r:embed="rId4"/>
          <a:stretch>
            <a:fillRect/>
          </a:stretch>
        </p:blipFill>
        <p:spPr>
          <a:xfrm>
            <a:off x="8919209" y="932312"/>
            <a:ext cx="1216192" cy="1658444"/>
          </a:xfrm>
          <a:prstGeom prst="rect">
            <a:avLst/>
          </a:prstGeom>
        </p:spPr>
      </p:pic>
      <p:pic>
        <p:nvPicPr>
          <p:cNvPr id="28" name="Picture 27" descr="Jerome Powell - Wikipedia">
            <a:extLst>
              <a:ext uri="{FF2B5EF4-FFF2-40B4-BE49-F238E27FC236}">
                <a16:creationId xmlns:a16="http://schemas.microsoft.com/office/drawing/2014/main" id="{B23723B2-4666-9428-1A65-5848A666FE35}"/>
              </a:ext>
            </a:extLst>
          </p:cNvPr>
          <p:cNvPicPr>
            <a:picLocks noChangeAspect="1"/>
          </p:cNvPicPr>
          <p:nvPr/>
        </p:nvPicPr>
        <p:blipFill>
          <a:blip r:embed="rId5"/>
          <a:stretch>
            <a:fillRect/>
          </a:stretch>
        </p:blipFill>
        <p:spPr>
          <a:xfrm>
            <a:off x="10594586" y="2590756"/>
            <a:ext cx="1216192" cy="1676487"/>
          </a:xfrm>
          <a:prstGeom prst="rect">
            <a:avLst/>
          </a:prstGeom>
        </p:spPr>
      </p:pic>
      <p:pic>
        <p:nvPicPr>
          <p:cNvPr id="29" name="Picture 28" descr="The New Fed Chair Was Announced: What You Need to Know | Kiplinger">
            <a:extLst>
              <a:ext uri="{FF2B5EF4-FFF2-40B4-BE49-F238E27FC236}">
                <a16:creationId xmlns:a16="http://schemas.microsoft.com/office/drawing/2014/main" id="{E56D0E8B-ACEB-4602-A2F1-2EE36D2B8281}"/>
              </a:ext>
            </a:extLst>
          </p:cNvPr>
          <p:cNvPicPr>
            <a:picLocks noChangeAspect="1"/>
          </p:cNvPicPr>
          <p:nvPr/>
        </p:nvPicPr>
        <p:blipFill>
          <a:blip r:embed="rId6"/>
          <a:srcRect l="9447" r="18699"/>
          <a:stretch>
            <a:fillRect/>
          </a:stretch>
        </p:blipFill>
        <p:spPr>
          <a:xfrm>
            <a:off x="8807960" y="4642151"/>
            <a:ext cx="1786626" cy="1658444"/>
          </a:xfrm>
          <a:prstGeom prst="rect">
            <a:avLst/>
          </a:prstGeom>
        </p:spPr>
      </p:pic>
    </p:spTree>
    <p:extLst>
      <p:ext uri="{BB962C8B-B14F-4D97-AF65-F5344CB8AC3E}">
        <p14:creationId xmlns:p14="http://schemas.microsoft.com/office/powerpoint/2010/main" val="1416354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4D5BD-97CD-3672-67C4-3BD1159538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0DCFCF-F16B-B245-C3AA-BB8B686B8DD2}"/>
              </a:ext>
            </a:extLst>
          </p:cNvPr>
          <p:cNvSpPr>
            <a:spLocks noGrp="1"/>
          </p:cNvSpPr>
          <p:nvPr>
            <p:ph type="sldNum" sz="quarter" idx="12"/>
          </p:nvPr>
        </p:nvSpPr>
        <p:spPr/>
        <p:txBody>
          <a:bodyPr/>
          <a:lstStyle/>
          <a:p>
            <a:fld id="{4022B31E-1B25-402D-B825-4747191115EA}" type="slidenum">
              <a:rPr lang="es-PE" smtClean="0"/>
              <a:pPr/>
              <a:t>17</a:t>
            </a:fld>
            <a:endParaRPr lang="es-PE" dirty="0"/>
          </a:p>
        </p:txBody>
      </p:sp>
      <p:sp>
        <p:nvSpPr>
          <p:cNvPr id="3" name="Title 2">
            <a:extLst>
              <a:ext uri="{FF2B5EF4-FFF2-40B4-BE49-F238E27FC236}">
                <a16:creationId xmlns:a16="http://schemas.microsoft.com/office/drawing/2014/main" id="{D37DA8B0-6217-19B7-66AE-E94131231431}"/>
              </a:ext>
            </a:extLst>
          </p:cNvPr>
          <p:cNvSpPr>
            <a:spLocks noGrp="1"/>
          </p:cNvSpPr>
          <p:nvPr>
            <p:ph type="title"/>
          </p:nvPr>
        </p:nvSpPr>
        <p:spPr>
          <a:xfrm>
            <a:off x="216000" y="1821"/>
            <a:ext cx="10512508" cy="676275"/>
          </a:xfrm>
        </p:spPr>
        <p:txBody>
          <a:bodyPr/>
          <a:lstStyle/>
          <a:p>
            <a:r>
              <a:rPr lang="en-US" sz="2400" dirty="0">
                <a:solidFill>
                  <a:srgbClr val="002060"/>
                </a:solidFill>
                <a:latin typeface="Trebuchet MS" panose="020B0603020202020204" pitchFamily="34" charset="0"/>
              </a:rPr>
              <a:t>UST Steepening : Amid Coordinated Policy Support</a:t>
            </a:r>
            <a:endParaRPr lang="en-US" sz="2400" dirty="0">
              <a:solidFill>
                <a:schemeClr val="tx1"/>
              </a:solidFill>
              <a:latin typeface="Trebuchet MS" panose="020B0603020202020204" pitchFamily="34" charset="0"/>
              <a:ea typeface="+mn-ea"/>
              <a:cs typeface="+mn-cs"/>
            </a:endParaRPr>
          </a:p>
        </p:txBody>
      </p:sp>
      <p:sp>
        <p:nvSpPr>
          <p:cNvPr id="16" name="Rectangle 15">
            <a:extLst>
              <a:ext uri="{FF2B5EF4-FFF2-40B4-BE49-F238E27FC236}">
                <a16:creationId xmlns:a16="http://schemas.microsoft.com/office/drawing/2014/main" id="{2E6EC7C7-937A-34CC-47E5-233C839A5E88}"/>
              </a:ext>
            </a:extLst>
          </p:cNvPr>
          <p:cNvSpPr/>
          <p:nvPr/>
        </p:nvSpPr>
        <p:spPr>
          <a:xfrm>
            <a:off x="0" y="760396"/>
            <a:ext cx="707805" cy="609760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angle 9">
            <a:extLst>
              <a:ext uri="{FF2B5EF4-FFF2-40B4-BE49-F238E27FC236}">
                <a16:creationId xmlns:a16="http://schemas.microsoft.com/office/drawing/2014/main" id="{188C516E-161D-30D8-5207-7FC9D1A1C58D}"/>
              </a:ext>
            </a:extLst>
          </p:cNvPr>
          <p:cNvSpPr/>
          <p:nvPr/>
        </p:nvSpPr>
        <p:spPr>
          <a:xfrm>
            <a:off x="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Elaboración propia.</a:t>
            </a:r>
            <a:r>
              <a:rPr lang="es-PE" sz="900" dirty="0">
                <a:solidFill>
                  <a:srgbClr val="242424"/>
                </a:solidFill>
                <a:latin typeface="Arial Narrow" panose="020B0606020202030204" pitchFamily="34" charset="0"/>
                <a:cs typeface="Arial" panose="020B0604020202020204" pitchFamily="34" charset="0"/>
              </a:rPr>
              <a:t> </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sp>
        <p:nvSpPr>
          <p:cNvPr id="8" name="Shape 4">
            <a:extLst>
              <a:ext uri="{FF2B5EF4-FFF2-40B4-BE49-F238E27FC236}">
                <a16:creationId xmlns:a16="http://schemas.microsoft.com/office/drawing/2014/main" id="{4014348D-E32B-2167-E8B7-BA7768826C2B}"/>
              </a:ext>
            </a:extLst>
          </p:cNvPr>
          <p:cNvSpPr/>
          <p:nvPr/>
        </p:nvSpPr>
        <p:spPr>
          <a:xfrm>
            <a:off x="856080" y="1122554"/>
            <a:ext cx="10424160" cy="0"/>
          </a:xfrm>
          <a:prstGeom prst="line">
            <a:avLst/>
          </a:prstGeom>
          <a:noFill/>
          <a:ln w="38100">
            <a:solidFill>
              <a:srgbClr val="D5E2FF"/>
            </a:solidFill>
            <a:prstDash val="solid"/>
          </a:ln>
        </p:spPr>
        <p:txBody>
          <a:bodyPr/>
          <a:lstStyle/>
          <a:p>
            <a:endParaRPr lang="es-PE"/>
          </a:p>
        </p:txBody>
      </p:sp>
      <p:sp>
        <p:nvSpPr>
          <p:cNvPr id="10" name="Shape 5">
            <a:extLst>
              <a:ext uri="{FF2B5EF4-FFF2-40B4-BE49-F238E27FC236}">
                <a16:creationId xmlns:a16="http://schemas.microsoft.com/office/drawing/2014/main" id="{84D1F1B5-F145-6597-AE92-F42CA0B684A0}"/>
              </a:ext>
            </a:extLst>
          </p:cNvPr>
          <p:cNvSpPr/>
          <p:nvPr/>
        </p:nvSpPr>
        <p:spPr>
          <a:xfrm>
            <a:off x="792072" y="1058546"/>
            <a:ext cx="128016" cy="128016"/>
          </a:xfrm>
          <a:prstGeom prst="ellipse">
            <a:avLst/>
          </a:prstGeom>
          <a:solidFill>
            <a:srgbClr val="0033A0"/>
          </a:solidFill>
          <a:ln w="19050">
            <a:solidFill>
              <a:srgbClr val="FFFFFF"/>
            </a:solidFill>
            <a:prstDash val="solid"/>
          </a:ln>
        </p:spPr>
        <p:txBody>
          <a:bodyPr/>
          <a:lstStyle/>
          <a:p>
            <a:endParaRPr lang="es-PE"/>
          </a:p>
        </p:txBody>
      </p:sp>
      <p:sp>
        <p:nvSpPr>
          <p:cNvPr id="12" name="Text 6">
            <a:extLst>
              <a:ext uri="{FF2B5EF4-FFF2-40B4-BE49-F238E27FC236}">
                <a16:creationId xmlns:a16="http://schemas.microsoft.com/office/drawing/2014/main" id="{4FF66634-5079-3766-A830-6D1BABF31A3F}"/>
              </a:ext>
            </a:extLst>
          </p:cNvPr>
          <p:cNvSpPr/>
          <p:nvPr/>
        </p:nvSpPr>
        <p:spPr>
          <a:xfrm>
            <a:off x="353160" y="802514"/>
            <a:ext cx="1005840" cy="228600"/>
          </a:xfrm>
          <a:prstGeom prst="rect">
            <a:avLst/>
          </a:prstGeom>
          <a:noFill/>
          <a:ln/>
        </p:spPr>
        <p:txBody>
          <a:bodyPr wrap="square" lIns="0" tIns="0" rIns="0" bIns="0" rtlCol="0" anchor="ctr"/>
          <a:lstStyle/>
          <a:p>
            <a:pPr marL="0" indent="0" algn="ctr">
              <a:buNone/>
            </a:pPr>
            <a:r>
              <a:rPr lang="en-US" sz="1100" b="1" dirty="0">
                <a:solidFill>
                  <a:srgbClr val="0033A0"/>
                </a:solidFill>
                <a:latin typeface="Calibri" pitchFamily="34" charset="0"/>
                <a:ea typeface="Calibri" pitchFamily="34" charset="-122"/>
                <a:cs typeface="Calibri" pitchFamily="34" charset="-120"/>
              </a:rPr>
              <a:t>Aug 1</a:t>
            </a:r>
            <a:endParaRPr lang="en-US" sz="1100" dirty="0"/>
          </a:p>
        </p:txBody>
      </p:sp>
      <p:sp>
        <p:nvSpPr>
          <p:cNvPr id="15" name="Text 7">
            <a:extLst>
              <a:ext uri="{FF2B5EF4-FFF2-40B4-BE49-F238E27FC236}">
                <a16:creationId xmlns:a16="http://schemas.microsoft.com/office/drawing/2014/main" id="{C3A1663B-DDDD-129D-AE87-08006AD23746}"/>
              </a:ext>
            </a:extLst>
          </p:cNvPr>
          <p:cNvSpPr/>
          <p:nvPr/>
        </p:nvSpPr>
        <p:spPr>
          <a:xfrm>
            <a:off x="216000" y="1278002"/>
            <a:ext cx="1280160" cy="777240"/>
          </a:xfrm>
          <a:prstGeom prst="rect">
            <a:avLst/>
          </a:prstGeom>
          <a:noFill/>
          <a:ln/>
        </p:spPr>
        <p:txBody>
          <a:bodyPr wrap="square" lIns="0" tIns="0" rIns="0" bIns="0" rtlCol="0" anchor="t"/>
          <a:lstStyle/>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US Treasury + Japan MOF</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intervene to support the</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yen (40-yr lows vs. USD)</a:t>
            </a:r>
            <a:endParaRPr lang="en-US" sz="900" dirty="0"/>
          </a:p>
        </p:txBody>
      </p:sp>
      <p:sp>
        <p:nvSpPr>
          <p:cNvPr id="22" name="Text 9">
            <a:extLst>
              <a:ext uri="{FF2B5EF4-FFF2-40B4-BE49-F238E27FC236}">
                <a16:creationId xmlns:a16="http://schemas.microsoft.com/office/drawing/2014/main" id="{CE387808-14B6-8174-7A7C-490CE96CB20E}"/>
              </a:ext>
            </a:extLst>
          </p:cNvPr>
          <p:cNvSpPr/>
          <p:nvPr/>
        </p:nvSpPr>
        <p:spPr>
          <a:xfrm>
            <a:off x="4731307" y="802514"/>
            <a:ext cx="1005840" cy="228600"/>
          </a:xfrm>
          <a:prstGeom prst="rect">
            <a:avLst/>
          </a:prstGeom>
          <a:noFill/>
          <a:ln/>
        </p:spPr>
        <p:txBody>
          <a:bodyPr wrap="square" lIns="0" tIns="0" rIns="0" bIns="0" rtlCol="0" anchor="ctr"/>
          <a:lstStyle/>
          <a:p>
            <a:pPr marL="0" indent="0" algn="ctr">
              <a:buNone/>
            </a:pPr>
            <a:r>
              <a:rPr lang="en-US" sz="1050" b="1" dirty="0">
                <a:solidFill>
                  <a:srgbClr val="0033A0"/>
                </a:solidFill>
                <a:latin typeface="Calibri" pitchFamily="34" charset="0"/>
                <a:ea typeface="Calibri" pitchFamily="34" charset="-122"/>
                <a:cs typeface="Calibri" pitchFamily="34" charset="-120"/>
              </a:rPr>
              <a:t>Aug 17</a:t>
            </a:r>
            <a:endParaRPr lang="en-US" sz="1050" dirty="0"/>
          </a:p>
        </p:txBody>
      </p:sp>
      <p:sp>
        <p:nvSpPr>
          <p:cNvPr id="27" name="Text 10">
            <a:extLst>
              <a:ext uri="{FF2B5EF4-FFF2-40B4-BE49-F238E27FC236}">
                <a16:creationId xmlns:a16="http://schemas.microsoft.com/office/drawing/2014/main" id="{7D64CFD1-BCC9-1F67-0299-1B0FA64EED7A}"/>
              </a:ext>
            </a:extLst>
          </p:cNvPr>
          <p:cNvSpPr/>
          <p:nvPr/>
        </p:nvSpPr>
        <p:spPr>
          <a:xfrm>
            <a:off x="4594147" y="1278002"/>
            <a:ext cx="1280160" cy="777240"/>
          </a:xfrm>
          <a:prstGeom prst="rect">
            <a:avLst/>
          </a:prstGeom>
          <a:noFill/>
          <a:ln/>
        </p:spPr>
        <p:txBody>
          <a:bodyPr wrap="square" lIns="0" tIns="0" rIns="0" bIns="0" rtlCol="0" anchor="t"/>
          <a:lstStyle/>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30Y yield hits 5.31%–</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highest since 2007</a:t>
            </a:r>
            <a:endParaRPr lang="en-US" sz="900" dirty="0"/>
          </a:p>
        </p:txBody>
      </p:sp>
      <p:sp>
        <p:nvSpPr>
          <p:cNvPr id="29" name="Shape 11">
            <a:extLst>
              <a:ext uri="{FF2B5EF4-FFF2-40B4-BE49-F238E27FC236}">
                <a16:creationId xmlns:a16="http://schemas.microsoft.com/office/drawing/2014/main" id="{A3F0F784-6A28-CD0C-213F-4B9980CA104B}"/>
              </a:ext>
            </a:extLst>
          </p:cNvPr>
          <p:cNvSpPr/>
          <p:nvPr/>
        </p:nvSpPr>
        <p:spPr>
          <a:xfrm>
            <a:off x="7255051" y="1058546"/>
            <a:ext cx="128016" cy="128016"/>
          </a:xfrm>
          <a:prstGeom prst="ellipse">
            <a:avLst/>
          </a:prstGeom>
          <a:solidFill>
            <a:srgbClr val="0033A0"/>
          </a:solidFill>
          <a:ln w="19050">
            <a:solidFill>
              <a:srgbClr val="FFFFFF"/>
            </a:solidFill>
            <a:prstDash val="solid"/>
          </a:ln>
        </p:spPr>
        <p:txBody>
          <a:bodyPr/>
          <a:lstStyle/>
          <a:p>
            <a:endParaRPr lang="es-PE"/>
          </a:p>
        </p:txBody>
      </p:sp>
      <p:sp>
        <p:nvSpPr>
          <p:cNvPr id="31" name="Text 12">
            <a:extLst>
              <a:ext uri="{FF2B5EF4-FFF2-40B4-BE49-F238E27FC236}">
                <a16:creationId xmlns:a16="http://schemas.microsoft.com/office/drawing/2014/main" id="{413B035D-2932-9405-FE10-ED4E0005872E}"/>
              </a:ext>
            </a:extLst>
          </p:cNvPr>
          <p:cNvSpPr/>
          <p:nvPr/>
        </p:nvSpPr>
        <p:spPr>
          <a:xfrm>
            <a:off x="6816139" y="802514"/>
            <a:ext cx="1005840" cy="228600"/>
          </a:xfrm>
          <a:prstGeom prst="rect">
            <a:avLst/>
          </a:prstGeom>
          <a:noFill/>
          <a:ln/>
        </p:spPr>
        <p:txBody>
          <a:bodyPr wrap="square" lIns="0" tIns="0" rIns="0" bIns="0" rtlCol="0" anchor="ctr"/>
          <a:lstStyle/>
          <a:p>
            <a:pPr marL="0" indent="0" algn="ctr">
              <a:buNone/>
            </a:pPr>
            <a:r>
              <a:rPr lang="en-US" sz="1100" b="1" dirty="0">
                <a:solidFill>
                  <a:srgbClr val="0033A0"/>
                </a:solidFill>
                <a:latin typeface="Calibri" pitchFamily="34" charset="0"/>
                <a:ea typeface="Calibri" pitchFamily="34" charset="-122"/>
                <a:cs typeface="Calibri" pitchFamily="34" charset="-120"/>
              </a:rPr>
              <a:t>Aug 19</a:t>
            </a:r>
            <a:endParaRPr lang="en-US" sz="1100" dirty="0"/>
          </a:p>
        </p:txBody>
      </p:sp>
      <p:sp>
        <p:nvSpPr>
          <p:cNvPr id="33" name="Text 13">
            <a:extLst>
              <a:ext uri="{FF2B5EF4-FFF2-40B4-BE49-F238E27FC236}">
                <a16:creationId xmlns:a16="http://schemas.microsoft.com/office/drawing/2014/main" id="{7966DFEC-60E8-EACE-1CE1-2BC975418CC0}"/>
              </a:ext>
            </a:extLst>
          </p:cNvPr>
          <p:cNvSpPr/>
          <p:nvPr/>
        </p:nvSpPr>
        <p:spPr>
          <a:xfrm>
            <a:off x="6678979" y="1278002"/>
            <a:ext cx="1280160" cy="777240"/>
          </a:xfrm>
          <a:prstGeom prst="rect">
            <a:avLst/>
          </a:prstGeom>
          <a:noFill/>
          <a:ln/>
        </p:spPr>
        <p:txBody>
          <a:bodyPr wrap="square" lIns="0" tIns="0" rIns="0" bIns="0" rtlCol="0" anchor="t"/>
          <a:lstStyle/>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Treasury doubles</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long-bond buybacks</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($2bn → $4bn+)</a:t>
            </a:r>
            <a:endParaRPr lang="en-US" sz="900" dirty="0"/>
          </a:p>
        </p:txBody>
      </p:sp>
      <p:sp>
        <p:nvSpPr>
          <p:cNvPr id="35" name="Shape 14">
            <a:extLst>
              <a:ext uri="{FF2B5EF4-FFF2-40B4-BE49-F238E27FC236}">
                <a16:creationId xmlns:a16="http://schemas.microsoft.com/office/drawing/2014/main" id="{7E522C04-715E-E164-D274-9D2284DCA241}"/>
              </a:ext>
            </a:extLst>
          </p:cNvPr>
          <p:cNvSpPr/>
          <p:nvPr/>
        </p:nvSpPr>
        <p:spPr>
          <a:xfrm>
            <a:off x="9339883" y="1058546"/>
            <a:ext cx="128016" cy="128016"/>
          </a:xfrm>
          <a:prstGeom prst="ellipse">
            <a:avLst/>
          </a:prstGeom>
          <a:solidFill>
            <a:srgbClr val="0033A0"/>
          </a:solidFill>
          <a:ln w="19050">
            <a:solidFill>
              <a:srgbClr val="FFFFFF"/>
            </a:solidFill>
            <a:prstDash val="solid"/>
          </a:ln>
        </p:spPr>
        <p:txBody>
          <a:bodyPr/>
          <a:lstStyle/>
          <a:p>
            <a:endParaRPr lang="es-PE"/>
          </a:p>
        </p:txBody>
      </p:sp>
      <p:sp>
        <p:nvSpPr>
          <p:cNvPr id="37" name="Text 15">
            <a:extLst>
              <a:ext uri="{FF2B5EF4-FFF2-40B4-BE49-F238E27FC236}">
                <a16:creationId xmlns:a16="http://schemas.microsoft.com/office/drawing/2014/main" id="{A5F402CE-19B9-4CE6-4C5A-0D3C749FFD89}"/>
              </a:ext>
            </a:extLst>
          </p:cNvPr>
          <p:cNvSpPr/>
          <p:nvPr/>
        </p:nvSpPr>
        <p:spPr>
          <a:xfrm>
            <a:off x="8900971" y="802514"/>
            <a:ext cx="1005840" cy="228600"/>
          </a:xfrm>
          <a:prstGeom prst="rect">
            <a:avLst/>
          </a:prstGeom>
          <a:noFill/>
          <a:ln/>
        </p:spPr>
        <p:txBody>
          <a:bodyPr wrap="square" lIns="0" tIns="0" rIns="0" bIns="0" rtlCol="0" anchor="ctr"/>
          <a:lstStyle/>
          <a:p>
            <a:pPr marL="0" indent="0" algn="ctr">
              <a:buNone/>
            </a:pPr>
            <a:r>
              <a:rPr lang="en-US" sz="1100" b="1" dirty="0">
                <a:solidFill>
                  <a:srgbClr val="0033A0"/>
                </a:solidFill>
                <a:latin typeface="Calibri" pitchFamily="34" charset="0"/>
                <a:ea typeface="Calibri" pitchFamily="34" charset="-122"/>
                <a:cs typeface="Calibri" pitchFamily="34" charset="-120"/>
              </a:rPr>
              <a:t>Aug 20</a:t>
            </a:r>
            <a:endParaRPr lang="en-US" sz="1100" dirty="0"/>
          </a:p>
        </p:txBody>
      </p:sp>
      <p:sp>
        <p:nvSpPr>
          <p:cNvPr id="39" name="Text 16">
            <a:extLst>
              <a:ext uri="{FF2B5EF4-FFF2-40B4-BE49-F238E27FC236}">
                <a16:creationId xmlns:a16="http://schemas.microsoft.com/office/drawing/2014/main" id="{FE4ECC10-8AF6-AE78-4F6D-BA753CF34FCF}"/>
              </a:ext>
            </a:extLst>
          </p:cNvPr>
          <p:cNvSpPr/>
          <p:nvPr/>
        </p:nvSpPr>
        <p:spPr>
          <a:xfrm>
            <a:off x="8763811" y="1278002"/>
            <a:ext cx="1280160" cy="777240"/>
          </a:xfrm>
          <a:prstGeom prst="rect">
            <a:avLst/>
          </a:prstGeom>
          <a:noFill/>
          <a:ln/>
        </p:spPr>
        <p:txBody>
          <a:bodyPr wrap="square" lIns="0" tIns="0" rIns="0" bIns="0" rtlCol="0" anchor="t"/>
          <a:lstStyle/>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Bessent: more buybacks</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possible; new fiscal</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plan coming</a:t>
            </a:r>
            <a:endParaRPr lang="en-US" sz="900" dirty="0"/>
          </a:p>
        </p:txBody>
      </p:sp>
      <p:sp>
        <p:nvSpPr>
          <p:cNvPr id="41" name="Shape 17">
            <a:extLst>
              <a:ext uri="{FF2B5EF4-FFF2-40B4-BE49-F238E27FC236}">
                <a16:creationId xmlns:a16="http://schemas.microsoft.com/office/drawing/2014/main" id="{113CB3DC-D37F-AF3D-B352-EA0AE9A891A1}"/>
              </a:ext>
            </a:extLst>
          </p:cNvPr>
          <p:cNvSpPr/>
          <p:nvPr/>
        </p:nvSpPr>
        <p:spPr>
          <a:xfrm>
            <a:off x="10941912" y="1058546"/>
            <a:ext cx="128016" cy="128016"/>
          </a:xfrm>
          <a:prstGeom prst="ellipse">
            <a:avLst/>
          </a:prstGeom>
          <a:solidFill>
            <a:srgbClr val="0033A0"/>
          </a:solidFill>
          <a:ln w="19050">
            <a:solidFill>
              <a:srgbClr val="FFFFFF"/>
            </a:solidFill>
            <a:prstDash val="solid"/>
          </a:ln>
        </p:spPr>
        <p:txBody>
          <a:bodyPr/>
          <a:lstStyle/>
          <a:p>
            <a:endParaRPr lang="es-PE"/>
          </a:p>
        </p:txBody>
      </p:sp>
      <p:sp>
        <p:nvSpPr>
          <p:cNvPr id="43" name="Text 18">
            <a:extLst>
              <a:ext uri="{FF2B5EF4-FFF2-40B4-BE49-F238E27FC236}">
                <a16:creationId xmlns:a16="http://schemas.microsoft.com/office/drawing/2014/main" id="{CA98B674-61C2-899C-0989-0BF87E393782}"/>
              </a:ext>
            </a:extLst>
          </p:cNvPr>
          <p:cNvSpPr/>
          <p:nvPr/>
        </p:nvSpPr>
        <p:spPr>
          <a:xfrm>
            <a:off x="10503000" y="802514"/>
            <a:ext cx="1005840" cy="228600"/>
          </a:xfrm>
          <a:prstGeom prst="rect">
            <a:avLst/>
          </a:prstGeom>
          <a:noFill/>
          <a:ln/>
        </p:spPr>
        <p:txBody>
          <a:bodyPr wrap="square" lIns="0" tIns="0" rIns="0" bIns="0" rtlCol="0" anchor="ctr"/>
          <a:lstStyle/>
          <a:p>
            <a:pPr marL="0" indent="0" algn="ctr">
              <a:buNone/>
            </a:pPr>
            <a:r>
              <a:rPr lang="en-US" sz="1100" b="1" dirty="0">
                <a:solidFill>
                  <a:srgbClr val="0033A0"/>
                </a:solidFill>
                <a:latin typeface="Calibri" pitchFamily="34" charset="0"/>
                <a:ea typeface="Calibri" pitchFamily="34" charset="-122"/>
                <a:cs typeface="Calibri" pitchFamily="34" charset="-120"/>
              </a:rPr>
              <a:t>Aug 21–23</a:t>
            </a:r>
            <a:endParaRPr lang="en-US" sz="1100" dirty="0"/>
          </a:p>
        </p:txBody>
      </p:sp>
      <p:sp>
        <p:nvSpPr>
          <p:cNvPr id="45" name="Text 19">
            <a:extLst>
              <a:ext uri="{FF2B5EF4-FFF2-40B4-BE49-F238E27FC236}">
                <a16:creationId xmlns:a16="http://schemas.microsoft.com/office/drawing/2014/main" id="{7842AB90-9E2A-AF99-88E8-DC5A21378301}"/>
              </a:ext>
            </a:extLst>
          </p:cNvPr>
          <p:cNvSpPr/>
          <p:nvPr/>
        </p:nvSpPr>
        <p:spPr>
          <a:xfrm>
            <a:off x="10365840" y="1278002"/>
            <a:ext cx="1280160" cy="777240"/>
          </a:xfrm>
          <a:prstGeom prst="rect">
            <a:avLst/>
          </a:prstGeom>
          <a:noFill/>
          <a:ln/>
        </p:spPr>
        <p:txBody>
          <a:bodyPr wrap="square" lIns="0" tIns="0" rIns="0" bIns="0" rtlCol="0" anchor="t"/>
          <a:lstStyle/>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Jackson Hole:</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Warsh may have to</a:t>
            </a:r>
            <a:endParaRPr lang="en-US" sz="900" dirty="0"/>
          </a:p>
          <a:p>
            <a:pPr marL="0" indent="0" algn="ctr">
              <a:lnSpc>
                <a:spcPct val="105000"/>
              </a:lnSpc>
              <a:buNone/>
            </a:pPr>
            <a:r>
              <a:rPr lang="en-US" sz="900" dirty="0">
                <a:solidFill>
                  <a:srgbClr val="002060"/>
                </a:solidFill>
                <a:latin typeface="Calibri" pitchFamily="34" charset="0"/>
                <a:ea typeface="Calibri" pitchFamily="34" charset="-122"/>
                <a:cs typeface="Calibri" pitchFamily="34" charset="-120"/>
              </a:rPr>
              <a:t>address Fed–Treasury ties</a:t>
            </a:r>
            <a:endParaRPr lang="en-US" sz="900" dirty="0"/>
          </a:p>
        </p:txBody>
      </p:sp>
      <p:sp>
        <p:nvSpPr>
          <p:cNvPr id="49" name="Shape 11">
            <a:extLst>
              <a:ext uri="{FF2B5EF4-FFF2-40B4-BE49-F238E27FC236}">
                <a16:creationId xmlns:a16="http://schemas.microsoft.com/office/drawing/2014/main" id="{74F640CD-FD8A-F790-702F-A75C6431DA39}"/>
              </a:ext>
            </a:extLst>
          </p:cNvPr>
          <p:cNvSpPr/>
          <p:nvPr/>
        </p:nvSpPr>
        <p:spPr>
          <a:xfrm>
            <a:off x="5140907" y="1055299"/>
            <a:ext cx="128016" cy="128016"/>
          </a:xfrm>
          <a:prstGeom prst="ellipse">
            <a:avLst/>
          </a:prstGeom>
          <a:solidFill>
            <a:srgbClr val="0033A0"/>
          </a:solidFill>
          <a:ln w="19050">
            <a:solidFill>
              <a:srgbClr val="FFFFFF"/>
            </a:solidFill>
            <a:prstDash val="solid"/>
          </a:ln>
        </p:spPr>
        <p:txBody>
          <a:bodyPr/>
          <a:lstStyle/>
          <a:p>
            <a:endParaRPr lang="es-PE"/>
          </a:p>
        </p:txBody>
      </p:sp>
      <p:grpSp>
        <p:nvGrpSpPr>
          <p:cNvPr id="61" name="Group 60">
            <a:extLst>
              <a:ext uri="{FF2B5EF4-FFF2-40B4-BE49-F238E27FC236}">
                <a16:creationId xmlns:a16="http://schemas.microsoft.com/office/drawing/2014/main" id="{8EDD73E9-941C-69C9-986A-AD6A239AFB59}"/>
              </a:ext>
            </a:extLst>
          </p:cNvPr>
          <p:cNvGrpSpPr/>
          <p:nvPr/>
        </p:nvGrpSpPr>
        <p:grpSpPr>
          <a:xfrm>
            <a:off x="3158759" y="4364401"/>
            <a:ext cx="4812791" cy="2086600"/>
            <a:chOff x="7418133" y="3312773"/>
            <a:chExt cx="4812791" cy="2414301"/>
          </a:xfrm>
        </p:grpSpPr>
        <p:graphicFrame>
          <p:nvGraphicFramePr>
            <p:cNvPr id="50" name="Chart 49">
              <a:extLst>
                <a:ext uri="{FF2B5EF4-FFF2-40B4-BE49-F238E27FC236}">
                  <a16:creationId xmlns:a16="http://schemas.microsoft.com/office/drawing/2014/main" id="{3952351E-1ACC-D548-173E-447AFAE1304F}"/>
                </a:ext>
              </a:extLst>
            </p:cNvPr>
            <p:cNvGraphicFramePr>
              <a:graphicFrameLocks/>
            </p:cNvGraphicFramePr>
            <p:nvPr/>
          </p:nvGraphicFramePr>
          <p:xfrm>
            <a:off x="7418133" y="3312773"/>
            <a:ext cx="4060299" cy="2414301"/>
          </p:xfrm>
          <a:graphic>
            <a:graphicData uri="http://schemas.openxmlformats.org/drawingml/2006/chart">
              <c:chart xmlns:c="http://schemas.openxmlformats.org/drawingml/2006/chart" xmlns:r="http://schemas.openxmlformats.org/officeDocument/2006/relationships" r:id="rId3"/>
            </a:graphicData>
          </a:graphic>
        </p:graphicFrame>
        <p:sp>
          <p:nvSpPr>
            <p:cNvPr id="51" name="TextBox 50">
              <a:extLst>
                <a:ext uri="{FF2B5EF4-FFF2-40B4-BE49-F238E27FC236}">
                  <a16:creationId xmlns:a16="http://schemas.microsoft.com/office/drawing/2014/main" id="{28E1C7FC-64DB-DD5E-AEBE-F59D806B97D2}"/>
                </a:ext>
              </a:extLst>
            </p:cNvPr>
            <p:cNvSpPr txBox="1"/>
            <p:nvPr/>
          </p:nvSpPr>
          <p:spPr>
            <a:xfrm>
              <a:off x="9783562" y="3727349"/>
              <a:ext cx="1380744" cy="430887"/>
            </a:xfrm>
            <a:prstGeom prst="rect">
              <a:avLst/>
            </a:prstGeom>
            <a:noFill/>
          </p:spPr>
          <p:txBody>
            <a:bodyPr wrap="square" rtlCol="0">
              <a:spAutoFit/>
            </a:bodyPr>
            <a:lstStyle/>
            <a:p>
              <a:pPr algn="ctr"/>
              <a:r>
                <a:rPr lang="es-MX" sz="1100" b="1" dirty="0">
                  <a:solidFill>
                    <a:srgbClr val="C00000"/>
                  </a:solidFill>
                </a:rPr>
                <a:t>Aug 17: 5.31% highest since 2007</a:t>
              </a:r>
              <a:endParaRPr lang="es-PE" sz="1100" b="1" dirty="0">
                <a:solidFill>
                  <a:srgbClr val="C00000"/>
                </a:solidFill>
              </a:endParaRPr>
            </a:p>
          </p:txBody>
        </p:sp>
        <p:cxnSp>
          <p:nvCxnSpPr>
            <p:cNvPr id="53" name="Connector: Elbow 52">
              <a:extLst>
                <a:ext uri="{FF2B5EF4-FFF2-40B4-BE49-F238E27FC236}">
                  <a16:creationId xmlns:a16="http://schemas.microsoft.com/office/drawing/2014/main" id="{FFB4AA37-FAE3-EDCE-2873-C94E534B115A}"/>
                </a:ext>
              </a:extLst>
            </p:cNvPr>
            <p:cNvCxnSpPr/>
            <p:nvPr/>
          </p:nvCxnSpPr>
          <p:spPr>
            <a:xfrm>
              <a:off x="11005920" y="3809198"/>
              <a:ext cx="274320" cy="208325"/>
            </a:xfrm>
            <a:prstGeom prst="bent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F8A921E8-73E6-1870-3BA3-CD52ED80108A}"/>
                </a:ext>
              </a:extLst>
            </p:cNvPr>
            <p:cNvSpPr txBox="1"/>
            <p:nvPr/>
          </p:nvSpPr>
          <p:spPr>
            <a:xfrm>
              <a:off x="10850180" y="4557372"/>
              <a:ext cx="1380744" cy="430887"/>
            </a:xfrm>
            <a:prstGeom prst="rect">
              <a:avLst/>
            </a:prstGeom>
            <a:noFill/>
            <a:ln>
              <a:noFill/>
            </a:ln>
          </p:spPr>
          <p:txBody>
            <a:bodyPr wrap="square" rtlCol="0">
              <a:spAutoFit/>
            </a:bodyPr>
            <a:lstStyle/>
            <a:p>
              <a:pPr algn="ctr"/>
              <a:r>
                <a:rPr lang="es-MX" sz="1100" b="1" dirty="0">
                  <a:solidFill>
                    <a:srgbClr val="000000"/>
                  </a:solidFill>
                </a:rPr>
                <a:t>Aug 19: </a:t>
              </a:r>
              <a:r>
                <a:rPr lang="es-MX" sz="1100" b="1" dirty="0" err="1">
                  <a:solidFill>
                    <a:srgbClr val="000000"/>
                  </a:solidFill>
                </a:rPr>
                <a:t>Treasury</a:t>
              </a:r>
              <a:r>
                <a:rPr lang="es-MX" sz="1100" b="1" dirty="0">
                  <a:solidFill>
                    <a:srgbClr val="000000"/>
                  </a:solidFill>
                </a:rPr>
                <a:t> </a:t>
              </a:r>
              <a:r>
                <a:rPr lang="es-MX" sz="1100" b="1" dirty="0" err="1">
                  <a:solidFill>
                    <a:srgbClr val="000000"/>
                  </a:solidFill>
                </a:rPr>
                <a:t>doubles</a:t>
              </a:r>
              <a:r>
                <a:rPr lang="es-MX" sz="1100" b="1" dirty="0">
                  <a:solidFill>
                    <a:srgbClr val="000000"/>
                  </a:solidFill>
                </a:rPr>
                <a:t> </a:t>
              </a:r>
              <a:r>
                <a:rPr lang="es-MX" sz="1100" b="1" dirty="0" err="1">
                  <a:solidFill>
                    <a:srgbClr val="000000"/>
                  </a:solidFill>
                </a:rPr>
                <a:t>buybacks</a:t>
              </a:r>
              <a:endParaRPr lang="es-PE" sz="1100" b="1" dirty="0">
                <a:solidFill>
                  <a:srgbClr val="000000"/>
                </a:solidFill>
              </a:endParaRPr>
            </a:p>
          </p:txBody>
        </p:sp>
        <p:cxnSp>
          <p:nvCxnSpPr>
            <p:cNvPr id="57" name="Connector: Elbow 56">
              <a:extLst>
                <a:ext uri="{FF2B5EF4-FFF2-40B4-BE49-F238E27FC236}">
                  <a16:creationId xmlns:a16="http://schemas.microsoft.com/office/drawing/2014/main" id="{470825AB-B1DD-24A2-6B41-D29DF7448C65}"/>
                </a:ext>
              </a:extLst>
            </p:cNvPr>
            <p:cNvCxnSpPr/>
            <p:nvPr/>
          </p:nvCxnSpPr>
          <p:spPr>
            <a:xfrm rot="16200000" flipH="1">
              <a:off x="11204238" y="4326989"/>
              <a:ext cx="350196" cy="198192"/>
            </a:xfrm>
            <a:prstGeom prst="bentConnector3">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C7CE7129-E8F0-7F6D-7794-94F077D5A186}"/>
                </a:ext>
              </a:extLst>
            </p:cNvPr>
            <p:cNvSpPr/>
            <p:nvPr/>
          </p:nvSpPr>
          <p:spPr>
            <a:xfrm>
              <a:off x="11280240" y="4205268"/>
              <a:ext cx="45719" cy="45719"/>
            </a:xfrm>
            <a:prstGeom prst="ellipse">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0" name="Oval 59">
              <a:extLst>
                <a:ext uri="{FF2B5EF4-FFF2-40B4-BE49-F238E27FC236}">
                  <a16:creationId xmlns:a16="http://schemas.microsoft.com/office/drawing/2014/main" id="{90AA56BF-6001-2FBD-A09C-9AEADEE0FF08}"/>
                </a:ext>
              </a:extLst>
            </p:cNvPr>
            <p:cNvSpPr/>
            <p:nvPr/>
          </p:nvSpPr>
          <p:spPr>
            <a:xfrm>
              <a:off x="11270805" y="3994663"/>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pSp>
      <p:graphicFrame>
        <p:nvGraphicFramePr>
          <p:cNvPr id="68" name="Chart 67">
            <a:extLst>
              <a:ext uri="{FF2B5EF4-FFF2-40B4-BE49-F238E27FC236}">
                <a16:creationId xmlns:a16="http://schemas.microsoft.com/office/drawing/2014/main" id="{E282C51F-800E-F292-D51C-9474CBF51215}"/>
              </a:ext>
            </a:extLst>
          </p:cNvPr>
          <p:cNvGraphicFramePr>
            <a:graphicFrameLocks/>
          </p:cNvGraphicFramePr>
          <p:nvPr>
            <p:extLst>
              <p:ext uri="{D42A27DB-BD31-4B8C-83A1-F6EECF244321}">
                <p14:modId xmlns:p14="http://schemas.microsoft.com/office/powerpoint/2010/main" val="302092296"/>
              </p:ext>
            </p:extLst>
          </p:nvPr>
        </p:nvGraphicFramePr>
        <p:xfrm>
          <a:off x="2963854" y="1851057"/>
          <a:ext cx="4882009" cy="2332211"/>
        </p:xfrm>
        <a:graphic>
          <a:graphicData uri="http://schemas.openxmlformats.org/drawingml/2006/chart">
            <c:chart xmlns:c="http://schemas.openxmlformats.org/drawingml/2006/chart" xmlns:r="http://schemas.openxmlformats.org/officeDocument/2006/relationships" r:id="rId4"/>
          </a:graphicData>
        </a:graphic>
      </p:graphicFrame>
      <p:pic>
        <p:nvPicPr>
          <p:cNvPr id="7" name="Picture 6">
            <a:extLst>
              <a:ext uri="{FF2B5EF4-FFF2-40B4-BE49-F238E27FC236}">
                <a16:creationId xmlns:a16="http://schemas.microsoft.com/office/drawing/2014/main" id="{29496CB7-4EB5-F595-ADE9-42CBDD658D92}"/>
              </a:ext>
            </a:extLst>
          </p:cNvPr>
          <p:cNvPicPr>
            <a:picLocks noChangeAspect="1"/>
          </p:cNvPicPr>
          <p:nvPr/>
        </p:nvPicPr>
        <p:blipFill>
          <a:blip r:embed="rId5"/>
          <a:stretch>
            <a:fillRect/>
          </a:stretch>
        </p:blipFill>
        <p:spPr>
          <a:xfrm>
            <a:off x="351501" y="1920043"/>
            <a:ext cx="2502315" cy="4643841"/>
          </a:xfrm>
          <a:prstGeom prst="rect">
            <a:avLst/>
          </a:prstGeom>
        </p:spPr>
      </p:pic>
      <p:sp>
        <p:nvSpPr>
          <p:cNvPr id="73" name="TextBox 72">
            <a:extLst>
              <a:ext uri="{FF2B5EF4-FFF2-40B4-BE49-F238E27FC236}">
                <a16:creationId xmlns:a16="http://schemas.microsoft.com/office/drawing/2014/main" id="{AD40ED7C-E1D5-1176-AD72-7440938A586A}"/>
              </a:ext>
            </a:extLst>
          </p:cNvPr>
          <p:cNvSpPr txBox="1"/>
          <p:nvPr/>
        </p:nvSpPr>
        <p:spPr>
          <a:xfrm>
            <a:off x="1496160" y="2729619"/>
            <a:ext cx="857927" cy="246221"/>
          </a:xfrm>
          <a:prstGeom prst="rect">
            <a:avLst/>
          </a:prstGeom>
          <a:noFill/>
        </p:spPr>
        <p:txBody>
          <a:bodyPr wrap="none" rtlCol="0">
            <a:spAutoFit/>
          </a:bodyPr>
          <a:lstStyle/>
          <a:p>
            <a:r>
              <a:rPr lang="es-MX" sz="1000" b="1" dirty="0">
                <a:solidFill>
                  <a:srgbClr val="C00000"/>
                </a:solidFill>
              </a:rPr>
              <a:t>Intervention</a:t>
            </a:r>
            <a:endParaRPr lang="es-PE" sz="1000" b="1" dirty="0">
              <a:solidFill>
                <a:srgbClr val="C00000"/>
              </a:solidFill>
            </a:endParaRPr>
          </a:p>
        </p:txBody>
      </p:sp>
      <p:pic>
        <p:nvPicPr>
          <p:cNvPr id="9" name="Picture 8" descr="Scott Bessent's Market Moves Redefine US Treasury Role on Yields, Debt -  Bloomberg">
            <a:extLst>
              <a:ext uri="{FF2B5EF4-FFF2-40B4-BE49-F238E27FC236}">
                <a16:creationId xmlns:a16="http://schemas.microsoft.com/office/drawing/2014/main" id="{89C9316D-1C63-8EC3-3A9B-3AECE32C3AFC}"/>
              </a:ext>
            </a:extLst>
          </p:cNvPr>
          <p:cNvPicPr>
            <a:picLocks noChangeAspect="1"/>
          </p:cNvPicPr>
          <p:nvPr/>
        </p:nvPicPr>
        <p:blipFill>
          <a:blip r:embed="rId6"/>
          <a:stretch>
            <a:fillRect/>
          </a:stretch>
        </p:blipFill>
        <p:spPr>
          <a:xfrm>
            <a:off x="9885455" y="4960927"/>
            <a:ext cx="1686106" cy="1238142"/>
          </a:xfrm>
          <a:prstGeom prst="rect">
            <a:avLst/>
          </a:prstGeom>
        </p:spPr>
      </p:pic>
      <p:pic>
        <p:nvPicPr>
          <p:cNvPr id="13" name="Picture 12" descr="The New Fed Chair Was Announced: What You Need to Know | Kiplinger">
            <a:extLst>
              <a:ext uri="{FF2B5EF4-FFF2-40B4-BE49-F238E27FC236}">
                <a16:creationId xmlns:a16="http://schemas.microsoft.com/office/drawing/2014/main" id="{C16929CC-6F39-5BD8-9F96-A97551F5DAF9}"/>
              </a:ext>
            </a:extLst>
          </p:cNvPr>
          <p:cNvPicPr>
            <a:picLocks noChangeAspect="1"/>
          </p:cNvPicPr>
          <p:nvPr/>
        </p:nvPicPr>
        <p:blipFill>
          <a:blip r:embed="rId7"/>
          <a:srcRect l="9447" r="18699"/>
          <a:stretch>
            <a:fillRect/>
          </a:stretch>
        </p:blipFill>
        <p:spPr>
          <a:xfrm>
            <a:off x="8319862" y="4953736"/>
            <a:ext cx="1162217" cy="1188315"/>
          </a:xfrm>
          <a:prstGeom prst="rect">
            <a:avLst/>
          </a:prstGeom>
        </p:spPr>
      </p:pic>
      <p:pic>
        <p:nvPicPr>
          <p:cNvPr id="17" name="Picture 16">
            <a:extLst>
              <a:ext uri="{FF2B5EF4-FFF2-40B4-BE49-F238E27FC236}">
                <a16:creationId xmlns:a16="http://schemas.microsoft.com/office/drawing/2014/main" id="{91D38B2F-717F-1022-C6AF-41EA9FE2A2DE}"/>
              </a:ext>
            </a:extLst>
          </p:cNvPr>
          <p:cNvPicPr>
            <a:picLocks noChangeAspect="1"/>
          </p:cNvPicPr>
          <p:nvPr/>
        </p:nvPicPr>
        <p:blipFill>
          <a:blip r:embed="rId8">
            <a:extLst>
              <a:ext uri="{28A0092B-C50C-407E-A947-70E740481C1C}">
                <a14:useLocalDpi xmlns:a14="http://schemas.microsoft.com/office/drawing/2010/main" val="0"/>
              </a:ext>
            </a:extLst>
          </a:blip>
          <a:srcRect l="3973" t="7206" r="5545"/>
          <a:stretch>
            <a:fillRect/>
          </a:stretch>
        </p:blipFill>
        <p:spPr>
          <a:xfrm>
            <a:off x="7843868" y="1868720"/>
            <a:ext cx="4168270" cy="2908223"/>
          </a:xfrm>
          <a:prstGeom prst="rect">
            <a:avLst/>
          </a:prstGeom>
        </p:spPr>
      </p:pic>
    </p:spTree>
    <p:extLst>
      <p:ext uri="{BB962C8B-B14F-4D97-AF65-F5344CB8AC3E}">
        <p14:creationId xmlns:p14="http://schemas.microsoft.com/office/powerpoint/2010/main" val="221950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53080-D81D-970D-DB82-D11279650D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CA94D6-78A8-6ABC-B448-C0D4C1838E19}"/>
              </a:ext>
            </a:extLst>
          </p:cNvPr>
          <p:cNvSpPr>
            <a:spLocks noGrp="1"/>
          </p:cNvSpPr>
          <p:nvPr>
            <p:ph type="sldNum" sz="quarter" idx="12"/>
          </p:nvPr>
        </p:nvSpPr>
        <p:spPr/>
        <p:txBody>
          <a:bodyPr/>
          <a:lstStyle/>
          <a:p>
            <a:fld id="{4022B31E-1B25-402D-B825-4747191115EA}" type="slidenum">
              <a:rPr lang="es-PE" smtClean="0"/>
              <a:pPr/>
              <a:t>18</a:t>
            </a:fld>
            <a:endParaRPr lang="es-PE" dirty="0"/>
          </a:p>
        </p:txBody>
      </p:sp>
      <p:sp>
        <p:nvSpPr>
          <p:cNvPr id="3" name="Title 2">
            <a:extLst>
              <a:ext uri="{FF2B5EF4-FFF2-40B4-BE49-F238E27FC236}">
                <a16:creationId xmlns:a16="http://schemas.microsoft.com/office/drawing/2014/main" id="{891F3E07-8E68-B430-4BEF-5D059323A407}"/>
              </a:ext>
            </a:extLst>
          </p:cNvPr>
          <p:cNvSpPr>
            <a:spLocks noGrp="1"/>
          </p:cNvSpPr>
          <p:nvPr>
            <p:ph type="title"/>
          </p:nvPr>
        </p:nvSpPr>
        <p:spPr>
          <a:xfrm>
            <a:off x="216000" y="1821"/>
            <a:ext cx="10512508" cy="676275"/>
          </a:xfrm>
        </p:spPr>
        <p:txBody>
          <a:bodyPr>
            <a:normAutofit/>
          </a:bodyPr>
          <a:lstStyle/>
          <a:p>
            <a:r>
              <a:rPr lang="en-US" dirty="0">
                <a:solidFill>
                  <a:srgbClr val="002060"/>
                </a:solidFill>
                <a:latin typeface="Trebuchet MS" panose="020B0603020202020204" pitchFamily="34" charset="0"/>
              </a:rPr>
              <a:t>UST Steepening: QE or QT?</a:t>
            </a:r>
            <a:endParaRPr lang="en-US" dirty="0">
              <a:solidFill>
                <a:schemeClr val="tx1"/>
              </a:solidFill>
              <a:latin typeface="Trebuchet MS" panose="020B0603020202020204" pitchFamily="34" charset="0"/>
              <a:ea typeface="+mn-ea"/>
              <a:cs typeface="+mn-cs"/>
            </a:endParaRPr>
          </a:p>
        </p:txBody>
      </p:sp>
      <p:sp>
        <p:nvSpPr>
          <p:cNvPr id="16" name="Rectangle 15">
            <a:extLst>
              <a:ext uri="{FF2B5EF4-FFF2-40B4-BE49-F238E27FC236}">
                <a16:creationId xmlns:a16="http://schemas.microsoft.com/office/drawing/2014/main" id="{40F7BD74-2C44-BDB5-F846-8E2282F22047}"/>
              </a:ext>
            </a:extLst>
          </p:cNvPr>
          <p:cNvSpPr/>
          <p:nvPr/>
        </p:nvSpPr>
        <p:spPr>
          <a:xfrm>
            <a:off x="0" y="760396"/>
            <a:ext cx="707805" cy="609760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angle 9">
            <a:extLst>
              <a:ext uri="{FF2B5EF4-FFF2-40B4-BE49-F238E27FC236}">
                <a16:creationId xmlns:a16="http://schemas.microsoft.com/office/drawing/2014/main" id="{C04ABFD8-D51C-52D9-CEB2-7989A7F2EE85}"/>
              </a:ext>
            </a:extLst>
          </p:cNvPr>
          <p:cNvSpPr/>
          <p:nvPr/>
        </p:nvSpPr>
        <p:spPr>
          <a:xfrm>
            <a:off x="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lang="es-ES" sz="900" dirty="0">
                <a:solidFill>
                  <a:srgbClr val="242424"/>
                </a:solidFill>
                <a:latin typeface="Arial Narrow" panose="020B0606020202030204" pitchFamily="34" charset="0"/>
                <a:cs typeface="Arial" panose="020B0604020202020204" pitchFamily="34" charset="0"/>
              </a:rPr>
              <a:t> and Santander</a:t>
            </a:r>
            <a:r>
              <a:rPr lang="es-PE" sz="900" dirty="0">
                <a:solidFill>
                  <a:srgbClr val="242424"/>
                </a:solidFill>
                <a:latin typeface="Arial Narrow" panose="020B0606020202030204" pitchFamily="34" charset="0"/>
                <a:cs typeface="Arial" panose="020B0604020202020204" pitchFamily="34" charset="0"/>
              </a:rPr>
              <a:t>. </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pSp>
        <p:nvGrpSpPr>
          <p:cNvPr id="24" name="Group 23">
            <a:extLst>
              <a:ext uri="{FF2B5EF4-FFF2-40B4-BE49-F238E27FC236}">
                <a16:creationId xmlns:a16="http://schemas.microsoft.com/office/drawing/2014/main" id="{955020F2-1408-6E28-FBC5-9F8CE5517439}"/>
              </a:ext>
            </a:extLst>
          </p:cNvPr>
          <p:cNvGrpSpPr/>
          <p:nvPr/>
        </p:nvGrpSpPr>
        <p:grpSpPr>
          <a:xfrm>
            <a:off x="38310" y="786395"/>
            <a:ext cx="6057690" cy="5474836"/>
            <a:chOff x="2279172" y="794075"/>
            <a:chExt cx="7512252" cy="5912461"/>
          </a:xfrm>
        </p:grpSpPr>
        <p:pic>
          <p:nvPicPr>
            <p:cNvPr id="14" name="Picture 13">
              <a:extLst>
                <a:ext uri="{FF2B5EF4-FFF2-40B4-BE49-F238E27FC236}">
                  <a16:creationId xmlns:a16="http://schemas.microsoft.com/office/drawing/2014/main" id="{0A68433F-3A98-AA1B-D2A0-0ED22BAE0AD0}"/>
                </a:ext>
              </a:extLst>
            </p:cNvPr>
            <p:cNvPicPr>
              <a:picLocks noChangeAspect="1"/>
            </p:cNvPicPr>
            <p:nvPr/>
          </p:nvPicPr>
          <p:blipFill>
            <a:blip r:embed="rId3">
              <a:extLst>
                <a:ext uri="{28A0092B-C50C-407E-A947-70E740481C1C}">
                  <a14:useLocalDpi xmlns:a14="http://schemas.microsoft.com/office/drawing/2010/main" val="0"/>
                </a:ext>
              </a:extLst>
            </a:blip>
            <a:srcRect t="11691" b="10290"/>
            <a:stretch>
              <a:fillRect/>
            </a:stretch>
          </p:blipFill>
          <p:spPr>
            <a:xfrm>
              <a:off x="2279172" y="988158"/>
              <a:ext cx="7467171" cy="3394651"/>
            </a:xfrm>
            <a:prstGeom prst="rect">
              <a:avLst/>
            </a:prstGeom>
          </p:spPr>
        </p:pic>
        <p:sp>
          <p:nvSpPr>
            <p:cNvPr id="18" name="TextBox 17">
              <a:extLst>
                <a:ext uri="{FF2B5EF4-FFF2-40B4-BE49-F238E27FC236}">
                  <a16:creationId xmlns:a16="http://schemas.microsoft.com/office/drawing/2014/main" id="{E8906CBA-BC41-C6EF-C230-706AF2404580}"/>
                </a:ext>
              </a:extLst>
            </p:cNvPr>
            <p:cNvSpPr txBox="1"/>
            <p:nvPr/>
          </p:nvSpPr>
          <p:spPr>
            <a:xfrm>
              <a:off x="3714782" y="794075"/>
              <a:ext cx="4985885" cy="282522"/>
            </a:xfrm>
            <a:prstGeom prst="rect">
              <a:avLst/>
            </a:prstGeom>
            <a:noFill/>
          </p:spPr>
          <p:txBody>
            <a:bodyPr wrap="square" rtlCol="0">
              <a:spAutoFit/>
            </a:bodyPr>
            <a:lstStyle/>
            <a:p>
              <a:pPr algn="ctr"/>
              <a:r>
                <a:rPr lang="es-MX" sz="1100" b="1" dirty="0">
                  <a:solidFill>
                    <a:sysClr val="windowText" lastClr="000000"/>
                  </a:solidFill>
                  <a:latin typeface="Trebuchet MS" panose="020B0603020202020204" pitchFamily="34" charset="0"/>
                </a:rPr>
                <a:t>US -10Y2Y Slope vs Fed Funds Rate, 1984-2026 (%)</a:t>
              </a:r>
            </a:p>
          </p:txBody>
        </p:sp>
        <p:pic>
          <p:nvPicPr>
            <p:cNvPr id="19" name="Picture 18">
              <a:extLst>
                <a:ext uri="{FF2B5EF4-FFF2-40B4-BE49-F238E27FC236}">
                  <a16:creationId xmlns:a16="http://schemas.microsoft.com/office/drawing/2014/main" id="{CEEAC805-B5D3-944F-7C18-C5DEEDD60C9D}"/>
                </a:ext>
              </a:extLst>
            </p:cNvPr>
            <p:cNvPicPr>
              <a:picLocks noChangeAspect="1"/>
            </p:cNvPicPr>
            <p:nvPr/>
          </p:nvPicPr>
          <p:blipFill>
            <a:blip r:embed="rId4"/>
            <a:stretch>
              <a:fillRect/>
            </a:stretch>
          </p:blipFill>
          <p:spPr>
            <a:xfrm>
              <a:off x="3158180" y="4963461"/>
              <a:ext cx="5798151" cy="1743075"/>
            </a:xfrm>
            <a:prstGeom prst="rect">
              <a:avLst/>
            </a:prstGeom>
          </p:spPr>
        </p:pic>
        <p:sp>
          <p:nvSpPr>
            <p:cNvPr id="20" name="Rectangle 19">
              <a:extLst>
                <a:ext uri="{FF2B5EF4-FFF2-40B4-BE49-F238E27FC236}">
                  <a16:creationId xmlns:a16="http://schemas.microsoft.com/office/drawing/2014/main" id="{83A8201F-C339-CFE6-8076-411675CA2451}"/>
                </a:ext>
              </a:extLst>
            </p:cNvPr>
            <p:cNvSpPr/>
            <p:nvPr/>
          </p:nvSpPr>
          <p:spPr>
            <a:xfrm>
              <a:off x="6393760" y="5171310"/>
              <a:ext cx="413886" cy="1535226"/>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Rectangle 20">
              <a:extLst>
                <a:ext uri="{FF2B5EF4-FFF2-40B4-BE49-F238E27FC236}">
                  <a16:creationId xmlns:a16="http://schemas.microsoft.com/office/drawing/2014/main" id="{704C4D78-3411-02D1-6017-E51D2D8A9213}"/>
                </a:ext>
              </a:extLst>
            </p:cNvPr>
            <p:cNvSpPr/>
            <p:nvPr/>
          </p:nvSpPr>
          <p:spPr>
            <a:xfrm>
              <a:off x="3714783" y="5938922"/>
              <a:ext cx="5220100" cy="22619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TextBox 22">
              <a:extLst>
                <a:ext uri="{FF2B5EF4-FFF2-40B4-BE49-F238E27FC236}">
                  <a16:creationId xmlns:a16="http://schemas.microsoft.com/office/drawing/2014/main" id="{AE3F5B38-606F-2034-2F24-A15951619F4A}"/>
                </a:ext>
              </a:extLst>
            </p:cNvPr>
            <p:cNvSpPr txBox="1"/>
            <p:nvPr/>
          </p:nvSpPr>
          <p:spPr>
            <a:xfrm>
              <a:off x="2530740" y="4382809"/>
              <a:ext cx="7260684" cy="465329"/>
            </a:xfrm>
            <a:prstGeom prst="rect">
              <a:avLst/>
            </a:prstGeom>
            <a:noFill/>
          </p:spPr>
          <p:txBody>
            <a:bodyPr wrap="square" rtlCol="0">
              <a:spAutoFit/>
            </a:bodyPr>
            <a:lstStyle/>
            <a:p>
              <a:pPr algn="ctr"/>
              <a:r>
                <a:rPr lang="es-MX" sz="1100" b="1" dirty="0">
                  <a:solidFill>
                    <a:sysClr val="windowText" lastClr="000000"/>
                  </a:solidFill>
                  <a:latin typeface="Trebuchet MS" panose="020B0603020202020204" pitchFamily="34" charset="0"/>
                </a:rPr>
                <a:t>US – Output </a:t>
              </a:r>
              <a:r>
                <a:rPr lang="es-MX" sz="1100" b="1" dirty="0" err="1">
                  <a:solidFill>
                    <a:sysClr val="windowText" lastClr="000000"/>
                  </a:solidFill>
                  <a:latin typeface="Trebuchet MS" panose="020B0603020202020204" pitchFamily="34" charset="0"/>
                </a:rPr>
                <a:t>Term</a:t>
              </a:r>
              <a:r>
                <a:rPr lang="es-MX" sz="1100" b="1" dirty="0">
                  <a:solidFill>
                    <a:sysClr val="windowText" lastClr="000000"/>
                  </a:solidFill>
                  <a:latin typeface="Trebuchet MS" panose="020B0603020202020204" pitchFamily="34" charset="0"/>
                </a:rPr>
                <a:t> Premia Model (</a:t>
              </a:r>
              <a:r>
                <a:rPr lang="es-MX" sz="1100" b="1" dirty="0" err="1">
                  <a:solidFill>
                    <a:sysClr val="windowText" lastClr="000000"/>
                  </a:solidFill>
                  <a:latin typeface="Trebuchet MS" panose="020B0603020202020204" pitchFamily="34" charset="0"/>
                </a:rPr>
                <a:t>pbs</a:t>
              </a:r>
              <a:r>
                <a:rPr lang="es-MX" sz="1100" b="1" dirty="0">
                  <a:solidFill>
                    <a:sysClr val="windowText" lastClr="000000"/>
                  </a:solidFill>
                  <a:latin typeface="Trebuchet MS" panose="020B0603020202020204" pitchFamily="34" charset="0"/>
                </a:rPr>
                <a:t>) </a:t>
              </a:r>
              <a:r>
                <a:rPr lang="es-MX" sz="1100" b="1" dirty="0" err="1">
                  <a:solidFill>
                    <a:sysClr val="windowText" lastClr="000000"/>
                  </a:solidFill>
                  <a:latin typeface="Trebuchet MS" panose="020B0603020202020204" pitchFamily="34" charset="0"/>
                </a:rPr>
                <a:t>depeding</a:t>
              </a:r>
              <a:r>
                <a:rPr lang="es-MX" sz="1100" b="1" dirty="0">
                  <a:solidFill>
                    <a:sysClr val="windowText" lastClr="000000"/>
                  </a:solidFill>
                  <a:latin typeface="Trebuchet MS" panose="020B0603020202020204" pitchFamily="34" charset="0"/>
                </a:rPr>
                <a:t> </a:t>
              </a:r>
              <a:r>
                <a:rPr lang="es-MX" sz="1100" b="1" dirty="0" err="1">
                  <a:solidFill>
                    <a:sysClr val="windowText" lastClr="000000"/>
                  </a:solidFill>
                  <a:latin typeface="Trebuchet MS" panose="020B0603020202020204" pitchFamily="34" charset="0"/>
                </a:rPr>
                <a:t>on</a:t>
              </a:r>
              <a:r>
                <a:rPr lang="es-MX" sz="1100" b="1" dirty="0">
                  <a:solidFill>
                    <a:sysClr val="windowText" lastClr="000000"/>
                  </a:solidFill>
                  <a:latin typeface="Trebuchet MS" panose="020B0603020202020204" pitchFamily="34" charset="0"/>
                </a:rPr>
                <a:t> </a:t>
              </a:r>
              <a:r>
                <a:rPr lang="es-MX" sz="1100" b="1" dirty="0" err="1">
                  <a:solidFill>
                    <a:sysClr val="windowText" lastClr="000000"/>
                  </a:solidFill>
                  <a:latin typeface="Trebuchet MS" panose="020B0603020202020204" pitchFamily="34" charset="0"/>
                </a:rPr>
                <a:t>changes</a:t>
              </a:r>
              <a:r>
                <a:rPr lang="es-MX" sz="1100" b="1" dirty="0">
                  <a:solidFill>
                    <a:sysClr val="windowText" lastClr="000000"/>
                  </a:solidFill>
                  <a:latin typeface="Trebuchet MS" panose="020B0603020202020204" pitchFamily="34" charset="0"/>
                </a:rPr>
                <a:t> in </a:t>
              </a:r>
              <a:r>
                <a:rPr lang="es-MX" sz="1100" b="1" dirty="0" err="1">
                  <a:solidFill>
                    <a:sysClr val="windowText" lastClr="000000"/>
                  </a:solidFill>
                  <a:latin typeface="Trebuchet MS" panose="020B0603020202020204" pitchFamily="34" charset="0"/>
                </a:rPr>
                <a:t>Govt</a:t>
              </a:r>
              <a:r>
                <a:rPr lang="es-MX" sz="1100" b="1" dirty="0">
                  <a:solidFill>
                    <a:sysClr val="windowText" lastClr="000000"/>
                  </a:solidFill>
                  <a:latin typeface="Trebuchet MS" panose="020B0603020202020204" pitchFamily="34" charset="0"/>
                </a:rPr>
                <a:t>, Surplus and Size </a:t>
              </a:r>
              <a:r>
                <a:rPr lang="es-MX" sz="1100" b="1" dirty="0" err="1">
                  <a:solidFill>
                    <a:sysClr val="windowText" lastClr="000000"/>
                  </a:solidFill>
                  <a:latin typeface="Trebuchet MS" panose="020B0603020202020204" pitchFamily="34" charset="0"/>
                </a:rPr>
                <a:t>of</a:t>
              </a:r>
              <a:r>
                <a:rPr lang="es-MX" sz="1100" b="1" dirty="0">
                  <a:solidFill>
                    <a:sysClr val="windowText" lastClr="000000"/>
                  </a:solidFill>
                  <a:latin typeface="Trebuchet MS" panose="020B0603020202020204" pitchFamily="34" charset="0"/>
                </a:rPr>
                <a:t> G4- </a:t>
              </a:r>
              <a:r>
                <a:rPr lang="es-MX" sz="1100" b="1" dirty="0" err="1">
                  <a:solidFill>
                    <a:sysClr val="windowText" lastClr="000000"/>
                  </a:solidFill>
                  <a:latin typeface="Trebuchet MS" panose="020B0603020202020204" pitchFamily="34" charset="0"/>
                </a:rPr>
                <a:t>CBs</a:t>
              </a:r>
              <a:r>
                <a:rPr lang="es-MX" sz="1100" b="1" dirty="0">
                  <a:solidFill>
                    <a:sysClr val="windowText" lastClr="000000"/>
                  </a:solidFill>
                  <a:latin typeface="Trebuchet MS" panose="020B0603020202020204" pitchFamily="34" charset="0"/>
                </a:rPr>
                <a:t> B/S Size </a:t>
              </a:r>
              <a:r>
                <a:rPr lang="es-MX" sz="1100" b="1" dirty="0" err="1">
                  <a:solidFill>
                    <a:sysClr val="windowText" lastClr="000000"/>
                  </a:solidFill>
                  <a:latin typeface="Trebuchet MS" panose="020B0603020202020204" pitchFamily="34" charset="0"/>
                </a:rPr>
                <a:t>Asummptions</a:t>
              </a:r>
              <a:endParaRPr lang="es-MX" sz="1100" b="1" dirty="0">
                <a:solidFill>
                  <a:sysClr val="windowText" lastClr="000000"/>
                </a:solidFill>
                <a:latin typeface="Trebuchet MS" panose="020B0603020202020204" pitchFamily="34" charset="0"/>
              </a:endParaRPr>
            </a:p>
          </p:txBody>
        </p:sp>
      </p:grpSp>
      <p:graphicFrame>
        <p:nvGraphicFramePr>
          <p:cNvPr id="6" name="Object 5">
            <a:extLst>
              <a:ext uri="{FF2B5EF4-FFF2-40B4-BE49-F238E27FC236}">
                <a16:creationId xmlns:a16="http://schemas.microsoft.com/office/drawing/2014/main" id="{113C46EE-9338-FB24-C0DA-B170C646F7A0}"/>
              </a:ext>
            </a:extLst>
          </p:cNvPr>
          <p:cNvGraphicFramePr>
            <a:graphicFrameLocks noChangeAspect="1"/>
          </p:cNvGraphicFramePr>
          <p:nvPr>
            <p:extLst>
              <p:ext uri="{D42A27DB-BD31-4B8C-83A1-F6EECF244321}">
                <p14:modId xmlns:p14="http://schemas.microsoft.com/office/powerpoint/2010/main" val="2071248958"/>
              </p:ext>
            </p:extLst>
          </p:nvPr>
        </p:nvGraphicFramePr>
        <p:xfrm>
          <a:off x="6285748" y="786395"/>
          <a:ext cx="5627687" cy="5943600"/>
        </p:xfrm>
        <a:graphic>
          <a:graphicData uri="http://schemas.openxmlformats.org/presentationml/2006/ole">
            <mc:AlternateContent xmlns:mc="http://schemas.openxmlformats.org/markup-compatibility/2006">
              <mc:Choice xmlns:v="urn:schemas-microsoft-com:vml" Requires="v">
                <p:oleObj name="Macrobond document" r:id="rId5" imgW="5627220" imgH="5943813" progId="Mbnd.mbnd">
                  <p:embed/>
                </p:oleObj>
              </mc:Choice>
              <mc:Fallback>
                <p:oleObj name="Macrobond document" r:id="rId5" imgW="5627220" imgH="5943813" progId="Mbnd.mbnd">
                  <p:embed/>
                  <p:pic>
                    <p:nvPicPr>
                      <p:cNvPr id="0" name=""/>
                      <p:cNvPicPr/>
                      <p:nvPr/>
                    </p:nvPicPr>
                    <p:blipFill>
                      <a:blip r:embed="rId6"/>
                      <a:stretch>
                        <a:fillRect/>
                      </a:stretch>
                    </p:blipFill>
                    <p:spPr>
                      <a:xfrm>
                        <a:off x="6285748" y="786395"/>
                        <a:ext cx="5627687" cy="5943600"/>
                      </a:xfrm>
                      <a:prstGeom prst="rect">
                        <a:avLst/>
                      </a:prstGeom>
                    </p:spPr>
                  </p:pic>
                </p:oleObj>
              </mc:Fallback>
            </mc:AlternateContent>
          </a:graphicData>
        </a:graphic>
      </p:graphicFrame>
    </p:spTree>
    <p:extLst>
      <p:ext uri="{BB962C8B-B14F-4D97-AF65-F5344CB8AC3E}">
        <p14:creationId xmlns:p14="http://schemas.microsoft.com/office/powerpoint/2010/main" val="2129040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7C528-F1DE-3533-961F-82757B527C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808E8A-5FAC-67EF-C86A-E1F20A786AB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3" name="Title 2">
            <a:extLst>
              <a:ext uri="{FF2B5EF4-FFF2-40B4-BE49-F238E27FC236}">
                <a16:creationId xmlns:a16="http://schemas.microsoft.com/office/drawing/2014/main" id="{D1D5FABF-D0B4-A624-6554-B861572AA55A}"/>
              </a:ext>
            </a:extLst>
          </p:cNvPr>
          <p:cNvSpPr>
            <a:spLocks noGrp="1"/>
          </p:cNvSpPr>
          <p:nvPr>
            <p:ph type="title"/>
          </p:nvPr>
        </p:nvSpPr>
        <p:spPr/>
        <p:txBody>
          <a:bodyPr>
            <a:normAutofit/>
          </a:bodyPr>
          <a:lstStyle/>
          <a:p>
            <a:r>
              <a:rPr lang="en-US" dirty="0">
                <a:solidFill>
                  <a:srgbClr val="002060"/>
                </a:solidFill>
                <a:latin typeface="Trebuchet MS" panose="020B0603020202020204" pitchFamily="34" charset="0"/>
              </a:rPr>
              <a:t>Global Factors: UST Valuation</a:t>
            </a:r>
          </a:p>
        </p:txBody>
      </p:sp>
      <p:sp>
        <p:nvSpPr>
          <p:cNvPr id="5" name="Rectangle 9">
            <a:extLst>
              <a:ext uri="{FF2B5EF4-FFF2-40B4-BE49-F238E27FC236}">
                <a16:creationId xmlns:a16="http://schemas.microsoft.com/office/drawing/2014/main" id="{E68ACC1F-A2FF-D2A7-7B7C-CFFE904BDC2F}"/>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and Macrobond. </a:t>
            </a:r>
          </a:p>
        </p:txBody>
      </p:sp>
      <p:graphicFrame>
        <p:nvGraphicFramePr>
          <p:cNvPr id="4" name="Chart 3">
            <a:extLst>
              <a:ext uri="{FF2B5EF4-FFF2-40B4-BE49-F238E27FC236}">
                <a16:creationId xmlns:a16="http://schemas.microsoft.com/office/drawing/2014/main" id="{ED499FAD-F555-476B-8B85-000EDF765510}"/>
              </a:ext>
            </a:extLst>
          </p:cNvPr>
          <p:cNvGraphicFramePr>
            <a:graphicFrameLocks/>
          </p:cNvGraphicFramePr>
          <p:nvPr>
            <p:extLst>
              <p:ext uri="{D42A27DB-BD31-4B8C-83A1-F6EECF244321}">
                <p14:modId xmlns:p14="http://schemas.microsoft.com/office/powerpoint/2010/main" val="1215341841"/>
              </p:ext>
            </p:extLst>
          </p:nvPr>
        </p:nvGraphicFramePr>
        <p:xfrm>
          <a:off x="715510" y="1434824"/>
          <a:ext cx="5270120" cy="46464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7F069488-829E-4FD9-B7E2-BDE85D779D66}"/>
              </a:ext>
            </a:extLst>
          </p:cNvPr>
          <p:cNvGraphicFramePr>
            <a:graphicFrameLocks/>
          </p:cNvGraphicFramePr>
          <p:nvPr>
            <p:extLst>
              <p:ext uri="{D42A27DB-BD31-4B8C-83A1-F6EECF244321}">
                <p14:modId xmlns:p14="http://schemas.microsoft.com/office/powerpoint/2010/main" val="3600567813"/>
              </p:ext>
            </p:extLst>
          </p:nvPr>
        </p:nvGraphicFramePr>
        <p:xfrm>
          <a:off x="6206372" y="1434824"/>
          <a:ext cx="5504982" cy="41529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65824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860F-A52E-B332-64BC-E6D14A62AF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398373-3B7C-5AA3-6D98-7A21E08236D1}"/>
              </a:ext>
            </a:extLst>
          </p:cNvPr>
          <p:cNvSpPr>
            <a:spLocks noGrp="1"/>
          </p:cNvSpPr>
          <p:nvPr>
            <p:ph type="sldNum" sz="quarter" idx="12"/>
          </p:nvPr>
        </p:nvSpPr>
        <p:spPr/>
        <p:txBody>
          <a:bodyPr/>
          <a:lstStyle/>
          <a:p>
            <a:fld id="{4022B31E-1B25-402D-B825-4747191115EA}" type="slidenum">
              <a:rPr lang="es-PE" smtClean="0"/>
              <a:pPr/>
              <a:t>20</a:t>
            </a:fld>
            <a:endParaRPr lang="es-PE" dirty="0"/>
          </a:p>
        </p:txBody>
      </p:sp>
      <p:sp>
        <p:nvSpPr>
          <p:cNvPr id="3" name="Title 2">
            <a:extLst>
              <a:ext uri="{FF2B5EF4-FFF2-40B4-BE49-F238E27FC236}">
                <a16:creationId xmlns:a16="http://schemas.microsoft.com/office/drawing/2014/main" id="{2B045F4F-F649-CE1D-7ABC-D885AA5209FD}"/>
              </a:ext>
            </a:extLst>
          </p:cNvPr>
          <p:cNvSpPr>
            <a:spLocks noGrp="1"/>
          </p:cNvSpPr>
          <p:nvPr>
            <p:ph type="title"/>
          </p:nvPr>
        </p:nvSpPr>
        <p:spPr>
          <a:xfrm>
            <a:off x="216000" y="1821"/>
            <a:ext cx="10512508" cy="676275"/>
          </a:xfrm>
        </p:spPr>
        <p:txBody>
          <a:bodyPr/>
          <a:lstStyle/>
          <a:p>
            <a:r>
              <a:rPr lang="en-US" sz="2400" dirty="0">
                <a:solidFill>
                  <a:schemeClr val="tx1"/>
                </a:solidFill>
                <a:latin typeface="Trebuchet MS" panose="020B0603020202020204" pitchFamily="34" charset="0"/>
                <a:ea typeface="+mn-ea"/>
                <a:cs typeface="+mn-cs"/>
              </a:rPr>
              <a:t>Conclusions</a:t>
            </a:r>
          </a:p>
        </p:txBody>
      </p:sp>
      <p:sp>
        <p:nvSpPr>
          <p:cNvPr id="4" name="Rectangle 9">
            <a:extLst>
              <a:ext uri="{FF2B5EF4-FFF2-40B4-BE49-F238E27FC236}">
                <a16:creationId xmlns:a16="http://schemas.microsoft.com/office/drawing/2014/main" id="{0B600E8E-8B11-308A-A8D2-BC6416F3B2E6}"/>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Elaboración Propia.</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pic>
        <p:nvPicPr>
          <p:cNvPr id="9" name="Picture 8">
            <a:extLst>
              <a:ext uri="{FF2B5EF4-FFF2-40B4-BE49-F238E27FC236}">
                <a16:creationId xmlns:a16="http://schemas.microsoft.com/office/drawing/2014/main" id="{2F570EC9-AB65-9CB1-7CA1-218D78C7FB6A}"/>
              </a:ext>
            </a:extLst>
          </p:cNvPr>
          <p:cNvPicPr>
            <a:picLocks noChangeAspect="1"/>
          </p:cNvPicPr>
          <p:nvPr/>
        </p:nvPicPr>
        <p:blipFill>
          <a:blip r:embed="rId3"/>
          <a:stretch>
            <a:fillRect/>
          </a:stretch>
        </p:blipFill>
        <p:spPr>
          <a:xfrm>
            <a:off x="848497" y="1041387"/>
            <a:ext cx="11285838" cy="5219844"/>
          </a:xfrm>
          <a:prstGeom prst="rect">
            <a:avLst/>
          </a:prstGeom>
        </p:spPr>
      </p:pic>
      <p:sp>
        <p:nvSpPr>
          <p:cNvPr id="11" name="Rectangle 10">
            <a:extLst>
              <a:ext uri="{FF2B5EF4-FFF2-40B4-BE49-F238E27FC236}">
                <a16:creationId xmlns:a16="http://schemas.microsoft.com/office/drawing/2014/main" id="{7C60D0A7-2DC4-5D7B-A4EB-D213906E6C91}"/>
              </a:ext>
            </a:extLst>
          </p:cNvPr>
          <p:cNvSpPr/>
          <p:nvPr/>
        </p:nvSpPr>
        <p:spPr>
          <a:xfrm>
            <a:off x="10700951" y="889686"/>
            <a:ext cx="1202725" cy="329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230966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F4DFE-29A5-78B6-736C-DBFE19D6FD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4C2FE4-1D03-DDC2-D993-F926237D0EAA}"/>
              </a:ext>
            </a:extLst>
          </p:cNvPr>
          <p:cNvSpPr txBox="1"/>
          <p:nvPr/>
        </p:nvSpPr>
        <p:spPr>
          <a:xfrm>
            <a:off x="904875" y="2240459"/>
            <a:ext cx="9620250" cy="923330"/>
          </a:xfrm>
          <a:prstGeom prst="rect">
            <a:avLst/>
          </a:prstGeom>
          <a:noFill/>
        </p:spPr>
        <p:txBody>
          <a:bodyPr wrap="square" rtlCol="0">
            <a:spAutoFit/>
          </a:bodyPr>
          <a:lstStyle/>
          <a:p>
            <a:r>
              <a:rPr lang="en-US" sz="5400" noProof="1">
                <a:solidFill>
                  <a:schemeClr val="tx1">
                    <a:lumMod val="75000"/>
                  </a:schemeClr>
                </a:solidFill>
                <a:latin typeface="Trebuchet MS" panose="020B0603020202020204" pitchFamily="34" charset="0"/>
              </a:rPr>
              <a:t>DM vs EM</a:t>
            </a:r>
          </a:p>
        </p:txBody>
      </p:sp>
      <p:sp>
        <p:nvSpPr>
          <p:cNvPr id="2" name="Slide Number Placeholder 1">
            <a:extLst>
              <a:ext uri="{FF2B5EF4-FFF2-40B4-BE49-F238E27FC236}">
                <a16:creationId xmlns:a16="http://schemas.microsoft.com/office/drawing/2014/main" id="{A07B92E1-15D8-F323-7390-BFC302199ABF}"/>
              </a:ext>
            </a:extLst>
          </p:cNvPr>
          <p:cNvSpPr>
            <a:spLocks noGrp="1"/>
          </p:cNvSpPr>
          <p:nvPr>
            <p:ph type="sldNum" sz="quarter" idx="12"/>
          </p:nvPr>
        </p:nvSpPr>
        <p:spPr/>
        <p:txBody>
          <a:bodyPr/>
          <a:lstStyle/>
          <a:p>
            <a:fld id="{4022B31E-1B25-402D-B825-4747191115EA}" type="slidenum">
              <a:rPr lang="es-PE" smtClean="0"/>
              <a:pPr/>
              <a:t>21</a:t>
            </a:fld>
            <a:endParaRPr lang="es-PE" dirty="0"/>
          </a:p>
        </p:txBody>
      </p:sp>
      <p:sp>
        <p:nvSpPr>
          <p:cNvPr id="3" name="TextBox 2">
            <a:extLst>
              <a:ext uri="{FF2B5EF4-FFF2-40B4-BE49-F238E27FC236}">
                <a16:creationId xmlns:a16="http://schemas.microsoft.com/office/drawing/2014/main" id="{0A5FD7CC-E441-77EA-733E-1C0AC7749C97}"/>
              </a:ext>
            </a:extLst>
          </p:cNvPr>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 And Frontier Markets</a:t>
            </a:r>
          </a:p>
        </p:txBody>
      </p:sp>
    </p:spTree>
    <p:extLst>
      <p:ext uri="{BB962C8B-B14F-4D97-AF65-F5344CB8AC3E}">
        <p14:creationId xmlns:p14="http://schemas.microsoft.com/office/powerpoint/2010/main" val="955791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a:extLst>
              <a:ext uri="{FF2B5EF4-FFF2-40B4-BE49-F238E27FC236}">
                <a16:creationId xmlns:a16="http://schemas.microsoft.com/office/drawing/2014/main" id="{6923F602-0EF6-20B6-C105-343901290B03}"/>
              </a:ext>
            </a:extLst>
          </p:cNvPr>
          <p:cNvGraphicFramePr>
            <a:graphicFrameLocks/>
          </p:cNvGraphicFramePr>
          <p:nvPr/>
        </p:nvGraphicFramePr>
        <p:xfrm>
          <a:off x="6536835" y="943483"/>
          <a:ext cx="4886781" cy="51258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49DBD8BD-6A0F-471B-B51D-DCD518E2B730}"/>
              </a:ext>
            </a:extLst>
          </p:cNvPr>
          <p:cNvGraphicFramePr>
            <a:graphicFrameLocks/>
          </p:cNvGraphicFramePr>
          <p:nvPr/>
        </p:nvGraphicFramePr>
        <p:xfrm>
          <a:off x="1120346" y="943483"/>
          <a:ext cx="4886782" cy="5125869"/>
        </p:xfrm>
        <a:graphic>
          <a:graphicData uri="http://schemas.openxmlformats.org/drawingml/2006/chart">
            <c:chart xmlns:c="http://schemas.openxmlformats.org/drawingml/2006/chart" xmlns:r="http://schemas.openxmlformats.org/officeDocument/2006/relationships" r:id="rId4"/>
          </a:graphicData>
        </a:graphic>
      </p:graphicFrame>
      <p:sp>
        <p:nvSpPr>
          <p:cNvPr id="5" name="Slide Number Placeholder 4">
            <a:extLst>
              <a:ext uri="{FF2B5EF4-FFF2-40B4-BE49-F238E27FC236}">
                <a16:creationId xmlns:a16="http://schemas.microsoft.com/office/drawing/2014/main" id="{81BBA9E2-BC5F-4896-9D57-2540212A27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p:cNvSpPr txBox="1"/>
          <p:nvPr/>
        </p:nvSpPr>
        <p:spPr>
          <a:xfrm>
            <a:off x="161925" y="152400"/>
            <a:ext cx="1111567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rPr>
              <a:t>EM-DM differences</a:t>
            </a:r>
          </a:p>
        </p:txBody>
      </p:sp>
      <p:sp>
        <p:nvSpPr>
          <p:cNvPr id="15" name="Rectangle 9">
            <a:extLst>
              <a:ext uri="{FF2B5EF4-FFF2-40B4-BE49-F238E27FC236}">
                <a16:creationId xmlns:a16="http://schemas.microsoft.com/office/drawing/2014/main" id="{1D829A53-98B0-467B-8FB3-98360395A813}"/>
              </a:ext>
            </a:extLst>
          </p:cNvPr>
          <p:cNvSpPr/>
          <p:nvPr/>
        </p:nvSpPr>
        <p:spPr>
          <a:xfrm>
            <a:off x="677064" y="6630391"/>
            <a:ext cx="2810854"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own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elaboration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(Bloomberg) – Data </a:t>
            </a:r>
          </a:p>
        </p:txBody>
      </p:sp>
    </p:spTree>
    <p:extLst>
      <p:ext uri="{BB962C8B-B14F-4D97-AF65-F5344CB8AC3E}">
        <p14:creationId xmlns:p14="http://schemas.microsoft.com/office/powerpoint/2010/main" val="2133351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8BAB4-196E-79F7-04BB-D02B9FC7BE3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7D15699-AA53-FBA8-047C-8A3FDEF89AFE}"/>
              </a:ext>
            </a:extLst>
          </p:cNvPr>
          <p:cNvSpPr txBox="1"/>
          <p:nvPr/>
        </p:nvSpPr>
        <p:spPr>
          <a:xfrm>
            <a:off x="161925" y="152400"/>
            <a:ext cx="1111567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Trebuchet MS" panose="020B0603020202020204" pitchFamily="34" charset="0"/>
              </a:rPr>
              <a:t>DM Rates: Fundamentals Weaker Than in EM</a:t>
            </a:r>
            <a:endParaRPr kumimoji="0" lang="en-US" sz="2400" b="1" i="0" u="none" strike="noStrike" kern="120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1" name="Rectangle 9">
            <a:extLst>
              <a:ext uri="{FF2B5EF4-FFF2-40B4-BE49-F238E27FC236}">
                <a16:creationId xmlns:a16="http://schemas.microsoft.com/office/drawing/2014/main" id="{3A17E80A-D9BF-EFA5-EEF2-E02765E06516}"/>
              </a:ext>
            </a:extLst>
          </p:cNvPr>
          <p:cNvSpPr/>
          <p:nvPr/>
        </p:nvSpPr>
        <p:spPr>
          <a:xfrm>
            <a:off x="694959" y="6630289"/>
            <a:ext cx="2638791"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Bank </a:t>
            </a:r>
            <a:r>
              <a:rPr kumimoji="0" lang="es-ES"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of</a:t>
            </a:r>
            <a:r>
              <a:rPr kumimoji="0" lang="es-E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America and Bloomberg</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aphicFrame>
        <p:nvGraphicFramePr>
          <p:cNvPr id="3" name="Chart 2">
            <a:extLst>
              <a:ext uri="{FF2B5EF4-FFF2-40B4-BE49-F238E27FC236}">
                <a16:creationId xmlns:a16="http://schemas.microsoft.com/office/drawing/2014/main" id="{60F1C069-205E-F93B-FA45-8E2F0BB60A33}"/>
              </a:ext>
            </a:extLst>
          </p:cNvPr>
          <p:cNvGraphicFramePr>
            <a:graphicFrameLocks/>
          </p:cNvGraphicFramePr>
          <p:nvPr>
            <p:extLst>
              <p:ext uri="{D42A27DB-BD31-4B8C-83A1-F6EECF244321}">
                <p14:modId xmlns:p14="http://schemas.microsoft.com/office/powerpoint/2010/main" val="1716069653"/>
              </p:ext>
            </p:extLst>
          </p:nvPr>
        </p:nvGraphicFramePr>
        <p:xfrm>
          <a:off x="5176007" y="805096"/>
          <a:ext cx="6652470" cy="28357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6030798E-0412-43A0-9D4C-5603C671FEB0}"/>
              </a:ext>
            </a:extLst>
          </p:cNvPr>
          <p:cNvGraphicFramePr>
            <a:graphicFrameLocks/>
          </p:cNvGraphicFramePr>
          <p:nvPr/>
        </p:nvGraphicFramePr>
        <p:xfrm>
          <a:off x="5108894" y="3659521"/>
          <a:ext cx="6652471" cy="2880000"/>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9C184976-2C80-FBA7-5804-0FC5008D58EF}"/>
              </a:ext>
            </a:extLst>
          </p:cNvPr>
          <p:cNvSpPr txBox="1"/>
          <p:nvPr/>
        </p:nvSpPr>
        <p:spPr>
          <a:xfrm>
            <a:off x="914400" y="826400"/>
            <a:ext cx="3932655" cy="430887"/>
          </a:xfrm>
          <a:prstGeom prst="rect">
            <a:avLst/>
          </a:prstGeom>
          <a:noFill/>
          <a:ln>
            <a:noFill/>
          </a:ln>
        </p:spPr>
        <p:txBody>
          <a:bodyPr wrap="square">
            <a:spAutoFit/>
          </a:bodyPr>
          <a:lstStyle/>
          <a:p>
            <a:pPr algn="ctr"/>
            <a:r>
              <a:rPr lang="en-US" sz="1100" b="1" dirty="0">
                <a:solidFill>
                  <a:srgbClr val="000000"/>
                </a:solidFill>
                <a:latin typeface="Trebuchet MS" panose="020B0603020202020204" pitchFamily="34" charset="0"/>
              </a:rPr>
              <a:t>Pressure on yields due to fiscal imbalances is not exclusive to the US</a:t>
            </a:r>
          </a:p>
        </p:txBody>
      </p:sp>
      <p:pic>
        <p:nvPicPr>
          <p:cNvPr id="7" name="Picture 6">
            <a:extLst>
              <a:ext uri="{FF2B5EF4-FFF2-40B4-BE49-F238E27FC236}">
                <a16:creationId xmlns:a16="http://schemas.microsoft.com/office/drawing/2014/main" id="{6CC81599-4AC1-BCD9-C351-AACAEBFF1430}"/>
              </a:ext>
            </a:extLst>
          </p:cNvPr>
          <p:cNvPicPr>
            <a:picLocks noChangeAspect="1"/>
          </p:cNvPicPr>
          <p:nvPr/>
        </p:nvPicPr>
        <p:blipFill>
          <a:blip r:embed="rId5"/>
          <a:stretch>
            <a:fillRect/>
          </a:stretch>
        </p:blipFill>
        <p:spPr>
          <a:xfrm>
            <a:off x="898034" y="1542643"/>
            <a:ext cx="4046384" cy="4488957"/>
          </a:xfrm>
          <a:prstGeom prst="rect">
            <a:avLst/>
          </a:prstGeom>
        </p:spPr>
      </p:pic>
      <p:sp>
        <p:nvSpPr>
          <p:cNvPr id="9" name="TextBox 8">
            <a:extLst>
              <a:ext uri="{FF2B5EF4-FFF2-40B4-BE49-F238E27FC236}">
                <a16:creationId xmlns:a16="http://schemas.microsoft.com/office/drawing/2014/main" id="{023D13D2-D47D-CEE7-4FA9-9CB37B05ED7F}"/>
              </a:ext>
            </a:extLst>
          </p:cNvPr>
          <p:cNvSpPr txBox="1"/>
          <p:nvPr/>
        </p:nvSpPr>
        <p:spPr>
          <a:xfrm>
            <a:off x="1836210" y="1295021"/>
            <a:ext cx="2089033" cy="253916"/>
          </a:xfrm>
          <a:prstGeom prst="rect">
            <a:avLst/>
          </a:prstGeom>
          <a:noFill/>
        </p:spPr>
        <p:txBody>
          <a:bodyPr wrap="none" rtlCol="0">
            <a:spAutoFit/>
          </a:bodyPr>
          <a:lstStyle/>
          <a:p>
            <a:pPr algn="ctr"/>
            <a:r>
              <a:rPr lang="es-MX" sz="1050" dirty="0">
                <a:solidFill>
                  <a:srgbClr val="000000"/>
                </a:solidFill>
                <a:latin typeface="Trebuchet MS" panose="020B0603020202020204" pitchFamily="34" charset="0"/>
              </a:rPr>
              <a:t>Government deficits (% </a:t>
            </a:r>
            <a:r>
              <a:rPr lang="es-MX" sz="1050" dirty="0" err="1">
                <a:solidFill>
                  <a:srgbClr val="000000"/>
                </a:solidFill>
                <a:latin typeface="Trebuchet MS" panose="020B0603020202020204" pitchFamily="34" charset="0"/>
              </a:rPr>
              <a:t>of</a:t>
            </a:r>
            <a:r>
              <a:rPr lang="es-MX" sz="1050" dirty="0">
                <a:solidFill>
                  <a:srgbClr val="000000"/>
                </a:solidFill>
                <a:latin typeface="Trebuchet MS" panose="020B0603020202020204" pitchFamily="34" charset="0"/>
              </a:rPr>
              <a:t> GDP)</a:t>
            </a:r>
            <a:endParaRPr lang="es-PE" sz="105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718613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958BC-2991-5409-E833-7419E2A4AFA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2634B8E-709F-C27F-280F-1EBE2C1293E8}"/>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24</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113C4CB3-9D1E-AE33-D632-FEBA63DD8BFF}"/>
              </a:ext>
            </a:extLst>
          </p:cNvPr>
          <p:cNvSpPr txBox="1"/>
          <p:nvPr/>
        </p:nvSpPr>
        <p:spPr>
          <a:xfrm>
            <a:off x="161925" y="152400"/>
            <a:ext cx="11115675" cy="461665"/>
          </a:xfrm>
          <a:prstGeom prst="rect">
            <a:avLst/>
          </a:prstGeom>
          <a:noFill/>
        </p:spPr>
        <p:txBody>
          <a:bodyPr wrap="square" rtlCol="0">
            <a:spAutoFit/>
          </a:bodyPr>
          <a:lstStyle/>
          <a:p>
            <a:r>
              <a:rPr lang="en-US" sz="2400" b="1" dirty="0">
                <a:latin typeface="Trebuchet MS" panose="020B0603020202020204" pitchFamily="34" charset="0"/>
              </a:rPr>
              <a:t>EM rates: a hawkish Fed pivot is a risk for EM duration</a:t>
            </a:r>
          </a:p>
        </p:txBody>
      </p:sp>
      <p:sp>
        <p:nvSpPr>
          <p:cNvPr id="11" name="Rectangle 9">
            <a:extLst>
              <a:ext uri="{FF2B5EF4-FFF2-40B4-BE49-F238E27FC236}">
                <a16:creationId xmlns:a16="http://schemas.microsoft.com/office/drawing/2014/main" id="{48A9E3EB-6D9D-3B12-32BB-A759D6D43E5D}"/>
              </a:ext>
            </a:extLst>
          </p:cNvPr>
          <p:cNvSpPr/>
          <p:nvPr/>
        </p:nvSpPr>
        <p:spPr>
          <a:xfrm>
            <a:off x="677064" y="6630391"/>
            <a:ext cx="2711362"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JPM Morgan and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graphicFrame>
        <p:nvGraphicFramePr>
          <p:cNvPr id="3" name="Chart 2">
            <a:extLst>
              <a:ext uri="{FF2B5EF4-FFF2-40B4-BE49-F238E27FC236}">
                <a16:creationId xmlns:a16="http://schemas.microsoft.com/office/drawing/2014/main" id="{B3E0860F-9EAF-45E1-D579-1CF0D4767769}"/>
              </a:ext>
            </a:extLst>
          </p:cNvPr>
          <p:cNvGraphicFramePr>
            <a:graphicFrameLocks/>
          </p:cNvGraphicFramePr>
          <p:nvPr>
            <p:extLst>
              <p:ext uri="{D42A27DB-BD31-4B8C-83A1-F6EECF244321}">
                <p14:modId xmlns:p14="http://schemas.microsoft.com/office/powerpoint/2010/main" val="1449418097"/>
              </p:ext>
            </p:extLst>
          </p:nvPr>
        </p:nvGraphicFramePr>
        <p:xfrm>
          <a:off x="6292820" y="812889"/>
          <a:ext cx="5610562" cy="30096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00000000-0008-0000-0D00-00000A000000}"/>
              </a:ext>
            </a:extLst>
          </p:cNvPr>
          <p:cNvGraphicFramePr>
            <a:graphicFrameLocks/>
          </p:cNvGraphicFramePr>
          <p:nvPr>
            <p:extLst>
              <p:ext uri="{D42A27DB-BD31-4B8C-83A1-F6EECF244321}">
                <p14:modId xmlns:p14="http://schemas.microsoft.com/office/powerpoint/2010/main" val="2960777575"/>
              </p:ext>
            </p:extLst>
          </p:nvPr>
        </p:nvGraphicFramePr>
        <p:xfrm>
          <a:off x="918540" y="3750391"/>
          <a:ext cx="4980641" cy="288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E79D06A9-4CFA-2FA3-1DDA-27798F766C75}"/>
              </a:ext>
            </a:extLst>
          </p:cNvPr>
          <p:cNvGraphicFramePr>
            <a:graphicFrameLocks/>
          </p:cNvGraphicFramePr>
          <p:nvPr>
            <p:extLst>
              <p:ext uri="{D42A27DB-BD31-4B8C-83A1-F6EECF244321}">
                <p14:modId xmlns:p14="http://schemas.microsoft.com/office/powerpoint/2010/main" val="473257644"/>
              </p:ext>
            </p:extLst>
          </p:nvPr>
        </p:nvGraphicFramePr>
        <p:xfrm>
          <a:off x="1001869" y="851917"/>
          <a:ext cx="5094129" cy="2889971"/>
        </p:xfrm>
        <a:graphic>
          <a:graphicData uri="http://schemas.openxmlformats.org/drawingml/2006/chart">
            <c:chart xmlns:c="http://schemas.openxmlformats.org/drawingml/2006/chart" xmlns:r="http://schemas.openxmlformats.org/officeDocument/2006/relationships" r:id="rId5"/>
          </a:graphicData>
        </a:graphic>
      </p:graphicFrame>
      <p:sp>
        <p:nvSpPr>
          <p:cNvPr id="8" name="Rectangle 7">
            <a:extLst>
              <a:ext uri="{FF2B5EF4-FFF2-40B4-BE49-F238E27FC236}">
                <a16:creationId xmlns:a16="http://schemas.microsoft.com/office/drawing/2014/main" id="{DE9869A4-3D78-16FC-759A-3D5F4212EB75}"/>
              </a:ext>
            </a:extLst>
          </p:cNvPr>
          <p:cNvSpPr/>
          <p:nvPr/>
        </p:nvSpPr>
        <p:spPr>
          <a:xfrm>
            <a:off x="3388426" y="1313234"/>
            <a:ext cx="950109" cy="2252067"/>
          </a:xfrm>
          <a:prstGeom prst="rect">
            <a:avLst/>
          </a:prstGeom>
          <a:noFill/>
          <a:ln w="1905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angle 9">
            <a:extLst>
              <a:ext uri="{FF2B5EF4-FFF2-40B4-BE49-F238E27FC236}">
                <a16:creationId xmlns:a16="http://schemas.microsoft.com/office/drawing/2014/main" id="{5D0222DF-27A0-53F6-C073-90D0B2AF13B6}"/>
              </a:ext>
            </a:extLst>
          </p:cNvPr>
          <p:cNvSpPr/>
          <p:nvPr/>
        </p:nvSpPr>
        <p:spPr>
          <a:xfrm>
            <a:off x="4766552" y="1313234"/>
            <a:ext cx="466929" cy="2252068"/>
          </a:xfrm>
          <a:prstGeom prst="rect">
            <a:avLst/>
          </a:prstGeom>
          <a:noFill/>
          <a:ln w="1905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12" name="Chart 1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973887865"/>
              </p:ext>
            </p:extLst>
          </p:nvPr>
        </p:nvGraphicFramePr>
        <p:xfrm>
          <a:off x="6093508" y="3741888"/>
          <a:ext cx="5680216" cy="275393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79114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6182-2ACF-D019-8A1A-1C4E9965D94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95A050F-9A3C-11A1-DA24-5EA34DA4D7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985714D8-161C-67D9-8335-9E4A9E95CCF8}"/>
              </a:ext>
            </a:extLst>
          </p:cNvPr>
          <p:cNvSpPr txBox="1"/>
          <p:nvPr/>
        </p:nvSpPr>
        <p:spPr>
          <a:xfrm>
            <a:off x="226975" y="206606"/>
            <a:ext cx="109374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Trebuchet MS" panose="020B0603020202020204" pitchFamily="34" charset="0"/>
              </a:rPr>
              <a:t>EM Rates: Where Are the Vulnerabilities?</a:t>
            </a:r>
          </a:p>
        </p:txBody>
      </p:sp>
      <p:sp>
        <p:nvSpPr>
          <p:cNvPr id="3" name="TextBox 2">
            <a:extLst>
              <a:ext uri="{FF2B5EF4-FFF2-40B4-BE49-F238E27FC236}">
                <a16:creationId xmlns:a16="http://schemas.microsoft.com/office/drawing/2014/main" id="{4E189AA9-C6A6-8963-9324-9A715AE52EDB}"/>
              </a:ext>
            </a:extLst>
          </p:cNvPr>
          <p:cNvSpPr txBox="1"/>
          <p:nvPr/>
        </p:nvSpPr>
        <p:spPr>
          <a:xfrm>
            <a:off x="1102139" y="1429508"/>
            <a:ext cx="3932655" cy="261610"/>
          </a:xfrm>
          <a:prstGeom prst="rect">
            <a:avLst/>
          </a:prstGeom>
          <a:noFill/>
          <a:ln>
            <a:noFill/>
          </a:ln>
        </p:spPr>
        <p:txBody>
          <a:bodyPr wrap="square">
            <a:spAutoFit/>
          </a:bodyPr>
          <a:lstStyle/>
          <a:p>
            <a:pPr algn="ctr"/>
            <a:r>
              <a:rPr lang="en-US" sz="1100" b="1" dirty="0">
                <a:solidFill>
                  <a:srgbClr val="000000"/>
                </a:solidFill>
                <a:latin typeface="Trebuchet MS" panose="020B0603020202020204" pitchFamily="34" charset="0"/>
              </a:rPr>
              <a:t>Winners and losers from the AI and energy shock</a:t>
            </a:r>
          </a:p>
        </p:txBody>
      </p:sp>
      <p:sp>
        <p:nvSpPr>
          <p:cNvPr id="10" name="Rectangle 9">
            <a:extLst>
              <a:ext uri="{FF2B5EF4-FFF2-40B4-BE49-F238E27FC236}">
                <a16:creationId xmlns:a16="http://schemas.microsoft.com/office/drawing/2014/main" id="{45827C0D-3849-3E63-9462-CBB45630497A}"/>
              </a:ext>
            </a:extLst>
          </p:cNvPr>
          <p:cNvSpPr/>
          <p:nvPr/>
        </p:nvSpPr>
        <p:spPr>
          <a:xfrm>
            <a:off x="0" y="749644"/>
            <a:ext cx="677064" cy="61083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Picture 8">
            <a:extLst>
              <a:ext uri="{FF2B5EF4-FFF2-40B4-BE49-F238E27FC236}">
                <a16:creationId xmlns:a16="http://schemas.microsoft.com/office/drawing/2014/main" id="{33F99E2A-C83C-ECCE-7A0E-21942967BCB4}"/>
              </a:ext>
            </a:extLst>
          </p:cNvPr>
          <p:cNvPicPr>
            <a:picLocks noChangeAspect="1"/>
          </p:cNvPicPr>
          <p:nvPr/>
        </p:nvPicPr>
        <p:blipFill>
          <a:blip r:embed="rId3"/>
          <a:stretch>
            <a:fillRect/>
          </a:stretch>
        </p:blipFill>
        <p:spPr>
          <a:xfrm>
            <a:off x="0" y="1804057"/>
            <a:ext cx="6096000" cy="3289830"/>
          </a:xfrm>
          <a:prstGeom prst="rect">
            <a:avLst/>
          </a:prstGeom>
        </p:spPr>
      </p:pic>
      <p:sp>
        <p:nvSpPr>
          <p:cNvPr id="11" name="Rectangle 9">
            <a:extLst>
              <a:ext uri="{FF2B5EF4-FFF2-40B4-BE49-F238E27FC236}">
                <a16:creationId xmlns:a16="http://schemas.microsoft.com/office/drawing/2014/main" id="{EED8A0F1-9947-8F1C-0AD9-CA60E34745B5}"/>
              </a:ext>
            </a:extLst>
          </p:cNvPr>
          <p:cNvSpPr/>
          <p:nvPr/>
        </p:nvSpPr>
        <p:spPr>
          <a:xfrm>
            <a:off x="34511" y="6630391"/>
            <a:ext cx="198747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MX"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Pimco</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and Goldman Sachs.</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540A443C-61ED-11E7-7851-A1BBA9E05BBC}"/>
              </a:ext>
            </a:extLst>
          </p:cNvPr>
          <p:cNvSpPr txBox="1"/>
          <p:nvPr/>
        </p:nvSpPr>
        <p:spPr>
          <a:xfrm>
            <a:off x="6304310" y="1440945"/>
            <a:ext cx="5294563" cy="430887"/>
          </a:xfrm>
          <a:prstGeom prst="rect">
            <a:avLst/>
          </a:prstGeom>
          <a:noFill/>
          <a:ln>
            <a:noFill/>
          </a:ln>
        </p:spPr>
        <p:txBody>
          <a:bodyPr wrap="square">
            <a:spAutoFit/>
          </a:bodyPr>
          <a:lstStyle/>
          <a:p>
            <a:pPr algn="ctr"/>
            <a:r>
              <a:rPr lang="en-US" sz="1100" b="1" dirty="0">
                <a:solidFill>
                  <a:srgbClr val="000000"/>
                </a:solidFill>
                <a:latin typeface="Trebuchet MS" panose="020B0603020202020204" pitchFamily="34" charset="0"/>
              </a:rPr>
              <a:t>EM local rates are still beholden to moves in energy prices, though oil sensitivities have declined since the onset of the Iran war</a:t>
            </a:r>
          </a:p>
        </p:txBody>
      </p:sp>
      <p:pic>
        <p:nvPicPr>
          <p:cNvPr id="15" name="Picture 14">
            <a:extLst>
              <a:ext uri="{FF2B5EF4-FFF2-40B4-BE49-F238E27FC236}">
                <a16:creationId xmlns:a16="http://schemas.microsoft.com/office/drawing/2014/main" id="{7458F43B-341E-92E9-75C2-950CB3F53C54}"/>
              </a:ext>
            </a:extLst>
          </p:cNvPr>
          <p:cNvPicPr>
            <a:picLocks noChangeAspect="1"/>
          </p:cNvPicPr>
          <p:nvPr/>
        </p:nvPicPr>
        <p:blipFill>
          <a:blip r:embed="rId4"/>
          <a:stretch>
            <a:fillRect/>
          </a:stretch>
        </p:blipFill>
        <p:spPr>
          <a:xfrm>
            <a:off x="6217534" y="1848548"/>
            <a:ext cx="5468113" cy="3200847"/>
          </a:xfrm>
          <a:prstGeom prst="rect">
            <a:avLst/>
          </a:prstGeom>
        </p:spPr>
      </p:pic>
      <p:cxnSp>
        <p:nvCxnSpPr>
          <p:cNvPr id="17" name="Straight Arrow Connector 16">
            <a:extLst>
              <a:ext uri="{FF2B5EF4-FFF2-40B4-BE49-F238E27FC236}">
                <a16:creationId xmlns:a16="http://schemas.microsoft.com/office/drawing/2014/main" id="{70289792-7FE2-0711-D01B-63F3EF81F997}"/>
              </a:ext>
            </a:extLst>
          </p:cNvPr>
          <p:cNvCxnSpPr/>
          <p:nvPr/>
        </p:nvCxnSpPr>
        <p:spPr>
          <a:xfrm>
            <a:off x="2174789" y="4053016"/>
            <a:ext cx="329514"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554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7B0D1-F13F-BE02-26F5-4A694CAF9BC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AB01AA-7674-E59D-648A-5D834A8E0D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FB8C3229-6E4A-F945-E393-735EED10DD70}"/>
              </a:ext>
            </a:extLst>
          </p:cNvPr>
          <p:cNvSpPr txBox="1"/>
          <p:nvPr/>
        </p:nvSpPr>
        <p:spPr>
          <a:xfrm>
            <a:off x="226975" y="206606"/>
            <a:ext cx="109374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Trebuchet MS" panose="020B0603020202020204" pitchFamily="34" charset="0"/>
              </a:rPr>
              <a:t>EM Local Market Premium</a:t>
            </a:r>
          </a:p>
        </p:txBody>
      </p:sp>
      <p:sp>
        <p:nvSpPr>
          <p:cNvPr id="11" name="Rectangle 9">
            <a:extLst>
              <a:ext uri="{FF2B5EF4-FFF2-40B4-BE49-F238E27FC236}">
                <a16:creationId xmlns:a16="http://schemas.microsoft.com/office/drawing/2014/main" id="{23174368-51D5-3151-2008-41C880CD4CDC}"/>
              </a:ext>
            </a:extLst>
          </p:cNvPr>
          <p:cNvSpPr/>
          <p:nvPr/>
        </p:nvSpPr>
        <p:spPr>
          <a:xfrm>
            <a:off x="677064" y="6630391"/>
            <a:ext cx="198747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own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elaboration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(Bloomberg)</a:t>
            </a:r>
          </a:p>
        </p:txBody>
      </p:sp>
      <p:graphicFrame>
        <p:nvGraphicFramePr>
          <p:cNvPr id="12" name="Chart 11">
            <a:extLst>
              <a:ext uri="{FF2B5EF4-FFF2-40B4-BE49-F238E27FC236}">
                <a16:creationId xmlns:a16="http://schemas.microsoft.com/office/drawing/2014/main" id="{DC9CB29B-B85F-4CAC-B6E4-4274263D386D}"/>
              </a:ext>
            </a:extLst>
          </p:cNvPr>
          <p:cNvGraphicFramePr>
            <a:graphicFrameLocks/>
          </p:cNvGraphicFramePr>
          <p:nvPr/>
        </p:nvGraphicFramePr>
        <p:xfrm>
          <a:off x="1473675" y="808802"/>
          <a:ext cx="4660950" cy="288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800-000003000000}"/>
              </a:ext>
            </a:extLst>
          </p:cNvPr>
          <p:cNvGraphicFramePr>
            <a:graphicFrameLocks/>
          </p:cNvGraphicFramePr>
          <p:nvPr>
            <p:extLst>
              <p:ext uri="{D42A27DB-BD31-4B8C-83A1-F6EECF244321}">
                <p14:modId xmlns:p14="http://schemas.microsoft.com/office/powerpoint/2010/main" val="2721490184"/>
              </p:ext>
            </p:extLst>
          </p:nvPr>
        </p:nvGraphicFramePr>
        <p:xfrm>
          <a:off x="3968218" y="3755262"/>
          <a:ext cx="4689196" cy="29190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00000000-0008-0000-0800-000004000000}"/>
              </a:ext>
            </a:extLst>
          </p:cNvPr>
          <p:cNvGraphicFramePr>
            <a:graphicFrameLocks/>
          </p:cNvGraphicFramePr>
          <p:nvPr>
            <p:extLst>
              <p:ext uri="{D42A27DB-BD31-4B8C-83A1-F6EECF244321}">
                <p14:modId xmlns:p14="http://schemas.microsoft.com/office/powerpoint/2010/main" val="561563959"/>
              </p:ext>
            </p:extLst>
          </p:nvPr>
        </p:nvGraphicFramePr>
        <p:xfrm>
          <a:off x="7067471" y="825127"/>
          <a:ext cx="4706253" cy="282420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92836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3EC8D-B9C8-FB4C-A74C-AA09DBFF616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0AA43A0-C956-ACE2-9CDE-B55AC637A3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5179FD16-B952-F8A3-9171-E36AE6B3253F}"/>
              </a:ext>
            </a:extLst>
          </p:cNvPr>
          <p:cNvSpPr txBox="1"/>
          <p:nvPr/>
        </p:nvSpPr>
        <p:spPr>
          <a:xfrm>
            <a:off x="226975" y="206606"/>
            <a:ext cx="1093741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Trebuchet MS" panose="020B0603020202020204" pitchFamily="34" charset="0"/>
              </a:rPr>
              <a:t>Frontier markets: Never heard of it? Neither has Google Maps. Still 9% yields.</a:t>
            </a:r>
          </a:p>
        </p:txBody>
      </p:sp>
      <p:sp>
        <p:nvSpPr>
          <p:cNvPr id="7" name="Rectangle 6">
            <a:extLst>
              <a:ext uri="{FF2B5EF4-FFF2-40B4-BE49-F238E27FC236}">
                <a16:creationId xmlns:a16="http://schemas.microsoft.com/office/drawing/2014/main" id="{165B8B52-DDD4-50F9-A933-904EBC5B79C7}"/>
              </a:ext>
            </a:extLst>
          </p:cNvPr>
          <p:cNvSpPr/>
          <p:nvPr/>
        </p:nvSpPr>
        <p:spPr>
          <a:xfrm>
            <a:off x="0" y="750771"/>
            <a:ext cx="677064" cy="612954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4" name="Picture 3">
            <a:extLst>
              <a:ext uri="{FF2B5EF4-FFF2-40B4-BE49-F238E27FC236}">
                <a16:creationId xmlns:a16="http://schemas.microsoft.com/office/drawing/2014/main" id="{97D2C145-1C6F-8C73-63D8-5E956B546535}"/>
              </a:ext>
            </a:extLst>
          </p:cNvPr>
          <p:cNvPicPr>
            <a:picLocks noChangeAspect="1"/>
          </p:cNvPicPr>
          <p:nvPr/>
        </p:nvPicPr>
        <p:blipFill>
          <a:blip r:embed="rId3"/>
          <a:stretch>
            <a:fillRect/>
          </a:stretch>
        </p:blipFill>
        <p:spPr>
          <a:xfrm>
            <a:off x="176463" y="1619767"/>
            <a:ext cx="5755993" cy="4391550"/>
          </a:xfrm>
          <a:prstGeom prst="rect">
            <a:avLst/>
          </a:prstGeom>
        </p:spPr>
      </p:pic>
      <p:sp>
        <p:nvSpPr>
          <p:cNvPr id="8" name="Rectangle 7">
            <a:extLst>
              <a:ext uri="{FF2B5EF4-FFF2-40B4-BE49-F238E27FC236}">
                <a16:creationId xmlns:a16="http://schemas.microsoft.com/office/drawing/2014/main" id="{3FCD1DA1-9B0C-0812-79DE-DB4B51186CC5}"/>
              </a:ext>
            </a:extLst>
          </p:cNvPr>
          <p:cNvSpPr/>
          <p:nvPr/>
        </p:nvSpPr>
        <p:spPr>
          <a:xfrm>
            <a:off x="0" y="5515276"/>
            <a:ext cx="298383" cy="33993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angle 9">
            <a:extLst>
              <a:ext uri="{FF2B5EF4-FFF2-40B4-BE49-F238E27FC236}">
                <a16:creationId xmlns:a16="http://schemas.microsoft.com/office/drawing/2014/main" id="{D914582C-1CFA-5B9A-F82E-C1F4EDE4709B}"/>
              </a:ext>
            </a:extLst>
          </p:cNvPr>
          <p:cNvSpPr/>
          <p:nvPr/>
        </p:nvSpPr>
        <p:spPr>
          <a:xfrm>
            <a:off x="12919" y="6630391"/>
            <a:ext cx="198747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Aberdeen and Global Evolution.</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pic>
        <p:nvPicPr>
          <p:cNvPr id="14" name="Picture 13">
            <a:extLst>
              <a:ext uri="{FF2B5EF4-FFF2-40B4-BE49-F238E27FC236}">
                <a16:creationId xmlns:a16="http://schemas.microsoft.com/office/drawing/2014/main" id="{F7C887EA-4559-6A9C-2730-FB8024E2A527}"/>
              </a:ext>
            </a:extLst>
          </p:cNvPr>
          <p:cNvPicPr>
            <a:picLocks noChangeAspect="1"/>
          </p:cNvPicPr>
          <p:nvPr/>
        </p:nvPicPr>
        <p:blipFill>
          <a:blip r:embed="rId4"/>
          <a:stretch>
            <a:fillRect/>
          </a:stretch>
        </p:blipFill>
        <p:spPr>
          <a:xfrm>
            <a:off x="6133986" y="3973264"/>
            <a:ext cx="5881551" cy="2514628"/>
          </a:xfrm>
          <a:prstGeom prst="rect">
            <a:avLst/>
          </a:prstGeom>
        </p:spPr>
      </p:pic>
      <p:sp>
        <p:nvSpPr>
          <p:cNvPr id="15" name="Rectangle 14">
            <a:extLst>
              <a:ext uri="{FF2B5EF4-FFF2-40B4-BE49-F238E27FC236}">
                <a16:creationId xmlns:a16="http://schemas.microsoft.com/office/drawing/2014/main" id="{87846726-1679-52F1-0D7D-289AE2D595E4}"/>
              </a:ext>
            </a:extLst>
          </p:cNvPr>
          <p:cNvSpPr/>
          <p:nvPr/>
        </p:nvSpPr>
        <p:spPr>
          <a:xfrm>
            <a:off x="11547835" y="3968050"/>
            <a:ext cx="467702" cy="25146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2" name="Chart 1">
            <a:extLst>
              <a:ext uri="{FF2B5EF4-FFF2-40B4-BE49-F238E27FC236}">
                <a16:creationId xmlns:a16="http://schemas.microsoft.com/office/drawing/2014/main" id="{0A802284-9AAF-586B-91CC-BE76325FD451}"/>
              </a:ext>
            </a:extLst>
          </p:cNvPr>
          <p:cNvGraphicFramePr>
            <a:graphicFrameLocks/>
          </p:cNvGraphicFramePr>
          <p:nvPr>
            <p:extLst>
              <p:ext uri="{D42A27DB-BD31-4B8C-83A1-F6EECF244321}">
                <p14:modId xmlns:p14="http://schemas.microsoft.com/office/powerpoint/2010/main" val="1659906119"/>
              </p:ext>
            </p:extLst>
          </p:nvPr>
        </p:nvGraphicFramePr>
        <p:xfrm>
          <a:off x="5932456" y="1060213"/>
          <a:ext cx="5957522" cy="2607066"/>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1">
            <a:extLst>
              <a:ext uri="{FF2B5EF4-FFF2-40B4-BE49-F238E27FC236}">
                <a16:creationId xmlns:a16="http://schemas.microsoft.com/office/drawing/2014/main" id="{AC924F97-0F8F-B00E-F587-F4D49009DB95}"/>
              </a:ext>
            </a:extLst>
          </p:cNvPr>
          <p:cNvSpPr txBox="1"/>
          <p:nvPr/>
        </p:nvSpPr>
        <p:spPr>
          <a:xfrm>
            <a:off x="816585" y="1198713"/>
            <a:ext cx="4475748" cy="276999"/>
          </a:xfrm>
          <a:prstGeom prst="rect">
            <a:avLst/>
          </a:prstGeom>
          <a:noFill/>
          <a:ln>
            <a:noFill/>
          </a:ln>
        </p:spPr>
        <p:txBody>
          <a:bodyPr wrap="square">
            <a:spAutoFit/>
          </a:bodyPr>
          <a:lstStyle/>
          <a:p>
            <a:pPr algn="ctr"/>
            <a:r>
              <a:rPr lang="en-US" sz="1200" b="1" dirty="0">
                <a:solidFill>
                  <a:srgbClr val="000000"/>
                </a:solidFill>
                <a:latin typeface="Trebuchet MS" panose="020B0603020202020204" pitchFamily="34" charset="0"/>
              </a:rPr>
              <a:t>Frontier market map</a:t>
            </a:r>
          </a:p>
        </p:txBody>
      </p:sp>
      <p:sp>
        <p:nvSpPr>
          <p:cNvPr id="10" name="Rectángulo 9">
            <a:extLst>
              <a:ext uri="{FF2B5EF4-FFF2-40B4-BE49-F238E27FC236}">
                <a16:creationId xmlns:a16="http://schemas.microsoft.com/office/drawing/2014/main" id="{5D1396BA-B572-3968-50C8-739F7AE0EB60}"/>
              </a:ext>
            </a:extLst>
          </p:cNvPr>
          <p:cNvSpPr/>
          <p:nvPr/>
        </p:nvSpPr>
        <p:spPr>
          <a:xfrm>
            <a:off x="149191" y="5781964"/>
            <a:ext cx="380503" cy="32526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TextBox 1">
            <a:extLst>
              <a:ext uri="{FF2B5EF4-FFF2-40B4-BE49-F238E27FC236}">
                <a16:creationId xmlns:a16="http://schemas.microsoft.com/office/drawing/2014/main" id="{29143096-B7A8-29B3-0FBF-F87188180FA0}"/>
              </a:ext>
            </a:extLst>
          </p:cNvPr>
          <p:cNvSpPr txBox="1"/>
          <p:nvPr/>
        </p:nvSpPr>
        <p:spPr>
          <a:xfrm>
            <a:off x="6673343" y="836242"/>
            <a:ext cx="4475748" cy="276999"/>
          </a:xfrm>
          <a:prstGeom prst="rect">
            <a:avLst/>
          </a:prstGeom>
          <a:noFill/>
          <a:ln>
            <a:noFill/>
          </a:ln>
        </p:spPr>
        <p:txBody>
          <a:bodyPr wrap="square">
            <a:spAutoFit/>
          </a:bodyPr>
          <a:lstStyle/>
          <a:p>
            <a:pPr algn="ctr"/>
            <a:r>
              <a:rPr lang="en-US" sz="1200" b="1" dirty="0">
                <a:solidFill>
                  <a:srgbClr val="000000"/>
                </a:solidFill>
                <a:latin typeface="Trebuchet MS" panose="020B0603020202020204" pitchFamily="34" charset="0"/>
              </a:rPr>
              <a:t>Frontier bonds offer higher yields than core EM</a:t>
            </a:r>
          </a:p>
        </p:txBody>
      </p:sp>
      <p:sp>
        <p:nvSpPr>
          <p:cNvPr id="17" name="TextBox 1">
            <a:extLst>
              <a:ext uri="{FF2B5EF4-FFF2-40B4-BE49-F238E27FC236}">
                <a16:creationId xmlns:a16="http://schemas.microsoft.com/office/drawing/2014/main" id="{D461BE90-4ED5-1E46-6D48-7421D5BD383A}"/>
              </a:ext>
            </a:extLst>
          </p:cNvPr>
          <p:cNvSpPr txBox="1"/>
          <p:nvPr/>
        </p:nvSpPr>
        <p:spPr>
          <a:xfrm>
            <a:off x="6664940" y="3606206"/>
            <a:ext cx="4475748" cy="276999"/>
          </a:xfrm>
          <a:prstGeom prst="rect">
            <a:avLst/>
          </a:prstGeom>
          <a:noFill/>
          <a:ln>
            <a:noFill/>
          </a:ln>
        </p:spPr>
        <p:txBody>
          <a:bodyPr wrap="square">
            <a:spAutoFit/>
          </a:bodyPr>
          <a:lstStyle/>
          <a:p>
            <a:pPr algn="ctr"/>
            <a:r>
              <a:rPr lang="en-US" sz="1200" b="1" dirty="0">
                <a:solidFill>
                  <a:srgbClr val="000000"/>
                </a:solidFill>
                <a:latin typeface="Trebuchet MS" panose="020B0603020202020204" pitchFamily="34" charset="0"/>
              </a:rPr>
              <a:t>Frontier bonds have had a low correlation to US Treasuries</a:t>
            </a:r>
          </a:p>
        </p:txBody>
      </p:sp>
    </p:spTree>
    <p:extLst>
      <p:ext uri="{BB962C8B-B14F-4D97-AF65-F5344CB8AC3E}">
        <p14:creationId xmlns:p14="http://schemas.microsoft.com/office/powerpoint/2010/main" val="243006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4DFBD-6DF2-9C54-AEB4-D281CC8C7F9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6A2CF12-BFE1-1D26-A302-742FFC7159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a:extLst>
              <a:ext uri="{FF2B5EF4-FFF2-40B4-BE49-F238E27FC236}">
                <a16:creationId xmlns:a16="http://schemas.microsoft.com/office/drawing/2014/main" id="{97A581A2-63B6-CBE1-DD1F-4107A47C067B}"/>
              </a:ext>
            </a:extLst>
          </p:cNvPr>
          <p:cNvSpPr txBox="1"/>
          <p:nvPr/>
        </p:nvSpPr>
        <p:spPr>
          <a:xfrm>
            <a:off x="226975" y="206606"/>
            <a:ext cx="109374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Trebuchet MS" panose="020B0603020202020204" pitchFamily="34" charset="0"/>
              </a:rPr>
              <a:t>EM Rate: Frontier markets</a:t>
            </a:r>
          </a:p>
        </p:txBody>
      </p:sp>
      <p:sp>
        <p:nvSpPr>
          <p:cNvPr id="7" name="Rectangle 6">
            <a:extLst>
              <a:ext uri="{FF2B5EF4-FFF2-40B4-BE49-F238E27FC236}">
                <a16:creationId xmlns:a16="http://schemas.microsoft.com/office/drawing/2014/main" id="{09E791AB-B6DF-07CB-5B0B-960CCB87E736}"/>
              </a:ext>
            </a:extLst>
          </p:cNvPr>
          <p:cNvSpPr/>
          <p:nvPr/>
        </p:nvSpPr>
        <p:spPr>
          <a:xfrm>
            <a:off x="0" y="750771"/>
            <a:ext cx="677064" cy="612954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angle 7">
            <a:extLst>
              <a:ext uri="{FF2B5EF4-FFF2-40B4-BE49-F238E27FC236}">
                <a16:creationId xmlns:a16="http://schemas.microsoft.com/office/drawing/2014/main" id="{31ACF366-2CE2-06A8-FE95-6B02DC690F2A}"/>
              </a:ext>
            </a:extLst>
          </p:cNvPr>
          <p:cNvSpPr/>
          <p:nvPr/>
        </p:nvSpPr>
        <p:spPr>
          <a:xfrm>
            <a:off x="0" y="5515276"/>
            <a:ext cx="298383" cy="33993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1" name="Rectangle 9">
            <a:extLst>
              <a:ext uri="{FF2B5EF4-FFF2-40B4-BE49-F238E27FC236}">
                <a16:creationId xmlns:a16="http://schemas.microsoft.com/office/drawing/2014/main" id="{21389693-B340-AE7A-6F3A-EEC52F14EB19}"/>
              </a:ext>
            </a:extLst>
          </p:cNvPr>
          <p:cNvSpPr/>
          <p:nvPr/>
        </p:nvSpPr>
        <p:spPr>
          <a:xfrm>
            <a:off x="12919" y="6630391"/>
            <a:ext cx="4949606"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Aberdeen, Global Evolution</a:t>
            </a:r>
            <a:r>
              <a:rPr lang="es-MX" sz="900" dirty="0">
                <a:solidFill>
                  <a:srgbClr val="242424"/>
                </a:solidFill>
                <a:latin typeface="Arial Narrow" panose="020B0606020202030204" pitchFamily="34" charset="0"/>
                <a:cs typeface="Arial" panose="020B0604020202020204" pitchFamily="34" charset="0"/>
              </a:rPr>
              <a:t> and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IMF World Economic Outlook Database (WEO)</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s-MX"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endPar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aphicFrame>
        <p:nvGraphicFramePr>
          <p:cNvPr id="9" name="Chart 8">
            <a:extLst>
              <a:ext uri="{FF2B5EF4-FFF2-40B4-BE49-F238E27FC236}">
                <a16:creationId xmlns:a16="http://schemas.microsoft.com/office/drawing/2014/main" id="{5F4862CE-55CC-4435-9DB3-8E017419957D}"/>
              </a:ext>
            </a:extLst>
          </p:cNvPr>
          <p:cNvGraphicFramePr>
            <a:graphicFrameLocks/>
          </p:cNvGraphicFramePr>
          <p:nvPr>
            <p:extLst>
              <p:ext uri="{D42A27DB-BD31-4B8C-83A1-F6EECF244321}">
                <p14:modId xmlns:p14="http://schemas.microsoft.com/office/powerpoint/2010/main" val="124788468"/>
              </p:ext>
            </p:extLst>
          </p:nvPr>
        </p:nvGraphicFramePr>
        <p:xfrm>
          <a:off x="6865647" y="3583095"/>
          <a:ext cx="5397516" cy="30590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24B33276-AF0C-4AD9-A4B4-B4DE617A3173}"/>
              </a:ext>
            </a:extLst>
          </p:cNvPr>
          <p:cNvGraphicFramePr>
            <a:graphicFrameLocks/>
          </p:cNvGraphicFramePr>
          <p:nvPr>
            <p:extLst>
              <p:ext uri="{D42A27DB-BD31-4B8C-83A1-F6EECF244321}">
                <p14:modId xmlns:p14="http://schemas.microsoft.com/office/powerpoint/2010/main" val="2127799683"/>
              </p:ext>
            </p:extLst>
          </p:nvPr>
        </p:nvGraphicFramePr>
        <p:xfrm>
          <a:off x="170700" y="1220052"/>
          <a:ext cx="6453085" cy="258141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23">
            <a:extLst>
              <a:ext uri="{FF2B5EF4-FFF2-40B4-BE49-F238E27FC236}">
                <a16:creationId xmlns:a16="http://schemas.microsoft.com/office/drawing/2014/main" id="{D2A9579D-D991-48B5-B2D2-1A5ACD5EFBED}"/>
              </a:ext>
            </a:extLst>
          </p:cNvPr>
          <p:cNvGraphicFramePr>
            <a:graphicFrameLocks/>
          </p:cNvGraphicFramePr>
          <p:nvPr>
            <p:extLst>
              <p:ext uri="{D42A27DB-BD31-4B8C-83A1-F6EECF244321}">
                <p14:modId xmlns:p14="http://schemas.microsoft.com/office/powerpoint/2010/main" val="2093093510"/>
              </p:ext>
            </p:extLst>
          </p:nvPr>
        </p:nvGraphicFramePr>
        <p:xfrm>
          <a:off x="198837" y="4136296"/>
          <a:ext cx="6396810" cy="251509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4E3F9F24-6E8C-43FB-AF8E-727F2B270DFD}"/>
              </a:ext>
            </a:extLst>
          </p:cNvPr>
          <p:cNvGraphicFramePr>
            <a:graphicFrameLocks/>
          </p:cNvGraphicFramePr>
          <p:nvPr>
            <p:extLst>
              <p:ext uri="{D42A27DB-BD31-4B8C-83A1-F6EECF244321}">
                <p14:modId xmlns:p14="http://schemas.microsoft.com/office/powerpoint/2010/main" val="2588000450"/>
              </p:ext>
            </p:extLst>
          </p:nvPr>
        </p:nvGraphicFramePr>
        <p:xfrm>
          <a:off x="6623785" y="801326"/>
          <a:ext cx="5468101" cy="2899743"/>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1">
            <a:extLst>
              <a:ext uri="{FF2B5EF4-FFF2-40B4-BE49-F238E27FC236}">
                <a16:creationId xmlns:a16="http://schemas.microsoft.com/office/drawing/2014/main" id="{C6AF0253-AC8D-E19C-A11E-911C92076099}"/>
              </a:ext>
            </a:extLst>
          </p:cNvPr>
          <p:cNvSpPr txBox="1"/>
          <p:nvPr/>
        </p:nvSpPr>
        <p:spPr>
          <a:xfrm>
            <a:off x="170700" y="653859"/>
            <a:ext cx="6272977" cy="600164"/>
          </a:xfrm>
          <a:prstGeom prst="rect">
            <a:avLst/>
          </a:prstGeom>
          <a:noFill/>
          <a:ln>
            <a:noFill/>
          </a:ln>
        </p:spPr>
        <p:txBody>
          <a:bodyPr wrap="square">
            <a:spAutoFit/>
          </a:bodyPr>
          <a:lstStyle/>
          <a:p>
            <a:endParaRPr lang="es-PE" sz="1100" dirty="0">
              <a:solidFill>
                <a:srgbClr val="000000"/>
              </a:solidFill>
              <a:latin typeface="Trebuchet MS" panose="020B0603020202020204" pitchFamily="34" charset="0"/>
            </a:endParaRPr>
          </a:p>
          <a:p>
            <a:r>
              <a:rPr lang="en-US" sz="1100" b="1" dirty="0">
                <a:solidFill>
                  <a:srgbClr val="000000"/>
                </a:solidFill>
                <a:latin typeface="Trebuchet MS" panose="020B0603020202020204" pitchFamily="34" charset="0"/>
              </a:rPr>
              <a:t>Several frontier countries stand to see an improvement in their trade balance if oil and gas prices remain elevated….. </a:t>
            </a:r>
          </a:p>
        </p:txBody>
      </p:sp>
      <p:sp>
        <p:nvSpPr>
          <p:cNvPr id="25" name="TextBox 24">
            <a:extLst>
              <a:ext uri="{FF2B5EF4-FFF2-40B4-BE49-F238E27FC236}">
                <a16:creationId xmlns:a16="http://schemas.microsoft.com/office/drawing/2014/main" id="{AF8FF858-C2E2-FB52-964D-30CDF5EACDD2}"/>
              </a:ext>
            </a:extLst>
          </p:cNvPr>
          <p:cNvSpPr txBox="1"/>
          <p:nvPr/>
        </p:nvSpPr>
        <p:spPr>
          <a:xfrm>
            <a:off x="284118" y="3701069"/>
            <a:ext cx="6254817" cy="338554"/>
          </a:xfrm>
          <a:prstGeom prst="rect">
            <a:avLst/>
          </a:prstGeom>
          <a:noFill/>
        </p:spPr>
        <p:txBody>
          <a:bodyPr wrap="square" lIns="0" tIns="0" rIns="0" bIns="0" rtlCol="0">
            <a:spAutoFit/>
          </a:bodyPr>
          <a:lstStyle/>
          <a:p>
            <a:r>
              <a:rPr lang="en-US" sz="1100" b="1" dirty="0">
                <a:solidFill>
                  <a:srgbClr val="000000"/>
                </a:solidFill>
                <a:latin typeface="Trebuchet MS" panose="020B0603020202020204" pitchFamily="34" charset="0"/>
              </a:rPr>
              <a:t>.... Countries like Mongolia, Zambia and Ghana stand to benefit due to export of other commodities such as copper &amp; gold</a:t>
            </a:r>
            <a:endParaRPr lang="es-PE" sz="1100" b="1"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88884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022B31E-1B25-402D-B825-4747191115EA}" type="slidenum">
              <a:rPr lang="es-PE" smtClean="0"/>
              <a:pPr/>
              <a:t>29</a:t>
            </a:fld>
            <a:endParaRPr lang="es-PE" dirty="0"/>
          </a:p>
        </p:txBody>
      </p:sp>
      <p:sp>
        <p:nvSpPr>
          <p:cNvPr id="5" name="TextBox 4"/>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Credit Spreads</a:t>
            </a:r>
          </a:p>
        </p:txBody>
      </p:sp>
      <p:sp>
        <p:nvSpPr>
          <p:cNvPr id="6" name="TextBox 5"/>
          <p:cNvSpPr txBox="1"/>
          <p:nvPr/>
        </p:nvSpPr>
        <p:spPr>
          <a:xfrm>
            <a:off x="904875" y="2247900"/>
            <a:ext cx="9620250" cy="984885"/>
          </a:xfrm>
          <a:prstGeom prst="rect">
            <a:avLst/>
          </a:prstGeom>
          <a:noFill/>
        </p:spPr>
        <p:txBody>
          <a:bodyPr wrap="square" rtlCol="0">
            <a:spAutoFit/>
          </a:bodyPr>
          <a:lstStyle/>
          <a:p>
            <a:r>
              <a:rPr lang="en-US" sz="5800" noProof="1">
                <a:solidFill>
                  <a:schemeClr val="tx1">
                    <a:lumMod val="75000"/>
                  </a:schemeClr>
                </a:solidFill>
                <a:latin typeface="Trebuchet MS" panose="020B0603020202020204" pitchFamily="34" charset="0"/>
              </a:rPr>
              <a:t>Fixed Income</a:t>
            </a:r>
          </a:p>
        </p:txBody>
      </p:sp>
    </p:spTree>
    <p:extLst>
      <p:ext uri="{BB962C8B-B14F-4D97-AF65-F5344CB8AC3E}">
        <p14:creationId xmlns:p14="http://schemas.microsoft.com/office/powerpoint/2010/main" val="2823157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2FB1D-846F-32D5-78A2-199198DA6D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CD93AA-39B5-3B60-1B81-82DCA0061558}"/>
              </a:ext>
            </a:extLst>
          </p:cNvPr>
          <p:cNvSpPr>
            <a:spLocks noGrp="1"/>
          </p:cNvSpPr>
          <p:nvPr>
            <p:ph type="sldNum" sz="quarter" idx="12"/>
          </p:nvPr>
        </p:nvSpPr>
        <p:spPr/>
        <p:txBody>
          <a:bodyPr/>
          <a:lstStyle/>
          <a:p>
            <a:fld id="{4022B31E-1B25-402D-B825-4747191115EA}" type="slidenum">
              <a:rPr lang="es-PE" smtClean="0"/>
              <a:pPr/>
              <a:t>30</a:t>
            </a:fld>
            <a:endParaRPr lang="es-PE" dirty="0"/>
          </a:p>
        </p:txBody>
      </p:sp>
      <p:sp>
        <p:nvSpPr>
          <p:cNvPr id="3" name="Title 2">
            <a:extLst>
              <a:ext uri="{FF2B5EF4-FFF2-40B4-BE49-F238E27FC236}">
                <a16:creationId xmlns:a16="http://schemas.microsoft.com/office/drawing/2014/main" id="{0AB65C66-827C-5429-1DBE-ADB09482AE68}"/>
              </a:ext>
            </a:extLst>
          </p:cNvPr>
          <p:cNvSpPr>
            <a:spLocks noGrp="1"/>
          </p:cNvSpPr>
          <p:nvPr>
            <p:ph type="title"/>
          </p:nvPr>
        </p:nvSpPr>
        <p:spPr/>
        <p:txBody>
          <a:bodyPr>
            <a:normAutofit/>
          </a:bodyPr>
          <a:lstStyle/>
          <a:p>
            <a:r>
              <a:rPr lang="en-US" sz="2400" dirty="0">
                <a:solidFill>
                  <a:srgbClr val="002060"/>
                </a:solidFill>
                <a:latin typeface="Trebuchet MS" panose="020B0603020202020204" pitchFamily="34" charset="0"/>
              </a:rPr>
              <a:t>Credit Spreads and macro conditions</a:t>
            </a:r>
          </a:p>
        </p:txBody>
      </p:sp>
      <p:sp>
        <p:nvSpPr>
          <p:cNvPr id="4" name="Rectangle 9">
            <a:extLst>
              <a:ext uri="{FF2B5EF4-FFF2-40B4-BE49-F238E27FC236}">
                <a16:creationId xmlns:a16="http://schemas.microsoft.com/office/drawing/2014/main" id="{55615D15-2619-5654-584B-719F203ABC6E}"/>
              </a:ext>
            </a:extLst>
          </p:cNvPr>
          <p:cNvSpPr/>
          <p:nvPr/>
        </p:nvSpPr>
        <p:spPr>
          <a:xfrm>
            <a:off x="715510" y="6605034"/>
            <a:ext cx="4307398"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s-ES"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Bloomberg</a:t>
            </a:r>
            <a:r>
              <a:rPr lang="es-PE" sz="900" i="1" dirty="0">
                <a:solidFill>
                  <a:srgbClr val="242424"/>
                </a:solidFill>
                <a:latin typeface="Arial Narrow" panose="020B0606020202030204" pitchFamily="34" charset="0"/>
                <a:cs typeface="Arial" panose="020B0604020202020204" pitchFamily="34" charset="0"/>
              </a:rPr>
              <a:t> and Macrobond. </a:t>
            </a:r>
            <a:endParaRPr kumimoji="0" lang="es-PE" sz="900" b="0" i="1"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endParaRPr>
          </a:p>
        </p:txBody>
      </p:sp>
      <p:graphicFrame>
        <p:nvGraphicFramePr>
          <p:cNvPr id="8" name="Object 7">
            <a:extLst>
              <a:ext uri="{FF2B5EF4-FFF2-40B4-BE49-F238E27FC236}">
                <a16:creationId xmlns:a16="http://schemas.microsoft.com/office/drawing/2014/main" id="{6ECDC0A3-60DC-DBCE-71F7-7B38021352DA}"/>
              </a:ext>
            </a:extLst>
          </p:cNvPr>
          <p:cNvGraphicFramePr>
            <a:graphicFrameLocks noChangeAspect="1"/>
          </p:cNvGraphicFramePr>
          <p:nvPr>
            <p:extLst>
              <p:ext uri="{D42A27DB-BD31-4B8C-83A1-F6EECF244321}">
                <p14:modId xmlns:p14="http://schemas.microsoft.com/office/powerpoint/2010/main" val="3504953181"/>
              </p:ext>
            </p:extLst>
          </p:nvPr>
        </p:nvGraphicFramePr>
        <p:xfrm>
          <a:off x="797125" y="918246"/>
          <a:ext cx="5400675" cy="2519363"/>
        </p:xfrm>
        <a:graphic>
          <a:graphicData uri="http://schemas.openxmlformats.org/presentationml/2006/ole">
            <mc:AlternateContent xmlns:mc="http://schemas.openxmlformats.org/markup-compatibility/2006">
              <mc:Choice xmlns:v="urn:schemas-microsoft-com:vml" Requires="v">
                <p:oleObj name="Macrobond document" r:id="rId3" imgW="5400403" imgH="2520091" progId="Mbnd.mbnd">
                  <p:embed/>
                </p:oleObj>
              </mc:Choice>
              <mc:Fallback>
                <p:oleObj name="Macrobond document" r:id="rId3" imgW="5400403" imgH="2520091" progId="Mbnd.mbnd">
                  <p:embed/>
                  <p:pic>
                    <p:nvPicPr>
                      <p:cNvPr id="8" name="Object 7">
                        <a:extLst>
                          <a:ext uri="{FF2B5EF4-FFF2-40B4-BE49-F238E27FC236}">
                            <a16:creationId xmlns:a16="http://schemas.microsoft.com/office/drawing/2014/main" id="{6ECDC0A3-60DC-DBCE-71F7-7B38021352DA}"/>
                          </a:ext>
                        </a:extLst>
                      </p:cNvPr>
                      <p:cNvPicPr/>
                      <p:nvPr/>
                    </p:nvPicPr>
                    <p:blipFill>
                      <a:blip r:embed="rId4"/>
                      <a:stretch>
                        <a:fillRect/>
                      </a:stretch>
                    </p:blipFill>
                    <p:spPr>
                      <a:xfrm>
                        <a:off x="797125" y="918246"/>
                        <a:ext cx="5400675" cy="251936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EDF82342-8A29-4B88-F23A-6FF47A8C6BCB}"/>
              </a:ext>
            </a:extLst>
          </p:cNvPr>
          <p:cNvGraphicFramePr>
            <a:graphicFrameLocks noChangeAspect="1"/>
          </p:cNvGraphicFramePr>
          <p:nvPr>
            <p:extLst>
              <p:ext uri="{D42A27DB-BD31-4B8C-83A1-F6EECF244321}">
                <p14:modId xmlns:p14="http://schemas.microsoft.com/office/powerpoint/2010/main" val="3108332393"/>
              </p:ext>
            </p:extLst>
          </p:nvPr>
        </p:nvGraphicFramePr>
        <p:xfrm>
          <a:off x="715510" y="3555828"/>
          <a:ext cx="5400675" cy="2519363"/>
        </p:xfrm>
        <a:graphic>
          <a:graphicData uri="http://schemas.openxmlformats.org/presentationml/2006/ole">
            <mc:AlternateContent xmlns:mc="http://schemas.openxmlformats.org/markup-compatibility/2006">
              <mc:Choice xmlns:v="urn:schemas-microsoft-com:vml" Requires="v">
                <p:oleObj name="Macrobond document" r:id="rId5" imgW="5400403" imgH="2520091" progId="Mbnd.mbnd">
                  <p:embed/>
                </p:oleObj>
              </mc:Choice>
              <mc:Fallback>
                <p:oleObj name="Macrobond document" r:id="rId5" imgW="5400403" imgH="2520091" progId="Mbnd.mbnd">
                  <p:embed/>
                  <p:pic>
                    <p:nvPicPr>
                      <p:cNvPr id="9" name="Object 8">
                        <a:extLst>
                          <a:ext uri="{FF2B5EF4-FFF2-40B4-BE49-F238E27FC236}">
                            <a16:creationId xmlns:a16="http://schemas.microsoft.com/office/drawing/2014/main" id="{EDF82342-8A29-4B88-F23A-6FF47A8C6BCB}"/>
                          </a:ext>
                        </a:extLst>
                      </p:cNvPr>
                      <p:cNvPicPr/>
                      <p:nvPr/>
                    </p:nvPicPr>
                    <p:blipFill>
                      <a:blip r:embed="rId6"/>
                      <a:stretch>
                        <a:fillRect/>
                      </a:stretch>
                    </p:blipFill>
                    <p:spPr>
                      <a:xfrm>
                        <a:off x="715510" y="3555828"/>
                        <a:ext cx="5400675" cy="2519363"/>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E3A0C104-4A83-5E46-8230-9513E7C39603}"/>
              </a:ext>
            </a:extLst>
          </p:cNvPr>
          <p:cNvGraphicFramePr>
            <a:graphicFrameLocks noChangeAspect="1"/>
          </p:cNvGraphicFramePr>
          <p:nvPr>
            <p:extLst>
              <p:ext uri="{D42A27DB-BD31-4B8C-83A1-F6EECF244321}">
                <p14:modId xmlns:p14="http://schemas.microsoft.com/office/powerpoint/2010/main" val="1435285288"/>
              </p:ext>
            </p:extLst>
          </p:nvPr>
        </p:nvGraphicFramePr>
        <p:xfrm>
          <a:off x="6197800" y="3555828"/>
          <a:ext cx="5400675" cy="2519363"/>
        </p:xfrm>
        <a:graphic>
          <a:graphicData uri="http://schemas.openxmlformats.org/presentationml/2006/ole">
            <mc:AlternateContent xmlns:mc="http://schemas.openxmlformats.org/markup-compatibility/2006">
              <mc:Choice xmlns:v="urn:schemas-microsoft-com:vml" Requires="v">
                <p:oleObj name="Macrobond document" r:id="rId7" imgW="5400403" imgH="2520091" progId="Mbnd.mbnd">
                  <p:embed/>
                </p:oleObj>
              </mc:Choice>
              <mc:Fallback>
                <p:oleObj name="Macrobond document" r:id="rId7" imgW="5400403" imgH="2520091" progId="Mbnd.mbnd">
                  <p:embed/>
                  <p:pic>
                    <p:nvPicPr>
                      <p:cNvPr id="10" name="Object 9">
                        <a:extLst>
                          <a:ext uri="{FF2B5EF4-FFF2-40B4-BE49-F238E27FC236}">
                            <a16:creationId xmlns:a16="http://schemas.microsoft.com/office/drawing/2014/main" id="{E3A0C104-4A83-5E46-8230-9513E7C39603}"/>
                          </a:ext>
                        </a:extLst>
                      </p:cNvPr>
                      <p:cNvPicPr/>
                      <p:nvPr/>
                    </p:nvPicPr>
                    <p:blipFill>
                      <a:blip r:embed="rId8"/>
                      <a:stretch>
                        <a:fillRect/>
                      </a:stretch>
                    </p:blipFill>
                    <p:spPr>
                      <a:xfrm>
                        <a:off x="6197800" y="3555828"/>
                        <a:ext cx="5400675" cy="251936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F911EE67-AADD-EEB1-FFAD-9DB5803E003A}"/>
              </a:ext>
            </a:extLst>
          </p:cNvPr>
          <p:cNvGraphicFramePr>
            <a:graphicFrameLocks noChangeAspect="1"/>
          </p:cNvGraphicFramePr>
          <p:nvPr>
            <p:extLst>
              <p:ext uri="{D42A27DB-BD31-4B8C-83A1-F6EECF244321}">
                <p14:modId xmlns:p14="http://schemas.microsoft.com/office/powerpoint/2010/main" val="1745221446"/>
              </p:ext>
            </p:extLst>
          </p:nvPr>
        </p:nvGraphicFramePr>
        <p:xfrm>
          <a:off x="6373813" y="879475"/>
          <a:ext cx="5400675" cy="2519363"/>
        </p:xfrm>
        <a:graphic>
          <a:graphicData uri="http://schemas.openxmlformats.org/presentationml/2006/ole">
            <mc:AlternateContent xmlns:mc="http://schemas.openxmlformats.org/markup-compatibility/2006">
              <mc:Choice xmlns:v="urn:schemas-microsoft-com:vml" Requires="v">
                <p:oleObj name="Macrobond document" r:id="rId9" imgW="5400403" imgH="2520091" progId="Mbnd.mbnd">
                  <p:embed/>
                </p:oleObj>
              </mc:Choice>
              <mc:Fallback>
                <p:oleObj name="Macrobond document" r:id="rId9" imgW="5400403" imgH="2520091" progId="Mbnd.mbnd">
                  <p:embed/>
                  <p:pic>
                    <p:nvPicPr>
                      <p:cNvPr id="11" name="Object 10">
                        <a:extLst>
                          <a:ext uri="{FF2B5EF4-FFF2-40B4-BE49-F238E27FC236}">
                            <a16:creationId xmlns:a16="http://schemas.microsoft.com/office/drawing/2014/main" id="{F911EE67-AADD-EEB1-FFAD-9DB5803E003A}"/>
                          </a:ext>
                        </a:extLst>
                      </p:cNvPr>
                      <p:cNvPicPr/>
                      <p:nvPr/>
                    </p:nvPicPr>
                    <p:blipFill>
                      <a:blip r:embed="rId10"/>
                      <a:stretch>
                        <a:fillRect/>
                      </a:stretch>
                    </p:blipFill>
                    <p:spPr>
                      <a:xfrm>
                        <a:off x="6373813" y="879475"/>
                        <a:ext cx="5400675" cy="2519363"/>
                      </a:xfrm>
                      <a:prstGeom prst="rect">
                        <a:avLst/>
                      </a:prstGeom>
                    </p:spPr>
                  </p:pic>
                </p:oleObj>
              </mc:Fallback>
            </mc:AlternateContent>
          </a:graphicData>
        </a:graphic>
      </p:graphicFrame>
    </p:spTree>
    <p:extLst>
      <p:ext uri="{BB962C8B-B14F-4D97-AF65-F5344CB8AC3E}">
        <p14:creationId xmlns:p14="http://schemas.microsoft.com/office/powerpoint/2010/main" val="4275995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B58F599F-362E-4409-AE0B-A8DBC76ADF01}"/>
              </a:ext>
            </a:extLst>
          </p:cNvPr>
          <p:cNvGraphicFramePr>
            <a:graphicFrameLocks/>
          </p:cNvGraphicFramePr>
          <p:nvPr/>
        </p:nvGraphicFramePr>
        <p:xfrm>
          <a:off x="769246" y="1016469"/>
          <a:ext cx="1784410" cy="21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F2B507F7-1E3F-4BCC-8E86-49177CA3038E}"/>
              </a:ext>
            </a:extLst>
          </p:cNvPr>
          <p:cNvGraphicFramePr>
            <a:graphicFrameLocks/>
          </p:cNvGraphicFramePr>
          <p:nvPr/>
        </p:nvGraphicFramePr>
        <p:xfrm>
          <a:off x="2499181" y="1016469"/>
          <a:ext cx="1784410" cy="216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6727F5D4-B37B-4E95-B2BE-26586194D7FF}"/>
              </a:ext>
            </a:extLst>
          </p:cNvPr>
          <p:cNvGraphicFramePr>
            <a:graphicFrameLocks/>
          </p:cNvGraphicFramePr>
          <p:nvPr/>
        </p:nvGraphicFramePr>
        <p:xfrm>
          <a:off x="4232411" y="1016469"/>
          <a:ext cx="1843848" cy="2160000"/>
        </p:xfrm>
        <a:graphic>
          <a:graphicData uri="http://schemas.openxmlformats.org/drawingml/2006/chart">
            <c:chart xmlns:c="http://schemas.openxmlformats.org/drawingml/2006/chart" xmlns:r="http://schemas.openxmlformats.org/officeDocument/2006/relationships" r:id="rId5"/>
          </a:graphicData>
        </a:graphic>
      </p:graphicFrame>
      <p:sp>
        <p:nvSpPr>
          <p:cNvPr id="5" name="Slide Number Placeholder 4">
            <a:extLst>
              <a:ext uri="{FF2B5EF4-FFF2-40B4-BE49-F238E27FC236}">
                <a16:creationId xmlns:a16="http://schemas.microsoft.com/office/drawing/2014/main" id="{81BBA9E2-BC5F-4896-9D57-2540212A27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002060"/>
                </a:solidFill>
                <a:effectLst/>
                <a:uLnTx/>
                <a:uFillTx/>
                <a:latin typeface="Arial Narrow" panose="020B06060202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s-PE" sz="1400" b="0" i="0" u="none" strike="noStrike" kern="1200" cap="none" spc="0" normalizeH="0" baseline="0" noProof="0" dirty="0">
              <a:ln>
                <a:noFill/>
              </a:ln>
              <a:solidFill>
                <a:srgbClr val="002060"/>
              </a:solidFill>
              <a:effectLst/>
              <a:uLnTx/>
              <a:uFillTx/>
              <a:latin typeface="Arial Narrow" panose="020B0606020202030204" pitchFamily="34" charset="0"/>
              <a:ea typeface="+mn-ea"/>
              <a:cs typeface="+mn-cs"/>
            </a:endParaRPr>
          </a:p>
        </p:txBody>
      </p:sp>
      <p:sp>
        <p:nvSpPr>
          <p:cNvPr id="6" name="TextBox 5"/>
          <p:cNvSpPr txBox="1"/>
          <p:nvPr/>
        </p:nvSpPr>
        <p:spPr>
          <a:xfrm>
            <a:off x="161925" y="152400"/>
            <a:ext cx="1111567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spc="-50" dirty="0">
                <a:latin typeface="Trebuchet MS" panose="020B0603020202020204" pitchFamily="34" charset="0"/>
              </a:rPr>
              <a:t>So, where are the opportunities in credit? A valuation snapshot</a:t>
            </a:r>
          </a:p>
        </p:txBody>
      </p:sp>
      <p:sp>
        <p:nvSpPr>
          <p:cNvPr id="11" name="Rectangle 9">
            <a:extLst>
              <a:ext uri="{FF2B5EF4-FFF2-40B4-BE49-F238E27FC236}">
                <a16:creationId xmlns:a16="http://schemas.microsoft.com/office/drawing/2014/main" id="{43B693C5-5766-41E1-8848-3542709EBA2D}"/>
              </a:ext>
            </a:extLst>
          </p:cNvPr>
          <p:cNvSpPr/>
          <p:nvPr/>
        </p:nvSpPr>
        <p:spPr>
          <a:xfrm>
            <a:off x="677063" y="6630391"/>
            <a:ext cx="2970911" cy="24992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Source</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own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a:t>
            </a:r>
            <a:r>
              <a:rPr kumimoji="0" lang="en-US"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elaboration</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(Bloomberg). Data as </a:t>
            </a:r>
            <a:r>
              <a:rPr kumimoji="0" lang="es-PE" sz="900" b="0" i="0" u="none" strike="noStrike" kern="1200" cap="none" spc="0" normalizeH="0" baseline="0" noProof="0" dirty="0" err="1">
                <a:ln>
                  <a:noFill/>
                </a:ln>
                <a:solidFill>
                  <a:srgbClr val="242424"/>
                </a:solidFill>
                <a:effectLst/>
                <a:uLnTx/>
                <a:uFillTx/>
                <a:latin typeface="Arial Narrow" panose="020B0606020202030204" pitchFamily="34" charset="0"/>
                <a:ea typeface="+mn-ea"/>
                <a:cs typeface="Arial" panose="020B0604020202020204" pitchFamily="34" charset="0"/>
              </a:rPr>
              <a:t>of</a:t>
            </a:r>
            <a:r>
              <a:rPr kumimoji="0" lang="es-PE" sz="900" b="0" i="0" u="none" strike="noStrike" kern="1200" cap="none" spc="0" normalizeH="0" baseline="0" noProof="0" dirty="0">
                <a:ln>
                  <a:noFill/>
                </a:ln>
                <a:solidFill>
                  <a:srgbClr val="242424"/>
                </a:solidFill>
                <a:effectLst/>
                <a:uLnTx/>
                <a:uFillTx/>
                <a:latin typeface="Arial Narrow" panose="020B0606020202030204" pitchFamily="34" charset="0"/>
                <a:ea typeface="+mn-ea"/>
                <a:cs typeface="Arial" panose="020B0604020202020204" pitchFamily="34" charset="0"/>
              </a:rPr>
              <a:t> 21/08/2026</a:t>
            </a:r>
          </a:p>
        </p:txBody>
      </p:sp>
      <p:pic>
        <p:nvPicPr>
          <p:cNvPr id="3" name="Picture 2">
            <a:extLst>
              <a:ext uri="{FF2B5EF4-FFF2-40B4-BE49-F238E27FC236}">
                <a16:creationId xmlns:a16="http://schemas.microsoft.com/office/drawing/2014/main" id="{D43634FE-FDD2-4D6B-D312-4316DF3ACCA8}"/>
              </a:ext>
            </a:extLst>
          </p:cNvPr>
          <p:cNvPicPr>
            <a:picLocks noChangeAspect="1"/>
          </p:cNvPicPr>
          <p:nvPr/>
        </p:nvPicPr>
        <p:blipFill>
          <a:blip r:embed="rId6"/>
          <a:stretch>
            <a:fillRect/>
          </a:stretch>
        </p:blipFill>
        <p:spPr>
          <a:xfrm>
            <a:off x="757256" y="3445328"/>
            <a:ext cx="5319003" cy="2130252"/>
          </a:xfrm>
          <a:prstGeom prst="rect">
            <a:avLst/>
          </a:prstGeom>
        </p:spPr>
      </p:pic>
      <p:pic>
        <p:nvPicPr>
          <p:cNvPr id="10" name="Picture 9">
            <a:extLst>
              <a:ext uri="{FF2B5EF4-FFF2-40B4-BE49-F238E27FC236}">
                <a16:creationId xmlns:a16="http://schemas.microsoft.com/office/drawing/2014/main" id="{F552BE1E-16CF-D04F-B46D-D7035FC941CE}"/>
              </a:ext>
            </a:extLst>
          </p:cNvPr>
          <p:cNvPicPr>
            <a:picLocks noChangeAspect="1"/>
          </p:cNvPicPr>
          <p:nvPr/>
        </p:nvPicPr>
        <p:blipFill>
          <a:blip r:embed="rId7"/>
          <a:stretch>
            <a:fillRect/>
          </a:stretch>
        </p:blipFill>
        <p:spPr>
          <a:xfrm>
            <a:off x="6309647" y="1045613"/>
            <a:ext cx="5679082" cy="4542783"/>
          </a:xfrm>
          <a:prstGeom prst="rect">
            <a:avLst/>
          </a:prstGeom>
        </p:spPr>
      </p:pic>
    </p:spTree>
    <p:extLst>
      <p:ext uri="{BB962C8B-B14F-4D97-AF65-F5344CB8AC3E}">
        <p14:creationId xmlns:p14="http://schemas.microsoft.com/office/powerpoint/2010/main" val="1284313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3E0D-20BA-E41E-8896-9B864C27AC1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BBFEB7-751A-0C0F-BDCD-2527A34B3022}"/>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32</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457F2E13-99AA-9002-6263-EC2D63B6DA89}"/>
              </a:ext>
            </a:extLst>
          </p:cNvPr>
          <p:cNvSpPr txBox="1"/>
          <p:nvPr/>
        </p:nvSpPr>
        <p:spPr>
          <a:xfrm>
            <a:off x="200849" y="171651"/>
            <a:ext cx="11115675" cy="424732"/>
          </a:xfrm>
          <a:prstGeom prst="rect">
            <a:avLst/>
          </a:prstGeom>
          <a:noFill/>
        </p:spPr>
        <p:txBody>
          <a:bodyPr wrap="square" rtlCol="0">
            <a:spAutoFit/>
          </a:bodyPr>
          <a:lstStyle/>
          <a:p>
            <a:pPr>
              <a:lnSpc>
                <a:spcPct val="90000"/>
              </a:lnSpc>
              <a:spcBef>
                <a:spcPct val="0"/>
              </a:spcBef>
            </a:pPr>
            <a:r>
              <a:rPr lang="en-US" sz="2400" b="1" spc="-50" dirty="0">
                <a:latin typeface="Trebuchet MS" panose="020B0603020202020204" pitchFamily="34" charset="0"/>
              </a:rPr>
              <a:t>US Credit: No Signs of Stress</a:t>
            </a:r>
          </a:p>
        </p:txBody>
      </p:sp>
      <p:sp>
        <p:nvSpPr>
          <p:cNvPr id="17" name="TextBox 1">
            <a:extLst>
              <a:ext uri="{FF2B5EF4-FFF2-40B4-BE49-F238E27FC236}">
                <a16:creationId xmlns:a16="http://schemas.microsoft.com/office/drawing/2014/main" id="{047158F8-38EF-6C5A-964C-64E61DA0DABA}"/>
              </a:ext>
            </a:extLst>
          </p:cNvPr>
          <p:cNvSpPr txBox="1"/>
          <p:nvPr/>
        </p:nvSpPr>
        <p:spPr>
          <a:xfrm>
            <a:off x="6336576" y="1359576"/>
            <a:ext cx="5301370" cy="307777"/>
          </a:xfrm>
          <a:prstGeom prst="rect">
            <a:avLst/>
          </a:prstGeom>
          <a:noFill/>
          <a:ln>
            <a:noFill/>
          </a:ln>
        </p:spPr>
        <p:txBody>
          <a:bodyPr wrap="square">
            <a:spAutoFit/>
          </a:bodyPr>
          <a:lstStyle/>
          <a:p>
            <a:pPr algn="ctr"/>
            <a:r>
              <a:rPr lang="en-US" sz="1400" b="1" dirty="0">
                <a:solidFill>
                  <a:srgbClr val="000000"/>
                </a:solidFill>
                <a:latin typeface="Trebuchet MS" panose="020B0603020202020204" pitchFamily="34" charset="0"/>
              </a:rPr>
              <a:t>Default rates for US HY and leverage loan issuers</a:t>
            </a:r>
          </a:p>
        </p:txBody>
      </p:sp>
      <p:sp>
        <p:nvSpPr>
          <p:cNvPr id="18" name="TextBox 15">
            <a:extLst>
              <a:ext uri="{FF2B5EF4-FFF2-40B4-BE49-F238E27FC236}">
                <a16:creationId xmlns:a16="http://schemas.microsoft.com/office/drawing/2014/main" id="{558E01AA-9326-8031-2CF6-F5236F1A40EF}"/>
              </a:ext>
            </a:extLst>
          </p:cNvPr>
          <p:cNvSpPr txBox="1"/>
          <p:nvPr/>
        </p:nvSpPr>
        <p:spPr>
          <a:xfrm>
            <a:off x="6096000" y="1748833"/>
            <a:ext cx="5838863" cy="430887"/>
          </a:xfrm>
          <a:prstGeom prst="rect">
            <a:avLst/>
          </a:prstGeom>
          <a:noFill/>
          <a:ln>
            <a:noFill/>
          </a:ln>
        </p:spPr>
        <p:txBody>
          <a:bodyPr wrap="square">
            <a:spAutoFit/>
          </a:bodyPr>
          <a:lstStyle/>
          <a:p>
            <a:pPr algn="ctr"/>
            <a:r>
              <a:rPr lang="en-US" sz="1100" dirty="0">
                <a:solidFill>
                  <a:srgbClr val="000000"/>
                </a:solidFill>
                <a:latin typeface="Trebuchet MS" panose="020B0603020202020204" pitchFamily="34" charset="0"/>
              </a:rPr>
              <a:t>12-month trailing issuer-weighted default rate in the US HY bond</a:t>
            </a:r>
          </a:p>
          <a:p>
            <a:pPr algn="ctr"/>
            <a:r>
              <a:rPr lang="en-US" sz="1100" dirty="0">
                <a:solidFill>
                  <a:srgbClr val="000000"/>
                </a:solidFill>
                <a:latin typeface="Trebuchet MS" panose="020B0603020202020204" pitchFamily="34" charset="0"/>
              </a:rPr>
              <a:t>and leveraged loan markets</a:t>
            </a:r>
          </a:p>
        </p:txBody>
      </p:sp>
      <p:sp>
        <p:nvSpPr>
          <p:cNvPr id="7" name="Rectangle 9">
            <a:extLst>
              <a:ext uri="{FF2B5EF4-FFF2-40B4-BE49-F238E27FC236}">
                <a16:creationId xmlns:a16="http://schemas.microsoft.com/office/drawing/2014/main" id="{9CD25AA5-6BA5-8A47-6E4F-C110B14F64AE}"/>
              </a:ext>
            </a:extLst>
          </p:cNvPr>
          <p:cNvSpPr/>
          <p:nvPr/>
        </p:nvSpPr>
        <p:spPr>
          <a:xfrm>
            <a:off x="608689" y="6628379"/>
            <a:ext cx="2907923" cy="317264"/>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Goldman Sachs.</a:t>
            </a:r>
          </a:p>
        </p:txBody>
      </p:sp>
      <p:pic>
        <p:nvPicPr>
          <p:cNvPr id="12" name="Picture 11" descr="ExhibitImage">
            <a:extLst>
              <a:ext uri="{FF2B5EF4-FFF2-40B4-BE49-F238E27FC236}">
                <a16:creationId xmlns:a16="http://schemas.microsoft.com/office/drawing/2014/main" id="{BF13CE2B-8D1F-FECB-26FC-EFBD143ADB5B}"/>
              </a:ext>
            </a:extLst>
          </p:cNvPr>
          <p:cNvPicPr>
            <a:picLocks noChangeAspect="1"/>
          </p:cNvPicPr>
          <p:nvPr/>
        </p:nvPicPr>
        <p:blipFill>
          <a:blip r:embed="rId3"/>
          <a:stretch>
            <a:fillRect/>
          </a:stretch>
        </p:blipFill>
        <p:spPr>
          <a:xfrm>
            <a:off x="6487538" y="2164196"/>
            <a:ext cx="5214651" cy="3614882"/>
          </a:xfrm>
          <a:prstGeom prst="rect">
            <a:avLst/>
          </a:prstGeom>
        </p:spPr>
      </p:pic>
      <p:pic>
        <p:nvPicPr>
          <p:cNvPr id="14" name="Picture 13" descr="ExhibitImage">
            <a:extLst>
              <a:ext uri="{FF2B5EF4-FFF2-40B4-BE49-F238E27FC236}">
                <a16:creationId xmlns:a16="http://schemas.microsoft.com/office/drawing/2014/main" id="{45D5A0F4-FBE2-9EDB-B1FF-7D724BA608FC}"/>
              </a:ext>
            </a:extLst>
          </p:cNvPr>
          <p:cNvPicPr>
            <a:picLocks noChangeAspect="1"/>
          </p:cNvPicPr>
          <p:nvPr/>
        </p:nvPicPr>
        <p:blipFill>
          <a:blip r:embed="rId4"/>
          <a:stretch>
            <a:fillRect/>
          </a:stretch>
        </p:blipFill>
        <p:spPr>
          <a:xfrm>
            <a:off x="1168620" y="1930524"/>
            <a:ext cx="4963557" cy="3962830"/>
          </a:xfrm>
          <a:prstGeom prst="rect">
            <a:avLst/>
          </a:prstGeom>
        </p:spPr>
      </p:pic>
      <p:sp>
        <p:nvSpPr>
          <p:cNvPr id="16" name="TextBox 1">
            <a:extLst>
              <a:ext uri="{FF2B5EF4-FFF2-40B4-BE49-F238E27FC236}">
                <a16:creationId xmlns:a16="http://schemas.microsoft.com/office/drawing/2014/main" id="{C8F0233A-3585-16C2-A1C9-4ADEF0B3B048}"/>
              </a:ext>
            </a:extLst>
          </p:cNvPr>
          <p:cNvSpPr txBox="1"/>
          <p:nvPr/>
        </p:nvSpPr>
        <p:spPr>
          <a:xfrm>
            <a:off x="1161289" y="1366694"/>
            <a:ext cx="4963557" cy="523220"/>
          </a:xfrm>
          <a:prstGeom prst="rect">
            <a:avLst/>
          </a:prstGeom>
          <a:noFill/>
          <a:ln>
            <a:noFill/>
          </a:ln>
        </p:spPr>
        <p:txBody>
          <a:bodyPr wrap="square">
            <a:spAutoFit/>
          </a:bodyPr>
          <a:lstStyle/>
          <a:p>
            <a:pPr algn="ctr"/>
            <a:r>
              <a:rPr lang="es-PE" sz="1400" b="1" dirty="0"/>
              <a:t> </a:t>
            </a:r>
            <a:r>
              <a:rPr lang="en-US" sz="1400" b="1" dirty="0">
                <a:solidFill>
                  <a:srgbClr val="000000"/>
                </a:solidFill>
                <a:latin typeface="Trebuchet MS" panose="020B0603020202020204" pitchFamily="34" charset="0"/>
              </a:rPr>
              <a:t>Net debt to EBITDA ratios for the median US IG and HY-rated non-financial corporations</a:t>
            </a:r>
          </a:p>
        </p:txBody>
      </p:sp>
    </p:spTree>
    <p:extLst>
      <p:ext uri="{BB962C8B-B14F-4D97-AF65-F5344CB8AC3E}">
        <p14:creationId xmlns:p14="http://schemas.microsoft.com/office/powerpoint/2010/main" val="491077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5F80-8A9E-B424-8AC3-811DC782749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020F0C-0807-C1BA-3A40-47324DA3FF7F}"/>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33</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008F9FA2-9651-485C-B528-8FDF3F04F770}"/>
              </a:ext>
            </a:extLst>
          </p:cNvPr>
          <p:cNvSpPr txBox="1"/>
          <p:nvPr/>
        </p:nvSpPr>
        <p:spPr>
          <a:xfrm>
            <a:off x="161925" y="85023"/>
            <a:ext cx="10233932" cy="978729"/>
          </a:xfrm>
          <a:prstGeom prst="rect">
            <a:avLst/>
          </a:prstGeom>
          <a:noFill/>
        </p:spPr>
        <p:txBody>
          <a:bodyPr wrap="square" rtlCol="0">
            <a:spAutoFit/>
          </a:bodyPr>
          <a:lstStyle/>
          <a:p>
            <a:pPr>
              <a:lnSpc>
                <a:spcPct val="90000"/>
              </a:lnSpc>
              <a:spcBef>
                <a:spcPct val="0"/>
              </a:spcBef>
            </a:pPr>
            <a:r>
              <a:rPr lang="en-US" sz="2000" b="1" spc="-50" dirty="0">
                <a:latin typeface="Trebuchet MS" panose="020B0603020202020204" pitchFamily="34" charset="0"/>
              </a:rPr>
              <a:t>US Credit: Record IG supply is funding the AI buildout, and the index is concentrating around it</a:t>
            </a:r>
          </a:p>
          <a:p>
            <a:pPr>
              <a:lnSpc>
                <a:spcPct val="90000"/>
              </a:lnSpc>
              <a:spcBef>
                <a:spcPct val="0"/>
              </a:spcBef>
            </a:pPr>
            <a:endParaRPr lang="en-US" sz="2400" b="1" spc="-50" dirty="0">
              <a:latin typeface="Trebuchet MS" panose="020B0603020202020204" pitchFamily="34" charset="0"/>
            </a:endParaRPr>
          </a:p>
        </p:txBody>
      </p:sp>
      <p:sp>
        <p:nvSpPr>
          <p:cNvPr id="7" name="Rectangle 9">
            <a:extLst>
              <a:ext uri="{FF2B5EF4-FFF2-40B4-BE49-F238E27FC236}">
                <a16:creationId xmlns:a16="http://schemas.microsoft.com/office/drawing/2014/main" id="{647E4658-44BA-1163-14B4-FC0310B5A930}"/>
              </a:ext>
            </a:extLst>
          </p:cNvPr>
          <p:cNvSpPr/>
          <p:nvPr/>
        </p:nvSpPr>
        <p:spPr>
          <a:xfrm>
            <a:off x="608689" y="6628379"/>
            <a:ext cx="9872405" cy="144598"/>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Deutsche Bank, Barclays, Neuberger Berman and Bloomberg.</a:t>
            </a:r>
          </a:p>
        </p:txBody>
      </p:sp>
      <p:pic>
        <p:nvPicPr>
          <p:cNvPr id="3" name="Picture 2">
            <a:extLst>
              <a:ext uri="{FF2B5EF4-FFF2-40B4-BE49-F238E27FC236}">
                <a16:creationId xmlns:a16="http://schemas.microsoft.com/office/drawing/2014/main" id="{A27EDB7D-7A9B-8BF5-5A21-CDA7F96506AC}"/>
              </a:ext>
            </a:extLst>
          </p:cNvPr>
          <p:cNvPicPr>
            <a:picLocks noChangeAspect="1"/>
          </p:cNvPicPr>
          <p:nvPr/>
        </p:nvPicPr>
        <p:blipFill>
          <a:blip r:embed="rId3"/>
          <a:srcRect l="50000" t="24578" b="12610"/>
          <a:stretch>
            <a:fillRect/>
          </a:stretch>
        </p:blipFill>
        <p:spPr>
          <a:xfrm>
            <a:off x="6860344" y="1195421"/>
            <a:ext cx="4766845" cy="4307596"/>
          </a:xfrm>
          <a:prstGeom prst="rect">
            <a:avLst/>
          </a:prstGeom>
        </p:spPr>
      </p:pic>
      <p:graphicFrame>
        <p:nvGraphicFramePr>
          <p:cNvPr id="4" name="Chart 1">
            <a:extLst>
              <a:ext uri="{FF2B5EF4-FFF2-40B4-BE49-F238E27FC236}">
                <a16:creationId xmlns:a16="http://schemas.microsoft.com/office/drawing/2014/main" id="{503D9BF9-EF8C-4E46-B623-25BBDBCEA798}"/>
              </a:ext>
            </a:extLst>
          </p:cNvPr>
          <p:cNvGraphicFramePr>
            <a:graphicFrameLocks/>
          </p:cNvGraphicFramePr>
          <p:nvPr>
            <p:extLst>
              <p:ext uri="{D42A27DB-BD31-4B8C-83A1-F6EECF244321}">
                <p14:modId xmlns:p14="http://schemas.microsoft.com/office/powerpoint/2010/main" val="3641417539"/>
              </p:ext>
            </p:extLst>
          </p:nvPr>
        </p:nvGraphicFramePr>
        <p:xfrm>
          <a:off x="764473" y="897471"/>
          <a:ext cx="5785206" cy="4373812"/>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ángulo 8">
            <a:extLst>
              <a:ext uri="{FF2B5EF4-FFF2-40B4-BE49-F238E27FC236}">
                <a16:creationId xmlns:a16="http://schemas.microsoft.com/office/drawing/2014/main" id="{4E4A1A4C-FFDF-D834-4301-B99CED6A424C}"/>
              </a:ext>
            </a:extLst>
          </p:cNvPr>
          <p:cNvSpPr/>
          <p:nvPr/>
        </p:nvSpPr>
        <p:spPr>
          <a:xfrm>
            <a:off x="871268" y="5637554"/>
            <a:ext cx="5322498" cy="72461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1600" b="1" dirty="0">
                <a:solidFill>
                  <a:schemeClr val="tx1"/>
                </a:solidFill>
                <a:latin typeface="Trebuchet MS" panose="020B0603020202020204" pitchFamily="34" charset="0"/>
              </a:rPr>
              <a:t>US$1.9trn</a:t>
            </a:r>
          </a:p>
          <a:p>
            <a:pPr algn="ctr"/>
            <a:r>
              <a:rPr lang="en-US" sz="1200" dirty="0">
                <a:solidFill>
                  <a:srgbClr val="333D4E"/>
                </a:solidFill>
                <a:latin typeface="Trebuchet MS" panose="020B0603020202020204" pitchFamily="34" charset="0"/>
                <a:ea typeface="Arial" pitchFamily="34" charset="-122"/>
                <a:cs typeface="Arial" pitchFamily="34" charset="-120"/>
              </a:rPr>
              <a:t>FY26 US IG gross supply, revised up from US$1.6trn: 32% above 2025 and past the 2020 record. Net issuance near US$970bn.</a:t>
            </a:r>
            <a:endParaRPr lang="en-US" sz="1200" dirty="0">
              <a:latin typeface="Trebuchet MS" panose="020B0603020202020204" pitchFamily="34" charset="0"/>
            </a:endParaRPr>
          </a:p>
        </p:txBody>
      </p:sp>
      <p:sp>
        <p:nvSpPr>
          <p:cNvPr id="11" name="Rectángulo 10">
            <a:extLst>
              <a:ext uri="{FF2B5EF4-FFF2-40B4-BE49-F238E27FC236}">
                <a16:creationId xmlns:a16="http://schemas.microsoft.com/office/drawing/2014/main" id="{60D2B271-9BB2-5D79-8EAF-DA0BF4CEA795}"/>
              </a:ext>
            </a:extLst>
          </p:cNvPr>
          <p:cNvSpPr/>
          <p:nvPr/>
        </p:nvSpPr>
        <p:spPr>
          <a:xfrm>
            <a:off x="6441049" y="5634686"/>
            <a:ext cx="5322498" cy="72461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1600" b="1" dirty="0">
                <a:solidFill>
                  <a:schemeClr val="tx1"/>
                </a:solidFill>
                <a:latin typeface="Trebuchet MS" panose="020B0603020202020204" pitchFamily="34" charset="0"/>
              </a:rPr>
              <a:t>+32bps </a:t>
            </a:r>
          </a:p>
          <a:p>
            <a:pPr algn="ctr"/>
            <a:r>
              <a:rPr lang="es-PE" sz="1000" b="1" dirty="0">
                <a:solidFill>
                  <a:schemeClr val="tx1"/>
                </a:solidFill>
                <a:latin typeface="Trebuchet MS" panose="020B0603020202020204" pitchFamily="34" charset="0"/>
              </a:rPr>
              <a:t>vs. −1bp </a:t>
            </a:r>
            <a:r>
              <a:rPr lang="es-PE" sz="1000" b="1" dirty="0" err="1">
                <a:solidFill>
                  <a:schemeClr val="tx1"/>
                </a:solidFill>
                <a:latin typeface="Trebuchet MS" panose="020B0603020202020204" pitchFamily="34" charset="0"/>
              </a:rPr>
              <a:t>for</a:t>
            </a:r>
            <a:r>
              <a:rPr lang="es-PE" sz="1000" b="1" dirty="0">
                <a:solidFill>
                  <a:schemeClr val="tx1"/>
                </a:solidFill>
                <a:latin typeface="Trebuchet MS" panose="020B0603020202020204" pitchFamily="34" charset="0"/>
              </a:rPr>
              <a:t> Non-Fin $IG ex-hyperscalers</a:t>
            </a:r>
          </a:p>
          <a:p>
            <a:pPr algn="ctr"/>
            <a:r>
              <a:rPr lang="en-US" sz="1200" dirty="0">
                <a:solidFill>
                  <a:srgbClr val="333D4E"/>
                </a:solidFill>
                <a:latin typeface="Trebuchet MS" panose="020B0603020202020204" pitchFamily="34" charset="0"/>
                <a:ea typeface="Arial" pitchFamily="34" charset="-122"/>
                <a:cs typeface="Arial" pitchFamily="34" charset="-120"/>
              </a:rPr>
              <a:t>The AI complex has underperformed in every quarter of 2026.</a:t>
            </a:r>
          </a:p>
        </p:txBody>
      </p:sp>
      <p:sp>
        <p:nvSpPr>
          <p:cNvPr id="8" name="TextBox 1">
            <a:extLst>
              <a:ext uri="{FF2B5EF4-FFF2-40B4-BE49-F238E27FC236}">
                <a16:creationId xmlns:a16="http://schemas.microsoft.com/office/drawing/2014/main" id="{57499ADF-EA56-1E92-4423-7284BBEF27C9}"/>
              </a:ext>
            </a:extLst>
          </p:cNvPr>
          <p:cNvSpPr txBox="1"/>
          <p:nvPr/>
        </p:nvSpPr>
        <p:spPr>
          <a:xfrm>
            <a:off x="6761989" y="983196"/>
            <a:ext cx="4963557" cy="307777"/>
          </a:xfrm>
          <a:prstGeom prst="rect">
            <a:avLst/>
          </a:prstGeom>
          <a:noFill/>
          <a:ln>
            <a:noFill/>
          </a:ln>
        </p:spPr>
        <p:txBody>
          <a:bodyPr wrap="square">
            <a:spAutoFit/>
          </a:bodyPr>
          <a:lstStyle/>
          <a:p>
            <a:pPr algn="ctr"/>
            <a:r>
              <a:rPr lang="es-PE" sz="1200" b="1" dirty="0"/>
              <a:t> </a:t>
            </a:r>
            <a:r>
              <a:rPr lang="en-US" sz="1400" b="1" dirty="0">
                <a:solidFill>
                  <a:srgbClr val="000000"/>
                </a:solidFill>
                <a:latin typeface="Trebuchet MS" panose="020B0603020202020204" pitchFamily="34" charset="0"/>
              </a:rPr>
              <a:t>Credit spread </a:t>
            </a:r>
            <a:r>
              <a:rPr lang="en-US" sz="1400" b="1" dirty="0" err="1">
                <a:solidFill>
                  <a:srgbClr val="000000"/>
                </a:solidFill>
                <a:latin typeface="Trebuchet MS" panose="020B0603020202020204" pitchFamily="34" charset="0"/>
              </a:rPr>
              <a:t>Hyperscalers</a:t>
            </a:r>
            <a:endParaRPr lang="en-US" sz="1200" b="1"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4223483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4034-1B32-231D-58D7-5BB0A157C07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6CCCE4B-E0BF-541F-7C8B-5F83B8AC01C9}"/>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34</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ECE4CF7D-94E0-D1E0-CEAA-23AAA5580247}"/>
              </a:ext>
            </a:extLst>
          </p:cNvPr>
          <p:cNvSpPr txBox="1"/>
          <p:nvPr/>
        </p:nvSpPr>
        <p:spPr>
          <a:xfrm>
            <a:off x="161925" y="152400"/>
            <a:ext cx="11115675" cy="701731"/>
          </a:xfrm>
          <a:prstGeom prst="rect">
            <a:avLst/>
          </a:prstGeom>
          <a:noFill/>
        </p:spPr>
        <p:txBody>
          <a:bodyPr wrap="square" rtlCol="0">
            <a:spAutoFit/>
          </a:bodyPr>
          <a:lstStyle/>
          <a:p>
            <a:pPr>
              <a:lnSpc>
                <a:spcPct val="90000"/>
              </a:lnSpc>
              <a:spcBef>
                <a:spcPct val="0"/>
              </a:spcBef>
            </a:pPr>
            <a:r>
              <a:rPr lang="en-US" sz="2000" b="1" spc="-50" dirty="0">
                <a:latin typeface="Trebuchet MS" panose="020B0603020202020204" pitchFamily="34" charset="0"/>
              </a:rPr>
              <a:t>US Credit: $IG is a tale of two cities, and the AI tailwind turns into a credit headwind</a:t>
            </a:r>
          </a:p>
          <a:p>
            <a:pPr>
              <a:lnSpc>
                <a:spcPct val="90000"/>
              </a:lnSpc>
              <a:spcBef>
                <a:spcPct val="0"/>
              </a:spcBef>
            </a:pPr>
            <a:endParaRPr lang="en-US" sz="2400" b="1" spc="-50" dirty="0">
              <a:latin typeface="Trebuchet MS" panose="020B0603020202020204" pitchFamily="34" charset="0"/>
            </a:endParaRPr>
          </a:p>
        </p:txBody>
      </p:sp>
      <p:sp>
        <p:nvSpPr>
          <p:cNvPr id="10" name="Rectángulo 9">
            <a:extLst>
              <a:ext uri="{FF2B5EF4-FFF2-40B4-BE49-F238E27FC236}">
                <a16:creationId xmlns:a16="http://schemas.microsoft.com/office/drawing/2014/main" id="{C5DBF220-642B-3A7E-C1B1-1C678FB70411}"/>
              </a:ext>
            </a:extLst>
          </p:cNvPr>
          <p:cNvSpPr/>
          <p:nvPr/>
        </p:nvSpPr>
        <p:spPr>
          <a:xfrm>
            <a:off x="0" y="750498"/>
            <a:ext cx="670884" cy="61044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angle 9">
            <a:extLst>
              <a:ext uri="{FF2B5EF4-FFF2-40B4-BE49-F238E27FC236}">
                <a16:creationId xmlns:a16="http://schemas.microsoft.com/office/drawing/2014/main" id="{187F8BE9-5FF8-636C-393F-14ED39FC6A45}"/>
              </a:ext>
            </a:extLst>
          </p:cNvPr>
          <p:cNvSpPr/>
          <p:nvPr/>
        </p:nvSpPr>
        <p:spPr>
          <a:xfrm>
            <a:off x="91107" y="6628379"/>
            <a:ext cx="9872405" cy="144598"/>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Deutsche Bank, Barclays, Neuberger Berman and Bloomberg.</a:t>
            </a:r>
          </a:p>
        </p:txBody>
      </p:sp>
      <p:pic>
        <p:nvPicPr>
          <p:cNvPr id="24" name="Imagen 23">
            <a:extLst>
              <a:ext uri="{FF2B5EF4-FFF2-40B4-BE49-F238E27FC236}">
                <a16:creationId xmlns:a16="http://schemas.microsoft.com/office/drawing/2014/main" id="{20F0A678-EEF3-9229-4476-7BF58D445751}"/>
              </a:ext>
            </a:extLst>
          </p:cNvPr>
          <p:cNvPicPr>
            <a:picLocks noChangeAspect="1"/>
          </p:cNvPicPr>
          <p:nvPr/>
        </p:nvPicPr>
        <p:blipFill>
          <a:blip r:embed="rId3"/>
          <a:stretch>
            <a:fillRect/>
          </a:stretch>
        </p:blipFill>
        <p:spPr>
          <a:xfrm>
            <a:off x="3615950" y="2095366"/>
            <a:ext cx="809401" cy="382464"/>
          </a:xfrm>
          <a:prstGeom prst="rect">
            <a:avLst/>
          </a:prstGeom>
        </p:spPr>
      </p:pic>
      <p:sp>
        <p:nvSpPr>
          <p:cNvPr id="25" name="Rectángulo 24">
            <a:extLst>
              <a:ext uri="{FF2B5EF4-FFF2-40B4-BE49-F238E27FC236}">
                <a16:creationId xmlns:a16="http://schemas.microsoft.com/office/drawing/2014/main" id="{62BDF08B-18F3-881A-D79A-829D4A57AC4F}"/>
              </a:ext>
            </a:extLst>
          </p:cNvPr>
          <p:cNvSpPr/>
          <p:nvPr/>
        </p:nvSpPr>
        <p:spPr>
          <a:xfrm>
            <a:off x="4606506" y="1243916"/>
            <a:ext cx="850149" cy="4120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52" name="Grupo 51">
            <a:extLst>
              <a:ext uri="{FF2B5EF4-FFF2-40B4-BE49-F238E27FC236}">
                <a16:creationId xmlns:a16="http://schemas.microsoft.com/office/drawing/2014/main" id="{61898C4C-9BD0-024B-7352-339037BC8BAB}"/>
              </a:ext>
            </a:extLst>
          </p:cNvPr>
          <p:cNvGrpSpPr/>
          <p:nvPr/>
        </p:nvGrpSpPr>
        <p:grpSpPr>
          <a:xfrm>
            <a:off x="86842" y="946739"/>
            <a:ext cx="11813725" cy="5261881"/>
            <a:chOff x="47102" y="773739"/>
            <a:chExt cx="11813725" cy="5261881"/>
          </a:xfrm>
        </p:grpSpPr>
        <p:sp>
          <p:nvSpPr>
            <p:cNvPr id="21" name="TextBox 1">
              <a:extLst>
                <a:ext uri="{FF2B5EF4-FFF2-40B4-BE49-F238E27FC236}">
                  <a16:creationId xmlns:a16="http://schemas.microsoft.com/office/drawing/2014/main" id="{FA305F1B-833B-A815-1A7E-D9A5BB60B148}"/>
                </a:ext>
              </a:extLst>
            </p:cNvPr>
            <p:cNvSpPr txBox="1"/>
            <p:nvPr/>
          </p:nvSpPr>
          <p:spPr>
            <a:xfrm>
              <a:off x="5197866" y="773739"/>
              <a:ext cx="3660530" cy="492443"/>
            </a:xfrm>
            <a:prstGeom prst="rect">
              <a:avLst/>
            </a:prstGeom>
            <a:noFill/>
            <a:ln>
              <a:noFill/>
            </a:ln>
          </p:spPr>
          <p:txBody>
            <a:bodyPr wrap="square">
              <a:spAutoFit/>
            </a:bodyPr>
            <a:lstStyle/>
            <a:p>
              <a:pPr algn="ctr"/>
              <a:r>
                <a:rPr lang="es-PE" sz="1400" b="1" dirty="0"/>
                <a:t> </a:t>
              </a:r>
              <a:r>
                <a:rPr lang="en-US" sz="1200" b="1" dirty="0">
                  <a:solidFill>
                    <a:srgbClr val="000000"/>
                  </a:solidFill>
                  <a:latin typeface="Trebuchet MS" panose="020B0603020202020204" pitchFamily="34" charset="0"/>
                </a:rPr>
                <a:t>YTD Hyperscale issuance (incl. SPCX &amp; NVDA) as a % overall %IG supply by tenor</a:t>
              </a:r>
            </a:p>
          </p:txBody>
        </p:sp>
        <p:pic>
          <p:nvPicPr>
            <p:cNvPr id="3" name="Imagen 2">
              <a:extLst>
                <a:ext uri="{FF2B5EF4-FFF2-40B4-BE49-F238E27FC236}">
                  <a16:creationId xmlns:a16="http://schemas.microsoft.com/office/drawing/2014/main" id="{20E8F4D6-5FB5-22A3-A219-B5562AB31519}"/>
                </a:ext>
              </a:extLst>
            </p:cNvPr>
            <p:cNvPicPr>
              <a:picLocks noChangeAspect="1"/>
            </p:cNvPicPr>
            <p:nvPr/>
          </p:nvPicPr>
          <p:blipFill>
            <a:blip r:embed="rId4"/>
            <a:srcRect t="15623" b="1847"/>
            <a:stretch>
              <a:fillRect/>
            </a:stretch>
          </p:blipFill>
          <p:spPr>
            <a:xfrm>
              <a:off x="47102" y="1243916"/>
              <a:ext cx="5871411" cy="2650088"/>
            </a:xfrm>
            <a:prstGeom prst="rect">
              <a:avLst/>
            </a:prstGeom>
          </p:spPr>
        </p:pic>
        <p:sp>
          <p:nvSpPr>
            <p:cNvPr id="16" name="TextBox 1">
              <a:extLst>
                <a:ext uri="{FF2B5EF4-FFF2-40B4-BE49-F238E27FC236}">
                  <a16:creationId xmlns:a16="http://schemas.microsoft.com/office/drawing/2014/main" id="{E564F53C-0F52-DA80-3E5F-26483B8F504C}"/>
                </a:ext>
              </a:extLst>
            </p:cNvPr>
            <p:cNvSpPr txBox="1"/>
            <p:nvPr/>
          </p:nvSpPr>
          <p:spPr>
            <a:xfrm>
              <a:off x="331173" y="782251"/>
              <a:ext cx="4963557" cy="461665"/>
            </a:xfrm>
            <a:prstGeom prst="rect">
              <a:avLst/>
            </a:prstGeom>
            <a:noFill/>
            <a:ln>
              <a:noFill/>
            </a:ln>
          </p:spPr>
          <p:txBody>
            <a:bodyPr wrap="square">
              <a:spAutoFit/>
            </a:bodyPr>
            <a:lstStyle/>
            <a:p>
              <a:pPr algn="ctr"/>
              <a:r>
                <a:rPr lang="es-PE" sz="1200" b="1" dirty="0"/>
                <a:t> </a:t>
              </a:r>
              <a:r>
                <a:rPr lang="en-US" sz="1200" b="1" dirty="0">
                  <a:solidFill>
                    <a:srgbClr val="000000"/>
                  </a:solidFill>
                  <a:latin typeface="Trebuchet MS" panose="020B0603020202020204" pitchFamily="34" charset="0"/>
                </a:rPr>
                <a:t>$IG Sector Weightings</a:t>
              </a:r>
            </a:p>
            <a:p>
              <a:pPr algn="ctr"/>
              <a:r>
                <a:rPr lang="en-US" sz="1200" b="1" dirty="0">
                  <a:solidFill>
                    <a:srgbClr val="000000"/>
                  </a:solidFill>
                  <a:latin typeface="Trebuchet MS" panose="020B0603020202020204" pitchFamily="34" charset="0"/>
                </a:rPr>
                <a:t>(incl. Hyperscalers and adjusting Tech, Media and Retail)</a:t>
              </a:r>
            </a:p>
          </p:txBody>
        </p:sp>
        <p:graphicFrame>
          <p:nvGraphicFramePr>
            <p:cNvPr id="22" name="Gráfico 21">
              <a:extLst>
                <a:ext uri="{FF2B5EF4-FFF2-40B4-BE49-F238E27FC236}">
                  <a16:creationId xmlns:a16="http://schemas.microsoft.com/office/drawing/2014/main" id="{0BA8E7BA-EAB0-639E-07FB-C6ABCEAAF456}"/>
                </a:ext>
              </a:extLst>
            </p:cNvPr>
            <p:cNvGraphicFramePr>
              <a:graphicFrameLocks/>
            </p:cNvGraphicFramePr>
            <p:nvPr>
              <p:extLst>
                <p:ext uri="{D42A27DB-BD31-4B8C-83A1-F6EECF244321}">
                  <p14:modId xmlns:p14="http://schemas.microsoft.com/office/powerpoint/2010/main" val="2322659739"/>
                </p:ext>
              </p:extLst>
            </p:nvPr>
          </p:nvGraphicFramePr>
          <p:xfrm>
            <a:off x="5275740" y="1243916"/>
            <a:ext cx="359816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4" name="Rectángulo 33">
              <a:extLst>
                <a:ext uri="{FF2B5EF4-FFF2-40B4-BE49-F238E27FC236}">
                  <a16:creationId xmlns:a16="http://schemas.microsoft.com/office/drawing/2014/main" id="{461DA589-B607-8E0E-D4EA-B01C9CEE63C8}"/>
                </a:ext>
              </a:extLst>
            </p:cNvPr>
            <p:cNvSpPr/>
            <p:nvPr/>
          </p:nvSpPr>
          <p:spPr>
            <a:xfrm>
              <a:off x="9317455" y="861956"/>
              <a:ext cx="2543372" cy="13222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1600" b="1" dirty="0">
                  <a:solidFill>
                    <a:schemeClr val="tx1"/>
                  </a:solidFill>
                  <a:latin typeface="Trebuchet MS" panose="020B0603020202020204" pitchFamily="34" charset="0"/>
                </a:rPr>
                <a:t>4.3%</a:t>
              </a:r>
            </a:p>
            <a:p>
              <a:pPr algn="ctr"/>
              <a:r>
                <a:rPr lang="en-US" sz="1200" dirty="0">
                  <a:solidFill>
                    <a:srgbClr val="333D4E"/>
                  </a:solidFill>
                  <a:latin typeface="Trebuchet MS" panose="020B0603020202020204" pitchFamily="34" charset="0"/>
                  <a:ea typeface="Arial" pitchFamily="34" charset="-122"/>
                  <a:cs typeface="Arial" pitchFamily="34" charset="-120"/>
                </a:rPr>
                <a:t>of the $IG index is </a:t>
              </a:r>
              <a:r>
                <a:rPr lang="en-US" sz="1200" dirty="0" err="1">
                  <a:solidFill>
                    <a:srgbClr val="333D4E"/>
                  </a:solidFill>
                  <a:latin typeface="Trebuchet MS" panose="020B0603020202020204" pitchFamily="34" charset="0"/>
                  <a:ea typeface="Arial" pitchFamily="34" charset="-122"/>
                  <a:cs typeface="Arial" pitchFamily="34" charset="-120"/>
                </a:rPr>
                <a:t>hyperscalers</a:t>
              </a:r>
              <a:r>
                <a:rPr lang="en-US" sz="1200" dirty="0">
                  <a:solidFill>
                    <a:srgbClr val="333D4E"/>
                  </a:solidFill>
                  <a:latin typeface="Trebuchet MS" panose="020B0603020202020204" pitchFamily="34" charset="0"/>
                  <a:ea typeface="Arial" pitchFamily="34" charset="-122"/>
                  <a:cs typeface="Arial" pitchFamily="34" charset="-120"/>
                </a:rPr>
                <a:t>, nearly double the end-2024 weight. With Tech it could reach 11% by end-2027.</a:t>
              </a:r>
            </a:p>
          </p:txBody>
        </p:sp>
        <p:sp>
          <p:nvSpPr>
            <p:cNvPr id="38" name="Rectángulo 37">
              <a:extLst>
                <a:ext uri="{FF2B5EF4-FFF2-40B4-BE49-F238E27FC236}">
                  <a16:creationId xmlns:a16="http://schemas.microsoft.com/office/drawing/2014/main" id="{3EECC6C7-D6F4-1584-F489-3BBBE27D529B}"/>
                </a:ext>
              </a:extLst>
            </p:cNvPr>
            <p:cNvSpPr/>
            <p:nvPr/>
          </p:nvSpPr>
          <p:spPr>
            <a:xfrm>
              <a:off x="9317455" y="2544793"/>
              <a:ext cx="2543372" cy="132228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1600" b="1" dirty="0">
                  <a:solidFill>
                    <a:schemeClr val="tx1"/>
                  </a:solidFill>
                  <a:latin typeface="Trebuchet MS" panose="020B0603020202020204" pitchFamily="34" charset="0"/>
                </a:rPr>
                <a:t>+4.0% default </a:t>
              </a:r>
              <a:r>
                <a:rPr lang="es-PE" sz="1600" b="1" dirty="0" err="1">
                  <a:solidFill>
                    <a:schemeClr val="tx1"/>
                  </a:solidFill>
                  <a:latin typeface="Trebuchet MS" panose="020B0603020202020204" pitchFamily="34" charset="0"/>
                </a:rPr>
                <a:t>rate</a:t>
              </a:r>
              <a:endParaRPr lang="es-PE" sz="1600" b="1" dirty="0">
                <a:solidFill>
                  <a:schemeClr val="tx1"/>
                </a:solidFill>
                <a:latin typeface="Trebuchet MS" panose="020B0603020202020204" pitchFamily="34" charset="0"/>
              </a:endParaRPr>
            </a:p>
            <a:p>
              <a:pPr algn="ctr"/>
              <a:r>
                <a:rPr lang="en-US" sz="1000" b="1" dirty="0">
                  <a:solidFill>
                    <a:schemeClr val="tx1"/>
                  </a:solidFill>
                  <a:latin typeface="Trebuchet MS" panose="020B0603020202020204" pitchFamily="34" charset="0"/>
                </a:rPr>
                <a:t>Slows to 3.6% by YE’26, then back to 4.0% by Q2’27</a:t>
              </a:r>
            </a:p>
            <a:p>
              <a:pPr algn="ctr"/>
              <a:r>
                <a:rPr lang="en-US" sz="1200" dirty="0">
                  <a:solidFill>
                    <a:srgbClr val="333D4E"/>
                  </a:solidFill>
                  <a:latin typeface="Trebuchet MS" panose="020B0603020202020204" pitchFamily="34" charset="0"/>
                  <a:ea typeface="Arial" pitchFamily="34" charset="-122"/>
                  <a:cs typeface="Arial" pitchFamily="34" charset="-120"/>
                </a:rPr>
                <a:t>Still well above the 20-year median of 2.9%.</a:t>
              </a:r>
            </a:p>
          </p:txBody>
        </p:sp>
        <p:grpSp>
          <p:nvGrpSpPr>
            <p:cNvPr id="43" name="Grupo 42">
              <a:extLst>
                <a:ext uri="{FF2B5EF4-FFF2-40B4-BE49-F238E27FC236}">
                  <a16:creationId xmlns:a16="http://schemas.microsoft.com/office/drawing/2014/main" id="{AE279D4C-65E2-F911-F4B7-3F595B3D6643}"/>
                </a:ext>
              </a:extLst>
            </p:cNvPr>
            <p:cNvGrpSpPr/>
            <p:nvPr/>
          </p:nvGrpSpPr>
          <p:grpSpPr>
            <a:xfrm>
              <a:off x="562927" y="4713340"/>
              <a:ext cx="11066146" cy="1322280"/>
              <a:chOff x="698500" y="4642710"/>
              <a:chExt cx="11066146" cy="1663568"/>
            </a:xfrm>
          </p:grpSpPr>
          <p:sp>
            <p:nvSpPr>
              <p:cNvPr id="44" name="Shape 20">
                <a:extLst>
                  <a:ext uri="{FF2B5EF4-FFF2-40B4-BE49-F238E27FC236}">
                    <a16:creationId xmlns:a16="http://schemas.microsoft.com/office/drawing/2014/main" id="{FC0C3E5C-B798-3F2D-04E0-06508758DA77}"/>
                  </a:ext>
                </a:extLst>
              </p:cNvPr>
              <p:cNvSpPr/>
              <p:nvPr/>
            </p:nvSpPr>
            <p:spPr>
              <a:xfrm>
                <a:off x="698500" y="4642710"/>
                <a:ext cx="5302250" cy="1663568"/>
              </a:xfrm>
              <a:prstGeom prst="roundRect">
                <a:avLst>
                  <a:gd name="adj" fmla="val 6107"/>
                </a:avLst>
              </a:prstGeom>
              <a:solidFill>
                <a:srgbClr val="0033A0"/>
              </a:solidFill>
              <a:ln/>
            </p:spPr>
            <p:txBody>
              <a:bodyPr/>
              <a:lstStyle/>
              <a:p>
                <a:endParaRPr lang="es-PE" sz="1200"/>
              </a:p>
            </p:txBody>
          </p:sp>
          <p:sp>
            <p:nvSpPr>
              <p:cNvPr id="45" name="Text 21">
                <a:extLst>
                  <a:ext uri="{FF2B5EF4-FFF2-40B4-BE49-F238E27FC236}">
                    <a16:creationId xmlns:a16="http://schemas.microsoft.com/office/drawing/2014/main" id="{B574B1FF-8548-F513-744E-3482F269D192}"/>
                  </a:ext>
                </a:extLst>
              </p:cNvPr>
              <p:cNvSpPr/>
              <p:nvPr/>
            </p:nvSpPr>
            <p:spPr>
              <a:xfrm>
                <a:off x="914401" y="4820510"/>
                <a:ext cx="5357495" cy="261607"/>
              </a:xfrm>
              <a:prstGeom prst="rect">
                <a:avLst/>
              </a:prstGeom>
              <a:noFill/>
              <a:ln/>
            </p:spPr>
            <p:txBody>
              <a:bodyPr wrap="square" lIns="16933" tIns="16933" rIns="16933" bIns="16933" rtlCol="0" anchor="t">
                <a:normAutofit fontScale="85000" lnSpcReduction="10000"/>
              </a:bodyPr>
              <a:lstStyle/>
              <a:p>
                <a:pPr>
                  <a:lnSpc>
                    <a:spcPct val="132857"/>
                  </a:lnSpc>
                </a:pPr>
                <a:r>
                  <a:rPr lang="en-US" sz="1200" b="1" kern="0" spc="60" dirty="0">
                    <a:solidFill>
                      <a:srgbClr val="E3E829"/>
                    </a:solidFill>
                    <a:latin typeface="Trebuchet MS" panose="020B0603020202020204" pitchFamily="34" charset="0"/>
                    <a:ea typeface="Arial" pitchFamily="34" charset="-122"/>
                    <a:cs typeface="Arial" pitchFamily="34" charset="-120"/>
                  </a:rPr>
                  <a:t>CHANNEL 1 · RATES</a:t>
                </a:r>
                <a:endParaRPr lang="en-US" sz="1200" dirty="0">
                  <a:latin typeface="Trebuchet MS" panose="020B0603020202020204" pitchFamily="34" charset="0"/>
                </a:endParaRPr>
              </a:p>
            </p:txBody>
          </p:sp>
          <p:sp>
            <p:nvSpPr>
              <p:cNvPr id="46" name="Text 22">
                <a:extLst>
                  <a:ext uri="{FF2B5EF4-FFF2-40B4-BE49-F238E27FC236}">
                    <a16:creationId xmlns:a16="http://schemas.microsoft.com/office/drawing/2014/main" id="{BB998A92-234D-7B3A-0B81-45CF713278CC}"/>
                  </a:ext>
                </a:extLst>
              </p:cNvPr>
              <p:cNvSpPr/>
              <p:nvPr/>
            </p:nvSpPr>
            <p:spPr>
              <a:xfrm>
                <a:off x="914400" y="5137151"/>
                <a:ext cx="4771023" cy="703527"/>
              </a:xfrm>
              <a:prstGeom prst="rect">
                <a:avLst/>
              </a:prstGeom>
              <a:noFill/>
              <a:ln/>
            </p:spPr>
            <p:txBody>
              <a:bodyPr wrap="square" lIns="0" tIns="0" rIns="0" bIns="0" rtlCol="0" anchor="t">
                <a:normAutofit fontScale="92500" lnSpcReduction="20000"/>
              </a:bodyPr>
              <a:lstStyle/>
              <a:p>
                <a:pPr>
                  <a:lnSpc>
                    <a:spcPct val="124091"/>
                  </a:lnSpc>
                </a:pPr>
                <a:r>
                  <a:rPr lang="en-US" sz="1300" dirty="0">
                    <a:solidFill>
                      <a:srgbClr val="CFE0FF"/>
                    </a:solidFill>
                    <a:latin typeface="Trebuchet MS" panose="020B0603020202020204" pitchFamily="34" charset="0"/>
                    <a:ea typeface="Arial" pitchFamily="34" charset="-122"/>
                    <a:cs typeface="Arial" pitchFamily="34" charset="-120"/>
                  </a:rPr>
                  <a:t>AI tailwinds keep growth solid and push the Fed and ECB more hawkish. Financial conditions tighten exactly where leverage cannot absorb it.</a:t>
                </a:r>
                <a:endParaRPr lang="en-US" sz="1300" dirty="0">
                  <a:latin typeface="Trebuchet MS" panose="020B0603020202020204" pitchFamily="34" charset="0"/>
                </a:endParaRPr>
              </a:p>
            </p:txBody>
          </p:sp>
          <p:sp>
            <p:nvSpPr>
              <p:cNvPr id="48" name="Shape 24">
                <a:extLst>
                  <a:ext uri="{FF2B5EF4-FFF2-40B4-BE49-F238E27FC236}">
                    <a16:creationId xmlns:a16="http://schemas.microsoft.com/office/drawing/2014/main" id="{3AB848DD-FFBC-50D3-6335-72FE498F2D0C}"/>
                  </a:ext>
                </a:extLst>
              </p:cNvPr>
              <p:cNvSpPr/>
              <p:nvPr/>
            </p:nvSpPr>
            <p:spPr>
              <a:xfrm>
                <a:off x="6191250" y="4642710"/>
                <a:ext cx="5302250" cy="1663568"/>
              </a:xfrm>
              <a:prstGeom prst="roundRect">
                <a:avLst>
                  <a:gd name="adj" fmla="val 6107"/>
                </a:avLst>
              </a:prstGeom>
              <a:solidFill>
                <a:srgbClr val="0033A0"/>
              </a:solidFill>
              <a:ln/>
            </p:spPr>
            <p:txBody>
              <a:bodyPr/>
              <a:lstStyle/>
              <a:p>
                <a:endParaRPr lang="es-PE" sz="1200"/>
              </a:p>
            </p:txBody>
          </p:sp>
          <p:sp>
            <p:nvSpPr>
              <p:cNvPr id="49" name="Text 25">
                <a:extLst>
                  <a:ext uri="{FF2B5EF4-FFF2-40B4-BE49-F238E27FC236}">
                    <a16:creationId xmlns:a16="http://schemas.microsoft.com/office/drawing/2014/main" id="{58689FB3-F41F-CB0D-D32E-A83E87B4DD72}"/>
                  </a:ext>
                </a:extLst>
              </p:cNvPr>
              <p:cNvSpPr/>
              <p:nvPr/>
            </p:nvSpPr>
            <p:spPr>
              <a:xfrm>
                <a:off x="6407151" y="4820510"/>
                <a:ext cx="5357495" cy="261607"/>
              </a:xfrm>
              <a:prstGeom prst="rect">
                <a:avLst/>
              </a:prstGeom>
              <a:noFill/>
              <a:ln/>
            </p:spPr>
            <p:txBody>
              <a:bodyPr wrap="square" lIns="16933" tIns="16933" rIns="16933" bIns="16933" rtlCol="0" anchor="t">
                <a:normAutofit fontScale="85000" lnSpcReduction="10000"/>
              </a:bodyPr>
              <a:lstStyle/>
              <a:p>
                <a:pPr>
                  <a:lnSpc>
                    <a:spcPct val="132857"/>
                  </a:lnSpc>
                </a:pPr>
                <a:r>
                  <a:rPr lang="en-US" sz="1200" b="1" kern="0" spc="60" dirty="0">
                    <a:solidFill>
                      <a:srgbClr val="E3E829"/>
                    </a:solidFill>
                    <a:latin typeface="Trebuchet MS" panose="020B0603020202020204" pitchFamily="34" charset="0"/>
                    <a:ea typeface="Arial" pitchFamily="34" charset="-122"/>
                    <a:cs typeface="Arial" pitchFamily="34" charset="-120"/>
                  </a:rPr>
                  <a:t>CHANNEL 2 · SOFTWARE</a:t>
                </a:r>
                <a:endParaRPr lang="en-US" sz="1200" dirty="0">
                  <a:latin typeface="Trebuchet MS" panose="020B0603020202020204" pitchFamily="34" charset="0"/>
                </a:endParaRPr>
              </a:p>
            </p:txBody>
          </p:sp>
          <p:sp>
            <p:nvSpPr>
              <p:cNvPr id="50" name="Text 26">
                <a:extLst>
                  <a:ext uri="{FF2B5EF4-FFF2-40B4-BE49-F238E27FC236}">
                    <a16:creationId xmlns:a16="http://schemas.microsoft.com/office/drawing/2014/main" id="{F0F54DB1-364F-50AF-5F8E-953A6A48EAD1}"/>
                  </a:ext>
                </a:extLst>
              </p:cNvPr>
              <p:cNvSpPr/>
              <p:nvPr/>
            </p:nvSpPr>
            <p:spPr>
              <a:xfrm>
                <a:off x="6407150" y="5137151"/>
                <a:ext cx="5007775" cy="703527"/>
              </a:xfrm>
              <a:prstGeom prst="rect">
                <a:avLst/>
              </a:prstGeom>
              <a:noFill/>
              <a:ln/>
            </p:spPr>
            <p:txBody>
              <a:bodyPr wrap="square" lIns="0" tIns="0" rIns="0" bIns="0" rtlCol="0" anchor="t">
                <a:normAutofit fontScale="92500" lnSpcReduction="20000"/>
              </a:bodyPr>
              <a:lstStyle/>
              <a:p>
                <a:pPr>
                  <a:lnSpc>
                    <a:spcPct val="124091"/>
                  </a:lnSpc>
                </a:pPr>
                <a:r>
                  <a:rPr lang="en-US" sz="1300" dirty="0">
                    <a:solidFill>
                      <a:srgbClr val="CFE0FF"/>
                    </a:solidFill>
                    <a:latin typeface="Trebuchet MS" panose="020B0603020202020204" pitchFamily="34" charset="0"/>
                    <a:ea typeface="Arial" pitchFamily="34" charset="-122"/>
                    <a:cs typeface="Arial" pitchFamily="34" charset="-120"/>
                  </a:rPr>
                  <a:t>30% of US software lev loans already trade at implied CCC (vs. 10% from the agencies) and 80% of B-rated debt sits in loans or private credit. Downgrades alone push CCC buckets past 7.5%.</a:t>
                </a:r>
                <a:endParaRPr lang="en-US" sz="1300" dirty="0">
                  <a:latin typeface="Trebuchet MS" panose="020B0603020202020204" pitchFamily="34" charset="0"/>
                </a:endParaRPr>
              </a:p>
            </p:txBody>
          </p:sp>
        </p:grpSp>
      </p:grpSp>
    </p:spTree>
    <p:extLst>
      <p:ext uri="{BB962C8B-B14F-4D97-AF65-F5344CB8AC3E}">
        <p14:creationId xmlns:p14="http://schemas.microsoft.com/office/powerpoint/2010/main" val="3449751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5D0F72-492C-42FD-A39E-B4A879D082FD}"/>
              </a:ext>
            </a:extLst>
          </p:cNvPr>
          <p:cNvSpPr txBox="1"/>
          <p:nvPr/>
        </p:nvSpPr>
        <p:spPr>
          <a:xfrm>
            <a:off x="904875" y="2247900"/>
            <a:ext cx="9620250" cy="923330"/>
          </a:xfrm>
          <a:prstGeom prst="rect">
            <a:avLst/>
          </a:prstGeom>
          <a:noFill/>
        </p:spPr>
        <p:txBody>
          <a:bodyPr wrap="square" rtlCol="0">
            <a:spAutoFit/>
          </a:bodyPr>
          <a:lstStyle/>
          <a:p>
            <a:r>
              <a:rPr lang="en-US" sz="5400" noProof="1">
                <a:solidFill>
                  <a:schemeClr val="tx1">
                    <a:lumMod val="75000"/>
                  </a:schemeClr>
                </a:solidFill>
                <a:latin typeface="Trebuchet MS" panose="020B0603020202020204" pitchFamily="34" charset="0"/>
              </a:rPr>
              <a:t>Fixed Income</a:t>
            </a:r>
          </a:p>
        </p:txBody>
      </p:sp>
      <p:sp>
        <p:nvSpPr>
          <p:cNvPr id="2" name="Slide Number Placeholder 1"/>
          <p:cNvSpPr>
            <a:spLocks noGrp="1"/>
          </p:cNvSpPr>
          <p:nvPr>
            <p:ph type="sldNum" sz="quarter" idx="12"/>
          </p:nvPr>
        </p:nvSpPr>
        <p:spPr/>
        <p:txBody>
          <a:bodyPr/>
          <a:lstStyle/>
          <a:p>
            <a:fld id="{4022B31E-1B25-402D-B825-4747191115EA}" type="slidenum">
              <a:rPr lang="es-PE" smtClean="0"/>
              <a:pPr/>
              <a:t>35</a:t>
            </a:fld>
            <a:endParaRPr lang="es-PE" dirty="0"/>
          </a:p>
        </p:txBody>
      </p:sp>
      <p:sp>
        <p:nvSpPr>
          <p:cNvPr id="5" name="TextBox 4"/>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Expected returns</a:t>
            </a:r>
          </a:p>
        </p:txBody>
      </p:sp>
    </p:spTree>
    <p:extLst>
      <p:ext uri="{BB962C8B-B14F-4D97-AF65-F5344CB8AC3E}">
        <p14:creationId xmlns:p14="http://schemas.microsoft.com/office/powerpoint/2010/main" val="3284211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0187D-4DE9-EACF-F277-537F5958B67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DA9350F-C514-7C83-2B54-4FA7934E9561}"/>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36</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BC5646E6-D91E-827B-66F4-50BFA26111C0}"/>
              </a:ext>
            </a:extLst>
          </p:cNvPr>
          <p:cNvSpPr txBox="1"/>
          <p:nvPr/>
        </p:nvSpPr>
        <p:spPr>
          <a:xfrm>
            <a:off x="161925" y="152400"/>
            <a:ext cx="11115675" cy="461665"/>
          </a:xfrm>
          <a:prstGeom prst="rect">
            <a:avLst/>
          </a:prstGeom>
          <a:noFill/>
        </p:spPr>
        <p:txBody>
          <a:bodyPr wrap="square" rtlCol="0">
            <a:spAutoFit/>
          </a:bodyPr>
          <a:lstStyle/>
          <a:p>
            <a:r>
              <a:rPr lang="en-US" sz="2400" b="1" spc="-50" dirty="0">
                <a:latin typeface="Trebuchet MS" panose="020B0603020202020204" pitchFamily="34" charset="0"/>
              </a:rPr>
              <a:t>Fixed Factors Summary</a:t>
            </a:r>
          </a:p>
        </p:txBody>
      </p:sp>
      <p:sp>
        <p:nvSpPr>
          <p:cNvPr id="11" name="Rectangle 9">
            <a:extLst>
              <a:ext uri="{FF2B5EF4-FFF2-40B4-BE49-F238E27FC236}">
                <a16:creationId xmlns:a16="http://schemas.microsoft.com/office/drawing/2014/main" id="{A273BE91-1A4B-5294-D003-BDEE0BE013CC}"/>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a:t>
            </a:r>
          </a:p>
        </p:txBody>
      </p:sp>
      <p:graphicFrame>
        <p:nvGraphicFramePr>
          <p:cNvPr id="3" name="Table 3">
            <a:extLst>
              <a:ext uri="{FF2B5EF4-FFF2-40B4-BE49-F238E27FC236}">
                <a16:creationId xmlns:a16="http://schemas.microsoft.com/office/drawing/2014/main" id="{330E2A72-3979-B04F-A472-01FDF1B50BBC}"/>
              </a:ext>
            </a:extLst>
          </p:cNvPr>
          <p:cNvGraphicFramePr>
            <a:graphicFrameLocks noGrp="1"/>
          </p:cNvGraphicFramePr>
          <p:nvPr>
            <p:extLst>
              <p:ext uri="{D42A27DB-BD31-4B8C-83A1-F6EECF244321}">
                <p14:modId xmlns:p14="http://schemas.microsoft.com/office/powerpoint/2010/main" val="1826532344"/>
              </p:ext>
            </p:extLst>
          </p:nvPr>
        </p:nvGraphicFramePr>
        <p:xfrm>
          <a:off x="880188" y="998754"/>
          <a:ext cx="10893536" cy="5193413"/>
        </p:xfrm>
        <a:graphic>
          <a:graphicData uri="http://schemas.openxmlformats.org/drawingml/2006/table">
            <a:tbl>
              <a:tblPr firstRow="1" bandRow="1">
                <a:tableStyleId>{073A0DAA-6AF3-43AB-8588-CEC1D06C72B9}</a:tableStyleId>
              </a:tblPr>
              <a:tblGrid>
                <a:gridCol w="1834437">
                  <a:extLst>
                    <a:ext uri="{9D8B030D-6E8A-4147-A177-3AD203B41FA5}">
                      <a16:colId xmlns:a16="http://schemas.microsoft.com/office/drawing/2014/main" val="3547120115"/>
                    </a:ext>
                  </a:extLst>
                </a:gridCol>
                <a:gridCol w="2838450">
                  <a:extLst>
                    <a:ext uri="{9D8B030D-6E8A-4147-A177-3AD203B41FA5}">
                      <a16:colId xmlns:a16="http://schemas.microsoft.com/office/drawing/2014/main" val="1685146165"/>
                    </a:ext>
                  </a:extLst>
                </a:gridCol>
                <a:gridCol w="3048000">
                  <a:extLst>
                    <a:ext uri="{9D8B030D-6E8A-4147-A177-3AD203B41FA5}">
                      <a16:colId xmlns:a16="http://schemas.microsoft.com/office/drawing/2014/main" val="2323506697"/>
                    </a:ext>
                  </a:extLst>
                </a:gridCol>
                <a:gridCol w="3172649">
                  <a:extLst>
                    <a:ext uri="{9D8B030D-6E8A-4147-A177-3AD203B41FA5}">
                      <a16:colId xmlns:a16="http://schemas.microsoft.com/office/drawing/2014/main" val="4218105055"/>
                    </a:ext>
                  </a:extLst>
                </a:gridCol>
              </a:tblGrid>
              <a:tr h="695292">
                <a:tc>
                  <a:txBody>
                    <a:bodyPr/>
                    <a:lstStyle/>
                    <a:p>
                      <a:pPr algn="ctr"/>
                      <a:r>
                        <a:rPr lang="en-US" sz="1100" b="1" dirty="0">
                          <a:solidFill>
                            <a:schemeClr val="bg1"/>
                          </a:solidFill>
                          <a:latin typeface="Arial Narrow" panose="020B0606020202030204" pitchFamily="34" charset="0"/>
                        </a:rPr>
                        <a:t>FACTOR</a:t>
                      </a:r>
                    </a:p>
                  </a:txBody>
                  <a:tcPr anchor="ctr"/>
                </a:tc>
                <a:tc>
                  <a:txBody>
                    <a:bodyPr/>
                    <a:lstStyle/>
                    <a:p>
                      <a:pPr algn="ctr"/>
                      <a:r>
                        <a:rPr lang="en-US" sz="1100" b="1" dirty="0">
                          <a:solidFill>
                            <a:schemeClr val="bg1"/>
                          </a:solidFill>
                          <a:latin typeface="Arial Narrow" panose="020B0606020202030204" pitchFamily="34" charset="0"/>
                        </a:rPr>
                        <a:t>GOLDILOCKS</a:t>
                      </a:r>
                    </a:p>
                  </a:txBody>
                  <a:tcPr anchor="ctr"/>
                </a:tc>
                <a:tc>
                  <a:txBody>
                    <a:bodyPr/>
                    <a:lstStyle/>
                    <a:p>
                      <a:pPr algn="ctr"/>
                      <a:r>
                        <a:rPr lang="en-US" sz="1100" b="1" dirty="0">
                          <a:solidFill>
                            <a:schemeClr val="bg1"/>
                          </a:solidFill>
                          <a:latin typeface="Arial Narrow" panose="020B0606020202030204" pitchFamily="34" charset="0"/>
                        </a:rPr>
                        <a:t>REIGNITION</a:t>
                      </a:r>
                    </a:p>
                  </a:txBody>
                  <a:tcPr anchor="ctr"/>
                </a:tc>
                <a:tc>
                  <a:txBody>
                    <a:bodyPr/>
                    <a:lstStyle/>
                    <a:p>
                      <a:pPr algn="ctr"/>
                      <a:r>
                        <a:rPr lang="en-US" sz="1100" b="1" dirty="0">
                          <a:solidFill>
                            <a:schemeClr val="bg1"/>
                          </a:solidFill>
                          <a:latin typeface="Arial Narrow" panose="020B0606020202030204" pitchFamily="34" charset="0"/>
                        </a:rPr>
                        <a:t>STAGFLATION</a:t>
                      </a:r>
                    </a:p>
                  </a:txBody>
                  <a:tcPr anchor="ctr"/>
                </a:tc>
                <a:extLst>
                  <a:ext uri="{0D108BD9-81ED-4DB2-BD59-A6C34878D82A}">
                    <a16:rowId xmlns:a16="http://schemas.microsoft.com/office/drawing/2014/main" val="2520416672"/>
                  </a:ext>
                </a:extLst>
              </a:tr>
              <a:tr h="1257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Arial Narrow" panose="020B0606020202030204" pitchFamily="34" charset="0"/>
                        </a:rPr>
                        <a:t>Global Duration – US Rates and US Curve</a:t>
                      </a:r>
                    </a:p>
                  </a:txBody>
                  <a:tcPr anchor="ctr"/>
                </a:tc>
                <a:tc>
                  <a:txBody>
                    <a:bodyPr/>
                    <a:lstStyle/>
                    <a:p>
                      <a:pPr algn="ctr"/>
                      <a:r>
                        <a:rPr lang="en-US" sz="1100" b="1" dirty="0">
                          <a:solidFill>
                            <a:srgbClr val="000000"/>
                          </a:solidFill>
                          <a:latin typeface="Arial Narrow" panose="020B0606020202030204" pitchFamily="34" charset="0"/>
                        </a:rPr>
                        <a:t>OW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UST level (12mo): 4.20</a:t>
                      </a:r>
                      <a:endParaRPr lang="en-US" sz="1100" b="1" dirty="0">
                        <a:solidFill>
                          <a:srgbClr val="000000"/>
                        </a:solidFill>
                        <a:latin typeface="Arial Narrow" panose="020B06060202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Inflation continues its downward path to its target level, which would cause the Fed to continue its rate cuts to reach its neutral rate.</a:t>
                      </a:r>
                    </a:p>
                    <a:p>
                      <a:pPr marL="171450" indent="-171450" algn="l">
                        <a:buFont typeface="Arial" panose="020B0604020202020204" pitchFamily="34" charset="0"/>
                        <a:buChar char="•"/>
                      </a:pPr>
                      <a:r>
                        <a:rPr lang="en-US" sz="1100" b="0" dirty="0">
                          <a:solidFill>
                            <a:srgbClr val="000000"/>
                          </a:solidFill>
                          <a:latin typeface="Arial Narrow" panose="020B0606020202030204" pitchFamily="34" charset="0"/>
                        </a:rPr>
                        <a:t>1 cut </a:t>
                      </a:r>
                    </a:p>
                  </a:txBody>
                  <a:tcPr/>
                </a:tc>
                <a:tc>
                  <a:txBody>
                    <a:bodyPr/>
                    <a:lstStyle/>
                    <a:p>
                      <a:pPr algn="ctr"/>
                      <a:r>
                        <a:rPr lang="en-US" sz="1100" b="1" dirty="0">
                          <a:solidFill>
                            <a:srgbClr val="000000"/>
                          </a:solidFill>
                          <a:latin typeface="Arial Narrow" panose="020B0606020202030204" pitchFamily="34" charset="0"/>
                        </a:rPr>
                        <a:t>UW+</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UST level (12mo): 5.2</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The economy accelerates, forcing the Fed to raise interest rates.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2 o more hikes.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UW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UST level (12mo): 5.0</a:t>
                      </a:r>
                      <a:endParaRPr lang="en-US" sz="1100" b="1" dirty="0">
                        <a:solidFill>
                          <a:srgbClr val="000000"/>
                        </a:solidFill>
                        <a:latin typeface="Arial Narrow" panose="020B060602020203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The Fed hikes rates amid inflation risks despite sluggish growth.</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 or more hike</a:t>
                      </a:r>
                    </a:p>
                  </a:txBody>
                  <a:tcPr/>
                </a:tc>
                <a:extLst>
                  <a:ext uri="{0D108BD9-81ED-4DB2-BD59-A6C34878D82A}">
                    <a16:rowId xmlns:a16="http://schemas.microsoft.com/office/drawing/2014/main" val="1739602588"/>
                  </a:ext>
                </a:extLst>
              </a:tr>
              <a:tr h="7180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Arial Narrow" panose="020B0606020202030204" pitchFamily="34" charset="0"/>
                        </a:rPr>
                        <a:t>Steepener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1" dirty="0">
                        <a:solidFill>
                          <a:srgbClr val="000000"/>
                        </a:solidFill>
                        <a:latin typeface="Arial Narrow" panose="020B0606020202030204" pitchFamily="34" charset="0"/>
                      </a:endParaRPr>
                    </a:p>
                  </a:txBody>
                  <a:tcPr anchor="ctr"/>
                </a:tc>
                <a:tc>
                  <a:txBody>
                    <a:bodyPr/>
                    <a:lstStyle/>
                    <a:p>
                      <a:pPr algn="ctr"/>
                      <a:r>
                        <a:rPr lang="en-US" sz="1100" b="1" dirty="0">
                          <a:solidFill>
                            <a:srgbClr val="000000"/>
                          </a:solidFill>
                          <a:latin typeface="Arial Narrow" panose="020B0606020202030204" pitchFamily="34" charset="0"/>
                        </a:rPr>
                        <a:t>OW</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Bull Steepening (2y↓↓10y↓)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UW</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Bear Flattening (2y↑↑ 10y↑)</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0" dirty="0">
                        <a:solidFill>
                          <a:srgbClr val="FF0000"/>
                        </a:solidFill>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UW</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Bear Flattening (2y↑↑ 10y↑)</a:t>
                      </a:r>
                    </a:p>
                  </a:txBody>
                  <a:tcPr/>
                </a:tc>
                <a:extLst>
                  <a:ext uri="{0D108BD9-81ED-4DB2-BD59-A6C34878D82A}">
                    <a16:rowId xmlns:a16="http://schemas.microsoft.com/office/drawing/2014/main" val="1054614659"/>
                  </a:ext>
                </a:extLst>
              </a:tr>
              <a:tr h="674395">
                <a:tc>
                  <a:txBody>
                    <a:bodyPr/>
                    <a:lstStyle/>
                    <a:p>
                      <a:pPr algn="ctr"/>
                      <a:r>
                        <a:rPr lang="en-US" sz="1100" b="1" dirty="0">
                          <a:solidFill>
                            <a:srgbClr val="000000"/>
                          </a:solidFill>
                          <a:latin typeface="Arial Narrow" panose="020B0606020202030204" pitchFamily="34" charset="0"/>
                        </a:rPr>
                        <a:t>Breakeven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Arial Narrow" panose="020B0606020202030204" pitchFamily="34" charset="0"/>
                        </a:rPr>
                        <a:t>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 BE:2.3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1" dirty="0">
                        <a:solidFill>
                          <a:srgbClr val="000000"/>
                        </a:solidFill>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OW+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 BE:2.7</a:t>
                      </a:r>
                      <a:endParaRPr lang="en-US" sz="1100" b="1" dirty="0">
                        <a:solidFill>
                          <a:srgbClr val="000000"/>
                        </a:solidFill>
                        <a:latin typeface="Arial Narrow" panose="020B0606020202030204" pitchFamily="34"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dirty="0">
                        <a:solidFill>
                          <a:srgbClr val="000000"/>
                        </a:solidFill>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Arial Narrow" panose="020B0606020202030204" pitchFamily="34" charset="0"/>
                        </a:rPr>
                        <a:t>OW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rPr>
                        <a:t>10Y US BE:2.6</a:t>
                      </a:r>
                      <a:endParaRPr lang="en-US" sz="1100" b="1" dirty="0">
                        <a:solidFill>
                          <a:srgbClr val="000000"/>
                        </a:solidFill>
                        <a:latin typeface="Arial Narrow" panose="020B0606020202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rgbClr val="000000"/>
                        </a:solidFill>
                        <a:latin typeface="Arial Narrow" panose="020B0606020202030204" pitchFamily="34" charset="0"/>
                        <a:sym typeface="Wingdings" panose="05000000000000000000" pitchFamily="2" charset="2"/>
                      </a:endParaRPr>
                    </a:p>
                  </a:txBody>
                  <a:tcPr/>
                </a:tc>
                <a:extLst>
                  <a:ext uri="{0D108BD9-81ED-4DB2-BD59-A6C34878D82A}">
                    <a16:rowId xmlns:a16="http://schemas.microsoft.com/office/drawing/2014/main" val="2118381736"/>
                  </a:ext>
                </a:extLst>
              </a:tr>
              <a:tr h="771370">
                <a:tc>
                  <a:txBody>
                    <a:bodyPr/>
                    <a:lstStyle/>
                    <a:p>
                      <a:pPr algn="ctr"/>
                      <a:r>
                        <a:rPr lang="en-US" sz="1100" b="1" dirty="0">
                          <a:solidFill>
                            <a:srgbClr val="000000"/>
                          </a:solidFill>
                          <a:latin typeface="Arial Narrow" panose="020B0606020202030204" pitchFamily="34" charset="0"/>
                        </a:rPr>
                        <a:t>EM-DM Dur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Arial Narrow" panose="020B0606020202030204" pitchFamily="34" charset="0"/>
                        </a:rPr>
                        <a:t>OW+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sym typeface="Wingdings" panose="05000000000000000000" pitchFamily="2" charset="2"/>
                        </a:rPr>
                        <a:t>As EM offers more attractive yield levels, the asset class is likely to continue attracting inflows and enjoy a favorable investor outlook.</a:t>
                      </a:r>
                      <a:endParaRPr lang="en-US" sz="1100" b="1" dirty="0">
                        <a:solidFill>
                          <a:srgbClr val="000000"/>
                        </a:solidFill>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N</a:t>
                      </a:r>
                    </a:p>
                    <a:p>
                      <a:pPr marL="171450" indent="-171450" algn="l">
                        <a:buFont typeface="Arial" panose="020B0604020202020204" pitchFamily="34" charset="0"/>
                        <a:buChar char="•"/>
                      </a:pPr>
                      <a:r>
                        <a:rPr lang="en-US" sz="1100" b="0" dirty="0">
                          <a:solidFill>
                            <a:srgbClr val="000000"/>
                          </a:solidFill>
                          <a:latin typeface="Arial Narrow" panose="020B0606020202030204" pitchFamily="34" charset="0"/>
                        </a:rPr>
                        <a:t>As EM offers more attractive yield levels, the asset class is likely to continue attracting inflows.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UW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solidFill>
                            <a:srgbClr val="000000"/>
                          </a:solidFill>
                          <a:latin typeface="Arial Narrow" panose="020B0606020202030204" pitchFamily="34" charset="0"/>
                          <a:sym typeface="Wingdings" panose="05000000000000000000" pitchFamily="2" charset="2"/>
                        </a:rPr>
                        <a:t>In an environment of heightened global uncertainty driven by elevated inflation, investors may reassess and reduce their exposure to emerging markets due to their higher volatility.</a:t>
                      </a:r>
                      <a:endParaRPr lang="en-US" sz="1100" b="0" dirty="0">
                        <a:solidFill>
                          <a:srgbClr val="000000"/>
                        </a:solidFill>
                        <a:highlight>
                          <a:srgbClr val="FFFF00"/>
                        </a:highlight>
                        <a:latin typeface="Arial Narrow" panose="020B0606020202030204" pitchFamily="34" charset="0"/>
                        <a:sym typeface="Wingdings" panose="05000000000000000000" pitchFamily="2" charset="2"/>
                      </a:endParaRPr>
                    </a:p>
                  </a:txBody>
                  <a:tcPr/>
                </a:tc>
                <a:extLst>
                  <a:ext uri="{0D108BD9-81ED-4DB2-BD59-A6C34878D82A}">
                    <a16:rowId xmlns:a16="http://schemas.microsoft.com/office/drawing/2014/main" val="2606347302"/>
                  </a:ext>
                </a:extLst>
              </a:tr>
              <a:tr h="918873">
                <a:tc>
                  <a:txBody>
                    <a:bodyPr/>
                    <a:lstStyle/>
                    <a:p>
                      <a:pPr algn="ctr"/>
                      <a:r>
                        <a:rPr lang="en-US" sz="1100" b="1" dirty="0">
                          <a:solidFill>
                            <a:srgbClr val="000000"/>
                          </a:solidFill>
                          <a:latin typeface="Arial Narrow" panose="020B0606020202030204" pitchFamily="34" charset="0"/>
                        </a:rPr>
                        <a:t>Credit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N</a:t>
                      </a:r>
                    </a:p>
                    <a:p>
                      <a:pPr marL="0" lvl="0" indent="0" algn="ctr">
                        <a:buFont typeface="Arial" panose="020B0604020202020204" pitchFamily="34" charset="0"/>
                        <a:buNone/>
                      </a:pPr>
                      <a:endParaRPr lang="en-US" sz="1100" b="1" dirty="0">
                        <a:solidFill>
                          <a:srgbClr val="000000"/>
                        </a:solidFill>
                        <a:latin typeface="Arial Narrow" panose="020B0606020202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N</a:t>
                      </a:r>
                    </a:p>
                    <a:p>
                      <a:pPr marL="0" indent="0" algn="ctr">
                        <a:buFont typeface="Arial" panose="020B0604020202020204" pitchFamily="34" charset="0"/>
                        <a:buNone/>
                      </a:pPr>
                      <a:endParaRPr lang="en-US" sz="1100" b="1" dirty="0">
                        <a:solidFill>
                          <a:srgbClr val="000000"/>
                        </a:solidFill>
                        <a:latin typeface="Arial Narrow" panose="020B0606020202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solidFill>
                            <a:srgbClr val="000000"/>
                          </a:solidFill>
                          <a:latin typeface="Arial Narrow" panose="020B0606020202030204" pitchFamily="34" charset="0"/>
                        </a:rPr>
                        <a:t>UW+</a:t>
                      </a:r>
                    </a:p>
                    <a:p>
                      <a:pPr marL="0" lvl="0" indent="0" algn="ctr">
                        <a:buFont typeface="Arial" panose="020B0604020202020204" pitchFamily="34" charset="0"/>
                        <a:buNone/>
                      </a:pPr>
                      <a:endParaRPr lang="en-US" sz="1100" b="1" dirty="0">
                        <a:solidFill>
                          <a:srgbClr val="000000"/>
                        </a:solidFill>
                        <a:latin typeface="Arial Narrow" panose="020B0606020202030204" pitchFamily="34" charset="0"/>
                      </a:endParaRPr>
                    </a:p>
                  </a:txBody>
                  <a:tcPr anchor="ctr"/>
                </a:tc>
                <a:extLst>
                  <a:ext uri="{0D108BD9-81ED-4DB2-BD59-A6C34878D82A}">
                    <a16:rowId xmlns:a16="http://schemas.microsoft.com/office/drawing/2014/main" val="2779550363"/>
                  </a:ext>
                </a:extLst>
              </a:tr>
            </a:tbl>
          </a:graphicData>
        </a:graphic>
      </p:graphicFrame>
      <p:sp>
        <p:nvSpPr>
          <p:cNvPr id="4" name="Oval 3">
            <a:extLst>
              <a:ext uri="{FF2B5EF4-FFF2-40B4-BE49-F238E27FC236}">
                <a16:creationId xmlns:a16="http://schemas.microsoft.com/office/drawing/2014/main" id="{50BD5F75-E776-D887-3223-72C4ABBDFFF2}"/>
              </a:ext>
            </a:extLst>
          </p:cNvPr>
          <p:cNvSpPr/>
          <p:nvPr/>
        </p:nvSpPr>
        <p:spPr>
          <a:xfrm>
            <a:off x="5969725" y="1227441"/>
            <a:ext cx="252549" cy="22642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Oval 6">
            <a:extLst>
              <a:ext uri="{FF2B5EF4-FFF2-40B4-BE49-F238E27FC236}">
                <a16:creationId xmlns:a16="http://schemas.microsoft.com/office/drawing/2014/main" id="{F1ED805C-A7C1-C34B-AD2C-593089B09F21}"/>
              </a:ext>
            </a:extLst>
          </p:cNvPr>
          <p:cNvSpPr/>
          <p:nvPr/>
        </p:nvSpPr>
        <p:spPr>
          <a:xfrm>
            <a:off x="3172407" y="1227440"/>
            <a:ext cx="252549" cy="226423"/>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Oval 9">
            <a:extLst>
              <a:ext uri="{FF2B5EF4-FFF2-40B4-BE49-F238E27FC236}">
                <a16:creationId xmlns:a16="http://schemas.microsoft.com/office/drawing/2014/main" id="{23BC7E60-E7E6-C1BE-40C2-D4006DAF72A1}"/>
              </a:ext>
            </a:extLst>
          </p:cNvPr>
          <p:cNvSpPr/>
          <p:nvPr/>
        </p:nvSpPr>
        <p:spPr>
          <a:xfrm>
            <a:off x="9103450" y="1227440"/>
            <a:ext cx="252549" cy="226423"/>
          </a:xfrm>
          <a:prstGeom prst="ellipse">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0471715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1BBA9E2-BC5F-4896-9D57-2540212A273D}"/>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37</a:t>
            </a:fld>
            <a:endParaRPr lang="es-PE" dirty="0">
              <a:latin typeface="Arial Narrow" panose="020B0606020202030204" pitchFamily="34" charset="0"/>
            </a:endParaRPr>
          </a:p>
        </p:txBody>
      </p:sp>
      <p:sp>
        <p:nvSpPr>
          <p:cNvPr id="6" name="TextBox 5"/>
          <p:cNvSpPr txBox="1"/>
          <p:nvPr/>
        </p:nvSpPr>
        <p:spPr>
          <a:xfrm>
            <a:off x="161925" y="152400"/>
            <a:ext cx="11115675" cy="461665"/>
          </a:xfrm>
          <a:prstGeom prst="rect">
            <a:avLst/>
          </a:prstGeom>
          <a:noFill/>
        </p:spPr>
        <p:txBody>
          <a:bodyPr wrap="square" rtlCol="0">
            <a:spAutoFit/>
          </a:bodyPr>
          <a:lstStyle/>
          <a:p>
            <a:r>
              <a:rPr lang="en-US" sz="2400" b="1" spc="-50" dirty="0">
                <a:latin typeface="Trebuchet MS" panose="020B0603020202020204" pitchFamily="34" charset="0"/>
              </a:rPr>
              <a:t>Expected Returns</a:t>
            </a:r>
          </a:p>
        </p:txBody>
      </p:sp>
      <p:sp>
        <p:nvSpPr>
          <p:cNvPr id="11" name="Rectangle 9">
            <a:extLst>
              <a:ext uri="{FF2B5EF4-FFF2-40B4-BE49-F238E27FC236}">
                <a16:creationId xmlns:a16="http://schemas.microsoft.com/office/drawing/2014/main" id="{43B693C5-5766-41E1-8848-3542709EBA2D}"/>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2" name="Picture 1">
            <a:extLst>
              <a:ext uri="{FF2B5EF4-FFF2-40B4-BE49-F238E27FC236}">
                <a16:creationId xmlns:a16="http://schemas.microsoft.com/office/drawing/2014/main" id="{40D8A4C9-F533-C904-C8B1-96B8F74692D3}"/>
              </a:ext>
            </a:extLst>
          </p:cNvPr>
          <p:cNvPicPr>
            <a:picLocks noChangeAspect="1"/>
          </p:cNvPicPr>
          <p:nvPr/>
        </p:nvPicPr>
        <p:blipFill>
          <a:blip r:embed="rId3"/>
          <a:stretch>
            <a:fillRect/>
          </a:stretch>
        </p:blipFill>
        <p:spPr>
          <a:xfrm>
            <a:off x="754197" y="1009650"/>
            <a:ext cx="5819775" cy="4838700"/>
          </a:xfrm>
          <a:prstGeom prst="rect">
            <a:avLst/>
          </a:prstGeom>
        </p:spPr>
      </p:pic>
      <p:graphicFrame>
        <p:nvGraphicFramePr>
          <p:cNvPr id="3" name="Chart 2">
            <a:extLst>
              <a:ext uri="{FF2B5EF4-FFF2-40B4-BE49-F238E27FC236}">
                <a16:creationId xmlns:a16="http://schemas.microsoft.com/office/drawing/2014/main" id="{657815B3-0828-328C-F27C-DF10DF82B87E}"/>
              </a:ext>
            </a:extLst>
          </p:cNvPr>
          <p:cNvGraphicFramePr>
            <a:graphicFrameLocks/>
          </p:cNvGraphicFramePr>
          <p:nvPr>
            <p:extLst>
              <p:ext uri="{D42A27DB-BD31-4B8C-83A1-F6EECF244321}">
                <p14:modId xmlns:p14="http://schemas.microsoft.com/office/powerpoint/2010/main" val="17077095"/>
              </p:ext>
            </p:extLst>
          </p:nvPr>
        </p:nvGraphicFramePr>
        <p:xfrm>
          <a:off x="6789906" y="1081396"/>
          <a:ext cx="5223754" cy="487030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58294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5D0F72-492C-42FD-A39E-B4A879D082FD}"/>
              </a:ext>
            </a:extLst>
          </p:cNvPr>
          <p:cNvSpPr txBox="1"/>
          <p:nvPr/>
        </p:nvSpPr>
        <p:spPr>
          <a:xfrm>
            <a:off x="904875" y="2247900"/>
            <a:ext cx="9620250" cy="923330"/>
          </a:xfrm>
          <a:prstGeom prst="rect">
            <a:avLst/>
          </a:prstGeom>
          <a:noFill/>
        </p:spPr>
        <p:txBody>
          <a:bodyPr wrap="square" rtlCol="0">
            <a:spAutoFit/>
          </a:bodyPr>
          <a:lstStyle/>
          <a:p>
            <a:r>
              <a:rPr lang="en-US" sz="5400" noProof="1">
                <a:solidFill>
                  <a:schemeClr val="tx1">
                    <a:lumMod val="75000"/>
                  </a:schemeClr>
                </a:solidFill>
                <a:latin typeface="Trebuchet MS" panose="020B0603020202020204" pitchFamily="34" charset="0"/>
              </a:rPr>
              <a:t>Fixed Income</a:t>
            </a:r>
          </a:p>
        </p:txBody>
      </p:sp>
      <p:sp>
        <p:nvSpPr>
          <p:cNvPr id="2" name="Slide Number Placeholder 1"/>
          <p:cNvSpPr>
            <a:spLocks noGrp="1"/>
          </p:cNvSpPr>
          <p:nvPr>
            <p:ph type="sldNum" sz="quarter" idx="12"/>
          </p:nvPr>
        </p:nvSpPr>
        <p:spPr/>
        <p:txBody>
          <a:bodyPr/>
          <a:lstStyle/>
          <a:p>
            <a:fld id="{4022B31E-1B25-402D-B825-4747191115EA}" type="slidenum">
              <a:rPr lang="es-PE" smtClean="0"/>
              <a:pPr/>
              <a:t>38</a:t>
            </a:fld>
            <a:endParaRPr lang="es-PE" dirty="0"/>
          </a:p>
        </p:txBody>
      </p:sp>
      <p:sp>
        <p:nvSpPr>
          <p:cNvPr id="5" name="TextBox 4"/>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Idiosyncratic premias &amp; update</a:t>
            </a:r>
          </a:p>
        </p:txBody>
      </p:sp>
    </p:spTree>
    <p:extLst>
      <p:ext uri="{BB962C8B-B14F-4D97-AF65-F5344CB8AC3E}">
        <p14:creationId xmlns:p14="http://schemas.microsoft.com/office/powerpoint/2010/main" val="412252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00B88-0CAE-C300-31C5-9582198E857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286719D-C219-CA7C-1E42-3E32BAAC82FD}"/>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39</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02829F92-18C9-D609-9A52-3C3245129ECF}"/>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Fundamental: Macro fundamentals</a:t>
            </a:r>
          </a:p>
        </p:txBody>
      </p:sp>
      <p:sp>
        <p:nvSpPr>
          <p:cNvPr id="11" name="Rectangle 9">
            <a:extLst>
              <a:ext uri="{FF2B5EF4-FFF2-40B4-BE49-F238E27FC236}">
                <a16:creationId xmlns:a16="http://schemas.microsoft.com/office/drawing/2014/main" id="{546EE34F-E5BF-D83F-EDE7-06BA26987A1E}"/>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4" name="Picture 3">
            <a:extLst>
              <a:ext uri="{FF2B5EF4-FFF2-40B4-BE49-F238E27FC236}">
                <a16:creationId xmlns:a16="http://schemas.microsoft.com/office/drawing/2014/main" id="{62C244AC-2E3F-B91C-8FD4-0332F3C20AFA}"/>
              </a:ext>
            </a:extLst>
          </p:cNvPr>
          <p:cNvPicPr>
            <a:picLocks noChangeAspect="1"/>
          </p:cNvPicPr>
          <p:nvPr/>
        </p:nvPicPr>
        <p:blipFill>
          <a:blip r:embed="rId3"/>
          <a:stretch>
            <a:fillRect/>
          </a:stretch>
        </p:blipFill>
        <p:spPr>
          <a:xfrm>
            <a:off x="1143000" y="802157"/>
            <a:ext cx="10725150" cy="5640141"/>
          </a:xfrm>
          <a:prstGeom prst="rect">
            <a:avLst/>
          </a:prstGeom>
        </p:spPr>
      </p:pic>
    </p:spTree>
    <p:extLst>
      <p:ext uri="{BB962C8B-B14F-4D97-AF65-F5344CB8AC3E}">
        <p14:creationId xmlns:p14="http://schemas.microsoft.com/office/powerpoint/2010/main" val="3292579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5CD9F-F2D6-EB45-3C7B-44A0209A818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E14DCC8-468E-0CBF-344C-1055F413FBA7}"/>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40</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E66DBDE5-0AE4-1E54-E7AA-83835D16D4FE}"/>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Fundamental: Inflation surprises</a:t>
            </a:r>
          </a:p>
        </p:txBody>
      </p:sp>
      <p:sp>
        <p:nvSpPr>
          <p:cNvPr id="11" name="Rectangle 9">
            <a:extLst>
              <a:ext uri="{FF2B5EF4-FFF2-40B4-BE49-F238E27FC236}">
                <a16:creationId xmlns:a16="http://schemas.microsoft.com/office/drawing/2014/main" id="{7A6D7225-2E37-BF5B-DF87-A880C73E1EE9}"/>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4" name="Picture 3">
            <a:extLst>
              <a:ext uri="{FF2B5EF4-FFF2-40B4-BE49-F238E27FC236}">
                <a16:creationId xmlns:a16="http://schemas.microsoft.com/office/drawing/2014/main" id="{194519DE-BD21-7BE2-0304-F58B992A4BA8}"/>
              </a:ext>
            </a:extLst>
          </p:cNvPr>
          <p:cNvPicPr>
            <a:picLocks noChangeAspect="1"/>
          </p:cNvPicPr>
          <p:nvPr/>
        </p:nvPicPr>
        <p:blipFill>
          <a:blip r:embed="rId3"/>
          <a:stretch>
            <a:fillRect/>
          </a:stretch>
        </p:blipFill>
        <p:spPr>
          <a:xfrm>
            <a:off x="1089818" y="788341"/>
            <a:ext cx="10492581" cy="5842050"/>
          </a:xfrm>
          <a:prstGeom prst="rect">
            <a:avLst/>
          </a:prstGeom>
        </p:spPr>
      </p:pic>
    </p:spTree>
    <p:extLst>
      <p:ext uri="{BB962C8B-B14F-4D97-AF65-F5344CB8AC3E}">
        <p14:creationId xmlns:p14="http://schemas.microsoft.com/office/powerpoint/2010/main" val="1149816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1BBA9E2-BC5F-4896-9D57-2540212A273D}"/>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41</a:t>
            </a:fld>
            <a:endParaRPr lang="es-PE" dirty="0">
              <a:latin typeface="Arial Narrow" panose="020B0606020202030204" pitchFamily="34" charset="0"/>
            </a:endParaRPr>
          </a:p>
        </p:txBody>
      </p:sp>
      <p:sp>
        <p:nvSpPr>
          <p:cNvPr id="6" name="TextBox 5"/>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Fundamental: Inflation surprises</a:t>
            </a:r>
          </a:p>
        </p:txBody>
      </p:sp>
      <p:sp>
        <p:nvSpPr>
          <p:cNvPr id="11" name="Rectangle 9">
            <a:extLst>
              <a:ext uri="{FF2B5EF4-FFF2-40B4-BE49-F238E27FC236}">
                <a16:creationId xmlns:a16="http://schemas.microsoft.com/office/drawing/2014/main" id="{43B693C5-5766-41E1-8848-3542709EBA2D}"/>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4" name="Picture 3">
            <a:extLst>
              <a:ext uri="{FF2B5EF4-FFF2-40B4-BE49-F238E27FC236}">
                <a16:creationId xmlns:a16="http://schemas.microsoft.com/office/drawing/2014/main" id="{A65DE92B-84CC-099C-918B-E1C792438F66}"/>
              </a:ext>
            </a:extLst>
          </p:cNvPr>
          <p:cNvPicPr>
            <a:picLocks noChangeAspect="1"/>
          </p:cNvPicPr>
          <p:nvPr/>
        </p:nvPicPr>
        <p:blipFill>
          <a:blip r:embed="rId3"/>
          <a:stretch>
            <a:fillRect/>
          </a:stretch>
        </p:blipFill>
        <p:spPr>
          <a:xfrm>
            <a:off x="1466850" y="1012850"/>
            <a:ext cx="9676611" cy="5545243"/>
          </a:xfrm>
          <a:prstGeom prst="rect">
            <a:avLst/>
          </a:prstGeom>
        </p:spPr>
      </p:pic>
    </p:spTree>
    <p:extLst>
      <p:ext uri="{BB962C8B-B14F-4D97-AF65-F5344CB8AC3E}">
        <p14:creationId xmlns:p14="http://schemas.microsoft.com/office/powerpoint/2010/main" val="2984725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183C3-A969-9197-5A2E-DCE55EE5019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3B2B43-BB6E-740A-BAFA-9ABDECD50137}"/>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42</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6AE5E6C3-C574-8860-EB80-016721DB41B8}"/>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Fundamental: Inflation surprises</a:t>
            </a:r>
          </a:p>
        </p:txBody>
      </p:sp>
      <p:sp>
        <p:nvSpPr>
          <p:cNvPr id="11" name="Rectangle 9">
            <a:extLst>
              <a:ext uri="{FF2B5EF4-FFF2-40B4-BE49-F238E27FC236}">
                <a16:creationId xmlns:a16="http://schemas.microsoft.com/office/drawing/2014/main" id="{6FBB0174-50A2-CB0C-56E2-3C83DFF20B7A}"/>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3" name="Picture 2">
            <a:extLst>
              <a:ext uri="{FF2B5EF4-FFF2-40B4-BE49-F238E27FC236}">
                <a16:creationId xmlns:a16="http://schemas.microsoft.com/office/drawing/2014/main" id="{2BF341E2-91E0-88DF-26FD-31BE510B92E8}"/>
              </a:ext>
            </a:extLst>
          </p:cNvPr>
          <p:cNvPicPr>
            <a:picLocks noChangeAspect="1"/>
          </p:cNvPicPr>
          <p:nvPr/>
        </p:nvPicPr>
        <p:blipFill>
          <a:blip r:embed="rId3"/>
          <a:stretch>
            <a:fillRect/>
          </a:stretch>
        </p:blipFill>
        <p:spPr>
          <a:xfrm>
            <a:off x="840594" y="1476375"/>
            <a:ext cx="11065655" cy="4305383"/>
          </a:xfrm>
          <a:prstGeom prst="rect">
            <a:avLst/>
          </a:prstGeom>
        </p:spPr>
      </p:pic>
    </p:spTree>
    <p:extLst>
      <p:ext uri="{BB962C8B-B14F-4D97-AF65-F5344CB8AC3E}">
        <p14:creationId xmlns:p14="http://schemas.microsoft.com/office/powerpoint/2010/main" val="3170190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BB6D-16F3-5B4C-995D-59DF26FB034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61E87D-A88E-C3B9-3CB7-35C9DF6E06E1}"/>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43</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E165DFBE-4055-DC56-84ED-6412ED08B33A}"/>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Global factor model</a:t>
            </a:r>
          </a:p>
        </p:txBody>
      </p:sp>
      <p:sp>
        <p:nvSpPr>
          <p:cNvPr id="11" name="Rectangle 9">
            <a:extLst>
              <a:ext uri="{FF2B5EF4-FFF2-40B4-BE49-F238E27FC236}">
                <a16:creationId xmlns:a16="http://schemas.microsoft.com/office/drawing/2014/main" id="{04AC32C3-908C-A12E-A646-877B695153F9}"/>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4" name="Picture 3">
            <a:extLst>
              <a:ext uri="{FF2B5EF4-FFF2-40B4-BE49-F238E27FC236}">
                <a16:creationId xmlns:a16="http://schemas.microsoft.com/office/drawing/2014/main" id="{BC5E54B3-7C20-68B2-1A6A-36B845595044}"/>
              </a:ext>
            </a:extLst>
          </p:cNvPr>
          <p:cNvPicPr>
            <a:picLocks noChangeAspect="1"/>
          </p:cNvPicPr>
          <p:nvPr/>
        </p:nvPicPr>
        <p:blipFill>
          <a:blip r:embed="rId3"/>
          <a:stretch>
            <a:fillRect/>
          </a:stretch>
        </p:blipFill>
        <p:spPr>
          <a:xfrm>
            <a:off x="1063198" y="860956"/>
            <a:ext cx="10065604" cy="5894396"/>
          </a:xfrm>
          <a:prstGeom prst="rect">
            <a:avLst/>
          </a:prstGeom>
        </p:spPr>
      </p:pic>
    </p:spTree>
    <p:extLst>
      <p:ext uri="{BB962C8B-B14F-4D97-AF65-F5344CB8AC3E}">
        <p14:creationId xmlns:p14="http://schemas.microsoft.com/office/powerpoint/2010/main" val="1859539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78719-96B3-7F34-FDBB-5533AD43800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B3207E9-BF7C-A203-1F45-6489A444C84C}"/>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44</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2C67AF1F-85CD-5B71-9263-7709A3D99142}"/>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Global factor model DM</a:t>
            </a:r>
          </a:p>
        </p:txBody>
      </p:sp>
      <p:sp>
        <p:nvSpPr>
          <p:cNvPr id="11" name="Rectangle 9">
            <a:extLst>
              <a:ext uri="{FF2B5EF4-FFF2-40B4-BE49-F238E27FC236}">
                <a16:creationId xmlns:a16="http://schemas.microsoft.com/office/drawing/2014/main" id="{4ECF6F93-56B0-95ED-73A4-AF720C59A94C}"/>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8" name="Picture 7">
            <a:extLst>
              <a:ext uri="{FF2B5EF4-FFF2-40B4-BE49-F238E27FC236}">
                <a16:creationId xmlns:a16="http://schemas.microsoft.com/office/drawing/2014/main" id="{250B8C7C-8F05-90A5-22D6-0A09527E3BEA}"/>
              </a:ext>
            </a:extLst>
          </p:cNvPr>
          <p:cNvPicPr>
            <a:picLocks noChangeAspect="1"/>
          </p:cNvPicPr>
          <p:nvPr/>
        </p:nvPicPr>
        <p:blipFill>
          <a:blip r:embed="rId3"/>
          <a:stretch>
            <a:fillRect/>
          </a:stretch>
        </p:blipFill>
        <p:spPr>
          <a:xfrm>
            <a:off x="782186" y="988301"/>
            <a:ext cx="10883654" cy="5088649"/>
          </a:xfrm>
          <a:prstGeom prst="rect">
            <a:avLst/>
          </a:prstGeom>
        </p:spPr>
      </p:pic>
    </p:spTree>
    <p:extLst>
      <p:ext uri="{BB962C8B-B14F-4D97-AF65-F5344CB8AC3E}">
        <p14:creationId xmlns:p14="http://schemas.microsoft.com/office/powerpoint/2010/main" val="2195504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361EF-C6B5-3626-21DF-1D1D5C07162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955389B-A4A7-9B2D-0E4E-7D0F027FBC9A}"/>
              </a:ext>
            </a:extLst>
          </p:cNvPr>
          <p:cNvSpPr>
            <a:spLocks noGrp="1"/>
          </p:cNvSpPr>
          <p:nvPr>
            <p:ph type="sldNum" sz="quarter" idx="12"/>
          </p:nvPr>
        </p:nvSpPr>
        <p:spPr/>
        <p:txBody>
          <a:bodyPr/>
          <a:lstStyle/>
          <a:p>
            <a:fld id="{4022B31E-1B25-402D-B825-4747191115EA}" type="slidenum">
              <a:rPr lang="es-PE" smtClean="0">
                <a:latin typeface="Arial Narrow" panose="020B0606020202030204" pitchFamily="34" charset="0"/>
              </a:rPr>
              <a:pPr/>
              <a:t>45</a:t>
            </a:fld>
            <a:endParaRPr lang="es-PE" dirty="0">
              <a:latin typeface="Arial Narrow" panose="020B0606020202030204" pitchFamily="34" charset="0"/>
            </a:endParaRPr>
          </a:p>
        </p:txBody>
      </p:sp>
      <p:sp>
        <p:nvSpPr>
          <p:cNvPr id="6" name="TextBox 5">
            <a:extLst>
              <a:ext uri="{FF2B5EF4-FFF2-40B4-BE49-F238E27FC236}">
                <a16:creationId xmlns:a16="http://schemas.microsoft.com/office/drawing/2014/main" id="{8AEC9AA5-92E0-88F5-A2E1-5D9F706F617B}"/>
              </a:ext>
            </a:extLst>
          </p:cNvPr>
          <p:cNvSpPr txBox="1"/>
          <p:nvPr/>
        </p:nvSpPr>
        <p:spPr>
          <a:xfrm>
            <a:off x="161925" y="152400"/>
            <a:ext cx="11115675" cy="461665"/>
          </a:xfrm>
          <a:prstGeom prst="rect">
            <a:avLst/>
          </a:prstGeom>
          <a:noFill/>
        </p:spPr>
        <p:txBody>
          <a:bodyPr wrap="square" rtlCol="0">
            <a:spAutoFit/>
          </a:bodyPr>
          <a:lstStyle/>
          <a:p>
            <a:pPr>
              <a:defRPr/>
            </a:pPr>
            <a:r>
              <a:rPr lang="en-US" sz="2400" b="1" spc="-50" dirty="0">
                <a:latin typeface="Trebuchet MS" panose="020B0603020202020204" pitchFamily="34" charset="0"/>
              </a:rPr>
              <a:t>Global factor model EM</a:t>
            </a:r>
          </a:p>
        </p:txBody>
      </p:sp>
      <p:sp>
        <p:nvSpPr>
          <p:cNvPr id="11" name="Rectangle 9">
            <a:extLst>
              <a:ext uri="{FF2B5EF4-FFF2-40B4-BE49-F238E27FC236}">
                <a16:creationId xmlns:a16="http://schemas.microsoft.com/office/drawing/2014/main" id="{9065ED46-3C0D-500B-DAD1-3D0088B19D7C}"/>
              </a:ext>
            </a:extLst>
          </p:cNvPr>
          <p:cNvSpPr/>
          <p:nvPr/>
        </p:nvSpPr>
        <p:spPr>
          <a:xfrm>
            <a:off x="677064" y="6630391"/>
            <a:ext cx="1987478" cy="249922"/>
          </a:xfrm>
          <a:prstGeom prst="rect">
            <a:avLst/>
          </a:prstGeom>
        </p:spPr>
        <p:txBody>
          <a:bodyPr wrap="square">
            <a:noAutofit/>
          </a:bodyPr>
          <a:lstStyle/>
          <a:p>
            <a:pPr>
              <a:spcAft>
                <a:spcPts val="600"/>
              </a:spcAft>
            </a:pPr>
            <a:r>
              <a:rPr lang="en-US" sz="900" dirty="0">
                <a:solidFill>
                  <a:srgbClr val="242424"/>
                </a:solidFill>
                <a:latin typeface="Arial Narrow" panose="020B0606020202030204" pitchFamily="34" charset="0"/>
                <a:cs typeface="Arial" panose="020B0604020202020204" pitchFamily="34" charset="0"/>
              </a:rPr>
              <a:t>Source</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own</a:t>
            </a:r>
            <a:r>
              <a:rPr lang="es-PE" sz="900" dirty="0">
                <a:solidFill>
                  <a:srgbClr val="242424"/>
                </a:solidFill>
                <a:latin typeface="Arial Narrow" panose="020B0606020202030204" pitchFamily="34" charset="0"/>
                <a:cs typeface="Arial" panose="020B0604020202020204" pitchFamily="34" charset="0"/>
              </a:rPr>
              <a:t> </a:t>
            </a:r>
            <a:r>
              <a:rPr lang="en-US" sz="900" dirty="0">
                <a:solidFill>
                  <a:srgbClr val="242424"/>
                </a:solidFill>
                <a:latin typeface="Arial Narrow" panose="020B0606020202030204" pitchFamily="34" charset="0"/>
                <a:cs typeface="Arial" panose="020B0604020202020204" pitchFamily="34" charset="0"/>
              </a:rPr>
              <a:t>elaboration</a:t>
            </a:r>
            <a:r>
              <a:rPr lang="es-PE" sz="900" dirty="0">
                <a:solidFill>
                  <a:srgbClr val="242424"/>
                </a:solidFill>
                <a:latin typeface="Arial Narrow" panose="020B0606020202030204" pitchFamily="34" charset="0"/>
                <a:cs typeface="Arial" panose="020B0604020202020204" pitchFamily="34" charset="0"/>
              </a:rPr>
              <a:t> (Bloomberg)</a:t>
            </a:r>
          </a:p>
        </p:txBody>
      </p:sp>
      <p:pic>
        <p:nvPicPr>
          <p:cNvPr id="3" name="Picture 2">
            <a:extLst>
              <a:ext uri="{FF2B5EF4-FFF2-40B4-BE49-F238E27FC236}">
                <a16:creationId xmlns:a16="http://schemas.microsoft.com/office/drawing/2014/main" id="{8C79D396-10EA-B00A-C36B-B367D2FEF657}"/>
              </a:ext>
            </a:extLst>
          </p:cNvPr>
          <p:cNvPicPr>
            <a:picLocks noChangeAspect="1"/>
          </p:cNvPicPr>
          <p:nvPr/>
        </p:nvPicPr>
        <p:blipFill>
          <a:blip r:embed="rId3"/>
          <a:stretch>
            <a:fillRect/>
          </a:stretch>
        </p:blipFill>
        <p:spPr>
          <a:xfrm>
            <a:off x="874182" y="925420"/>
            <a:ext cx="11103153" cy="5199155"/>
          </a:xfrm>
          <a:prstGeom prst="rect">
            <a:avLst/>
          </a:prstGeom>
        </p:spPr>
      </p:pic>
    </p:spTree>
    <p:extLst>
      <p:ext uri="{BB962C8B-B14F-4D97-AF65-F5344CB8AC3E}">
        <p14:creationId xmlns:p14="http://schemas.microsoft.com/office/powerpoint/2010/main" val="748738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0168-5CD0-04BF-6280-FEBCDD7BE5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58BCA0-C5CB-DD74-F4E7-AB73333274E5}"/>
              </a:ext>
            </a:extLst>
          </p:cNvPr>
          <p:cNvSpPr txBox="1"/>
          <p:nvPr/>
        </p:nvSpPr>
        <p:spPr>
          <a:xfrm>
            <a:off x="904875" y="2247900"/>
            <a:ext cx="9620250" cy="923330"/>
          </a:xfrm>
          <a:prstGeom prst="rect">
            <a:avLst/>
          </a:prstGeom>
          <a:noFill/>
        </p:spPr>
        <p:txBody>
          <a:bodyPr wrap="square" rtlCol="0">
            <a:spAutoFit/>
          </a:bodyPr>
          <a:lstStyle/>
          <a:p>
            <a:r>
              <a:rPr lang="en-US" sz="5400" noProof="1">
                <a:solidFill>
                  <a:schemeClr val="tx1">
                    <a:lumMod val="75000"/>
                  </a:schemeClr>
                </a:solidFill>
                <a:latin typeface="Trebuchet MS" panose="020B0603020202020204" pitchFamily="34" charset="0"/>
              </a:rPr>
              <a:t>Fixed Income</a:t>
            </a:r>
          </a:p>
        </p:txBody>
      </p:sp>
      <p:sp>
        <p:nvSpPr>
          <p:cNvPr id="2" name="Slide Number Placeholder 1">
            <a:extLst>
              <a:ext uri="{FF2B5EF4-FFF2-40B4-BE49-F238E27FC236}">
                <a16:creationId xmlns:a16="http://schemas.microsoft.com/office/drawing/2014/main" id="{302A6F11-29E7-CC91-EFBB-BAF672A8CF95}"/>
              </a:ext>
            </a:extLst>
          </p:cNvPr>
          <p:cNvSpPr>
            <a:spLocks noGrp="1"/>
          </p:cNvSpPr>
          <p:nvPr>
            <p:ph type="sldNum" sz="quarter" idx="12"/>
          </p:nvPr>
        </p:nvSpPr>
        <p:spPr/>
        <p:txBody>
          <a:bodyPr/>
          <a:lstStyle/>
          <a:p>
            <a:fld id="{4022B31E-1B25-402D-B825-4747191115EA}" type="slidenum">
              <a:rPr lang="es-PE" smtClean="0"/>
              <a:pPr/>
              <a:t>46</a:t>
            </a:fld>
            <a:endParaRPr lang="es-PE" dirty="0"/>
          </a:p>
        </p:txBody>
      </p:sp>
      <p:sp>
        <p:nvSpPr>
          <p:cNvPr id="5" name="TextBox 4">
            <a:extLst>
              <a:ext uri="{FF2B5EF4-FFF2-40B4-BE49-F238E27FC236}">
                <a16:creationId xmlns:a16="http://schemas.microsoft.com/office/drawing/2014/main" id="{4700AF22-080C-41AD-2FB6-432AC0A85C63}"/>
              </a:ext>
            </a:extLst>
          </p:cNvPr>
          <p:cNvSpPr txBox="1"/>
          <p:nvPr/>
        </p:nvSpPr>
        <p:spPr>
          <a:xfrm>
            <a:off x="904875" y="3232785"/>
            <a:ext cx="9620250" cy="584775"/>
          </a:xfrm>
          <a:prstGeom prst="rect">
            <a:avLst/>
          </a:prstGeom>
          <a:noFill/>
        </p:spPr>
        <p:txBody>
          <a:bodyPr wrap="square" rtlCol="0">
            <a:spAutoFit/>
          </a:bodyPr>
          <a:lstStyle/>
          <a:p>
            <a:r>
              <a:rPr lang="en-US" sz="3200" noProof="1">
                <a:solidFill>
                  <a:schemeClr val="tx1">
                    <a:lumMod val="75000"/>
                  </a:schemeClr>
                </a:solidFill>
                <a:latin typeface="Trebuchet MS" panose="020B0603020202020204" pitchFamily="34" charset="0"/>
              </a:rPr>
              <a:t>Latam update</a:t>
            </a:r>
          </a:p>
        </p:txBody>
      </p:sp>
    </p:spTree>
    <p:extLst>
      <p:ext uri="{BB962C8B-B14F-4D97-AF65-F5344CB8AC3E}">
        <p14:creationId xmlns:p14="http://schemas.microsoft.com/office/powerpoint/2010/main" val="2386000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F9200-1E24-555F-2F1A-F0C2766FA98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9085A2D-94C2-5704-1E28-1AF8C966DA29}"/>
              </a:ext>
            </a:extLst>
          </p:cNvPr>
          <p:cNvSpPr>
            <a:spLocks noGrp="1"/>
          </p:cNvSpPr>
          <p:nvPr>
            <p:ph type="sldNum" sz="quarter" idx="12"/>
          </p:nvPr>
        </p:nvSpPr>
        <p:spPr/>
        <p:txBody>
          <a:bodyPr/>
          <a:lstStyle/>
          <a:p>
            <a:fld id="{4022B31E-1B25-402D-B825-4747191115EA}" type="slidenum">
              <a:rPr lang="es-PE" smtClean="0"/>
              <a:pPr/>
              <a:t>47</a:t>
            </a:fld>
            <a:endParaRPr lang="es-PE" dirty="0"/>
          </a:p>
        </p:txBody>
      </p:sp>
      <p:sp>
        <p:nvSpPr>
          <p:cNvPr id="2" name="CuadroTexto 1">
            <a:extLst>
              <a:ext uri="{FF2B5EF4-FFF2-40B4-BE49-F238E27FC236}">
                <a16:creationId xmlns:a16="http://schemas.microsoft.com/office/drawing/2014/main" id="{1DC4C558-1D24-6765-3DD5-175C8D40DF52}"/>
              </a:ext>
            </a:extLst>
          </p:cNvPr>
          <p:cNvSpPr txBox="1"/>
          <p:nvPr/>
        </p:nvSpPr>
        <p:spPr>
          <a:xfrm>
            <a:off x="674914" y="6590184"/>
            <a:ext cx="2108269" cy="230832"/>
          </a:xfrm>
          <a:prstGeom prst="rect">
            <a:avLst/>
          </a:prstGeom>
          <a:noFill/>
        </p:spPr>
        <p:txBody>
          <a:bodyPr wrap="none" rtlCol="0">
            <a:spAutoFit/>
          </a:bodyPr>
          <a:lstStyle/>
          <a:p>
            <a:r>
              <a:rPr lang="es-PE" sz="900" dirty="0">
                <a:solidFill>
                  <a:srgbClr val="434343"/>
                </a:solidFill>
                <a:latin typeface="Arial Narrow" panose="020B0606020202030204" pitchFamily="34" charset="0"/>
              </a:rPr>
              <a:t>Source: Macrobond and Central Banks Latam</a:t>
            </a:r>
          </a:p>
        </p:txBody>
      </p:sp>
      <p:graphicFrame>
        <p:nvGraphicFramePr>
          <p:cNvPr id="8" name="Object 7">
            <a:extLst>
              <a:ext uri="{FF2B5EF4-FFF2-40B4-BE49-F238E27FC236}">
                <a16:creationId xmlns:a16="http://schemas.microsoft.com/office/drawing/2014/main" id="{D9B16977-17ED-2A25-C002-F5FF9F5F118A}"/>
              </a:ext>
            </a:extLst>
          </p:cNvPr>
          <p:cNvGraphicFramePr>
            <a:graphicFrameLocks noChangeAspect="1"/>
          </p:cNvGraphicFramePr>
          <p:nvPr>
            <p:extLst>
              <p:ext uri="{D42A27DB-BD31-4B8C-83A1-F6EECF244321}">
                <p14:modId xmlns:p14="http://schemas.microsoft.com/office/powerpoint/2010/main" val="1107110415"/>
              </p:ext>
            </p:extLst>
          </p:nvPr>
        </p:nvGraphicFramePr>
        <p:xfrm>
          <a:off x="1182688" y="893056"/>
          <a:ext cx="5164137" cy="5418137"/>
        </p:xfrm>
        <a:graphic>
          <a:graphicData uri="http://schemas.openxmlformats.org/presentationml/2006/ole">
            <mc:AlternateContent xmlns:mc="http://schemas.openxmlformats.org/markup-compatibility/2006">
              <mc:Choice xmlns:v="urn:schemas-microsoft-com:vml" Requires="v">
                <p:oleObj name="Macrobond document" r:id="rId3" imgW="6925477" imgH="7268301" progId="Mbnd.mbnd">
                  <p:embed/>
                </p:oleObj>
              </mc:Choice>
              <mc:Fallback>
                <p:oleObj name="Macrobond document" r:id="rId3" imgW="6925477" imgH="7268301" progId="Mbnd.mbnd">
                  <p:embed/>
                  <p:pic>
                    <p:nvPicPr>
                      <p:cNvPr id="8" name="Object 7">
                        <a:extLst>
                          <a:ext uri="{FF2B5EF4-FFF2-40B4-BE49-F238E27FC236}">
                            <a16:creationId xmlns:a16="http://schemas.microsoft.com/office/drawing/2014/main" id="{D9B16977-17ED-2A25-C002-F5FF9F5F118A}"/>
                          </a:ext>
                        </a:extLst>
                      </p:cNvPr>
                      <p:cNvPicPr/>
                      <p:nvPr/>
                    </p:nvPicPr>
                    <p:blipFill>
                      <a:blip r:embed="rId4"/>
                      <a:stretch>
                        <a:fillRect/>
                      </a:stretch>
                    </p:blipFill>
                    <p:spPr>
                      <a:xfrm>
                        <a:off x="1182688" y="893056"/>
                        <a:ext cx="5164137" cy="541813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132A9A1F-FF76-6D64-8B93-4383A1B0DA02}"/>
              </a:ext>
            </a:extLst>
          </p:cNvPr>
          <p:cNvGraphicFramePr>
            <a:graphicFrameLocks noChangeAspect="1"/>
          </p:cNvGraphicFramePr>
          <p:nvPr>
            <p:extLst>
              <p:ext uri="{D42A27DB-BD31-4B8C-83A1-F6EECF244321}">
                <p14:modId xmlns:p14="http://schemas.microsoft.com/office/powerpoint/2010/main" val="2746454272"/>
              </p:ext>
            </p:extLst>
          </p:nvPr>
        </p:nvGraphicFramePr>
        <p:xfrm>
          <a:off x="6485165" y="979414"/>
          <a:ext cx="5410899" cy="4899171"/>
        </p:xfrm>
        <a:graphic>
          <a:graphicData uri="http://schemas.openxmlformats.org/presentationml/2006/ole">
            <mc:AlternateContent xmlns:mc="http://schemas.openxmlformats.org/markup-compatibility/2006">
              <mc:Choice xmlns:v="urn:schemas-microsoft-com:vml" Requires="v">
                <p:oleObj name="Macrobond document" r:id="rId5" imgW="7620688" imgH="5715205" progId="Mbnd.mbnd">
                  <p:embed/>
                </p:oleObj>
              </mc:Choice>
              <mc:Fallback>
                <p:oleObj name="Macrobond document" r:id="rId5" imgW="7620688" imgH="5715205" progId="Mbnd.mbnd">
                  <p:embed/>
                  <p:pic>
                    <p:nvPicPr>
                      <p:cNvPr id="20" name="Object 19">
                        <a:extLst>
                          <a:ext uri="{FF2B5EF4-FFF2-40B4-BE49-F238E27FC236}">
                            <a16:creationId xmlns:a16="http://schemas.microsoft.com/office/drawing/2014/main" id="{132A9A1F-FF76-6D64-8B93-4383A1B0DA02}"/>
                          </a:ext>
                        </a:extLst>
                      </p:cNvPr>
                      <p:cNvPicPr/>
                      <p:nvPr/>
                    </p:nvPicPr>
                    <p:blipFill>
                      <a:blip r:embed="rId6"/>
                      <a:stretch>
                        <a:fillRect/>
                      </a:stretch>
                    </p:blipFill>
                    <p:spPr>
                      <a:xfrm>
                        <a:off x="6485165" y="979414"/>
                        <a:ext cx="5410899" cy="4899171"/>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9C58570F-59CE-499B-1772-5CD689891906}"/>
              </a:ext>
            </a:extLst>
          </p:cNvPr>
          <p:cNvSpPr txBox="1"/>
          <p:nvPr/>
        </p:nvSpPr>
        <p:spPr>
          <a:xfrm>
            <a:off x="161925" y="152400"/>
            <a:ext cx="11115675" cy="461665"/>
          </a:xfrm>
          <a:prstGeom prst="rect">
            <a:avLst/>
          </a:prstGeom>
          <a:noFill/>
        </p:spPr>
        <p:txBody>
          <a:bodyPr wrap="square" rtlCol="0">
            <a:spAutoFit/>
          </a:bodyPr>
          <a:lstStyle/>
          <a:p>
            <a:r>
              <a:rPr lang="en-US" sz="2400" b="1" dirty="0">
                <a:solidFill>
                  <a:srgbClr val="002060"/>
                </a:solidFill>
                <a:latin typeface="Trebuchet MS" panose="020B0603020202020204" pitchFamily="34" charset="0"/>
              </a:rPr>
              <a:t>Latam: Inflation and GDP Growth</a:t>
            </a:r>
          </a:p>
        </p:txBody>
      </p:sp>
    </p:spTree>
    <p:extLst>
      <p:ext uri="{BB962C8B-B14F-4D97-AF65-F5344CB8AC3E}">
        <p14:creationId xmlns:p14="http://schemas.microsoft.com/office/powerpoint/2010/main" val="37018543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F0A0D-DAFD-9446-D1F2-A0BD671388C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38BD21-6B18-2293-0BCF-6C4505088934}"/>
              </a:ext>
            </a:extLst>
          </p:cNvPr>
          <p:cNvSpPr txBox="1"/>
          <p:nvPr/>
        </p:nvSpPr>
        <p:spPr>
          <a:xfrm>
            <a:off x="161925" y="152400"/>
            <a:ext cx="11115675" cy="461665"/>
          </a:xfrm>
          <a:prstGeom prst="rect">
            <a:avLst/>
          </a:prstGeom>
          <a:noFill/>
        </p:spPr>
        <p:txBody>
          <a:bodyPr wrap="square" rtlCol="0">
            <a:spAutoFit/>
          </a:bodyPr>
          <a:lstStyle/>
          <a:p>
            <a:r>
              <a:rPr lang="en-US" sz="2400" b="1" dirty="0">
                <a:solidFill>
                  <a:srgbClr val="002060"/>
                </a:solidFill>
                <a:latin typeface="Trebuchet MS" panose="020B0603020202020204" pitchFamily="34" charset="0"/>
              </a:rPr>
              <a:t>Latam: Summary</a:t>
            </a:r>
          </a:p>
        </p:txBody>
      </p:sp>
      <p:graphicFrame>
        <p:nvGraphicFramePr>
          <p:cNvPr id="8" name="Table 7">
            <a:extLst>
              <a:ext uri="{FF2B5EF4-FFF2-40B4-BE49-F238E27FC236}">
                <a16:creationId xmlns:a16="http://schemas.microsoft.com/office/drawing/2014/main" id="{94585081-8077-CF9C-86FC-59D44A799A62}"/>
              </a:ext>
            </a:extLst>
          </p:cNvPr>
          <p:cNvGraphicFramePr>
            <a:graphicFrameLocks noGrp="1"/>
          </p:cNvGraphicFramePr>
          <p:nvPr>
            <p:extLst>
              <p:ext uri="{D42A27DB-BD31-4B8C-83A1-F6EECF244321}">
                <p14:modId xmlns:p14="http://schemas.microsoft.com/office/powerpoint/2010/main" val="3368154447"/>
              </p:ext>
            </p:extLst>
          </p:nvPr>
        </p:nvGraphicFramePr>
        <p:xfrm>
          <a:off x="1456269" y="763478"/>
          <a:ext cx="9279462" cy="5942122"/>
        </p:xfrm>
        <a:graphic>
          <a:graphicData uri="http://schemas.openxmlformats.org/drawingml/2006/table">
            <a:tbl>
              <a:tblPr firstRow="1" bandRow="1">
                <a:tableStyleId>{5C22544A-7EE6-4342-B048-85BDC9FD1C3A}</a:tableStyleId>
              </a:tblPr>
              <a:tblGrid>
                <a:gridCol w="923136">
                  <a:extLst>
                    <a:ext uri="{9D8B030D-6E8A-4147-A177-3AD203B41FA5}">
                      <a16:colId xmlns:a16="http://schemas.microsoft.com/office/drawing/2014/main" val="3877933409"/>
                    </a:ext>
                  </a:extLst>
                </a:gridCol>
                <a:gridCol w="1581150">
                  <a:extLst>
                    <a:ext uri="{9D8B030D-6E8A-4147-A177-3AD203B41FA5}">
                      <a16:colId xmlns:a16="http://schemas.microsoft.com/office/drawing/2014/main" val="1427092145"/>
                    </a:ext>
                  </a:extLst>
                </a:gridCol>
                <a:gridCol w="3089000">
                  <a:extLst>
                    <a:ext uri="{9D8B030D-6E8A-4147-A177-3AD203B41FA5}">
                      <a16:colId xmlns:a16="http://schemas.microsoft.com/office/drawing/2014/main" val="917605000"/>
                    </a:ext>
                  </a:extLst>
                </a:gridCol>
                <a:gridCol w="2590800">
                  <a:extLst>
                    <a:ext uri="{9D8B030D-6E8A-4147-A177-3AD203B41FA5}">
                      <a16:colId xmlns:a16="http://schemas.microsoft.com/office/drawing/2014/main" val="3567288530"/>
                    </a:ext>
                  </a:extLst>
                </a:gridCol>
                <a:gridCol w="1095376">
                  <a:extLst>
                    <a:ext uri="{9D8B030D-6E8A-4147-A177-3AD203B41FA5}">
                      <a16:colId xmlns:a16="http://schemas.microsoft.com/office/drawing/2014/main" val="4150072722"/>
                    </a:ext>
                  </a:extLst>
                </a:gridCol>
              </a:tblGrid>
              <a:tr h="378772">
                <a:tc>
                  <a:txBody>
                    <a:bodyPr/>
                    <a:lstStyle/>
                    <a:p>
                      <a:endParaRPr lang="es-PE" sz="1200" dirty="0">
                        <a:latin typeface="Arial Narrow" panose="020B060602020203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r>
                        <a:rPr lang="es-ES" sz="1200" dirty="0">
                          <a:latin typeface="Arial Narrow" panose="020B0606020202030204" pitchFamily="34" charset="0"/>
                        </a:rPr>
                        <a:t>Monetary Policy</a:t>
                      </a:r>
                      <a:endParaRPr lang="es-PE" sz="1200" dirty="0">
                        <a:latin typeface="Arial Narrow" panose="020B060602020203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r>
                        <a:rPr lang="es-ES" sz="1200" dirty="0">
                          <a:latin typeface="Arial Narrow" panose="020B0606020202030204" pitchFamily="34" charset="0"/>
                        </a:rPr>
                        <a:t>Political Risk</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r>
                        <a:rPr lang="es-ES" sz="1200" dirty="0">
                          <a:latin typeface="Arial Narrow" panose="020B0606020202030204" pitchFamily="34" charset="0"/>
                        </a:rPr>
                        <a:t>Fundamentals</a:t>
                      </a:r>
                      <a:endParaRPr lang="es-PE" sz="1200" dirty="0">
                        <a:latin typeface="Arial Narrow" panose="020B060602020203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err="1">
                          <a:latin typeface="Arial Narrow" panose="020B0606020202030204" pitchFamily="34" charset="0"/>
                        </a:rPr>
                        <a:t>Risk</a:t>
                      </a:r>
                      <a:endParaRPr lang="es-PE" sz="1200" dirty="0">
                        <a:latin typeface="Arial Narrow" panose="020B060602020203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45160402"/>
                  </a:ext>
                </a:extLst>
              </a:tr>
              <a:tr h="1286633">
                <a:tc>
                  <a:txBody>
                    <a:bodyPr/>
                    <a:lstStyle/>
                    <a:p>
                      <a:endParaRPr lang="es-PE" sz="1200" dirty="0">
                        <a:latin typeface="Arial Narrow" panose="020B0606020202030204" pitchFamily="34" charset="0"/>
                      </a:endParaRP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E8F5"/>
                    </a:solidFill>
                  </a:tcPr>
                </a:tc>
                <a:tc>
                  <a:txBody>
                    <a:bodyPr/>
                    <a:lstStyle/>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BCCh mildly hawkish tone.</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Rate hike 1Y: </a:t>
                      </a:r>
                      <a:r>
                        <a:rPr lang="es-ES" sz="1200" b="1" dirty="0">
                          <a:solidFill>
                            <a:srgbClr val="000000"/>
                          </a:solidFill>
                          <a:latin typeface="Arial Narrow" panose="020B0606020202030204" pitchFamily="34" charset="0"/>
                        </a:rPr>
                        <a:t>+28pbs</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Inflation forecasts:</a:t>
                      </a:r>
                    </a:p>
                    <a:p>
                      <a:pPr marL="360363" indent="-184150" algn="l">
                        <a:buFont typeface="Arial" panose="020B0604020202020204" pitchFamily="34" charset="0"/>
                        <a:buChar char="•"/>
                      </a:pPr>
                      <a:r>
                        <a:rPr lang="es-ES" sz="1200" dirty="0">
                          <a:solidFill>
                            <a:srgbClr val="000000"/>
                          </a:solidFill>
                          <a:latin typeface="Arial Narrow" panose="020B0606020202030204" pitchFamily="34" charset="0"/>
                        </a:rPr>
                        <a:t>2026: 4.4%</a:t>
                      </a:r>
                    </a:p>
                    <a:p>
                      <a:pPr marL="360363" marR="0" lvl="0" indent="-1841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dirty="0">
                          <a:solidFill>
                            <a:srgbClr val="000000"/>
                          </a:solidFill>
                          <a:latin typeface="Arial Narrow" panose="020B0606020202030204" pitchFamily="34" charset="0"/>
                        </a:rPr>
                        <a:t>2027:4.0%</a:t>
                      </a: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just">
                        <a:buFont typeface="Courier New" panose="02070309020205020404" pitchFamily="49" charset="0"/>
                        <a:buChar char="o"/>
                      </a:pPr>
                      <a:r>
                        <a:rPr lang="en-US" sz="1200" b="0" dirty="0">
                          <a:solidFill>
                            <a:srgbClr val="000000"/>
                          </a:solidFill>
                          <a:latin typeface="Arial Narrow" panose="020B0606020202030204" pitchFamily="34" charset="0"/>
                        </a:rPr>
                        <a:t>Legal challenges to Kast's reforms could delay investment projects.</a:t>
                      </a:r>
                    </a:p>
                    <a:p>
                      <a:pPr marL="171450" indent="-171450" algn="just">
                        <a:buFont typeface="Courier New" panose="02070309020205020404" pitchFamily="49" charset="0"/>
                        <a:buChar char="o"/>
                      </a:pPr>
                      <a:r>
                        <a:rPr lang="en-US" sz="1200" b="0" dirty="0">
                          <a:solidFill>
                            <a:srgbClr val="000000"/>
                          </a:solidFill>
                          <a:latin typeface="Arial Narrow" panose="020B0606020202030204" pitchFamily="34" charset="0"/>
                        </a:rPr>
                        <a:t>Fiscal consolidation remains vulnerable if growth falls short of expectations.</a:t>
                      </a: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solidFill>
                            <a:srgbClr val="000000"/>
                          </a:solidFill>
                          <a:latin typeface="Arial Narrow" panose="020B0606020202030204" pitchFamily="34" charset="0"/>
                        </a:rPr>
                        <a:t>GDP remains close to its steady state.</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solidFill>
                            <a:srgbClr val="000000"/>
                          </a:solidFill>
                          <a:latin typeface="Arial Narrow" panose="020B0606020202030204" pitchFamily="34" charset="0"/>
                        </a:rPr>
                        <a:t>Inflation remains elevated despite an expected gradual moderation.</a:t>
                      </a:r>
                      <a:endParaRPr lang="es-ES" sz="1200" dirty="0">
                        <a:solidFill>
                          <a:srgbClr val="000000"/>
                        </a:solidFill>
                        <a:latin typeface="Arial Narrow" panose="020B0606020202030204" pitchFamily="34" charset="0"/>
                      </a:endParaRP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363" indent="-184150" algn="l">
                        <a:buFont typeface="Arial" panose="020B0604020202020204" pitchFamily="34" charset="0"/>
                        <a:buChar char="•"/>
                      </a:pPr>
                      <a:endParaRPr lang="es-ES" sz="1200" dirty="0">
                        <a:solidFill>
                          <a:srgbClr val="000000"/>
                        </a:solidFill>
                        <a:latin typeface="Arial Narrow" panose="020B0606020202030204" pitchFamily="34" charset="0"/>
                      </a:endParaRP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7213237"/>
                  </a:ext>
                </a:extLst>
              </a:tr>
              <a:tr h="1286633">
                <a:tc>
                  <a:txBody>
                    <a:bodyPr/>
                    <a:lstStyle/>
                    <a:p>
                      <a:endParaRPr lang="es-PE" sz="1200" dirty="0">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E8F5"/>
                    </a:solidFill>
                  </a:tcPr>
                </a:tc>
                <a:tc>
                  <a:txBody>
                    <a:bodyPr/>
                    <a:lstStyle/>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Banxico hawkish tone.</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Rate hike</a:t>
                      </a:r>
                      <a:r>
                        <a:rPr lang="es-ES" sz="1200" b="0" dirty="0">
                          <a:solidFill>
                            <a:srgbClr val="000000"/>
                          </a:solidFill>
                          <a:latin typeface="Arial Narrow" panose="020B0606020202030204" pitchFamily="34" charset="0"/>
                        </a:rPr>
                        <a:t>:</a:t>
                      </a:r>
                      <a:r>
                        <a:rPr lang="es-ES" sz="1200" b="1" dirty="0">
                          <a:solidFill>
                            <a:srgbClr val="000000"/>
                          </a:solidFill>
                          <a:latin typeface="Arial Narrow" panose="020B0606020202030204" pitchFamily="34" charset="0"/>
                        </a:rPr>
                        <a:t>+63pbs</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Inflation forecasts:</a:t>
                      </a:r>
                    </a:p>
                    <a:p>
                      <a:pPr marL="360363" indent="-184150" algn="l">
                        <a:buFont typeface="Arial" panose="020B0604020202020204" pitchFamily="34" charset="0"/>
                        <a:buChar char="•"/>
                      </a:pPr>
                      <a:r>
                        <a:rPr lang="es-ES" sz="1200" dirty="0">
                          <a:solidFill>
                            <a:srgbClr val="000000"/>
                          </a:solidFill>
                          <a:latin typeface="Arial Narrow" panose="020B0606020202030204" pitchFamily="34" charset="0"/>
                        </a:rPr>
                        <a:t>2026: 3.1%</a:t>
                      </a:r>
                    </a:p>
                    <a:p>
                      <a:pPr marL="360363" marR="0" lvl="0" indent="-1841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dirty="0">
                          <a:solidFill>
                            <a:srgbClr val="000000"/>
                          </a:solidFill>
                          <a:latin typeface="Arial Narrow" panose="020B0606020202030204" pitchFamily="34" charset="0"/>
                        </a:rPr>
                        <a:t>2027:3.3%</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just">
                        <a:buFont typeface="Courier New" panose="02070309020205020404" pitchFamily="49" charset="0"/>
                        <a:buChar char="o"/>
                      </a:pPr>
                      <a:r>
                        <a:rPr lang="en-US" sz="1200" dirty="0">
                          <a:solidFill>
                            <a:srgbClr val="000000"/>
                          </a:solidFill>
                          <a:latin typeface="Arial Narrow" panose="020B0606020202030204" pitchFamily="34" charset="0"/>
                        </a:rPr>
                        <a:t>Trade tensions with the U.S. continue to weigh on business confidence and investment.</a:t>
                      </a:r>
                    </a:p>
                    <a:p>
                      <a:pPr marL="171450" indent="-171450" algn="just">
                        <a:buFont typeface="Courier New" panose="02070309020205020404" pitchFamily="49" charset="0"/>
                        <a:buChar char="o"/>
                      </a:pPr>
                      <a:r>
                        <a:rPr lang="en-US" sz="1200" dirty="0">
                          <a:solidFill>
                            <a:srgbClr val="000000"/>
                          </a:solidFill>
                          <a:latin typeface="Arial Narrow" panose="020B0606020202030204" pitchFamily="34" charset="0"/>
                        </a:rPr>
                        <a:t>President Sheinbaum's growth agenda will depend on preserving investor confidence amid external trade uncertainty.</a:t>
                      </a:r>
                      <a:endParaRPr lang="es-ES" sz="1200" dirty="0">
                        <a:solidFill>
                          <a:srgbClr val="000000"/>
                        </a:solidFill>
                        <a:highlight>
                          <a:srgbClr val="FFFF00"/>
                        </a:highlight>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solidFill>
                            <a:srgbClr val="000000"/>
                          </a:solidFill>
                          <a:latin typeface="Arial Narrow" panose="020B0606020202030204" pitchFamily="34" charset="0"/>
                        </a:rPr>
                        <a:t>Weak domestic demand continues to weigh on private consumption, investment, and overall economic activity.</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solidFill>
                            <a:srgbClr val="000000"/>
                          </a:solidFill>
                          <a:latin typeface="Arial Narrow" panose="020B0606020202030204" pitchFamily="34" charset="0"/>
                        </a:rPr>
                        <a:t>Persistent trade uncertainty, including tariff-related risks, continues to dampen business confidence and delay investment decisions.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363" indent="-184150" algn="l">
                        <a:buFont typeface="Arial" panose="020B0604020202020204" pitchFamily="34" charset="0"/>
                        <a:buChar char="•"/>
                      </a:pPr>
                      <a:endParaRPr lang="es-ES" sz="1200" dirty="0">
                        <a:solidFill>
                          <a:srgbClr val="000000"/>
                        </a:solidFill>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2746444"/>
                  </a:ext>
                </a:extLst>
              </a:tr>
              <a:tr h="1286633">
                <a:tc>
                  <a:txBody>
                    <a:bodyPr/>
                    <a:lstStyle/>
                    <a:p>
                      <a:endParaRPr lang="es-PE" sz="1200" dirty="0">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FAADC"/>
                    </a:solidFill>
                  </a:tcPr>
                </a:tc>
                <a:tc>
                  <a:txBody>
                    <a:bodyPr/>
                    <a:lstStyle/>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BCB remains cautions.</a:t>
                      </a:r>
                      <a:endParaRPr lang="es-ES" sz="1200" dirty="0">
                        <a:solidFill>
                          <a:srgbClr val="000000"/>
                        </a:solidFill>
                        <a:highlight>
                          <a:srgbClr val="FFFF00"/>
                        </a:highlight>
                        <a:latin typeface="Arial Narrow" panose="020B0606020202030204" pitchFamily="34" charset="0"/>
                      </a:endParaRP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Rate hike 1Y: </a:t>
                      </a:r>
                      <a:r>
                        <a:rPr lang="es-ES" sz="1200" b="1" dirty="0">
                          <a:solidFill>
                            <a:srgbClr val="000000"/>
                          </a:solidFill>
                          <a:latin typeface="Arial Narrow" panose="020B0606020202030204" pitchFamily="34" charset="0"/>
                        </a:rPr>
                        <a:t>+20pbs</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Inflation forecasts:</a:t>
                      </a:r>
                    </a:p>
                    <a:p>
                      <a:pPr marL="360363" indent="-184150" algn="l">
                        <a:buFont typeface="Arial" panose="020B0604020202020204" pitchFamily="34" charset="0"/>
                        <a:buChar char="•"/>
                      </a:pPr>
                      <a:r>
                        <a:rPr lang="es-ES" sz="1200" dirty="0">
                          <a:solidFill>
                            <a:srgbClr val="000000"/>
                          </a:solidFill>
                          <a:latin typeface="Arial Narrow" panose="020B0606020202030204" pitchFamily="34" charset="0"/>
                        </a:rPr>
                        <a:t>2026: 4.4%</a:t>
                      </a:r>
                    </a:p>
                    <a:p>
                      <a:pPr marL="360363" marR="0" lvl="0" indent="-1841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dirty="0">
                          <a:solidFill>
                            <a:srgbClr val="000000"/>
                          </a:solidFill>
                          <a:latin typeface="Arial Narrow" panose="020B0606020202030204" pitchFamily="34" charset="0"/>
                        </a:rPr>
                        <a:t>2027:4.0%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Political uncertainty could intensify pressures for fiscal loosening ahead of the elections.</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Shifting voter preferences add uncertainty to the policy and fiscal outlook.</a:t>
                      </a:r>
                      <a:endParaRPr lang="en-US" sz="1200" dirty="0">
                        <a:solidFill>
                          <a:srgbClr val="000000"/>
                        </a:solidFill>
                        <a:highlight>
                          <a:srgbClr val="FFFF00"/>
                        </a:highlight>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GDP remains close to its steady-state level.</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Inflation remains elevated but is expected to moderate gradually.</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BCB maintains a cautious tone.</a:t>
                      </a:r>
                      <a:endParaRPr lang="es-ES" sz="1200" kern="1200" dirty="0">
                        <a:solidFill>
                          <a:srgbClr val="000000"/>
                        </a:solidFill>
                        <a:latin typeface="Arial Narrow" panose="020B0606020202030204" pitchFamily="34" charset="0"/>
                        <a:ea typeface="+mn-ea"/>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363" indent="-184150" algn="l">
                        <a:buFont typeface="Arial" panose="020B0604020202020204" pitchFamily="34" charset="0"/>
                        <a:buChar char="•"/>
                      </a:pPr>
                      <a:endParaRPr lang="es-ES" sz="1200" dirty="0">
                        <a:solidFill>
                          <a:srgbClr val="000000"/>
                        </a:solidFill>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8169578"/>
                  </a:ext>
                </a:extLst>
              </a:tr>
              <a:tr h="1435604">
                <a:tc>
                  <a:txBody>
                    <a:bodyPr/>
                    <a:lstStyle/>
                    <a:p>
                      <a:endParaRPr lang="es-PE" sz="1200" dirty="0">
                        <a:latin typeface="Arial Narrow" panose="020B0606020202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FAADC"/>
                    </a:solidFill>
                  </a:tcPr>
                </a:tc>
                <a:tc>
                  <a:txBody>
                    <a:bodyPr/>
                    <a:lstStyle/>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BanRep remains cautious.</a:t>
                      </a:r>
                      <a:endParaRPr lang="es-ES" sz="1200" dirty="0">
                        <a:solidFill>
                          <a:srgbClr val="000000"/>
                        </a:solidFill>
                        <a:highlight>
                          <a:srgbClr val="FFFF00"/>
                        </a:highlight>
                        <a:latin typeface="Arial Narrow" panose="020B0606020202030204" pitchFamily="34" charset="0"/>
                      </a:endParaRP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Rate hike +</a:t>
                      </a:r>
                      <a:r>
                        <a:rPr lang="es-ES" sz="1200" b="1" dirty="0">
                          <a:solidFill>
                            <a:srgbClr val="000000"/>
                          </a:solidFill>
                          <a:latin typeface="Arial Narrow" panose="020B0606020202030204" pitchFamily="34" charset="0"/>
                        </a:rPr>
                        <a:t>8pbs</a:t>
                      </a:r>
                    </a:p>
                    <a:p>
                      <a:pPr marL="171450" indent="-171450" algn="l">
                        <a:buFont typeface="Courier New" panose="02070309020205020404" pitchFamily="49" charset="0"/>
                        <a:buChar char="o"/>
                      </a:pPr>
                      <a:r>
                        <a:rPr lang="es-ES" sz="1200" dirty="0">
                          <a:solidFill>
                            <a:srgbClr val="000000"/>
                          </a:solidFill>
                          <a:latin typeface="Arial Narrow" panose="020B0606020202030204" pitchFamily="34" charset="0"/>
                        </a:rPr>
                        <a:t>Inflation forecasts:</a:t>
                      </a:r>
                    </a:p>
                    <a:p>
                      <a:pPr marL="360363" indent="-184150" algn="l">
                        <a:buFont typeface="Arial" panose="020B0604020202020204" pitchFamily="34" charset="0"/>
                        <a:buChar char="•"/>
                      </a:pPr>
                      <a:r>
                        <a:rPr lang="es-ES" sz="1200" dirty="0">
                          <a:solidFill>
                            <a:srgbClr val="000000"/>
                          </a:solidFill>
                          <a:latin typeface="Arial Narrow" panose="020B0606020202030204" pitchFamily="34" charset="0"/>
                        </a:rPr>
                        <a:t>2026: 5.5%*</a:t>
                      </a:r>
                    </a:p>
                    <a:p>
                      <a:pPr marL="360363" marR="0" lvl="0" indent="-1841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dirty="0">
                          <a:solidFill>
                            <a:srgbClr val="000000"/>
                          </a:solidFill>
                          <a:latin typeface="Arial Narrow" panose="020B0606020202030204" pitchFamily="34" charset="0"/>
                        </a:rPr>
                        <a:t>2027:4.9%*</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Petro's declining approval ratings may increase pressure for more expansionary fiscal policies.</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Changes to pension fund investment limits could increase pressure on domestic capital markets.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Minimum wage increases pose upside risks to inflation.</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Labor market conditions remain resilient.</a:t>
                      </a:r>
                    </a:p>
                    <a:p>
                      <a:pPr marL="171450" indent="-171450" algn="l">
                        <a:buFont typeface="Courier New" panose="02070309020205020404" pitchFamily="49" charset="0"/>
                        <a:buChar char="o"/>
                      </a:pPr>
                      <a:r>
                        <a:rPr lang="en-US" sz="1200" dirty="0">
                          <a:solidFill>
                            <a:srgbClr val="000000"/>
                          </a:solidFill>
                          <a:latin typeface="Arial Narrow" panose="020B0606020202030204" pitchFamily="34" charset="0"/>
                        </a:rPr>
                        <a:t>Lower oil prices could weigh on growth and fiscal revenues.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363" indent="-184150" algn="l">
                        <a:buFont typeface="Arial" panose="020B0604020202020204" pitchFamily="34" charset="0"/>
                        <a:buChar char="•"/>
                      </a:pPr>
                      <a:endParaRPr lang="es-ES" sz="1200" kern="1200" dirty="0">
                        <a:solidFill>
                          <a:srgbClr val="000000"/>
                        </a:solidFill>
                        <a:latin typeface="Arial Narrow" panose="020B0606020202030204" pitchFamily="34" charset="0"/>
                        <a:ea typeface="+mn-ea"/>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8172147"/>
                  </a:ext>
                </a:extLst>
              </a:tr>
            </a:tbl>
          </a:graphicData>
        </a:graphic>
      </p:graphicFrame>
      <p:sp>
        <p:nvSpPr>
          <p:cNvPr id="9" name="Oval 8">
            <a:extLst>
              <a:ext uri="{FF2B5EF4-FFF2-40B4-BE49-F238E27FC236}">
                <a16:creationId xmlns:a16="http://schemas.microsoft.com/office/drawing/2014/main" id="{0A2C251F-B0DF-B4A0-7D40-6E16E4A331B4}"/>
              </a:ext>
            </a:extLst>
          </p:cNvPr>
          <p:cNvSpPr/>
          <p:nvPr/>
        </p:nvSpPr>
        <p:spPr>
          <a:xfrm>
            <a:off x="1578648" y="1560711"/>
            <a:ext cx="691428" cy="588681"/>
          </a:xfrm>
          <a:prstGeom prst="ellipse">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Oval 9">
            <a:extLst>
              <a:ext uri="{FF2B5EF4-FFF2-40B4-BE49-F238E27FC236}">
                <a16:creationId xmlns:a16="http://schemas.microsoft.com/office/drawing/2014/main" id="{E3DEE301-4614-78D3-7132-0713DFEB635C}"/>
              </a:ext>
            </a:extLst>
          </p:cNvPr>
          <p:cNvSpPr/>
          <p:nvPr/>
        </p:nvSpPr>
        <p:spPr>
          <a:xfrm>
            <a:off x="1578648" y="4328495"/>
            <a:ext cx="691428" cy="588681"/>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4" name="Oval 13">
            <a:extLst>
              <a:ext uri="{FF2B5EF4-FFF2-40B4-BE49-F238E27FC236}">
                <a16:creationId xmlns:a16="http://schemas.microsoft.com/office/drawing/2014/main" id="{2D376BF3-3C50-F77A-51EA-987A2A6FDAF7}"/>
              </a:ext>
            </a:extLst>
          </p:cNvPr>
          <p:cNvSpPr/>
          <p:nvPr/>
        </p:nvSpPr>
        <p:spPr>
          <a:xfrm>
            <a:off x="1578648" y="5631107"/>
            <a:ext cx="691428" cy="588681"/>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Oval 14">
            <a:extLst>
              <a:ext uri="{FF2B5EF4-FFF2-40B4-BE49-F238E27FC236}">
                <a16:creationId xmlns:a16="http://schemas.microsoft.com/office/drawing/2014/main" id="{E7A21204-BA8D-332F-A7CA-7268315EB512}"/>
              </a:ext>
            </a:extLst>
          </p:cNvPr>
          <p:cNvSpPr/>
          <p:nvPr/>
        </p:nvSpPr>
        <p:spPr>
          <a:xfrm>
            <a:off x="1555599" y="2863323"/>
            <a:ext cx="691428" cy="588681"/>
          </a:xfrm>
          <a:prstGeom prst="ellipse">
            <a:avLst/>
          </a:prstGeom>
          <a:blipFill dpi="0" rotWithShape="1">
            <a:blip r:embed="rId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8" name="Picture 17">
            <a:extLst>
              <a:ext uri="{FF2B5EF4-FFF2-40B4-BE49-F238E27FC236}">
                <a16:creationId xmlns:a16="http://schemas.microsoft.com/office/drawing/2014/main" id="{9D37817F-FE30-52E2-76D9-9A789655D9AB}"/>
              </a:ext>
            </a:extLst>
          </p:cNvPr>
          <p:cNvPicPr>
            <a:picLocks noChangeAspect="1"/>
          </p:cNvPicPr>
          <p:nvPr/>
        </p:nvPicPr>
        <p:blipFill>
          <a:blip r:embed="rId7"/>
          <a:stretch>
            <a:fillRect/>
          </a:stretch>
        </p:blipFill>
        <p:spPr>
          <a:xfrm>
            <a:off x="9991283" y="1238447"/>
            <a:ext cx="889017" cy="1038072"/>
          </a:xfrm>
          <a:prstGeom prst="rect">
            <a:avLst/>
          </a:prstGeom>
        </p:spPr>
      </p:pic>
      <p:pic>
        <p:nvPicPr>
          <p:cNvPr id="21" name="Picture 20" descr="A person smiling at the camera&#10;&#10;AI-generated content may be incorrect.">
            <a:extLst>
              <a:ext uri="{FF2B5EF4-FFF2-40B4-BE49-F238E27FC236}">
                <a16:creationId xmlns:a16="http://schemas.microsoft.com/office/drawing/2014/main" id="{BF160038-13CD-8FE7-907E-9A741B59AD5F}"/>
              </a:ext>
            </a:extLst>
          </p:cNvPr>
          <p:cNvPicPr>
            <a:picLocks noChangeAspect="1"/>
          </p:cNvPicPr>
          <p:nvPr/>
        </p:nvPicPr>
        <p:blipFill>
          <a:blip r:embed="rId8">
            <a:extLst>
              <a:ext uri="{28A0092B-C50C-407E-A947-70E740481C1C}">
                <a14:useLocalDpi xmlns:a14="http://schemas.microsoft.com/office/drawing/2010/main" val="0"/>
              </a:ext>
            </a:extLst>
          </a:blip>
          <a:srcRect l="10179" r="9919"/>
          <a:stretch>
            <a:fillRect/>
          </a:stretch>
        </p:blipFill>
        <p:spPr>
          <a:xfrm>
            <a:off x="9991283" y="2629422"/>
            <a:ext cx="866827" cy="1038071"/>
          </a:xfrm>
          <a:prstGeom prst="rect">
            <a:avLst/>
          </a:prstGeom>
        </p:spPr>
      </p:pic>
      <p:pic>
        <p:nvPicPr>
          <p:cNvPr id="16" name="Picture 15">
            <a:extLst>
              <a:ext uri="{FF2B5EF4-FFF2-40B4-BE49-F238E27FC236}">
                <a16:creationId xmlns:a16="http://schemas.microsoft.com/office/drawing/2014/main" id="{9F70B2BB-7C49-71D5-71D8-4C0DDC1E09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28093" y="4162128"/>
            <a:ext cx="1436822" cy="847725"/>
          </a:xfrm>
          <a:prstGeom prst="rect">
            <a:avLst/>
          </a:prstGeom>
        </p:spPr>
      </p:pic>
      <p:pic>
        <p:nvPicPr>
          <p:cNvPr id="17" name="Picture 16" descr="Abelardo De La Espriella, Análisis legal, judicial y el impacto de las  leyes de Colombia | Asuntoslegales.com.co">
            <a:extLst>
              <a:ext uri="{FF2B5EF4-FFF2-40B4-BE49-F238E27FC236}">
                <a16:creationId xmlns:a16="http://schemas.microsoft.com/office/drawing/2014/main" id="{F9E59AFC-1263-57DD-AC09-12B17887F672}"/>
              </a:ext>
            </a:extLst>
          </p:cNvPr>
          <p:cNvPicPr>
            <a:picLocks noChangeAspect="1"/>
          </p:cNvPicPr>
          <p:nvPr/>
        </p:nvPicPr>
        <p:blipFill>
          <a:blip r:embed="rId10"/>
          <a:stretch>
            <a:fillRect/>
          </a:stretch>
        </p:blipFill>
        <p:spPr>
          <a:xfrm>
            <a:off x="9739479" y="5438889"/>
            <a:ext cx="1118631" cy="932484"/>
          </a:xfrm>
          <a:prstGeom prst="rect">
            <a:avLst/>
          </a:prstGeom>
        </p:spPr>
      </p:pic>
    </p:spTree>
    <p:extLst>
      <p:ext uri="{BB962C8B-B14F-4D97-AF65-F5344CB8AC3E}">
        <p14:creationId xmlns:p14="http://schemas.microsoft.com/office/powerpoint/2010/main" val="627840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8E0F26C-BF55-E01F-1AA6-4BFF1AD16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30" y="1119545"/>
            <a:ext cx="5463144" cy="5148263"/>
          </a:xfrm>
          <a:prstGeom prst="rect">
            <a:avLst/>
          </a:prstGeom>
        </p:spPr>
      </p:pic>
      <p:pic>
        <p:nvPicPr>
          <p:cNvPr id="15" name="Picture 14">
            <a:extLst>
              <a:ext uri="{FF2B5EF4-FFF2-40B4-BE49-F238E27FC236}">
                <a16:creationId xmlns:a16="http://schemas.microsoft.com/office/drawing/2014/main" id="{688D0822-FF7C-B7FD-FB20-2B7405C96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1842" y="1219558"/>
            <a:ext cx="5685744" cy="5048250"/>
          </a:xfrm>
          <a:prstGeom prst="rect">
            <a:avLst/>
          </a:prstGeom>
        </p:spPr>
      </p:pic>
      <p:sp>
        <p:nvSpPr>
          <p:cNvPr id="4" name="TextBox 2">
            <a:extLst>
              <a:ext uri="{FF2B5EF4-FFF2-40B4-BE49-F238E27FC236}">
                <a16:creationId xmlns:a16="http://schemas.microsoft.com/office/drawing/2014/main" id="{0AF93396-34BC-61BC-1EF8-AA4EDBF7AD88}"/>
              </a:ext>
            </a:extLst>
          </p:cNvPr>
          <p:cNvSpPr txBox="1"/>
          <p:nvPr/>
        </p:nvSpPr>
        <p:spPr>
          <a:xfrm>
            <a:off x="161925" y="152400"/>
            <a:ext cx="11115675" cy="461665"/>
          </a:xfrm>
          <a:prstGeom prst="rect">
            <a:avLst/>
          </a:prstGeom>
          <a:noFill/>
        </p:spPr>
        <p:txBody>
          <a:bodyPr wrap="square" rtlCol="0">
            <a:spAutoFit/>
          </a:bodyPr>
          <a:lstStyle/>
          <a:p>
            <a:r>
              <a:rPr lang="en-US" sz="2400" b="1" dirty="0">
                <a:solidFill>
                  <a:srgbClr val="002060"/>
                </a:solidFill>
                <a:latin typeface="Trebuchet MS" panose="020B0603020202020204" pitchFamily="34" charset="0"/>
              </a:rPr>
              <a:t>Latam: new global cycle</a:t>
            </a:r>
          </a:p>
        </p:txBody>
      </p:sp>
    </p:spTree>
    <p:extLst>
      <p:ext uri="{BB962C8B-B14F-4D97-AF65-F5344CB8AC3E}">
        <p14:creationId xmlns:p14="http://schemas.microsoft.com/office/powerpoint/2010/main" val="36914866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Custom 1">
      <a:dk1>
        <a:srgbClr val="002060"/>
      </a:dk1>
      <a:lt1>
        <a:sysClr val="window" lastClr="FFFFFF"/>
      </a:lt1>
      <a:dk2>
        <a:srgbClr val="00206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iew">
  <a:themeElements>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Equity_template" id="{2C45493C-CBB5-4B1C-9B90-0E93DC79B32A}" vid="{B8790828-3D80-477A-BCD6-59A45BFE4A9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Override>
</file>

<file path=ppt/theme/themeOverride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Override>
</file>

<file path=ppt/theme/themeOverride5.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110471</TotalTime>
  <Words>6881</Words>
  <Application>Microsoft Office PowerPoint</Application>
  <PresentationFormat>Widescreen</PresentationFormat>
  <Paragraphs>523</Paragraphs>
  <Slides>49</Slides>
  <Notes>48</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49</vt:i4>
      </vt:variant>
    </vt:vector>
  </HeadingPairs>
  <TitlesOfParts>
    <vt:vector size="60" baseType="lpstr">
      <vt:lpstr>Aptos</vt:lpstr>
      <vt:lpstr>Arial</vt:lpstr>
      <vt:lpstr>Arial Narrow</vt:lpstr>
      <vt:lpstr>Calibri</vt:lpstr>
      <vt:lpstr>Calibri Light</vt:lpstr>
      <vt:lpstr>Courier New</vt:lpstr>
      <vt:lpstr>Trebuchet MS</vt:lpstr>
      <vt:lpstr>Wingdings 2</vt:lpstr>
      <vt:lpstr>Office Theme</vt:lpstr>
      <vt:lpstr>View</vt:lpstr>
      <vt:lpstr>Macrobond document</vt:lpstr>
      <vt:lpstr>PowerPoint Presentation</vt:lpstr>
      <vt:lpstr>PowerPoint Presentation</vt:lpstr>
      <vt:lpstr>PowerPoint Presentation</vt:lpstr>
      <vt:lpstr>PowerPoint Presentation</vt:lpstr>
      <vt:lpstr>PowerPoint Presentation</vt:lpstr>
      <vt:lpstr>PowerPoint Presentation</vt:lpstr>
      <vt:lpstr>US Inflation: Trump's Inflationary Legacy</vt:lpstr>
      <vt:lpstr>PowerPoint Presentation</vt:lpstr>
      <vt:lpstr>PowerPoint Presentation</vt:lpstr>
      <vt:lpstr>PowerPoint Presentation</vt:lpstr>
      <vt:lpstr>US Treasuries Demand and Supply</vt:lpstr>
      <vt:lpstr>PowerPoint Presentation</vt:lpstr>
      <vt:lpstr>US Treasuries Positioning</vt:lpstr>
      <vt:lpstr>US Treasuries Supply: treasury leans on bills, and the funding gap opens in FY27</vt:lpstr>
      <vt:lpstr>UST Steepening</vt:lpstr>
      <vt:lpstr>UST Steepening:lessons from Volcker to Powell</vt:lpstr>
      <vt:lpstr>UST Steepening : Amid Coordinated Policy Support</vt:lpstr>
      <vt:lpstr>UST Steepening: QE or QT?</vt:lpstr>
      <vt:lpstr>Global Factors: UST Valuation</vt:lpstr>
      <vt:lpstr>Conclusions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Credit Spreads and macro conditions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Valeria Sofia Herrada Paez</dc:creator>
  <cp:lastModifiedBy>Sandra Lucia Chavarri Macheri</cp:lastModifiedBy>
  <cp:revision>800</cp:revision>
  <cp:lastPrinted>2026-01-27T15:31:40Z</cp:lastPrinted>
  <dcterms:created xsi:type="dcterms:W3CDTF">2022-03-24T17:21:18Z</dcterms:created>
  <dcterms:modified xsi:type="dcterms:W3CDTF">2026-08-25T13:54:42Z</dcterms:modified>
</cp:coreProperties>
</file>