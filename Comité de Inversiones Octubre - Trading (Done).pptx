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  <p:sldMasterId id="2147483994" r:id="rId2"/>
  </p:sldMasterIdLst>
  <p:notesMasterIdLst>
    <p:notesMasterId r:id="rId10"/>
  </p:notesMasterIdLst>
  <p:handoutMasterIdLst>
    <p:handoutMasterId r:id="rId11"/>
  </p:handoutMasterIdLst>
  <p:sldIdLst>
    <p:sldId id="3426" r:id="rId3"/>
    <p:sldId id="3968" r:id="rId4"/>
    <p:sldId id="3070" r:id="rId5"/>
    <p:sldId id="3071" r:id="rId6"/>
    <p:sldId id="3542" r:id="rId7"/>
    <p:sldId id="3971" r:id="rId8"/>
    <p:sldId id="3972" r:id="rId9"/>
  </p:sldIdLst>
  <p:sldSz cx="9144000" cy="6858000" type="screen4x3"/>
  <p:notesSz cx="7010400" cy="9296400"/>
  <p:defaultTextStyle>
    <a:defPPr>
      <a:defRPr lang="es-P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201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4" userDrawn="1">
          <p15:clr>
            <a:srgbClr val="A4A3A4"/>
          </p15:clr>
        </p15:guide>
        <p15:guide id="2" pos="2233" userDrawn="1">
          <p15:clr>
            <a:srgbClr val="A4A3A4"/>
          </p15:clr>
        </p15:guide>
        <p15:guide id="3" orient="horz" pos="2931" userDrawn="1">
          <p15:clr>
            <a:srgbClr val="A4A3A4"/>
          </p15:clr>
        </p15:guide>
        <p15:guide id="4" pos="2220" userDrawn="1">
          <p15:clr>
            <a:srgbClr val="A4A3A4"/>
          </p15:clr>
        </p15:guide>
        <p15:guide id="5" orient="horz" pos="2928" userDrawn="1">
          <p15:clr>
            <a:srgbClr val="A4A3A4"/>
          </p15:clr>
        </p15:guide>
        <p15:guide id="6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drigo Murrieta Noly" initials="RMN" lastIdx="1" clrIdx="0"/>
  <p:cmAuthor id="2" name="Nicolas Rizo Patron Ostoja" initials="NRPO" lastIdx="2" clrIdx="1">
    <p:extLst>
      <p:ext uri="{19B8F6BF-5375-455C-9EA6-DF929625EA0E}">
        <p15:presenceInfo xmlns:p15="http://schemas.microsoft.com/office/powerpoint/2012/main" userId="Nicolas Rizo Patron Ostoja" providerId="None"/>
      </p:ext>
    </p:extLst>
  </p:cmAuthor>
  <p:cmAuthor id="3" name="Jean Pierre Fournier Romero" initials="JPFR" lastIdx="3" clrIdx="2">
    <p:extLst>
      <p:ext uri="{19B8F6BF-5375-455C-9EA6-DF929625EA0E}">
        <p15:presenceInfo xmlns:p15="http://schemas.microsoft.com/office/powerpoint/2012/main" userId="S::jeanpierre.fournier@sura.pe::4fcb800f-ce5c-40d6-b4b5-4c99978aacdd" providerId="AD"/>
      </p:ext>
    </p:extLst>
  </p:cmAuthor>
  <p:cmAuthor id="4" name="Reyk Itakura Barboza" initials="RIB" lastIdx="1" clrIdx="3">
    <p:extLst>
      <p:ext uri="{19B8F6BF-5375-455C-9EA6-DF929625EA0E}">
        <p15:presenceInfo xmlns:p15="http://schemas.microsoft.com/office/powerpoint/2012/main" userId="S-1-5-21-291807029-118641816-3885112711-2610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E6E"/>
    <a:srgbClr val="00AECB"/>
    <a:srgbClr val="7E8083"/>
    <a:srgbClr val="4BACC6"/>
    <a:srgbClr val="002060"/>
    <a:srgbClr val="DCE6F1"/>
    <a:srgbClr val="D9D9D9"/>
    <a:srgbClr val="F2F2F2"/>
    <a:srgbClr val="17375E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6807" autoAdjust="0"/>
  </p:normalViewPr>
  <p:slideViewPr>
    <p:cSldViewPr>
      <p:cViewPr varScale="1">
        <p:scale>
          <a:sx n="106" d="100"/>
          <a:sy n="106" d="100"/>
        </p:scale>
        <p:origin x="1704" y="114"/>
      </p:cViewPr>
      <p:guideLst>
        <p:guide orient="horz" pos="4201"/>
        <p:guide pos="2880"/>
      </p:guideLst>
    </p:cSldViewPr>
  </p:slideViewPr>
  <p:outlineViewPr>
    <p:cViewPr>
      <p:scale>
        <a:sx n="33" d="100"/>
        <a:sy n="33" d="100"/>
      </p:scale>
      <p:origin x="0" y="12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3726" y="72"/>
      </p:cViewPr>
      <p:guideLst>
        <p:guide orient="horz" pos="2934"/>
        <p:guide pos="2233"/>
        <p:guide orient="horz" pos="2931"/>
        <p:guide pos="2220"/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sppeapp00023\Inversiones\Mesa%20de%20Inversiones\Trading\Flujo%20Consolidado%20de%20Fondos%20copia.xlsm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\\sppeapp00023\Inversiones\Mesa%20de%20Inversiones\Trading\Flujo%20Consolidado%20de%20Fondos%20copia.xlsm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sppeapp00023\Inversiones\Mesa%20de%20Inversiones\Trading\Fondo%200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r>
              <a:rPr lang="es-PE" sz="1400" b="1" i="0" u="none" strike="noStrike" kern="1200" spc="0" baseline="0" dirty="0" err="1">
                <a:solidFill>
                  <a:srgbClr val="1E2E6E"/>
                </a:solidFill>
                <a:latin typeface="Trebuchet MS" panose="020B0603020202020204" pitchFamily="34" charset="0"/>
              </a:rPr>
              <a:t>Maturity</a:t>
            </a:r>
            <a:r>
              <a:rPr lang="es-PE" sz="1400" b="1" i="0" u="none" strike="noStrike" kern="1200" spc="0" baseline="0" dirty="0">
                <a:solidFill>
                  <a:srgbClr val="1E2E6E"/>
                </a:solidFill>
                <a:latin typeface="Trebuchet MS" panose="020B0603020202020204" pitchFamily="34" charset="0"/>
              </a:rPr>
              <a:t> Wall</a:t>
            </a:r>
          </a:p>
        </c:rich>
      </c:tx>
      <c:layout>
        <c:manualLayout>
          <c:xMode val="edge"/>
          <c:yMode val="edge"/>
          <c:x val="2.6781956580542117E-2"/>
          <c:y val="6.9353429445172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s-PE"/>
        </a:p>
      </c:txPr>
    </c:title>
    <c:autoTitleDeleted val="0"/>
    <c:plotArea>
      <c:layout>
        <c:manualLayout>
          <c:layoutTarget val="inner"/>
          <c:xMode val="edge"/>
          <c:yMode val="edge"/>
          <c:x val="5.465197176406706E-2"/>
          <c:y val="0.20684974747474746"/>
          <c:w val="0.91303777193182967"/>
          <c:h val="0.71745877896613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Depósitos!$D$162</c:f>
              <c:strCache>
                <c:ptCount val="1"/>
                <c:pt idx="0">
                  <c:v>20/10/2026</c:v>
                </c:pt>
              </c:strCache>
            </c:strRef>
          </c:tx>
          <c:spPr>
            <a:solidFill>
              <a:srgbClr val="00AEC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1E2E6E"/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Depósitos!$D$165:$D$172</c:f>
              <c:strCache>
                <c:ptCount val="8"/>
                <c:pt idx="0">
                  <c:v>1 semana</c:v>
                </c:pt>
                <c:pt idx="1">
                  <c:v>2 semanas</c:v>
                </c:pt>
                <c:pt idx="2">
                  <c:v>1 mes</c:v>
                </c:pt>
                <c:pt idx="3">
                  <c:v>2 meses</c:v>
                </c:pt>
                <c:pt idx="4">
                  <c:v>3 meses</c:v>
                </c:pt>
                <c:pt idx="5">
                  <c:v>6 meses</c:v>
                </c:pt>
                <c:pt idx="6">
                  <c:v>9 meses</c:v>
                </c:pt>
                <c:pt idx="7">
                  <c:v>1 año</c:v>
                </c:pt>
              </c:strCache>
            </c:strRef>
          </c:cat>
          <c:val>
            <c:numRef>
              <c:f>Depósitos!$E$165:$E$172</c:f>
              <c:numCache>
                <c:formatCode>0.0%</c:formatCode>
                <c:ptCount val="8"/>
                <c:pt idx="0">
                  <c:v>1.4272376738227796E-2</c:v>
                </c:pt>
                <c:pt idx="1">
                  <c:v>1.5477506721559887E-2</c:v>
                </c:pt>
                <c:pt idx="2">
                  <c:v>4.8268691377481507E-2</c:v>
                </c:pt>
                <c:pt idx="3">
                  <c:v>7.7671102646757403E-2</c:v>
                </c:pt>
                <c:pt idx="4">
                  <c:v>0.10127508071692544</c:v>
                </c:pt>
                <c:pt idx="5">
                  <c:v>0.2374265080715455</c:v>
                </c:pt>
                <c:pt idx="6">
                  <c:v>0.26688727973685361</c:v>
                </c:pt>
                <c:pt idx="7">
                  <c:v>0.23872145399064809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7D-4071-88BF-E5D1C364CE73}"/>
            </c:ext>
          </c:extLst>
        </c:ser>
        <c:ser>
          <c:idx val="1"/>
          <c:order val="1"/>
          <c:tx>
            <c:strRef>
              <c:f>Depósitos!$B$162</c:f>
              <c:strCache>
                <c:ptCount val="1"/>
                <c:pt idx="0">
                  <c:v>31/08/2026</c:v>
                </c:pt>
              </c:strCache>
            </c:strRef>
          </c:tx>
          <c:spPr>
            <a:solidFill>
              <a:srgbClr val="1E2E6E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1E2E6E"/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Depósitos!$D$165:$D$172</c:f>
              <c:strCache>
                <c:ptCount val="8"/>
                <c:pt idx="0">
                  <c:v>1 semana</c:v>
                </c:pt>
                <c:pt idx="1">
                  <c:v>2 semanas</c:v>
                </c:pt>
                <c:pt idx="2">
                  <c:v>1 mes</c:v>
                </c:pt>
                <c:pt idx="3">
                  <c:v>2 meses</c:v>
                </c:pt>
                <c:pt idx="4">
                  <c:v>3 meses</c:v>
                </c:pt>
                <c:pt idx="5">
                  <c:v>6 meses</c:v>
                </c:pt>
                <c:pt idx="6">
                  <c:v>9 meses</c:v>
                </c:pt>
                <c:pt idx="7">
                  <c:v>1 año</c:v>
                </c:pt>
              </c:strCache>
            </c:strRef>
          </c:cat>
          <c:val>
            <c:numRef>
              <c:f>Depósitos!$C$165:$C$172</c:f>
              <c:numCache>
                <c:formatCode>0.0%</c:formatCode>
                <c:ptCount val="8"/>
                <c:pt idx="0">
                  <c:v>2.1000000000000001E-2</c:v>
                </c:pt>
                <c:pt idx="1">
                  <c:v>8.9999999999999993E-3</c:v>
                </c:pt>
                <c:pt idx="2">
                  <c:v>6.3E-2</c:v>
                </c:pt>
                <c:pt idx="3">
                  <c:v>8.1500000000000003E-2</c:v>
                </c:pt>
                <c:pt idx="4">
                  <c:v>8.3000000000000004E-2</c:v>
                </c:pt>
                <c:pt idx="5">
                  <c:v>0.27600000000000002</c:v>
                </c:pt>
                <c:pt idx="6">
                  <c:v>0.25800000000000001</c:v>
                </c:pt>
                <c:pt idx="7">
                  <c:v>0.20799999999999999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D-4071-88BF-E5D1C364CE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6707280"/>
        <c:axId val="206696720"/>
      </c:barChart>
      <c:catAx>
        <c:axId val="20670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1E2E6E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s-PE"/>
          </a:p>
        </c:txPr>
        <c:crossAx val="206696720"/>
        <c:crosses val="autoZero"/>
        <c:auto val="1"/>
        <c:lblAlgn val="ctr"/>
        <c:lblOffset val="100"/>
        <c:noMultiLvlLbl val="0"/>
      </c:catAx>
      <c:valAx>
        <c:axId val="206696720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E2E6E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s-PE"/>
          </a:p>
        </c:txPr>
        <c:crossAx val="20670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499669614871926"/>
          <c:y val="0.21266560397887366"/>
          <c:w val="0.30497047444512321"/>
          <c:h val="7.55741226154070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1E2E6E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Trebuchet MS" panose="020B0603020202020204" pitchFamily="34" charset="0"/>
        </a:defRPr>
      </a:pPr>
      <a:endParaRPr lang="es-PE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r>
              <a:rPr lang="es-PE" sz="1400" b="1" i="0" u="none" strike="noStrike" kern="1200" spc="0" baseline="0" dirty="0">
                <a:solidFill>
                  <a:srgbClr val="1E2E6E"/>
                </a:solidFill>
                <a:latin typeface="Trebuchet MS" panose="020B0603020202020204" pitchFamily="34" charset="0"/>
              </a:rPr>
              <a:t>Por Emisor</a:t>
            </a:r>
          </a:p>
        </c:rich>
      </c:tx>
      <c:layout>
        <c:manualLayout>
          <c:xMode val="edge"/>
          <c:yMode val="edge"/>
          <c:x val="2.4611925609176709E-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s-PE"/>
        </a:p>
      </c:txPr>
    </c:title>
    <c:autoTitleDeleted val="0"/>
    <c:plotArea>
      <c:layout>
        <c:manualLayout>
          <c:layoutTarget val="inner"/>
          <c:xMode val="edge"/>
          <c:yMode val="edge"/>
          <c:x val="5.465197176406706E-2"/>
          <c:y val="0.15136704528906364"/>
          <c:w val="0.91303777193182967"/>
          <c:h val="0.49099097131207226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Depósitos!$D$203</c:f>
              <c:strCache>
                <c:ptCount val="1"/>
                <c:pt idx="0">
                  <c:v>20/10/2026</c:v>
                </c:pt>
              </c:strCache>
            </c:strRef>
          </c:tx>
          <c:spPr>
            <a:solidFill>
              <a:srgbClr val="00AECB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1E2E6E"/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Depósitos!$E$204:$E$221</c:f>
              <c:strCache>
                <c:ptCount val="18"/>
                <c:pt idx="0">
                  <c:v>BBVA</c:v>
                </c:pt>
                <c:pt idx="1">
                  <c:v>INTERBANK</c:v>
                </c:pt>
                <c:pt idx="2">
                  <c:v>SCOTIABANK</c:v>
                </c:pt>
                <c:pt idx="3">
                  <c:v>MI BANCO</c:v>
                </c:pt>
                <c:pt idx="4">
                  <c:v>BCP</c:v>
                </c:pt>
                <c:pt idx="5">
                  <c:v>BIF</c:v>
                </c:pt>
                <c:pt idx="6">
                  <c:v>SANTANDER CONSUMER</c:v>
                </c:pt>
                <c:pt idx="7">
                  <c:v>GNB</c:v>
                </c:pt>
                <c:pt idx="8">
                  <c:v>BANCO SANTANDER</c:v>
                </c:pt>
                <c:pt idx="9">
                  <c:v>COFIDE</c:v>
                </c:pt>
                <c:pt idx="10">
                  <c:v>ENEL</c:v>
                </c:pt>
                <c:pt idx="11">
                  <c:v>SANTANDER CONS BANK</c:v>
                </c:pt>
                <c:pt idx="12">
                  <c:v>BANCO COMPARTAMOS</c:v>
                </c:pt>
                <c:pt idx="13">
                  <c:v>LUZ DEL SUR</c:v>
                </c:pt>
                <c:pt idx="14">
                  <c:v>BCI</c:v>
                </c:pt>
                <c:pt idx="15">
                  <c:v>ICBC</c:v>
                </c:pt>
                <c:pt idx="16">
                  <c:v>FALABELLA</c:v>
                </c:pt>
                <c:pt idx="17">
                  <c:v>COMPARTAMOS FIN</c:v>
                </c:pt>
              </c:strCache>
            </c:strRef>
          </c:cat>
          <c:val>
            <c:numRef>
              <c:f>Depósitos!$D$204:$D$221</c:f>
              <c:numCache>
                <c:formatCode>0.00%</c:formatCode>
                <c:ptCount val="18"/>
                <c:pt idx="0">
                  <c:v>0.24625819484403924</c:v>
                </c:pt>
                <c:pt idx="1">
                  <c:v>0.14069999999999999</c:v>
                </c:pt>
                <c:pt idx="2">
                  <c:v>0.1138</c:v>
                </c:pt>
                <c:pt idx="3">
                  <c:v>9.9400000000000002E-2</c:v>
                </c:pt>
                <c:pt idx="4">
                  <c:v>8.0500000000000002E-2</c:v>
                </c:pt>
                <c:pt idx="5">
                  <c:v>6.8099999999999994E-2</c:v>
                </c:pt>
                <c:pt idx="6">
                  <c:v>4.8000000000000001E-2</c:v>
                </c:pt>
                <c:pt idx="7">
                  <c:v>4.7500000000000001E-2</c:v>
                </c:pt>
                <c:pt idx="8">
                  <c:v>3.0300000000000001E-2</c:v>
                </c:pt>
                <c:pt idx="9">
                  <c:v>0.03</c:v>
                </c:pt>
                <c:pt idx="10">
                  <c:v>2.69E-2</c:v>
                </c:pt>
                <c:pt idx="11">
                  <c:v>2.2599999999999999E-2</c:v>
                </c:pt>
                <c:pt idx="12">
                  <c:v>1.21E-2</c:v>
                </c:pt>
                <c:pt idx="13">
                  <c:v>1.17E-2</c:v>
                </c:pt>
                <c:pt idx="14">
                  <c:v>9.5999999999999992E-3</c:v>
                </c:pt>
                <c:pt idx="15">
                  <c:v>6.7999999999999996E-3</c:v>
                </c:pt>
                <c:pt idx="16">
                  <c:v>5.7000000000000002E-3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D-4071-88BF-E5D1C364CE73}"/>
            </c:ext>
          </c:extLst>
        </c:ser>
        <c:ser>
          <c:idx val="0"/>
          <c:order val="1"/>
          <c:tx>
            <c:strRef>
              <c:f>Depósitos!$C$203</c:f>
              <c:strCache>
                <c:ptCount val="1"/>
                <c:pt idx="0">
                  <c:v>31/08/2026</c:v>
                </c:pt>
              </c:strCache>
            </c:strRef>
          </c:tx>
          <c:spPr>
            <a:solidFill>
              <a:srgbClr val="1E2E6E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1E2E6E"/>
                    </a:solidFill>
                    <a:latin typeface="Trebuchet MS" panose="020B060302020202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Depósitos!$E$204:$E$221</c:f>
              <c:strCache>
                <c:ptCount val="18"/>
                <c:pt idx="0">
                  <c:v>BBVA</c:v>
                </c:pt>
                <c:pt idx="1">
                  <c:v>INTERBANK</c:v>
                </c:pt>
                <c:pt idx="2">
                  <c:v>SCOTIABANK</c:v>
                </c:pt>
                <c:pt idx="3">
                  <c:v>MI BANCO</c:v>
                </c:pt>
                <c:pt idx="4">
                  <c:v>BCP</c:v>
                </c:pt>
                <c:pt idx="5">
                  <c:v>BIF</c:v>
                </c:pt>
                <c:pt idx="6">
                  <c:v>SANTANDER CONSUMER</c:v>
                </c:pt>
                <c:pt idx="7">
                  <c:v>GNB</c:v>
                </c:pt>
                <c:pt idx="8">
                  <c:v>BANCO SANTANDER</c:v>
                </c:pt>
                <c:pt idx="9">
                  <c:v>COFIDE</c:v>
                </c:pt>
                <c:pt idx="10">
                  <c:v>ENEL</c:v>
                </c:pt>
                <c:pt idx="11">
                  <c:v>SANTANDER CONS BANK</c:v>
                </c:pt>
                <c:pt idx="12">
                  <c:v>BANCO COMPARTAMOS</c:v>
                </c:pt>
                <c:pt idx="13">
                  <c:v>LUZ DEL SUR</c:v>
                </c:pt>
                <c:pt idx="14">
                  <c:v>BCI</c:v>
                </c:pt>
                <c:pt idx="15">
                  <c:v>ICBC</c:v>
                </c:pt>
                <c:pt idx="16">
                  <c:v>FALABELLA</c:v>
                </c:pt>
                <c:pt idx="17">
                  <c:v>COMPARTAMOS FIN</c:v>
                </c:pt>
              </c:strCache>
            </c:strRef>
          </c:cat>
          <c:val>
            <c:numRef>
              <c:f>Depósitos!$C$204:$C$221</c:f>
              <c:numCache>
                <c:formatCode>0.00%</c:formatCode>
                <c:ptCount val="18"/>
                <c:pt idx="0">
                  <c:v>0.24625819484403924</c:v>
                </c:pt>
                <c:pt idx="1">
                  <c:v>0.21297606249614509</c:v>
                </c:pt>
                <c:pt idx="2">
                  <c:v>9.8011831633166083E-2</c:v>
                </c:pt>
                <c:pt idx="3">
                  <c:v>9.1990459970346883E-2</c:v>
                </c:pt>
                <c:pt idx="4">
                  <c:v>6.0017171905390333E-2</c:v>
                </c:pt>
                <c:pt idx="5">
                  <c:v>6.1504038429028476E-2</c:v>
                </c:pt>
                <c:pt idx="6">
                  <c:v>4.7826268257201994E-2</c:v>
                </c:pt>
                <c:pt idx="7">
                  <c:v>4.5175380468531985E-2</c:v>
                </c:pt>
                <c:pt idx="8">
                  <c:v>1.4218995511077142E-2</c:v>
                </c:pt>
                <c:pt idx="9">
                  <c:v>2.550322485193984E-2</c:v>
                </c:pt>
                <c:pt idx="10">
                  <c:v>1.5900540738512381E-2</c:v>
                </c:pt>
                <c:pt idx="11">
                  <c:v>1.9557566586368643E-2</c:v>
                </c:pt>
                <c:pt idx="12">
                  <c:v>1.8750161324018428E-2</c:v>
                </c:pt>
                <c:pt idx="13">
                  <c:v>1.2169717437913372E-2</c:v>
                </c:pt>
                <c:pt idx="14">
                  <c:v>1.6995541453042013E-2</c:v>
                </c:pt>
                <c:pt idx="15">
                  <c:v>7.14287981251591E-3</c:v>
                </c:pt>
                <c:pt idx="16">
                  <c:v>6.0019642807622696E-3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7D-4071-88BF-E5D1C364CE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6707280"/>
        <c:axId val="206696720"/>
      </c:barChart>
      <c:catAx>
        <c:axId val="20670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1E2E6E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s-PE"/>
          </a:p>
        </c:txPr>
        <c:crossAx val="206696720"/>
        <c:crosses val="autoZero"/>
        <c:auto val="1"/>
        <c:lblAlgn val="ctr"/>
        <c:lblOffset val="100"/>
        <c:noMultiLvlLbl val="0"/>
      </c:catAx>
      <c:valAx>
        <c:axId val="206696720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E2E6E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s-PE"/>
          </a:p>
        </c:txPr>
        <c:crossAx val="20670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7766140734328597"/>
          <c:y val="0.16262378039900977"/>
          <c:w val="0.30497047444512321"/>
          <c:h val="7.55741226154070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1E2E6E"/>
              </a:solidFill>
              <a:latin typeface="Trebuchet MS" panose="020B0603020202020204" pitchFamily="34" charset="0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Trebuchet MS" panose="020B0603020202020204" pitchFamily="34" charset="0"/>
        </a:defRPr>
      </a:pPr>
      <a:endParaRPr lang="es-PE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077433995179819E-2"/>
          <c:y val="3.0250648044834946E-2"/>
          <c:w val="0.92234848944198"/>
          <c:h val="0.85313481018552051"/>
        </c:manualLayout>
      </c:layout>
      <c:lineChart>
        <c:grouping val="standard"/>
        <c:varyColors val="0"/>
        <c:ser>
          <c:idx val="0"/>
          <c:order val="0"/>
          <c:spPr>
            <a:ln>
              <a:solidFill>
                <a:srgbClr val="1E2E6E"/>
              </a:solidFill>
            </a:ln>
          </c:spPr>
          <c:marker>
            <c:symbol val="none"/>
          </c:marker>
          <c:cat>
            <c:numRef>
              <c:f>Sheet1!$A$994:$A$2732</c:f>
              <c:numCache>
                <c:formatCode>d\-mmm\-yy</c:formatCode>
                <c:ptCount val="1739"/>
                <c:pt idx="0">
                  <c:v>43873</c:v>
                </c:pt>
                <c:pt idx="1">
                  <c:v>43874</c:v>
                </c:pt>
                <c:pt idx="2">
                  <c:v>43875</c:v>
                </c:pt>
                <c:pt idx="3">
                  <c:v>43878</c:v>
                </c:pt>
                <c:pt idx="4">
                  <c:v>43879</c:v>
                </c:pt>
                <c:pt idx="5">
                  <c:v>43880</c:v>
                </c:pt>
                <c:pt idx="6">
                  <c:v>43881</c:v>
                </c:pt>
                <c:pt idx="7">
                  <c:v>43882</c:v>
                </c:pt>
                <c:pt idx="8">
                  <c:v>43885</c:v>
                </c:pt>
                <c:pt idx="9">
                  <c:v>43886</c:v>
                </c:pt>
                <c:pt idx="10">
                  <c:v>43887</c:v>
                </c:pt>
                <c:pt idx="11">
                  <c:v>43888</c:v>
                </c:pt>
                <c:pt idx="12">
                  <c:v>43889</c:v>
                </c:pt>
                <c:pt idx="13">
                  <c:v>43892</c:v>
                </c:pt>
                <c:pt idx="14">
                  <c:v>43893</c:v>
                </c:pt>
                <c:pt idx="15">
                  <c:v>43894</c:v>
                </c:pt>
                <c:pt idx="16">
                  <c:v>43895</c:v>
                </c:pt>
                <c:pt idx="17">
                  <c:v>43896</c:v>
                </c:pt>
                <c:pt idx="18">
                  <c:v>43899</c:v>
                </c:pt>
                <c:pt idx="19">
                  <c:v>43900</c:v>
                </c:pt>
                <c:pt idx="20">
                  <c:v>43901</c:v>
                </c:pt>
                <c:pt idx="21">
                  <c:v>43902</c:v>
                </c:pt>
                <c:pt idx="22">
                  <c:v>43903</c:v>
                </c:pt>
                <c:pt idx="23">
                  <c:v>43906</c:v>
                </c:pt>
                <c:pt idx="24">
                  <c:v>43907</c:v>
                </c:pt>
                <c:pt idx="25">
                  <c:v>43908</c:v>
                </c:pt>
                <c:pt idx="26">
                  <c:v>43909</c:v>
                </c:pt>
                <c:pt idx="27">
                  <c:v>43910</c:v>
                </c:pt>
                <c:pt idx="28">
                  <c:v>43913</c:v>
                </c:pt>
                <c:pt idx="29">
                  <c:v>43914</c:v>
                </c:pt>
                <c:pt idx="30">
                  <c:v>43915</c:v>
                </c:pt>
                <c:pt idx="31">
                  <c:v>43916</c:v>
                </c:pt>
                <c:pt idx="32">
                  <c:v>43917</c:v>
                </c:pt>
                <c:pt idx="33">
                  <c:v>43920</c:v>
                </c:pt>
                <c:pt idx="34">
                  <c:v>43921</c:v>
                </c:pt>
                <c:pt idx="35">
                  <c:v>43922</c:v>
                </c:pt>
                <c:pt idx="36">
                  <c:v>43923</c:v>
                </c:pt>
                <c:pt idx="37">
                  <c:v>43924</c:v>
                </c:pt>
                <c:pt idx="38">
                  <c:v>43927</c:v>
                </c:pt>
                <c:pt idx="39">
                  <c:v>43928</c:v>
                </c:pt>
                <c:pt idx="40">
                  <c:v>43929</c:v>
                </c:pt>
                <c:pt idx="41">
                  <c:v>43930</c:v>
                </c:pt>
                <c:pt idx="42">
                  <c:v>43931</c:v>
                </c:pt>
                <c:pt idx="43">
                  <c:v>43934</c:v>
                </c:pt>
                <c:pt idx="44">
                  <c:v>43935</c:v>
                </c:pt>
                <c:pt idx="45">
                  <c:v>43936</c:v>
                </c:pt>
                <c:pt idx="46">
                  <c:v>43937</c:v>
                </c:pt>
                <c:pt idx="47">
                  <c:v>43938</c:v>
                </c:pt>
                <c:pt idx="48">
                  <c:v>43941</c:v>
                </c:pt>
                <c:pt idx="49">
                  <c:v>43942</c:v>
                </c:pt>
                <c:pt idx="50">
                  <c:v>43943</c:v>
                </c:pt>
                <c:pt idx="51">
                  <c:v>43944</c:v>
                </c:pt>
                <c:pt idx="52">
                  <c:v>43945</c:v>
                </c:pt>
                <c:pt idx="53">
                  <c:v>43948</c:v>
                </c:pt>
                <c:pt idx="54">
                  <c:v>43949</c:v>
                </c:pt>
                <c:pt idx="55">
                  <c:v>43950</c:v>
                </c:pt>
                <c:pt idx="56">
                  <c:v>43951</c:v>
                </c:pt>
                <c:pt idx="57">
                  <c:v>43955</c:v>
                </c:pt>
                <c:pt idx="58">
                  <c:v>43956</c:v>
                </c:pt>
                <c:pt idx="59">
                  <c:v>43957</c:v>
                </c:pt>
                <c:pt idx="60">
                  <c:v>43958</c:v>
                </c:pt>
                <c:pt idx="61">
                  <c:v>43959</c:v>
                </c:pt>
                <c:pt idx="62">
                  <c:v>43962</c:v>
                </c:pt>
                <c:pt idx="63">
                  <c:v>43963</c:v>
                </c:pt>
                <c:pt idx="64">
                  <c:v>43964</c:v>
                </c:pt>
                <c:pt idx="65">
                  <c:v>43965</c:v>
                </c:pt>
                <c:pt idx="66">
                  <c:v>43966</c:v>
                </c:pt>
                <c:pt idx="67">
                  <c:v>43969</c:v>
                </c:pt>
                <c:pt idx="68">
                  <c:v>43970</c:v>
                </c:pt>
                <c:pt idx="69">
                  <c:v>43971</c:v>
                </c:pt>
                <c:pt idx="70">
                  <c:v>43972</c:v>
                </c:pt>
                <c:pt idx="71">
                  <c:v>43973</c:v>
                </c:pt>
                <c:pt idx="72">
                  <c:v>43976</c:v>
                </c:pt>
                <c:pt idx="73">
                  <c:v>43977</c:v>
                </c:pt>
                <c:pt idx="74">
                  <c:v>43978</c:v>
                </c:pt>
                <c:pt idx="75">
                  <c:v>43979</c:v>
                </c:pt>
                <c:pt idx="76">
                  <c:v>43980</c:v>
                </c:pt>
                <c:pt idx="77">
                  <c:v>43983</c:v>
                </c:pt>
                <c:pt idx="78">
                  <c:v>43984</c:v>
                </c:pt>
                <c:pt idx="79">
                  <c:v>43985</c:v>
                </c:pt>
                <c:pt idx="80">
                  <c:v>43986</c:v>
                </c:pt>
                <c:pt idx="81">
                  <c:v>43987</c:v>
                </c:pt>
                <c:pt idx="82">
                  <c:v>43990</c:v>
                </c:pt>
                <c:pt idx="83">
                  <c:v>43991</c:v>
                </c:pt>
                <c:pt idx="84">
                  <c:v>43992</c:v>
                </c:pt>
                <c:pt idx="85">
                  <c:v>43993</c:v>
                </c:pt>
                <c:pt idx="86">
                  <c:v>43994</c:v>
                </c:pt>
                <c:pt idx="87">
                  <c:v>43997</c:v>
                </c:pt>
                <c:pt idx="88">
                  <c:v>43998</c:v>
                </c:pt>
                <c:pt idx="89">
                  <c:v>43999</c:v>
                </c:pt>
                <c:pt idx="90">
                  <c:v>44000</c:v>
                </c:pt>
                <c:pt idx="91">
                  <c:v>44001</c:v>
                </c:pt>
                <c:pt idx="92">
                  <c:v>44004</c:v>
                </c:pt>
                <c:pt idx="93">
                  <c:v>44005</c:v>
                </c:pt>
                <c:pt idx="94">
                  <c:v>44006</c:v>
                </c:pt>
                <c:pt idx="95">
                  <c:v>44007</c:v>
                </c:pt>
                <c:pt idx="96">
                  <c:v>44008</c:v>
                </c:pt>
                <c:pt idx="97">
                  <c:v>44011</c:v>
                </c:pt>
                <c:pt idx="98">
                  <c:v>44012</c:v>
                </c:pt>
                <c:pt idx="99">
                  <c:v>44013</c:v>
                </c:pt>
                <c:pt idx="100">
                  <c:v>44014</c:v>
                </c:pt>
                <c:pt idx="101">
                  <c:v>44015</c:v>
                </c:pt>
                <c:pt idx="102">
                  <c:v>44018</c:v>
                </c:pt>
                <c:pt idx="103">
                  <c:v>44019</c:v>
                </c:pt>
                <c:pt idx="104">
                  <c:v>44020</c:v>
                </c:pt>
                <c:pt idx="105">
                  <c:v>44021</c:v>
                </c:pt>
                <c:pt idx="106">
                  <c:v>44022</c:v>
                </c:pt>
                <c:pt idx="107">
                  <c:v>44025</c:v>
                </c:pt>
                <c:pt idx="108">
                  <c:v>44026</c:v>
                </c:pt>
                <c:pt idx="109">
                  <c:v>44027</c:v>
                </c:pt>
                <c:pt idx="110">
                  <c:v>44028</c:v>
                </c:pt>
                <c:pt idx="111">
                  <c:v>44029</c:v>
                </c:pt>
                <c:pt idx="112">
                  <c:v>44032</c:v>
                </c:pt>
                <c:pt idx="113">
                  <c:v>44033</c:v>
                </c:pt>
                <c:pt idx="114">
                  <c:v>44034</c:v>
                </c:pt>
                <c:pt idx="115">
                  <c:v>44035</c:v>
                </c:pt>
                <c:pt idx="116">
                  <c:v>44036</c:v>
                </c:pt>
                <c:pt idx="117">
                  <c:v>44039</c:v>
                </c:pt>
                <c:pt idx="118">
                  <c:v>44040</c:v>
                </c:pt>
                <c:pt idx="119">
                  <c:v>44041</c:v>
                </c:pt>
                <c:pt idx="120">
                  <c:v>44042</c:v>
                </c:pt>
                <c:pt idx="121">
                  <c:v>44043</c:v>
                </c:pt>
                <c:pt idx="122">
                  <c:v>44046</c:v>
                </c:pt>
                <c:pt idx="123">
                  <c:v>44047</c:v>
                </c:pt>
                <c:pt idx="124">
                  <c:v>44048</c:v>
                </c:pt>
                <c:pt idx="125">
                  <c:v>44049</c:v>
                </c:pt>
                <c:pt idx="126">
                  <c:v>44050</c:v>
                </c:pt>
                <c:pt idx="127">
                  <c:v>44053</c:v>
                </c:pt>
                <c:pt idx="128">
                  <c:v>44054</c:v>
                </c:pt>
                <c:pt idx="129">
                  <c:v>44055</c:v>
                </c:pt>
                <c:pt idx="130">
                  <c:v>44056</c:v>
                </c:pt>
                <c:pt idx="131">
                  <c:v>44057</c:v>
                </c:pt>
                <c:pt idx="132">
                  <c:v>44060</c:v>
                </c:pt>
                <c:pt idx="133">
                  <c:v>44061</c:v>
                </c:pt>
                <c:pt idx="134">
                  <c:v>44062</c:v>
                </c:pt>
                <c:pt idx="135">
                  <c:v>44063</c:v>
                </c:pt>
                <c:pt idx="136">
                  <c:v>44064</c:v>
                </c:pt>
                <c:pt idx="137">
                  <c:v>44067</c:v>
                </c:pt>
                <c:pt idx="138">
                  <c:v>44068</c:v>
                </c:pt>
                <c:pt idx="139">
                  <c:v>44069</c:v>
                </c:pt>
                <c:pt idx="140">
                  <c:v>44070</c:v>
                </c:pt>
                <c:pt idx="141">
                  <c:v>44071</c:v>
                </c:pt>
                <c:pt idx="142">
                  <c:v>44074</c:v>
                </c:pt>
                <c:pt idx="143">
                  <c:v>44075</c:v>
                </c:pt>
                <c:pt idx="144">
                  <c:v>44076</c:v>
                </c:pt>
                <c:pt idx="145">
                  <c:v>44077</c:v>
                </c:pt>
                <c:pt idx="146">
                  <c:v>44078</c:v>
                </c:pt>
                <c:pt idx="147">
                  <c:v>44081</c:v>
                </c:pt>
                <c:pt idx="148">
                  <c:v>44082</c:v>
                </c:pt>
                <c:pt idx="149">
                  <c:v>44083</c:v>
                </c:pt>
                <c:pt idx="150">
                  <c:v>44084</c:v>
                </c:pt>
                <c:pt idx="151">
                  <c:v>44085</c:v>
                </c:pt>
                <c:pt idx="152">
                  <c:v>44088</c:v>
                </c:pt>
                <c:pt idx="153">
                  <c:v>44089</c:v>
                </c:pt>
                <c:pt idx="154">
                  <c:v>44090</c:v>
                </c:pt>
                <c:pt idx="155">
                  <c:v>44091</c:v>
                </c:pt>
                <c:pt idx="156">
                  <c:v>44092</c:v>
                </c:pt>
                <c:pt idx="157">
                  <c:v>44095</c:v>
                </c:pt>
                <c:pt idx="158">
                  <c:v>44096</c:v>
                </c:pt>
                <c:pt idx="159">
                  <c:v>44097</c:v>
                </c:pt>
                <c:pt idx="160">
                  <c:v>44098</c:v>
                </c:pt>
                <c:pt idx="161">
                  <c:v>44099</c:v>
                </c:pt>
                <c:pt idx="162">
                  <c:v>44102</c:v>
                </c:pt>
                <c:pt idx="163">
                  <c:v>44103</c:v>
                </c:pt>
                <c:pt idx="164">
                  <c:v>44104</c:v>
                </c:pt>
                <c:pt idx="165">
                  <c:v>44105</c:v>
                </c:pt>
                <c:pt idx="166">
                  <c:v>44106</c:v>
                </c:pt>
                <c:pt idx="167">
                  <c:v>44109</c:v>
                </c:pt>
                <c:pt idx="168">
                  <c:v>44110</c:v>
                </c:pt>
                <c:pt idx="169">
                  <c:v>44111</c:v>
                </c:pt>
                <c:pt idx="170">
                  <c:v>44112</c:v>
                </c:pt>
                <c:pt idx="171">
                  <c:v>44113</c:v>
                </c:pt>
                <c:pt idx="172">
                  <c:v>44116</c:v>
                </c:pt>
                <c:pt idx="173">
                  <c:v>44117</c:v>
                </c:pt>
                <c:pt idx="174">
                  <c:v>44118</c:v>
                </c:pt>
                <c:pt idx="175">
                  <c:v>44119</c:v>
                </c:pt>
                <c:pt idx="176">
                  <c:v>44120</c:v>
                </c:pt>
                <c:pt idx="177">
                  <c:v>44123</c:v>
                </c:pt>
                <c:pt idx="178">
                  <c:v>44124</c:v>
                </c:pt>
                <c:pt idx="179">
                  <c:v>44125</c:v>
                </c:pt>
                <c:pt idx="180">
                  <c:v>44126</c:v>
                </c:pt>
                <c:pt idx="181">
                  <c:v>44127</c:v>
                </c:pt>
                <c:pt idx="182">
                  <c:v>44130</c:v>
                </c:pt>
                <c:pt idx="183">
                  <c:v>44131</c:v>
                </c:pt>
                <c:pt idx="184">
                  <c:v>44132</c:v>
                </c:pt>
                <c:pt idx="185">
                  <c:v>44133</c:v>
                </c:pt>
                <c:pt idx="186">
                  <c:v>44134</c:v>
                </c:pt>
                <c:pt idx="187">
                  <c:v>44137</c:v>
                </c:pt>
                <c:pt idx="188">
                  <c:v>44138</c:v>
                </c:pt>
                <c:pt idx="189">
                  <c:v>44139</c:v>
                </c:pt>
                <c:pt idx="190">
                  <c:v>44140</c:v>
                </c:pt>
                <c:pt idx="191">
                  <c:v>44141</c:v>
                </c:pt>
                <c:pt idx="192">
                  <c:v>44144</c:v>
                </c:pt>
                <c:pt idx="193">
                  <c:v>44145</c:v>
                </c:pt>
                <c:pt idx="194">
                  <c:v>44146</c:v>
                </c:pt>
                <c:pt idx="195">
                  <c:v>44147</c:v>
                </c:pt>
                <c:pt idx="196">
                  <c:v>44148</c:v>
                </c:pt>
                <c:pt idx="197">
                  <c:v>44151</c:v>
                </c:pt>
                <c:pt idx="198">
                  <c:v>44152</c:v>
                </c:pt>
                <c:pt idx="199">
                  <c:v>44153</c:v>
                </c:pt>
                <c:pt idx="200">
                  <c:v>44154</c:v>
                </c:pt>
                <c:pt idx="201">
                  <c:v>44155</c:v>
                </c:pt>
                <c:pt idx="202">
                  <c:v>44158</c:v>
                </c:pt>
                <c:pt idx="203">
                  <c:v>44159</c:v>
                </c:pt>
                <c:pt idx="204">
                  <c:v>44160</c:v>
                </c:pt>
                <c:pt idx="205">
                  <c:v>44161</c:v>
                </c:pt>
                <c:pt idx="206">
                  <c:v>44162</c:v>
                </c:pt>
                <c:pt idx="207">
                  <c:v>44165</c:v>
                </c:pt>
                <c:pt idx="208">
                  <c:v>44166</c:v>
                </c:pt>
                <c:pt idx="209">
                  <c:v>44167</c:v>
                </c:pt>
                <c:pt idx="210">
                  <c:v>44168</c:v>
                </c:pt>
                <c:pt idx="211">
                  <c:v>44169</c:v>
                </c:pt>
                <c:pt idx="212">
                  <c:v>44172</c:v>
                </c:pt>
                <c:pt idx="213">
                  <c:v>44173</c:v>
                </c:pt>
                <c:pt idx="214">
                  <c:v>44174</c:v>
                </c:pt>
                <c:pt idx="215">
                  <c:v>44175</c:v>
                </c:pt>
                <c:pt idx="216">
                  <c:v>44176</c:v>
                </c:pt>
                <c:pt idx="217">
                  <c:v>44179</c:v>
                </c:pt>
                <c:pt idx="218">
                  <c:v>44180</c:v>
                </c:pt>
                <c:pt idx="219">
                  <c:v>44181</c:v>
                </c:pt>
                <c:pt idx="220">
                  <c:v>44182</c:v>
                </c:pt>
                <c:pt idx="221">
                  <c:v>44183</c:v>
                </c:pt>
                <c:pt idx="222">
                  <c:v>44186</c:v>
                </c:pt>
                <c:pt idx="223">
                  <c:v>44187</c:v>
                </c:pt>
                <c:pt idx="224">
                  <c:v>44188</c:v>
                </c:pt>
                <c:pt idx="225">
                  <c:v>44189</c:v>
                </c:pt>
                <c:pt idx="226">
                  <c:v>44190</c:v>
                </c:pt>
                <c:pt idx="227">
                  <c:v>44193</c:v>
                </c:pt>
                <c:pt idx="228">
                  <c:v>44194</c:v>
                </c:pt>
                <c:pt idx="229">
                  <c:v>44195</c:v>
                </c:pt>
                <c:pt idx="230">
                  <c:v>44196</c:v>
                </c:pt>
                <c:pt idx="231">
                  <c:v>44197</c:v>
                </c:pt>
                <c:pt idx="232">
                  <c:v>44200</c:v>
                </c:pt>
                <c:pt idx="233">
                  <c:v>44201</c:v>
                </c:pt>
                <c:pt idx="234">
                  <c:v>44202</c:v>
                </c:pt>
                <c:pt idx="235">
                  <c:v>44203</c:v>
                </c:pt>
                <c:pt idx="236">
                  <c:v>44204</c:v>
                </c:pt>
                <c:pt idx="237">
                  <c:v>44207</c:v>
                </c:pt>
                <c:pt idx="238">
                  <c:v>44208</c:v>
                </c:pt>
                <c:pt idx="239">
                  <c:v>44209</c:v>
                </c:pt>
                <c:pt idx="240">
                  <c:v>44210</c:v>
                </c:pt>
                <c:pt idx="241">
                  <c:v>44211</c:v>
                </c:pt>
                <c:pt idx="242">
                  <c:v>44214</c:v>
                </c:pt>
                <c:pt idx="243">
                  <c:v>44215</c:v>
                </c:pt>
                <c:pt idx="244">
                  <c:v>44216</c:v>
                </c:pt>
                <c:pt idx="245">
                  <c:v>44217</c:v>
                </c:pt>
                <c:pt idx="246">
                  <c:v>44218</c:v>
                </c:pt>
                <c:pt idx="247">
                  <c:v>44221</c:v>
                </c:pt>
                <c:pt idx="248">
                  <c:v>44222</c:v>
                </c:pt>
                <c:pt idx="249">
                  <c:v>44223</c:v>
                </c:pt>
                <c:pt idx="250">
                  <c:v>44224</c:v>
                </c:pt>
                <c:pt idx="251">
                  <c:v>44225</c:v>
                </c:pt>
                <c:pt idx="252">
                  <c:v>44228</c:v>
                </c:pt>
                <c:pt idx="253">
                  <c:v>44229</c:v>
                </c:pt>
                <c:pt idx="254">
                  <c:v>44230</c:v>
                </c:pt>
                <c:pt idx="255">
                  <c:v>44231</c:v>
                </c:pt>
                <c:pt idx="256">
                  <c:v>44232</c:v>
                </c:pt>
                <c:pt idx="257">
                  <c:v>44235</c:v>
                </c:pt>
                <c:pt idx="258">
                  <c:v>44236</c:v>
                </c:pt>
                <c:pt idx="259">
                  <c:v>44237</c:v>
                </c:pt>
                <c:pt idx="260">
                  <c:v>44238</c:v>
                </c:pt>
                <c:pt idx="261">
                  <c:v>44239</c:v>
                </c:pt>
                <c:pt idx="262">
                  <c:v>44242</c:v>
                </c:pt>
                <c:pt idx="263">
                  <c:v>44243</c:v>
                </c:pt>
                <c:pt idx="264">
                  <c:v>44244</c:v>
                </c:pt>
                <c:pt idx="265">
                  <c:v>44245</c:v>
                </c:pt>
                <c:pt idx="266">
                  <c:v>44246</c:v>
                </c:pt>
                <c:pt idx="267">
                  <c:v>44249</c:v>
                </c:pt>
                <c:pt idx="268">
                  <c:v>44250</c:v>
                </c:pt>
                <c:pt idx="269">
                  <c:v>44251</c:v>
                </c:pt>
                <c:pt idx="270">
                  <c:v>44252</c:v>
                </c:pt>
                <c:pt idx="271">
                  <c:v>44253</c:v>
                </c:pt>
                <c:pt idx="272">
                  <c:v>44256</c:v>
                </c:pt>
                <c:pt idx="273">
                  <c:v>44257</c:v>
                </c:pt>
                <c:pt idx="274">
                  <c:v>44258</c:v>
                </c:pt>
                <c:pt idx="275">
                  <c:v>44259</c:v>
                </c:pt>
                <c:pt idx="276" formatCode="m/d/yyyy">
                  <c:v>44260</c:v>
                </c:pt>
                <c:pt idx="277" formatCode="m/d/yyyy">
                  <c:v>44263</c:v>
                </c:pt>
                <c:pt idx="278" formatCode="m/d/yyyy">
                  <c:v>44264</c:v>
                </c:pt>
                <c:pt idx="279" formatCode="m/d/yyyy">
                  <c:v>44265</c:v>
                </c:pt>
                <c:pt idx="280" formatCode="m/d/yyyy">
                  <c:v>44266</c:v>
                </c:pt>
                <c:pt idx="281" formatCode="m/d/yyyy">
                  <c:v>44267</c:v>
                </c:pt>
                <c:pt idx="282" formatCode="m/d/yyyy">
                  <c:v>44270</c:v>
                </c:pt>
                <c:pt idx="283" formatCode="m/d/yyyy">
                  <c:v>44271</c:v>
                </c:pt>
                <c:pt idx="284" formatCode="m/d/yyyy">
                  <c:v>44272</c:v>
                </c:pt>
                <c:pt idx="285" formatCode="m/d/yyyy">
                  <c:v>44273</c:v>
                </c:pt>
                <c:pt idx="286" formatCode="m/d/yyyy">
                  <c:v>44274</c:v>
                </c:pt>
                <c:pt idx="287" formatCode="m/d/yyyy">
                  <c:v>44277</c:v>
                </c:pt>
                <c:pt idx="288" formatCode="m/d/yyyy">
                  <c:v>44278</c:v>
                </c:pt>
                <c:pt idx="289" formatCode="m/d/yyyy">
                  <c:v>44279</c:v>
                </c:pt>
                <c:pt idx="290" formatCode="m/d/yyyy">
                  <c:v>44280</c:v>
                </c:pt>
                <c:pt idx="291" formatCode="m/d/yyyy">
                  <c:v>44281</c:v>
                </c:pt>
                <c:pt idx="292" formatCode="m/d/yyyy">
                  <c:v>44284</c:v>
                </c:pt>
                <c:pt idx="293" formatCode="m/d/yyyy">
                  <c:v>44285</c:v>
                </c:pt>
                <c:pt idx="294" formatCode="m/d/yyyy">
                  <c:v>44286</c:v>
                </c:pt>
                <c:pt idx="295" formatCode="m/d/yyyy">
                  <c:v>44287</c:v>
                </c:pt>
                <c:pt idx="296" formatCode="m/d/yyyy">
                  <c:v>44288</c:v>
                </c:pt>
                <c:pt idx="297" formatCode="m/d/yyyy">
                  <c:v>44291</c:v>
                </c:pt>
                <c:pt idx="298" formatCode="m/d/yyyy">
                  <c:v>44292</c:v>
                </c:pt>
                <c:pt idx="299" formatCode="m/d/yyyy">
                  <c:v>44293</c:v>
                </c:pt>
                <c:pt idx="300" formatCode="m/d/yyyy">
                  <c:v>44294</c:v>
                </c:pt>
                <c:pt idx="301" formatCode="m/d/yyyy">
                  <c:v>44295</c:v>
                </c:pt>
                <c:pt idx="302" formatCode="m/d/yyyy">
                  <c:v>44298</c:v>
                </c:pt>
                <c:pt idx="303" formatCode="m/d/yyyy">
                  <c:v>44299</c:v>
                </c:pt>
                <c:pt idx="304" formatCode="m/d/yyyy">
                  <c:v>44300</c:v>
                </c:pt>
                <c:pt idx="305" formatCode="m/d/yyyy">
                  <c:v>44301</c:v>
                </c:pt>
                <c:pt idx="306" formatCode="m/d/yyyy">
                  <c:v>44302</c:v>
                </c:pt>
                <c:pt idx="307" formatCode="m/d/yyyy">
                  <c:v>44305</c:v>
                </c:pt>
                <c:pt idx="308" formatCode="m/d/yyyy">
                  <c:v>44306</c:v>
                </c:pt>
                <c:pt idx="309" formatCode="m/d/yyyy">
                  <c:v>44307</c:v>
                </c:pt>
                <c:pt idx="310" formatCode="m/d/yyyy">
                  <c:v>44308</c:v>
                </c:pt>
                <c:pt idx="311" formatCode="m/d/yyyy">
                  <c:v>44309</c:v>
                </c:pt>
                <c:pt idx="312" formatCode="m/d/yyyy">
                  <c:v>44312</c:v>
                </c:pt>
                <c:pt idx="313" formatCode="m/d/yyyy">
                  <c:v>44313</c:v>
                </c:pt>
                <c:pt idx="314" formatCode="m/d/yyyy">
                  <c:v>44314</c:v>
                </c:pt>
                <c:pt idx="315" formatCode="m/d/yyyy">
                  <c:v>44315</c:v>
                </c:pt>
                <c:pt idx="316" formatCode="m/d/yyyy">
                  <c:v>44316</c:v>
                </c:pt>
                <c:pt idx="317" formatCode="m/d/yyyy">
                  <c:v>44319</c:v>
                </c:pt>
                <c:pt idx="318" formatCode="m/d/yyyy">
                  <c:v>44320</c:v>
                </c:pt>
                <c:pt idx="319" formatCode="m/d/yyyy">
                  <c:v>44321</c:v>
                </c:pt>
                <c:pt idx="320" formatCode="m/d/yyyy">
                  <c:v>44322</c:v>
                </c:pt>
                <c:pt idx="321" formatCode="m/d/yyyy">
                  <c:v>44323</c:v>
                </c:pt>
                <c:pt idx="322" formatCode="m/d/yyyy">
                  <c:v>44326</c:v>
                </c:pt>
                <c:pt idx="323" formatCode="m/d/yyyy">
                  <c:v>44327</c:v>
                </c:pt>
                <c:pt idx="324" formatCode="m/d/yyyy">
                  <c:v>44328</c:v>
                </c:pt>
                <c:pt idx="325" formatCode="m/d/yyyy">
                  <c:v>44329</c:v>
                </c:pt>
                <c:pt idx="326" formatCode="m/d/yyyy">
                  <c:v>44330</c:v>
                </c:pt>
                <c:pt idx="327" formatCode="m/d/yyyy">
                  <c:v>44333</c:v>
                </c:pt>
                <c:pt idx="328" formatCode="m/d/yyyy">
                  <c:v>44334</c:v>
                </c:pt>
                <c:pt idx="329" formatCode="m/d/yyyy">
                  <c:v>44335</c:v>
                </c:pt>
                <c:pt idx="330" formatCode="m/d/yyyy">
                  <c:v>44336</c:v>
                </c:pt>
                <c:pt idx="331" formatCode="m/d/yyyy">
                  <c:v>44337</c:v>
                </c:pt>
                <c:pt idx="332" formatCode="m/d/yyyy">
                  <c:v>44340</c:v>
                </c:pt>
                <c:pt idx="333" formatCode="m/d/yyyy">
                  <c:v>44341</c:v>
                </c:pt>
                <c:pt idx="334" formatCode="m/d/yyyy">
                  <c:v>44342</c:v>
                </c:pt>
                <c:pt idx="335" formatCode="m/d/yyyy">
                  <c:v>44343</c:v>
                </c:pt>
                <c:pt idx="336" formatCode="m/d/yyyy">
                  <c:v>44344</c:v>
                </c:pt>
                <c:pt idx="337" formatCode="m/d/yyyy">
                  <c:v>44347</c:v>
                </c:pt>
                <c:pt idx="338" formatCode="m/d/yyyy">
                  <c:v>44348</c:v>
                </c:pt>
                <c:pt idx="339" formatCode="m/d/yyyy">
                  <c:v>44349</c:v>
                </c:pt>
                <c:pt idx="340" formatCode="m/d/yyyy">
                  <c:v>44350</c:v>
                </c:pt>
                <c:pt idx="341" formatCode="m/d/yyyy">
                  <c:v>44351</c:v>
                </c:pt>
                <c:pt idx="342" formatCode="m/d/yyyy">
                  <c:v>44354</c:v>
                </c:pt>
                <c:pt idx="343" formatCode="m/d/yyyy">
                  <c:v>44355</c:v>
                </c:pt>
                <c:pt idx="344" formatCode="m/d/yyyy">
                  <c:v>44356</c:v>
                </c:pt>
                <c:pt idx="345" formatCode="m/d/yyyy">
                  <c:v>44357</c:v>
                </c:pt>
                <c:pt idx="346" formatCode="m/d/yyyy">
                  <c:v>44358</c:v>
                </c:pt>
                <c:pt idx="347" formatCode="m/d/yyyy">
                  <c:v>44361</c:v>
                </c:pt>
                <c:pt idx="348" formatCode="m/d/yyyy">
                  <c:v>44362</c:v>
                </c:pt>
                <c:pt idx="349" formatCode="m/d/yyyy">
                  <c:v>44363</c:v>
                </c:pt>
                <c:pt idx="350" formatCode="m/d/yyyy">
                  <c:v>44364</c:v>
                </c:pt>
                <c:pt idx="351" formatCode="m/d/yyyy">
                  <c:v>44365</c:v>
                </c:pt>
                <c:pt idx="352" formatCode="m/d/yyyy">
                  <c:v>44368</c:v>
                </c:pt>
                <c:pt idx="353" formatCode="m/d/yyyy">
                  <c:v>44369</c:v>
                </c:pt>
                <c:pt idx="354" formatCode="m/d/yyyy">
                  <c:v>44370</c:v>
                </c:pt>
                <c:pt idx="355" formatCode="m/d/yyyy">
                  <c:v>44371</c:v>
                </c:pt>
                <c:pt idx="356" formatCode="m/d/yyyy">
                  <c:v>44372</c:v>
                </c:pt>
                <c:pt idx="357" formatCode="m/d/yyyy">
                  <c:v>44375</c:v>
                </c:pt>
                <c:pt idx="358" formatCode="m/d/yyyy">
                  <c:v>44376</c:v>
                </c:pt>
                <c:pt idx="359" formatCode="m/d/yyyy">
                  <c:v>44377</c:v>
                </c:pt>
                <c:pt idx="360" formatCode="m/d/yyyy">
                  <c:v>44378</c:v>
                </c:pt>
                <c:pt idx="361" formatCode="m/d/yyyy">
                  <c:v>44379</c:v>
                </c:pt>
                <c:pt idx="362" formatCode="m/d/yyyy">
                  <c:v>44382</c:v>
                </c:pt>
                <c:pt idx="363" formatCode="m/d/yyyy">
                  <c:v>44383</c:v>
                </c:pt>
                <c:pt idx="364" formatCode="m/d/yyyy">
                  <c:v>44384</c:v>
                </c:pt>
                <c:pt idx="365" formatCode="m/d/yyyy">
                  <c:v>44385</c:v>
                </c:pt>
                <c:pt idx="366" formatCode="m/d/yyyy">
                  <c:v>44386</c:v>
                </c:pt>
                <c:pt idx="367" formatCode="m/d/yyyy">
                  <c:v>44389</c:v>
                </c:pt>
                <c:pt idx="368" formatCode="m/d/yyyy">
                  <c:v>44390</c:v>
                </c:pt>
                <c:pt idx="369" formatCode="m/d/yyyy">
                  <c:v>44391</c:v>
                </c:pt>
                <c:pt idx="370" formatCode="m/d/yyyy">
                  <c:v>44392</c:v>
                </c:pt>
                <c:pt idx="371" formatCode="m/d/yyyy">
                  <c:v>44393</c:v>
                </c:pt>
                <c:pt idx="372" formatCode="m/d/yyyy">
                  <c:v>44396</c:v>
                </c:pt>
                <c:pt idx="373" formatCode="m/d/yyyy">
                  <c:v>44397</c:v>
                </c:pt>
                <c:pt idx="374" formatCode="m/d/yyyy">
                  <c:v>44398</c:v>
                </c:pt>
                <c:pt idx="375" formatCode="m/d/yyyy">
                  <c:v>44399</c:v>
                </c:pt>
                <c:pt idx="376" formatCode="m/d/yyyy">
                  <c:v>44400</c:v>
                </c:pt>
                <c:pt idx="377" formatCode="m/d/yyyy">
                  <c:v>44403</c:v>
                </c:pt>
                <c:pt idx="378" formatCode="m/d/yyyy">
                  <c:v>44404</c:v>
                </c:pt>
                <c:pt idx="379" formatCode="m/d/yyyy">
                  <c:v>44405</c:v>
                </c:pt>
                <c:pt idx="380" formatCode="m/d/yyyy">
                  <c:v>44406</c:v>
                </c:pt>
                <c:pt idx="381" formatCode="m/d/yyyy">
                  <c:v>44407</c:v>
                </c:pt>
                <c:pt idx="382" formatCode="m/d/yyyy">
                  <c:v>44410</c:v>
                </c:pt>
                <c:pt idx="383" formatCode="m/d/yyyy">
                  <c:v>44411</c:v>
                </c:pt>
                <c:pt idx="384" formatCode="m/d/yyyy">
                  <c:v>44412</c:v>
                </c:pt>
                <c:pt idx="385" formatCode="m/d/yyyy">
                  <c:v>44413</c:v>
                </c:pt>
                <c:pt idx="386" formatCode="m/d/yyyy">
                  <c:v>44414</c:v>
                </c:pt>
                <c:pt idx="387" formatCode="m/d/yyyy">
                  <c:v>44417</c:v>
                </c:pt>
                <c:pt idx="388" formatCode="m/d/yyyy">
                  <c:v>44418</c:v>
                </c:pt>
                <c:pt idx="389" formatCode="m/d/yyyy">
                  <c:v>44419</c:v>
                </c:pt>
                <c:pt idx="390" formatCode="m/d/yyyy">
                  <c:v>44420</c:v>
                </c:pt>
                <c:pt idx="391" formatCode="m/d/yyyy">
                  <c:v>44421</c:v>
                </c:pt>
                <c:pt idx="392" formatCode="m/d/yyyy">
                  <c:v>44424</c:v>
                </c:pt>
                <c:pt idx="393" formatCode="m/d/yyyy">
                  <c:v>44425</c:v>
                </c:pt>
                <c:pt idx="394" formatCode="m/d/yyyy">
                  <c:v>44426</c:v>
                </c:pt>
                <c:pt idx="395" formatCode="m/d/yyyy">
                  <c:v>44427</c:v>
                </c:pt>
                <c:pt idx="396" formatCode="m/d/yyyy">
                  <c:v>44428</c:v>
                </c:pt>
                <c:pt idx="397" formatCode="m/d/yyyy">
                  <c:v>44431</c:v>
                </c:pt>
                <c:pt idx="398" formatCode="m/d/yyyy">
                  <c:v>44432</c:v>
                </c:pt>
                <c:pt idx="399" formatCode="m/d/yyyy">
                  <c:v>44433</c:v>
                </c:pt>
                <c:pt idx="400" formatCode="m/d/yyyy">
                  <c:v>44434</c:v>
                </c:pt>
                <c:pt idx="401" formatCode="m/d/yyyy">
                  <c:v>44435</c:v>
                </c:pt>
                <c:pt idx="402" formatCode="m/d/yyyy">
                  <c:v>44438</c:v>
                </c:pt>
                <c:pt idx="403" formatCode="m/d/yyyy">
                  <c:v>44439</c:v>
                </c:pt>
                <c:pt idx="404" formatCode="m/d/yyyy">
                  <c:v>44440</c:v>
                </c:pt>
                <c:pt idx="405" formatCode="m/d/yyyy">
                  <c:v>44441</c:v>
                </c:pt>
                <c:pt idx="406" formatCode="m/d/yyyy">
                  <c:v>44442</c:v>
                </c:pt>
                <c:pt idx="407" formatCode="m/d/yyyy">
                  <c:v>44445</c:v>
                </c:pt>
                <c:pt idx="408" formatCode="m/d/yyyy">
                  <c:v>44446</c:v>
                </c:pt>
                <c:pt idx="409" formatCode="m/d/yyyy">
                  <c:v>44447</c:v>
                </c:pt>
                <c:pt idx="410" formatCode="m/d/yyyy">
                  <c:v>44448</c:v>
                </c:pt>
                <c:pt idx="411" formatCode="m/d/yyyy">
                  <c:v>44449</c:v>
                </c:pt>
                <c:pt idx="412" formatCode="m/d/yyyy">
                  <c:v>44452</c:v>
                </c:pt>
                <c:pt idx="413" formatCode="m/d/yyyy">
                  <c:v>44453</c:v>
                </c:pt>
                <c:pt idx="414" formatCode="m/d/yyyy">
                  <c:v>44454</c:v>
                </c:pt>
                <c:pt idx="415" formatCode="m/d/yyyy">
                  <c:v>44455</c:v>
                </c:pt>
                <c:pt idx="416" formatCode="m/d/yyyy">
                  <c:v>44456</c:v>
                </c:pt>
                <c:pt idx="417" formatCode="m/d/yyyy">
                  <c:v>44459</c:v>
                </c:pt>
                <c:pt idx="418" formatCode="m/d/yyyy">
                  <c:v>44460</c:v>
                </c:pt>
                <c:pt idx="419" formatCode="m/d/yyyy">
                  <c:v>44461</c:v>
                </c:pt>
                <c:pt idx="420" formatCode="m/d/yyyy">
                  <c:v>44462</c:v>
                </c:pt>
                <c:pt idx="421" formatCode="m/d/yyyy">
                  <c:v>44463</c:v>
                </c:pt>
                <c:pt idx="422" formatCode="m/d/yyyy">
                  <c:v>44466</c:v>
                </c:pt>
                <c:pt idx="423" formatCode="m/d/yyyy">
                  <c:v>44467</c:v>
                </c:pt>
                <c:pt idx="424" formatCode="m/d/yyyy">
                  <c:v>44468</c:v>
                </c:pt>
                <c:pt idx="425" formatCode="m/d/yyyy">
                  <c:v>44469</c:v>
                </c:pt>
                <c:pt idx="426" formatCode="m/d/yyyy">
                  <c:v>44470</c:v>
                </c:pt>
                <c:pt idx="427" formatCode="m/d/yyyy">
                  <c:v>44473</c:v>
                </c:pt>
                <c:pt idx="428" formatCode="m/d/yyyy">
                  <c:v>44474</c:v>
                </c:pt>
                <c:pt idx="429" formatCode="m/d/yyyy">
                  <c:v>44475</c:v>
                </c:pt>
                <c:pt idx="430" formatCode="m/d/yyyy">
                  <c:v>44476</c:v>
                </c:pt>
                <c:pt idx="431" formatCode="m/d/yyyy">
                  <c:v>44477</c:v>
                </c:pt>
                <c:pt idx="432" formatCode="m/d/yyyy">
                  <c:v>44480</c:v>
                </c:pt>
                <c:pt idx="433" formatCode="m/d/yyyy">
                  <c:v>44481</c:v>
                </c:pt>
                <c:pt idx="434" formatCode="m/d/yyyy">
                  <c:v>44482</c:v>
                </c:pt>
                <c:pt idx="435" formatCode="m/d/yyyy">
                  <c:v>44483</c:v>
                </c:pt>
                <c:pt idx="436" formatCode="m/d/yyyy">
                  <c:v>44484</c:v>
                </c:pt>
                <c:pt idx="437" formatCode="m/d/yyyy">
                  <c:v>44487</c:v>
                </c:pt>
                <c:pt idx="438" formatCode="m/d/yyyy">
                  <c:v>44488</c:v>
                </c:pt>
                <c:pt idx="439" formatCode="m/d/yyyy">
                  <c:v>44489</c:v>
                </c:pt>
                <c:pt idx="440" formatCode="m/d/yyyy">
                  <c:v>44490</c:v>
                </c:pt>
                <c:pt idx="441" formatCode="m/d/yyyy">
                  <c:v>44491</c:v>
                </c:pt>
                <c:pt idx="442" formatCode="m/d/yyyy">
                  <c:v>44494</c:v>
                </c:pt>
                <c:pt idx="443" formatCode="m/d/yyyy">
                  <c:v>44495</c:v>
                </c:pt>
                <c:pt idx="444" formatCode="m/d/yyyy">
                  <c:v>44496</c:v>
                </c:pt>
                <c:pt idx="445" formatCode="m/d/yyyy">
                  <c:v>44497</c:v>
                </c:pt>
                <c:pt idx="446" formatCode="m/d/yyyy">
                  <c:v>44498</c:v>
                </c:pt>
                <c:pt idx="447" formatCode="m/d/yyyy">
                  <c:v>44501</c:v>
                </c:pt>
                <c:pt idx="448" formatCode="m/d/yyyy">
                  <c:v>44502</c:v>
                </c:pt>
                <c:pt idx="449" formatCode="m/d/yyyy">
                  <c:v>44503</c:v>
                </c:pt>
                <c:pt idx="450" formatCode="m/d/yyyy">
                  <c:v>44504</c:v>
                </c:pt>
                <c:pt idx="451" formatCode="m/d/yyyy">
                  <c:v>44505</c:v>
                </c:pt>
                <c:pt idx="452" formatCode="m/d/yyyy">
                  <c:v>44508</c:v>
                </c:pt>
                <c:pt idx="453" formatCode="m/d/yyyy">
                  <c:v>44509</c:v>
                </c:pt>
                <c:pt idx="454" formatCode="m/d/yyyy">
                  <c:v>44510</c:v>
                </c:pt>
                <c:pt idx="455" formatCode="m/d/yyyy">
                  <c:v>44511</c:v>
                </c:pt>
                <c:pt idx="456" formatCode="m/d/yyyy">
                  <c:v>44512</c:v>
                </c:pt>
                <c:pt idx="457" formatCode="m/d/yyyy">
                  <c:v>44515</c:v>
                </c:pt>
                <c:pt idx="458" formatCode="m/d/yyyy">
                  <c:v>44516</c:v>
                </c:pt>
                <c:pt idx="459" formatCode="m/d/yyyy">
                  <c:v>44517</c:v>
                </c:pt>
                <c:pt idx="460" formatCode="m/d/yyyy">
                  <c:v>44518</c:v>
                </c:pt>
                <c:pt idx="461" formatCode="m/d/yyyy">
                  <c:v>44519</c:v>
                </c:pt>
                <c:pt idx="462" formatCode="m/d/yyyy">
                  <c:v>44522</c:v>
                </c:pt>
                <c:pt idx="463" formatCode="m/d/yyyy">
                  <c:v>44523</c:v>
                </c:pt>
                <c:pt idx="464" formatCode="m/d/yyyy">
                  <c:v>44524</c:v>
                </c:pt>
                <c:pt idx="465" formatCode="m/d/yyyy">
                  <c:v>44525</c:v>
                </c:pt>
                <c:pt idx="466" formatCode="m/d/yyyy">
                  <c:v>44526</c:v>
                </c:pt>
                <c:pt idx="467" formatCode="m/d/yyyy">
                  <c:v>44529</c:v>
                </c:pt>
                <c:pt idx="468" formatCode="m/d/yyyy">
                  <c:v>44530</c:v>
                </c:pt>
                <c:pt idx="469" formatCode="m/d/yyyy">
                  <c:v>44531</c:v>
                </c:pt>
                <c:pt idx="470" formatCode="m/d/yyyy">
                  <c:v>44532</c:v>
                </c:pt>
                <c:pt idx="471" formatCode="m/d/yyyy">
                  <c:v>44533</c:v>
                </c:pt>
                <c:pt idx="472" formatCode="m/d/yyyy">
                  <c:v>44536</c:v>
                </c:pt>
                <c:pt idx="473" formatCode="m/d/yyyy">
                  <c:v>44537</c:v>
                </c:pt>
                <c:pt idx="474" formatCode="m/d/yyyy">
                  <c:v>44538</c:v>
                </c:pt>
                <c:pt idx="475" formatCode="m/d/yyyy">
                  <c:v>44539</c:v>
                </c:pt>
                <c:pt idx="476" formatCode="m/d/yyyy">
                  <c:v>44540</c:v>
                </c:pt>
                <c:pt idx="477" formatCode="m/d/yyyy">
                  <c:v>44543</c:v>
                </c:pt>
                <c:pt idx="478" formatCode="m/d/yyyy">
                  <c:v>44544</c:v>
                </c:pt>
                <c:pt idx="479" formatCode="m/d/yyyy">
                  <c:v>44545</c:v>
                </c:pt>
                <c:pt idx="480" formatCode="m/d/yyyy">
                  <c:v>44546</c:v>
                </c:pt>
                <c:pt idx="481" formatCode="m/d/yyyy">
                  <c:v>44547</c:v>
                </c:pt>
                <c:pt idx="482" formatCode="m/d/yyyy">
                  <c:v>44550</c:v>
                </c:pt>
                <c:pt idx="483" formatCode="m/d/yyyy">
                  <c:v>44551</c:v>
                </c:pt>
                <c:pt idx="484" formatCode="m/d/yyyy">
                  <c:v>44552</c:v>
                </c:pt>
                <c:pt idx="485" formatCode="m/d/yyyy">
                  <c:v>44553</c:v>
                </c:pt>
                <c:pt idx="486" formatCode="m/d/yyyy">
                  <c:v>44554</c:v>
                </c:pt>
                <c:pt idx="487" formatCode="m/d/yyyy">
                  <c:v>44557</c:v>
                </c:pt>
                <c:pt idx="488" formatCode="m/d/yyyy">
                  <c:v>44558</c:v>
                </c:pt>
                <c:pt idx="489" formatCode="m/d/yyyy">
                  <c:v>44559</c:v>
                </c:pt>
                <c:pt idx="490" formatCode="m/d/yyyy">
                  <c:v>44560</c:v>
                </c:pt>
                <c:pt idx="491" formatCode="m/d/yyyy">
                  <c:v>44561</c:v>
                </c:pt>
                <c:pt idx="492" formatCode="m/d/yyyy">
                  <c:v>44564</c:v>
                </c:pt>
                <c:pt idx="493" formatCode="m/d/yyyy">
                  <c:v>44565</c:v>
                </c:pt>
                <c:pt idx="494" formatCode="m/d/yyyy">
                  <c:v>44566</c:v>
                </c:pt>
                <c:pt idx="495" formatCode="m/d/yyyy">
                  <c:v>44567</c:v>
                </c:pt>
                <c:pt idx="496" formatCode="m/d/yyyy">
                  <c:v>44568</c:v>
                </c:pt>
                <c:pt idx="497" formatCode="m/d/yyyy">
                  <c:v>44571</c:v>
                </c:pt>
                <c:pt idx="498" formatCode="m/d/yyyy">
                  <c:v>44572</c:v>
                </c:pt>
                <c:pt idx="499" formatCode="m/d/yyyy">
                  <c:v>44573</c:v>
                </c:pt>
                <c:pt idx="500" formatCode="m/d/yyyy">
                  <c:v>44574</c:v>
                </c:pt>
                <c:pt idx="501" formatCode="m/d/yyyy">
                  <c:v>44575</c:v>
                </c:pt>
                <c:pt idx="502" formatCode="m/d/yyyy">
                  <c:v>44578</c:v>
                </c:pt>
                <c:pt idx="503" formatCode="m/d/yyyy">
                  <c:v>44579</c:v>
                </c:pt>
                <c:pt idx="504" formatCode="m/d/yyyy">
                  <c:v>44580</c:v>
                </c:pt>
                <c:pt idx="505" formatCode="m/d/yyyy">
                  <c:v>44581</c:v>
                </c:pt>
                <c:pt idx="506" formatCode="m/d/yyyy">
                  <c:v>44582</c:v>
                </c:pt>
                <c:pt idx="507" formatCode="m/d/yyyy">
                  <c:v>44585</c:v>
                </c:pt>
                <c:pt idx="508" formatCode="m/d/yyyy">
                  <c:v>44586</c:v>
                </c:pt>
                <c:pt idx="509" formatCode="m/d/yyyy">
                  <c:v>44587</c:v>
                </c:pt>
                <c:pt idx="510" formatCode="m/d/yyyy">
                  <c:v>44588</c:v>
                </c:pt>
                <c:pt idx="511" formatCode="m/d/yyyy">
                  <c:v>44589</c:v>
                </c:pt>
                <c:pt idx="512" formatCode="m/d/yyyy">
                  <c:v>44592</c:v>
                </c:pt>
                <c:pt idx="513" formatCode="m/d/yyyy">
                  <c:v>44593</c:v>
                </c:pt>
                <c:pt idx="514" formatCode="m/d/yyyy">
                  <c:v>44594</c:v>
                </c:pt>
                <c:pt idx="515" formatCode="m/d/yyyy">
                  <c:v>44595</c:v>
                </c:pt>
                <c:pt idx="516" formatCode="m/d/yyyy">
                  <c:v>44596</c:v>
                </c:pt>
                <c:pt idx="517" formatCode="m/d/yyyy">
                  <c:v>44599</c:v>
                </c:pt>
                <c:pt idx="518" formatCode="m/d/yyyy">
                  <c:v>44600</c:v>
                </c:pt>
                <c:pt idx="519" formatCode="m/d/yyyy">
                  <c:v>44601</c:v>
                </c:pt>
                <c:pt idx="520" formatCode="m/d/yyyy">
                  <c:v>44602</c:v>
                </c:pt>
                <c:pt idx="521" formatCode="m/d/yyyy">
                  <c:v>44603</c:v>
                </c:pt>
                <c:pt idx="522" formatCode="m/d/yyyy">
                  <c:v>44606</c:v>
                </c:pt>
                <c:pt idx="523" formatCode="m/d/yyyy">
                  <c:v>44607</c:v>
                </c:pt>
                <c:pt idx="524" formatCode="m/d/yyyy">
                  <c:v>44608</c:v>
                </c:pt>
                <c:pt idx="525" formatCode="m/d/yyyy">
                  <c:v>44609</c:v>
                </c:pt>
                <c:pt idx="526" formatCode="m/d/yyyy">
                  <c:v>44610</c:v>
                </c:pt>
                <c:pt idx="527" formatCode="m/d/yyyy">
                  <c:v>44613</c:v>
                </c:pt>
                <c:pt idx="528" formatCode="m/d/yyyy">
                  <c:v>44614</c:v>
                </c:pt>
                <c:pt idx="529" formatCode="m/d/yyyy">
                  <c:v>44615</c:v>
                </c:pt>
                <c:pt idx="530" formatCode="m/d/yyyy">
                  <c:v>44616</c:v>
                </c:pt>
                <c:pt idx="531" formatCode="m/d/yyyy">
                  <c:v>44617</c:v>
                </c:pt>
                <c:pt idx="532" formatCode="m/d/yyyy">
                  <c:v>44620</c:v>
                </c:pt>
                <c:pt idx="533" formatCode="m/d/yyyy">
                  <c:v>44621</c:v>
                </c:pt>
                <c:pt idx="534" formatCode="m/d/yyyy">
                  <c:v>44622</c:v>
                </c:pt>
                <c:pt idx="535" formatCode="m/d/yyyy">
                  <c:v>44623</c:v>
                </c:pt>
                <c:pt idx="536" formatCode="m/d/yyyy">
                  <c:v>44624</c:v>
                </c:pt>
                <c:pt idx="537" formatCode="m/d/yyyy">
                  <c:v>44627</c:v>
                </c:pt>
                <c:pt idx="538" formatCode="m/d/yyyy">
                  <c:v>44628</c:v>
                </c:pt>
                <c:pt idx="539" formatCode="m/d/yyyy">
                  <c:v>44629</c:v>
                </c:pt>
                <c:pt idx="540" formatCode="m/d/yyyy">
                  <c:v>44630</c:v>
                </c:pt>
                <c:pt idx="541" formatCode="m/d/yyyy">
                  <c:v>44631</c:v>
                </c:pt>
                <c:pt idx="542" formatCode="m/d/yyyy">
                  <c:v>44634</c:v>
                </c:pt>
                <c:pt idx="543" formatCode="m/d/yyyy">
                  <c:v>44635</c:v>
                </c:pt>
                <c:pt idx="544" formatCode="m/d/yyyy">
                  <c:v>44636</c:v>
                </c:pt>
                <c:pt idx="545" formatCode="m/d/yyyy">
                  <c:v>44637</c:v>
                </c:pt>
                <c:pt idx="546" formatCode="m/d/yyyy">
                  <c:v>44638</c:v>
                </c:pt>
                <c:pt idx="547" formatCode="m/d/yyyy">
                  <c:v>44641</c:v>
                </c:pt>
                <c:pt idx="548" formatCode="m/d/yyyy">
                  <c:v>44642</c:v>
                </c:pt>
                <c:pt idx="549" formatCode="m/d/yyyy">
                  <c:v>44643</c:v>
                </c:pt>
                <c:pt idx="550" formatCode="m/d/yyyy">
                  <c:v>44644</c:v>
                </c:pt>
                <c:pt idx="551" formatCode="m/d/yyyy">
                  <c:v>44645</c:v>
                </c:pt>
                <c:pt idx="552" formatCode="m/d/yyyy">
                  <c:v>44648</c:v>
                </c:pt>
                <c:pt idx="553" formatCode="m/d/yyyy">
                  <c:v>44649</c:v>
                </c:pt>
                <c:pt idx="554" formatCode="m/d/yyyy">
                  <c:v>44650</c:v>
                </c:pt>
                <c:pt idx="555" formatCode="m/d/yyyy">
                  <c:v>44652</c:v>
                </c:pt>
                <c:pt idx="556" formatCode="m/d/yyyy">
                  <c:v>44655</c:v>
                </c:pt>
                <c:pt idx="557" formatCode="m/d/yyyy">
                  <c:v>44656</c:v>
                </c:pt>
                <c:pt idx="558" formatCode="m/d/yyyy">
                  <c:v>44657</c:v>
                </c:pt>
                <c:pt idx="559" formatCode="m/d/yyyy">
                  <c:v>44658</c:v>
                </c:pt>
                <c:pt idx="560" formatCode="m/d/yyyy">
                  <c:v>44659</c:v>
                </c:pt>
                <c:pt idx="561" formatCode="m/d/yyyy">
                  <c:v>44662</c:v>
                </c:pt>
                <c:pt idx="562" formatCode="m/d/yyyy">
                  <c:v>44663</c:v>
                </c:pt>
                <c:pt idx="563" formatCode="m/d/yyyy">
                  <c:v>44664</c:v>
                </c:pt>
                <c:pt idx="564" formatCode="m/d/yyyy">
                  <c:v>44665</c:v>
                </c:pt>
                <c:pt idx="565" formatCode="m/d/yyyy">
                  <c:v>44666</c:v>
                </c:pt>
                <c:pt idx="566" formatCode="m/d/yyyy">
                  <c:v>44669</c:v>
                </c:pt>
                <c:pt idx="567" formatCode="m/d/yyyy">
                  <c:v>44670</c:v>
                </c:pt>
                <c:pt idx="568" formatCode="m/d/yyyy">
                  <c:v>44671</c:v>
                </c:pt>
                <c:pt idx="569" formatCode="m/d/yyyy">
                  <c:v>44672</c:v>
                </c:pt>
                <c:pt idx="570" formatCode="m/d/yyyy">
                  <c:v>44673</c:v>
                </c:pt>
                <c:pt idx="571" formatCode="m/d/yyyy">
                  <c:v>44676</c:v>
                </c:pt>
                <c:pt idx="572" formatCode="m/d/yyyy">
                  <c:v>44677</c:v>
                </c:pt>
                <c:pt idx="573" formatCode="m/d/yyyy">
                  <c:v>44678</c:v>
                </c:pt>
                <c:pt idx="574" formatCode="m/d/yyyy">
                  <c:v>44679</c:v>
                </c:pt>
                <c:pt idx="575" formatCode="m/d/yyyy">
                  <c:v>44680</c:v>
                </c:pt>
                <c:pt idx="576" formatCode="m/d/yyyy">
                  <c:v>44683</c:v>
                </c:pt>
                <c:pt idx="577" formatCode="m/d/yyyy">
                  <c:v>44684</c:v>
                </c:pt>
                <c:pt idx="578" formatCode="m/d/yyyy">
                  <c:v>44685</c:v>
                </c:pt>
                <c:pt idx="579" formatCode="m/d/yyyy">
                  <c:v>44686</c:v>
                </c:pt>
                <c:pt idx="580" formatCode="m/d/yyyy">
                  <c:v>44687</c:v>
                </c:pt>
                <c:pt idx="581" formatCode="m/d/yyyy">
                  <c:v>44690</c:v>
                </c:pt>
                <c:pt idx="582" formatCode="m/d/yyyy">
                  <c:v>44691</c:v>
                </c:pt>
                <c:pt idx="583" formatCode="m/d/yyyy">
                  <c:v>44692</c:v>
                </c:pt>
                <c:pt idx="584" formatCode="m/d/yyyy">
                  <c:v>44693</c:v>
                </c:pt>
                <c:pt idx="585" formatCode="m/d/yyyy">
                  <c:v>44694</c:v>
                </c:pt>
                <c:pt idx="586" formatCode="m/d/yyyy">
                  <c:v>44697</c:v>
                </c:pt>
                <c:pt idx="587" formatCode="m/d/yyyy">
                  <c:v>44698</c:v>
                </c:pt>
                <c:pt idx="588" formatCode="m/d/yyyy">
                  <c:v>44699</c:v>
                </c:pt>
                <c:pt idx="589" formatCode="m/d/yyyy">
                  <c:v>44700</c:v>
                </c:pt>
                <c:pt idx="590" formatCode="m/d/yyyy">
                  <c:v>44701</c:v>
                </c:pt>
                <c:pt idx="591" formatCode="m/d/yyyy">
                  <c:v>44704</c:v>
                </c:pt>
                <c:pt idx="592" formatCode="m/d/yyyy">
                  <c:v>44705</c:v>
                </c:pt>
                <c:pt idx="593" formatCode="m/d/yyyy">
                  <c:v>44706</c:v>
                </c:pt>
                <c:pt idx="594" formatCode="m/d/yyyy">
                  <c:v>44707</c:v>
                </c:pt>
                <c:pt idx="595" formatCode="m/d/yyyy">
                  <c:v>44708</c:v>
                </c:pt>
                <c:pt idx="596" formatCode="m/d/yyyy">
                  <c:v>44711</c:v>
                </c:pt>
                <c:pt idx="597" formatCode="m/d/yyyy">
                  <c:v>44712</c:v>
                </c:pt>
                <c:pt idx="598" formatCode="m/d/yyyy">
                  <c:v>44713</c:v>
                </c:pt>
                <c:pt idx="599" formatCode="m/d/yyyy">
                  <c:v>44714</c:v>
                </c:pt>
                <c:pt idx="600" formatCode="m/d/yyyy">
                  <c:v>44715</c:v>
                </c:pt>
                <c:pt idx="601" formatCode="m/d/yyyy">
                  <c:v>44718</c:v>
                </c:pt>
                <c:pt idx="602" formatCode="m/d/yyyy">
                  <c:v>44719</c:v>
                </c:pt>
                <c:pt idx="603" formatCode="m/d/yyyy">
                  <c:v>44720</c:v>
                </c:pt>
                <c:pt idx="604" formatCode="m/d/yyyy">
                  <c:v>44721</c:v>
                </c:pt>
                <c:pt idx="605" formatCode="m/d/yyyy">
                  <c:v>44722</c:v>
                </c:pt>
                <c:pt idx="606" formatCode="m/d/yyyy">
                  <c:v>44725</c:v>
                </c:pt>
                <c:pt idx="607" formatCode="m/d/yyyy">
                  <c:v>44726</c:v>
                </c:pt>
                <c:pt idx="608" formatCode="m/d/yyyy">
                  <c:v>44727</c:v>
                </c:pt>
                <c:pt idx="609" formatCode="m/d/yyyy">
                  <c:v>44728</c:v>
                </c:pt>
                <c:pt idx="610" formatCode="m/d/yyyy">
                  <c:v>44729</c:v>
                </c:pt>
                <c:pt idx="611" formatCode="m/d/yyyy">
                  <c:v>44732</c:v>
                </c:pt>
                <c:pt idx="612" formatCode="m/d/yyyy">
                  <c:v>44733</c:v>
                </c:pt>
                <c:pt idx="613" formatCode="m/d/yyyy">
                  <c:v>44734</c:v>
                </c:pt>
                <c:pt idx="614" formatCode="m/d/yyyy">
                  <c:v>44735</c:v>
                </c:pt>
                <c:pt idx="615" formatCode="m/d/yyyy">
                  <c:v>44736</c:v>
                </c:pt>
                <c:pt idx="616" formatCode="m/d/yyyy">
                  <c:v>44739</c:v>
                </c:pt>
                <c:pt idx="617" formatCode="m/d/yyyy">
                  <c:v>44740</c:v>
                </c:pt>
                <c:pt idx="618" formatCode="m/d/yyyy">
                  <c:v>44741</c:v>
                </c:pt>
                <c:pt idx="619" formatCode="m/d/yyyy">
                  <c:v>44742</c:v>
                </c:pt>
                <c:pt idx="620" formatCode="m/d/yyyy">
                  <c:v>44743</c:v>
                </c:pt>
                <c:pt idx="621" formatCode="m/d/yyyy">
                  <c:v>44746</c:v>
                </c:pt>
                <c:pt idx="622" formatCode="m/d/yyyy">
                  <c:v>44747</c:v>
                </c:pt>
                <c:pt idx="623" formatCode="m/d/yyyy">
                  <c:v>44748</c:v>
                </c:pt>
                <c:pt idx="624" formatCode="m/d/yyyy">
                  <c:v>44749</c:v>
                </c:pt>
                <c:pt idx="625" formatCode="m/d/yyyy">
                  <c:v>44750</c:v>
                </c:pt>
                <c:pt idx="626" formatCode="m/d/yyyy">
                  <c:v>44753</c:v>
                </c:pt>
                <c:pt idx="627" formatCode="m/d/yyyy">
                  <c:v>44754</c:v>
                </c:pt>
                <c:pt idx="628" formatCode="m/d/yyyy">
                  <c:v>44755</c:v>
                </c:pt>
                <c:pt idx="629" formatCode="m/d/yyyy">
                  <c:v>44756</c:v>
                </c:pt>
                <c:pt idx="630" formatCode="m/d/yyyy">
                  <c:v>44757</c:v>
                </c:pt>
                <c:pt idx="631" formatCode="m/d/yyyy">
                  <c:v>44760</c:v>
                </c:pt>
                <c:pt idx="632" formatCode="m/d/yyyy">
                  <c:v>44761</c:v>
                </c:pt>
                <c:pt idx="633" formatCode="m/d/yyyy">
                  <c:v>44762</c:v>
                </c:pt>
                <c:pt idx="634" formatCode="m/d/yyyy">
                  <c:v>44763</c:v>
                </c:pt>
                <c:pt idx="635" formatCode="m/d/yyyy">
                  <c:v>44764</c:v>
                </c:pt>
                <c:pt idx="636" formatCode="m/d/yyyy">
                  <c:v>44767</c:v>
                </c:pt>
                <c:pt idx="637" formatCode="m/d/yyyy">
                  <c:v>44768</c:v>
                </c:pt>
                <c:pt idx="638" formatCode="m/d/yyyy">
                  <c:v>44769</c:v>
                </c:pt>
                <c:pt idx="639" formatCode="m/d/yyyy">
                  <c:v>44770</c:v>
                </c:pt>
                <c:pt idx="640" formatCode="m/d/yyyy">
                  <c:v>44771</c:v>
                </c:pt>
                <c:pt idx="641" formatCode="m/d/yyyy">
                  <c:v>44774</c:v>
                </c:pt>
                <c:pt idx="642" formatCode="m/d/yyyy">
                  <c:v>44775</c:v>
                </c:pt>
                <c:pt idx="643" formatCode="m/d/yyyy">
                  <c:v>44776</c:v>
                </c:pt>
                <c:pt idx="644" formatCode="m/d/yyyy">
                  <c:v>44777</c:v>
                </c:pt>
                <c:pt idx="645" formatCode="m/d/yyyy">
                  <c:v>44778</c:v>
                </c:pt>
                <c:pt idx="646" formatCode="m/d/yyyy">
                  <c:v>44781</c:v>
                </c:pt>
                <c:pt idx="647" formatCode="m/d/yyyy">
                  <c:v>44782</c:v>
                </c:pt>
                <c:pt idx="648" formatCode="m/d/yyyy">
                  <c:v>44783</c:v>
                </c:pt>
                <c:pt idx="649" formatCode="m/d/yyyy">
                  <c:v>44784</c:v>
                </c:pt>
                <c:pt idx="650" formatCode="m/d/yyyy">
                  <c:v>44785</c:v>
                </c:pt>
                <c:pt idx="651" formatCode="m/d/yyyy">
                  <c:v>44788</c:v>
                </c:pt>
                <c:pt idx="652" formatCode="m/d/yyyy">
                  <c:v>44789</c:v>
                </c:pt>
                <c:pt idx="653" formatCode="m/d/yyyy">
                  <c:v>44790</c:v>
                </c:pt>
                <c:pt idx="654" formatCode="m/d/yyyy">
                  <c:v>44791</c:v>
                </c:pt>
                <c:pt idx="655" formatCode="m/d/yyyy">
                  <c:v>44792</c:v>
                </c:pt>
                <c:pt idx="656" formatCode="m/d/yyyy">
                  <c:v>44795</c:v>
                </c:pt>
                <c:pt idx="657" formatCode="m/d/yyyy">
                  <c:v>44796</c:v>
                </c:pt>
                <c:pt idx="658" formatCode="m/d/yyyy">
                  <c:v>44797</c:v>
                </c:pt>
                <c:pt idx="659" formatCode="m/d/yyyy">
                  <c:v>44798</c:v>
                </c:pt>
                <c:pt idx="660" formatCode="m/d/yyyy">
                  <c:v>44799</c:v>
                </c:pt>
                <c:pt idx="661" formatCode="m/d/yyyy">
                  <c:v>44802</c:v>
                </c:pt>
                <c:pt idx="662" formatCode="m/d/yyyy">
                  <c:v>44803</c:v>
                </c:pt>
                <c:pt idx="663" formatCode="m/d/yyyy">
                  <c:v>44804</c:v>
                </c:pt>
                <c:pt idx="664" formatCode="m/d/yyyy">
                  <c:v>44805</c:v>
                </c:pt>
                <c:pt idx="665" formatCode="m/d/yyyy">
                  <c:v>44806</c:v>
                </c:pt>
                <c:pt idx="666" formatCode="m/d/yyyy">
                  <c:v>44809</c:v>
                </c:pt>
                <c:pt idx="667" formatCode="m/d/yyyy">
                  <c:v>44810</c:v>
                </c:pt>
                <c:pt idx="668" formatCode="m/d/yyyy">
                  <c:v>44811</c:v>
                </c:pt>
                <c:pt idx="669" formatCode="m/d/yyyy">
                  <c:v>44812</c:v>
                </c:pt>
                <c:pt idx="670" formatCode="m/d/yyyy">
                  <c:v>44813</c:v>
                </c:pt>
                <c:pt idx="671" formatCode="m/d/yyyy">
                  <c:v>44816</c:v>
                </c:pt>
                <c:pt idx="672" formatCode="m/d/yyyy">
                  <c:v>44817</c:v>
                </c:pt>
                <c:pt idx="673" formatCode="m/d/yyyy">
                  <c:v>44818</c:v>
                </c:pt>
                <c:pt idx="674" formatCode="m/d/yyyy">
                  <c:v>44819</c:v>
                </c:pt>
                <c:pt idx="675" formatCode="m/d/yyyy">
                  <c:v>44820</c:v>
                </c:pt>
                <c:pt idx="676" formatCode="m/d/yyyy">
                  <c:v>44823</c:v>
                </c:pt>
                <c:pt idx="677" formatCode="m/d/yyyy">
                  <c:v>44824</c:v>
                </c:pt>
                <c:pt idx="678" formatCode="m/d/yyyy">
                  <c:v>44825</c:v>
                </c:pt>
                <c:pt idx="679" formatCode="m/d/yyyy">
                  <c:v>44826</c:v>
                </c:pt>
                <c:pt idx="680" formatCode="m/d/yyyy">
                  <c:v>44827</c:v>
                </c:pt>
                <c:pt idx="681" formatCode="m/d/yyyy">
                  <c:v>44830</c:v>
                </c:pt>
                <c:pt idx="682" formatCode="m/d/yyyy">
                  <c:v>44831</c:v>
                </c:pt>
                <c:pt idx="683" formatCode="m/d/yyyy">
                  <c:v>44832</c:v>
                </c:pt>
                <c:pt idx="684" formatCode="m/d/yyyy">
                  <c:v>44833</c:v>
                </c:pt>
                <c:pt idx="685" formatCode="m/d/yyyy">
                  <c:v>44834</c:v>
                </c:pt>
                <c:pt idx="686" formatCode="m/d/yyyy">
                  <c:v>44837</c:v>
                </c:pt>
                <c:pt idx="687" formatCode="m/d/yyyy">
                  <c:v>44838</c:v>
                </c:pt>
                <c:pt idx="688" formatCode="m/d/yyyy">
                  <c:v>44839</c:v>
                </c:pt>
                <c:pt idx="689" formatCode="m/d/yyyy">
                  <c:v>44840</c:v>
                </c:pt>
                <c:pt idx="690" formatCode="m/d/yyyy">
                  <c:v>44841</c:v>
                </c:pt>
                <c:pt idx="691" formatCode="m/d/yyyy">
                  <c:v>44844</c:v>
                </c:pt>
                <c:pt idx="692" formatCode="m/d/yyyy">
                  <c:v>44845</c:v>
                </c:pt>
                <c:pt idx="693" formatCode="m/d/yyyy">
                  <c:v>44846</c:v>
                </c:pt>
                <c:pt idx="694" formatCode="m/d/yyyy">
                  <c:v>44847</c:v>
                </c:pt>
                <c:pt idx="695" formatCode="m/d/yyyy">
                  <c:v>44848</c:v>
                </c:pt>
                <c:pt idx="696" formatCode="m/d/yyyy">
                  <c:v>44851</c:v>
                </c:pt>
                <c:pt idx="697" formatCode="m/d/yyyy">
                  <c:v>44852</c:v>
                </c:pt>
                <c:pt idx="698" formatCode="m/d/yyyy">
                  <c:v>44853</c:v>
                </c:pt>
                <c:pt idx="699" formatCode="m/d/yyyy">
                  <c:v>44854</c:v>
                </c:pt>
                <c:pt idx="700" formatCode="m/d/yyyy">
                  <c:v>44855</c:v>
                </c:pt>
                <c:pt idx="701" formatCode="m/d/yyyy">
                  <c:v>44858</c:v>
                </c:pt>
                <c:pt idx="702" formatCode="m/d/yyyy">
                  <c:v>44859</c:v>
                </c:pt>
                <c:pt idx="703" formatCode="m/d/yyyy">
                  <c:v>44860</c:v>
                </c:pt>
                <c:pt idx="704" formatCode="m/d/yyyy">
                  <c:v>44861</c:v>
                </c:pt>
                <c:pt idx="705" formatCode="m/d/yyyy">
                  <c:v>44862</c:v>
                </c:pt>
                <c:pt idx="706" formatCode="m/d/yyyy">
                  <c:v>44865</c:v>
                </c:pt>
                <c:pt idx="707" formatCode="m/d/yyyy">
                  <c:v>44866</c:v>
                </c:pt>
                <c:pt idx="708" formatCode="m/d/yyyy">
                  <c:v>44867</c:v>
                </c:pt>
                <c:pt idx="709" formatCode="m/d/yyyy">
                  <c:v>44868</c:v>
                </c:pt>
                <c:pt idx="710" formatCode="m/d/yyyy">
                  <c:v>44869</c:v>
                </c:pt>
                <c:pt idx="711" formatCode="m/d/yyyy">
                  <c:v>44872</c:v>
                </c:pt>
                <c:pt idx="712" formatCode="m/d/yyyy">
                  <c:v>44873</c:v>
                </c:pt>
                <c:pt idx="713" formatCode="m/d/yyyy">
                  <c:v>44874</c:v>
                </c:pt>
                <c:pt idx="714" formatCode="m/d/yyyy">
                  <c:v>44875</c:v>
                </c:pt>
                <c:pt idx="715" formatCode="m/d/yyyy">
                  <c:v>44876</c:v>
                </c:pt>
                <c:pt idx="716" formatCode="m/d/yyyy">
                  <c:v>44879</c:v>
                </c:pt>
                <c:pt idx="717" formatCode="m/d/yyyy">
                  <c:v>44880</c:v>
                </c:pt>
                <c:pt idx="718" formatCode="m/d/yyyy">
                  <c:v>44881</c:v>
                </c:pt>
                <c:pt idx="719" formatCode="m/d/yyyy">
                  <c:v>44882</c:v>
                </c:pt>
                <c:pt idx="720" formatCode="m/d/yyyy">
                  <c:v>44883</c:v>
                </c:pt>
                <c:pt idx="721" formatCode="m/d/yyyy">
                  <c:v>44886</c:v>
                </c:pt>
                <c:pt idx="722" formatCode="m/d/yyyy">
                  <c:v>44887</c:v>
                </c:pt>
                <c:pt idx="723" formatCode="m/d/yyyy">
                  <c:v>44888</c:v>
                </c:pt>
                <c:pt idx="724" formatCode="m/d/yyyy">
                  <c:v>44889</c:v>
                </c:pt>
                <c:pt idx="725" formatCode="m/d/yyyy">
                  <c:v>44890</c:v>
                </c:pt>
                <c:pt idx="726" formatCode="m/d/yyyy">
                  <c:v>44893</c:v>
                </c:pt>
                <c:pt idx="727" formatCode="m/d/yyyy">
                  <c:v>44894</c:v>
                </c:pt>
                <c:pt idx="728" formatCode="m/d/yyyy">
                  <c:v>44895</c:v>
                </c:pt>
                <c:pt idx="729" formatCode="m/d/yyyy">
                  <c:v>44896</c:v>
                </c:pt>
                <c:pt idx="730" formatCode="m/d/yyyy">
                  <c:v>44897</c:v>
                </c:pt>
                <c:pt idx="731" formatCode="m/d/yyyy">
                  <c:v>44900</c:v>
                </c:pt>
                <c:pt idx="732" formatCode="m/d/yyyy">
                  <c:v>44901</c:v>
                </c:pt>
                <c:pt idx="733" formatCode="m/d/yyyy">
                  <c:v>44902</c:v>
                </c:pt>
                <c:pt idx="734" formatCode="m/d/yyyy">
                  <c:v>44903</c:v>
                </c:pt>
                <c:pt idx="735" formatCode="m/d/yyyy">
                  <c:v>44904</c:v>
                </c:pt>
                <c:pt idx="736" formatCode="m/d/yyyy">
                  <c:v>44907</c:v>
                </c:pt>
                <c:pt idx="737" formatCode="m/d/yyyy">
                  <c:v>44908</c:v>
                </c:pt>
                <c:pt idx="738" formatCode="m/d/yyyy">
                  <c:v>44909</c:v>
                </c:pt>
                <c:pt idx="739" formatCode="m/d/yyyy">
                  <c:v>44910</c:v>
                </c:pt>
                <c:pt idx="740" formatCode="m/d/yyyy">
                  <c:v>44911</c:v>
                </c:pt>
                <c:pt idx="741" formatCode="m/d/yyyy">
                  <c:v>44914</c:v>
                </c:pt>
                <c:pt idx="742" formatCode="m/d/yyyy">
                  <c:v>44915</c:v>
                </c:pt>
                <c:pt idx="743" formatCode="m/d/yyyy">
                  <c:v>44916</c:v>
                </c:pt>
                <c:pt idx="744" formatCode="m/d/yyyy">
                  <c:v>44917</c:v>
                </c:pt>
                <c:pt idx="745" formatCode="m/d/yyyy">
                  <c:v>44918</c:v>
                </c:pt>
                <c:pt idx="746" formatCode="m/d/yyyy">
                  <c:v>44921</c:v>
                </c:pt>
                <c:pt idx="747" formatCode="m/d/yyyy">
                  <c:v>44922</c:v>
                </c:pt>
                <c:pt idx="748" formatCode="m/d/yyyy">
                  <c:v>44923</c:v>
                </c:pt>
                <c:pt idx="749" formatCode="m/d/yyyy">
                  <c:v>44924</c:v>
                </c:pt>
                <c:pt idx="750" formatCode="m/d/yyyy">
                  <c:v>44925</c:v>
                </c:pt>
                <c:pt idx="751" formatCode="m/d/yyyy">
                  <c:v>44928</c:v>
                </c:pt>
                <c:pt idx="752" formatCode="m/d/yyyy">
                  <c:v>44929</c:v>
                </c:pt>
                <c:pt idx="753" formatCode="m/d/yyyy">
                  <c:v>44930</c:v>
                </c:pt>
                <c:pt idx="754" formatCode="m/d/yyyy">
                  <c:v>44931</c:v>
                </c:pt>
                <c:pt idx="755" formatCode="m/d/yyyy">
                  <c:v>44932</c:v>
                </c:pt>
                <c:pt idx="756" formatCode="m/d/yyyy">
                  <c:v>44935</c:v>
                </c:pt>
                <c:pt idx="757" formatCode="m/d/yyyy">
                  <c:v>44936</c:v>
                </c:pt>
                <c:pt idx="758" formatCode="m/d/yyyy">
                  <c:v>44937</c:v>
                </c:pt>
                <c:pt idx="759" formatCode="m/d/yyyy">
                  <c:v>44938</c:v>
                </c:pt>
                <c:pt idx="760" formatCode="m/d/yyyy">
                  <c:v>44939</c:v>
                </c:pt>
                <c:pt idx="761" formatCode="m/d/yyyy">
                  <c:v>44942</c:v>
                </c:pt>
                <c:pt idx="762" formatCode="m/d/yyyy">
                  <c:v>44943</c:v>
                </c:pt>
                <c:pt idx="763" formatCode="m/d/yyyy">
                  <c:v>44944</c:v>
                </c:pt>
                <c:pt idx="764" formatCode="m/d/yyyy">
                  <c:v>44945</c:v>
                </c:pt>
                <c:pt idx="765" formatCode="m/d/yyyy">
                  <c:v>44946</c:v>
                </c:pt>
                <c:pt idx="766" formatCode="m/d/yyyy">
                  <c:v>44949</c:v>
                </c:pt>
                <c:pt idx="767" formatCode="m/d/yyyy">
                  <c:v>44950</c:v>
                </c:pt>
                <c:pt idx="768" formatCode="m/d/yyyy">
                  <c:v>44951</c:v>
                </c:pt>
                <c:pt idx="769" formatCode="m/d/yyyy">
                  <c:v>44952</c:v>
                </c:pt>
                <c:pt idx="770" formatCode="m/d/yyyy">
                  <c:v>44953</c:v>
                </c:pt>
                <c:pt idx="771" formatCode="m/d/yyyy">
                  <c:v>44956</c:v>
                </c:pt>
                <c:pt idx="772" formatCode="m/d/yyyy">
                  <c:v>44957</c:v>
                </c:pt>
                <c:pt idx="773" formatCode="m/d/yyyy">
                  <c:v>44958</c:v>
                </c:pt>
                <c:pt idx="774" formatCode="m/d/yyyy">
                  <c:v>44959</c:v>
                </c:pt>
                <c:pt idx="775" formatCode="m/d/yyyy">
                  <c:v>44960</c:v>
                </c:pt>
                <c:pt idx="776" formatCode="m/d/yyyy">
                  <c:v>44963</c:v>
                </c:pt>
                <c:pt idx="777" formatCode="m/d/yyyy">
                  <c:v>44964</c:v>
                </c:pt>
                <c:pt idx="778" formatCode="m/d/yyyy">
                  <c:v>44965</c:v>
                </c:pt>
                <c:pt idx="779" formatCode="m/d/yyyy">
                  <c:v>44966</c:v>
                </c:pt>
                <c:pt idx="780" formatCode="m/d/yyyy">
                  <c:v>44967</c:v>
                </c:pt>
                <c:pt idx="781" formatCode="m/d/yyyy">
                  <c:v>44970</c:v>
                </c:pt>
                <c:pt idx="782" formatCode="m/d/yyyy">
                  <c:v>44971</c:v>
                </c:pt>
                <c:pt idx="783" formatCode="m/d/yyyy">
                  <c:v>44972</c:v>
                </c:pt>
                <c:pt idx="784" formatCode="m/d/yyyy">
                  <c:v>44973</c:v>
                </c:pt>
                <c:pt idx="785" formatCode="m/d/yyyy">
                  <c:v>44974</c:v>
                </c:pt>
                <c:pt idx="786" formatCode="m/d/yyyy">
                  <c:v>44977</c:v>
                </c:pt>
                <c:pt idx="787" formatCode="m/d/yyyy">
                  <c:v>44978</c:v>
                </c:pt>
                <c:pt idx="788" formatCode="m/d/yyyy">
                  <c:v>44979</c:v>
                </c:pt>
                <c:pt idx="789" formatCode="m/d/yyyy">
                  <c:v>44980</c:v>
                </c:pt>
                <c:pt idx="790" formatCode="m/d/yyyy">
                  <c:v>44981</c:v>
                </c:pt>
                <c:pt idx="791" formatCode="m/d/yyyy">
                  <c:v>44984</c:v>
                </c:pt>
                <c:pt idx="792" formatCode="m/d/yyyy">
                  <c:v>44985</c:v>
                </c:pt>
                <c:pt idx="793" formatCode="m/d/yyyy">
                  <c:v>44986</c:v>
                </c:pt>
                <c:pt idx="794" formatCode="m/d/yyyy">
                  <c:v>44987</c:v>
                </c:pt>
                <c:pt idx="795" formatCode="m/d/yyyy">
                  <c:v>44988</c:v>
                </c:pt>
                <c:pt idx="796" formatCode="m/d/yyyy">
                  <c:v>44991</c:v>
                </c:pt>
                <c:pt idx="797" formatCode="m/d/yyyy">
                  <c:v>44992</c:v>
                </c:pt>
                <c:pt idx="798" formatCode="m/d/yyyy">
                  <c:v>44993</c:v>
                </c:pt>
                <c:pt idx="799" formatCode="m/d/yyyy">
                  <c:v>44994</c:v>
                </c:pt>
                <c:pt idx="800" formatCode="m/d/yyyy">
                  <c:v>44995</c:v>
                </c:pt>
                <c:pt idx="801" formatCode="m/d/yyyy">
                  <c:v>44998</c:v>
                </c:pt>
                <c:pt idx="802" formatCode="m/d/yyyy">
                  <c:v>44999</c:v>
                </c:pt>
                <c:pt idx="803" formatCode="m/d/yyyy">
                  <c:v>45000</c:v>
                </c:pt>
                <c:pt idx="804" formatCode="m/d/yyyy">
                  <c:v>45001</c:v>
                </c:pt>
                <c:pt idx="805" formatCode="m/d/yyyy">
                  <c:v>45002</c:v>
                </c:pt>
                <c:pt idx="806" formatCode="m/d/yyyy">
                  <c:v>45005</c:v>
                </c:pt>
                <c:pt idx="807" formatCode="m/d/yyyy">
                  <c:v>45006</c:v>
                </c:pt>
                <c:pt idx="808" formatCode="m/d/yyyy">
                  <c:v>45007</c:v>
                </c:pt>
                <c:pt idx="809" formatCode="m/d/yyyy">
                  <c:v>45008</c:v>
                </c:pt>
                <c:pt idx="810" formatCode="m/d/yyyy">
                  <c:v>45009</c:v>
                </c:pt>
                <c:pt idx="811" formatCode="m/d/yyyy">
                  <c:v>45012</c:v>
                </c:pt>
                <c:pt idx="812" formatCode="m/d/yyyy">
                  <c:v>45013</c:v>
                </c:pt>
                <c:pt idx="813" formatCode="m/d/yyyy">
                  <c:v>45014</c:v>
                </c:pt>
                <c:pt idx="814" formatCode="m/d/yyyy">
                  <c:v>45015</c:v>
                </c:pt>
                <c:pt idx="815" formatCode="m/d/yyyy">
                  <c:v>45016</c:v>
                </c:pt>
                <c:pt idx="816" formatCode="m/d/yyyy">
                  <c:v>45019</c:v>
                </c:pt>
                <c:pt idx="817" formatCode="m/d/yyyy">
                  <c:v>45020</c:v>
                </c:pt>
                <c:pt idx="818" formatCode="m/d/yyyy">
                  <c:v>45021</c:v>
                </c:pt>
                <c:pt idx="819" formatCode="m/d/yyyy">
                  <c:v>45022</c:v>
                </c:pt>
                <c:pt idx="820" formatCode="m/d/yyyy">
                  <c:v>45023</c:v>
                </c:pt>
                <c:pt idx="821" formatCode="m/d/yyyy">
                  <c:v>45026</c:v>
                </c:pt>
                <c:pt idx="822" formatCode="m/d/yyyy">
                  <c:v>45027</c:v>
                </c:pt>
                <c:pt idx="823" formatCode="m/d/yyyy">
                  <c:v>45028</c:v>
                </c:pt>
                <c:pt idx="824" formatCode="m/d/yyyy">
                  <c:v>45029</c:v>
                </c:pt>
                <c:pt idx="825" formatCode="m/d/yyyy">
                  <c:v>45030</c:v>
                </c:pt>
                <c:pt idx="826" formatCode="m/d/yyyy">
                  <c:v>45033</c:v>
                </c:pt>
                <c:pt idx="827" formatCode="m/d/yyyy">
                  <c:v>45034</c:v>
                </c:pt>
                <c:pt idx="828" formatCode="m/d/yyyy">
                  <c:v>45035</c:v>
                </c:pt>
                <c:pt idx="829" formatCode="m/d/yyyy">
                  <c:v>45036</c:v>
                </c:pt>
                <c:pt idx="830" formatCode="m/d/yyyy">
                  <c:v>45037</c:v>
                </c:pt>
                <c:pt idx="831" formatCode="m/d/yyyy">
                  <c:v>45040</c:v>
                </c:pt>
                <c:pt idx="832" formatCode="m/d/yyyy">
                  <c:v>45041</c:v>
                </c:pt>
                <c:pt idx="833" formatCode="m/d/yyyy">
                  <c:v>45042</c:v>
                </c:pt>
                <c:pt idx="834" formatCode="m/d/yyyy">
                  <c:v>45043</c:v>
                </c:pt>
                <c:pt idx="835" formatCode="m/d/yyyy">
                  <c:v>45044</c:v>
                </c:pt>
                <c:pt idx="836" formatCode="m/d/yyyy">
                  <c:v>45047</c:v>
                </c:pt>
                <c:pt idx="837" formatCode="m/d/yyyy">
                  <c:v>45048</c:v>
                </c:pt>
                <c:pt idx="838" formatCode="m/d/yyyy">
                  <c:v>45049</c:v>
                </c:pt>
                <c:pt idx="839" formatCode="m/d/yyyy">
                  <c:v>45050</c:v>
                </c:pt>
                <c:pt idx="840" formatCode="m/d/yyyy">
                  <c:v>45051</c:v>
                </c:pt>
                <c:pt idx="841" formatCode="m/d/yyyy">
                  <c:v>45054</c:v>
                </c:pt>
                <c:pt idx="842" formatCode="m/d/yyyy">
                  <c:v>45055</c:v>
                </c:pt>
                <c:pt idx="843" formatCode="m/d/yyyy">
                  <c:v>45056</c:v>
                </c:pt>
                <c:pt idx="844" formatCode="m/d/yyyy">
                  <c:v>45057</c:v>
                </c:pt>
                <c:pt idx="845" formatCode="m/d/yyyy">
                  <c:v>45058</c:v>
                </c:pt>
                <c:pt idx="846" formatCode="m/d/yyyy">
                  <c:v>45061</c:v>
                </c:pt>
                <c:pt idx="847" formatCode="m/d/yyyy">
                  <c:v>45062</c:v>
                </c:pt>
                <c:pt idx="848" formatCode="m/d/yyyy">
                  <c:v>45063</c:v>
                </c:pt>
                <c:pt idx="849" formatCode="m/d/yyyy">
                  <c:v>45064</c:v>
                </c:pt>
                <c:pt idx="850" formatCode="m/d/yyyy">
                  <c:v>45065</c:v>
                </c:pt>
                <c:pt idx="851" formatCode="m/d/yyyy">
                  <c:v>45068</c:v>
                </c:pt>
                <c:pt idx="852" formatCode="m/d/yyyy">
                  <c:v>45069</c:v>
                </c:pt>
                <c:pt idx="853" formatCode="m/d/yyyy">
                  <c:v>45070</c:v>
                </c:pt>
                <c:pt idx="854" formatCode="m/d/yyyy">
                  <c:v>45071</c:v>
                </c:pt>
                <c:pt idx="855" formatCode="m/d/yyyy">
                  <c:v>45072</c:v>
                </c:pt>
                <c:pt idx="856" formatCode="m/d/yyyy">
                  <c:v>45075</c:v>
                </c:pt>
                <c:pt idx="857" formatCode="m/d/yyyy">
                  <c:v>45076</c:v>
                </c:pt>
                <c:pt idx="858" formatCode="m/d/yyyy">
                  <c:v>45077</c:v>
                </c:pt>
                <c:pt idx="859" formatCode="m/d/yyyy">
                  <c:v>45078</c:v>
                </c:pt>
                <c:pt idx="860" formatCode="m/d/yyyy">
                  <c:v>45079</c:v>
                </c:pt>
                <c:pt idx="861" formatCode="m/d/yyyy">
                  <c:v>45082</c:v>
                </c:pt>
                <c:pt idx="862" formatCode="m/d/yyyy">
                  <c:v>45083</c:v>
                </c:pt>
                <c:pt idx="863" formatCode="m/d/yyyy">
                  <c:v>45084</c:v>
                </c:pt>
                <c:pt idx="864" formatCode="m/d/yyyy">
                  <c:v>45085</c:v>
                </c:pt>
                <c:pt idx="865" formatCode="m/d/yyyy">
                  <c:v>45086</c:v>
                </c:pt>
                <c:pt idx="866" formatCode="m/d/yyyy">
                  <c:v>45089</c:v>
                </c:pt>
                <c:pt idx="867" formatCode="m/d/yyyy">
                  <c:v>45090</c:v>
                </c:pt>
                <c:pt idx="868" formatCode="m/d/yyyy">
                  <c:v>45091</c:v>
                </c:pt>
                <c:pt idx="869" formatCode="m/d/yyyy">
                  <c:v>45092</c:v>
                </c:pt>
                <c:pt idx="870" formatCode="m/d/yyyy">
                  <c:v>45093</c:v>
                </c:pt>
                <c:pt idx="871" formatCode="m/d/yyyy">
                  <c:v>45096</c:v>
                </c:pt>
                <c:pt idx="872" formatCode="m/d/yyyy">
                  <c:v>45097</c:v>
                </c:pt>
                <c:pt idx="873" formatCode="m/d/yyyy">
                  <c:v>45098</c:v>
                </c:pt>
                <c:pt idx="874" formatCode="m/d/yyyy">
                  <c:v>45099</c:v>
                </c:pt>
                <c:pt idx="875" formatCode="m/d/yyyy">
                  <c:v>45100</c:v>
                </c:pt>
                <c:pt idx="876" formatCode="m/d/yyyy">
                  <c:v>45103</c:v>
                </c:pt>
                <c:pt idx="877" formatCode="m/d/yyyy">
                  <c:v>45104</c:v>
                </c:pt>
                <c:pt idx="878" formatCode="m/d/yyyy">
                  <c:v>45105</c:v>
                </c:pt>
                <c:pt idx="879" formatCode="m/d/yyyy">
                  <c:v>45106</c:v>
                </c:pt>
                <c:pt idx="880" formatCode="m/d/yyyy">
                  <c:v>45107</c:v>
                </c:pt>
                <c:pt idx="881" formatCode="m/d/yyyy">
                  <c:v>45110</c:v>
                </c:pt>
                <c:pt idx="882" formatCode="m/d/yyyy">
                  <c:v>45111</c:v>
                </c:pt>
                <c:pt idx="883" formatCode="m/d/yyyy">
                  <c:v>45112</c:v>
                </c:pt>
                <c:pt idx="884" formatCode="m/d/yyyy">
                  <c:v>45113</c:v>
                </c:pt>
                <c:pt idx="885" formatCode="m/d/yyyy">
                  <c:v>45114</c:v>
                </c:pt>
                <c:pt idx="886" formatCode="m/d/yyyy">
                  <c:v>45117</c:v>
                </c:pt>
                <c:pt idx="887" formatCode="m/d/yyyy">
                  <c:v>45118</c:v>
                </c:pt>
                <c:pt idx="888" formatCode="m/d/yyyy">
                  <c:v>45119</c:v>
                </c:pt>
                <c:pt idx="889" formatCode="m/d/yyyy">
                  <c:v>45120</c:v>
                </c:pt>
                <c:pt idx="890" formatCode="m/d/yyyy">
                  <c:v>45121</c:v>
                </c:pt>
                <c:pt idx="891" formatCode="m/d/yyyy">
                  <c:v>45124</c:v>
                </c:pt>
                <c:pt idx="892" formatCode="m/d/yyyy">
                  <c:v>45125</c:v>
                </c:pt>
                <c:pt idx="893" formatCode="m/d/yyyy">
                  <c:v>45126</c:v>
                </c:pt>
                <c:pt idx="894" formatCode="m/d/yyyy">
                  <c:v>45127</c:v>
                </c:pt>
                <c:pt idx="895" formatCode="m/d/yyyy">
                  <c:v>45128</c:v>
                </c:pt>
                <c:pt idx="896" formatCode="m/d/yyyy">
                  <c:v>45131</c:v>
                </c:pt>
                <c:pt idx="897" formatCode="m/d/yyyy">
                  <c:v>45132</c:v>
                </c:pt>
                <c:pt idx="898" formatCode="m/d/yyyy">
                  <c:v>45133</c:v>
                </c:pt>
                <c:pt idx="899" formatCode="m/d/yyyy">
                  <c:v>45134</c:v>
                </c:pt>
                <c:pt idx="900" formatCode="m/d/yyyy">
                  <c:v>45135</c:v>
                </c:pt>
                <c:pt idx="901" formatCode="m/d/yyyy">
                  <c:v>45138</c:v>
                </c:pt>
                <c:pt idx="902" formatCode="m/d/yyyy">
                  <c:v>45139</c:v>
                </c:pt>
                <c:pt idx="903" formatCode="m/d/yyyy">
                  <c:v>45140</c:v>
                </c:pt>
                <c:pt idx="904" formatCode="m/d/yyyy">
                  <c:v>45141</c:v>
                </c:pt>
                <c:pt idx="905" formatCode="m/d/yyyy">
                  <c:v>45142</c:v>
                </c:pt>
                <c:pt idx="906" formatCode="m/d/yyyy">
                  <c:v>45145</c:v>
                </c:pt>
                <c:pt idx="907" formatCode="m/d/yyyy">
                  <c:v>45146</c:v>
                </c:pt>
                <c:pt idx="908" formatCode="m/d/yyyy">
                  <c:v>45147</c:v>
                </c:pt>
                <c:pt idx="909" formatCode="m/d/yyyy">
                  <c:v>45148</c:v>
                </c:pt>
                <c:pt idx="910" formatCode="m/d/yyyy">
                  <c:v>45149</c:v>
                </c:pt>
                <c:pt idx="911" formatCode="m/d/yyyy">
                  <c:v>45152</c:v>
                </c:pt>
                <c:pt idx="912" formatCode="m/d/yyyy">
                  <c:v>45153</c:v>
                </c:pt>
                <c:pt idx="913" formatCode="m/d/yyyy">
                  <c:v>45154</c:v>
                </c:pt>
                <c:pt idx="914" formatCode="m/d/yyyy">
                  <c:v>45155</c:v>
                </c:pt>
                <c:pt idx="915" formatCode="m/d/yyyy">
                  <c:v>45156</c:v>
                </c:pt>
                <c:pt idx="916" formatCode="m/d/yyyy">
                  <c:v>45159</c:v>
                </c:pt>
                <c:pt idx="917" formatCode="m/d/yyyy">
                  <c:v>45160</c:v>
                </c:pt>
                <c:pt idx="918" formatCode="m/d/yyyy">
                  <c:v>45161</c:v>
                </c:pt>
                <c:pt idx="919" formatCode="m/d/yyyy">
                  <c:v>45162</c:v>
                </c:pt>
                <c:pt idx="920" formatCode="m/d/yyyy">
                  <c:v>45163</c:v>
                </c:pt>
                <c:pt idx="921" formatCode="m/d/yyyy">
                  <c:v>45166</c:v>
                </c:pt>
                <c:pt idx="922" formatCode="m/d/yyyy">
                  <c:v>45167</c:v>
                </c:pt>
                <c:pt idx="923" formatCode="m/d/yyyy">
                  <c:v>45168</c:v>
                </c:pt>
                <c:pt idx="924" formatCode="m/d/yyyy">
                  <c:v>45169</c:v>
                </c:pt>
                <c:pt idx="925" formatCode="m/d/yyyy">
                  <c:v>45170</c:v>
                </c:pt>
                <c:pt idx="926" formatCode="m/d/yyyy">
                  <c:v>45173</c:v>
                </c:pt>
                <c:pt idx="927" formatCode="m/d/yyyy">
                  <c:v>45174</c:v>
                </c:pt>
                <c:pt idx="928" formatCode="m/d/yyyy">
                  <c:v>45175</c:v>
                </c:pt>
                <c:pt idx="929" formatCode="m/d/yyyy">
                  <c:v>45176</c:v>
                </c:pt>
                <c:pt idx="930" formatCode="m/d/yyyy">
                  <c:v>45177</c:v>
                </c:pt>
                <c:pt idx="931" formatCode="m/d/yyyy">
                  <c:v>45180</c:v>
                </c:pt>
                <c:pt idx="932" formatCode="m/d/yyyy">
                  <c:v>45181</c:v>
                </c:pt>
                <c:pt idx="933" formatCode="m/d/yyyy">
                  <c:v>45182</c:v>
                </c:pt>
                <c:pt idx="934" formatCode="m/d/yyyy">
                  <c:v>45183</c:v>
                </c:pt>
                <c:pt idx="935" formatCode="m/d/yyyy">
                  <c:v>45184</c:v>
                </c:pt>
                <c:pt idx="936" formatCode="m/d/yyyy">
                  <c:v>45187</c:v>
                </c:pt>
                <c:pt idx="937" formatCode="m/d/yyyy">
                  <c:v>45188</c:v>
                </c:pt>
                <c:pt idx="938" formatCode="m/d/yyyy">
                  <c:v>45189</c:v>
                </c:pt>
                <c:pt idx="939" formatCode="m/d/yyyy">
                  <c:v>45190</c:v>
                </c:pt>
                <c:pt idx="940" formatCode="m/d/yyyy">
                  <c:v>45191</c:v>
                </c:pt>
                <c:pt idx="941" formatCode="m/d/yyyy">
                  <c:v>45194</c:v>
                </c:pt>
                <c:pt idx="942" formatCode="m/d/yyyy">
                  <c:v>45195</c:v>
                </c:pt>
                <c:pt idx="943" formatCode="m/d/yyyy">
                  <c:v>45196</c:v>
                </c:pt>
                <c:pt idx="944" formatCode="m/d/yyyy">
                  <c:v>45197</c:v>
                </c:pt>
                <c:pt idx="945" formatCode="m/d/yyyy">
                  <c:v>45198</c:v>
                </c:pt>
                <c:pt idx="946" formatCode="m/d/yyyy">
                  <c:v>45201</c:v>
                </c:pt>
                <c:pt idx="947" formatCode="m/d/yyyy">
                  <c:v>45202</c:v>
                </c:pt>
                <c:pt idx="948" formatCode="m/d/yyyy">
                  <c:v>45203</c:v>
                </c:pt>
                <c:pt idx="949" formatCode="m/d/yyyy">
                  <c:v>45204</c:v>
                </c:pt>
                <c:pt idx="950" formatCode="m/d/yyyy">
                  <c:v>45205</c:v>
                </c:pt>
                <c:pt idx="951" formatCode="m/d/yyyy">
                  <c:v>45208</c:v>
                </c:pt>
                <c:pt idx="952" formatCode="m/d/yyyy">
                  <c:v>45209</c:v>
                </c:pt>
                <c:pt idx="953" formatCode="m/d/yyyy">
                  <c:v>45210</c:v>
                </c:pt>
                <c:pt idx="954" formatCode="m/d/yyyy">
                  <c:v>45211</c:v>
                </c:pt>
                <c:pt idx="955" formatCode="m/d/yyyy">
                  <c:v>45212</c:v>
                </c:pt>
                <c:pt idx="956" formatCode="m/d/yyyy">
                  <c:v>45215</c:v>
                </c:pt>
                <c:pt idx="957" formatCode="m/d/yyyy">
                  <c:v>45216</c:v>
                </c:pt>
                <c:pt idx="958" formatCode="m/d/yyyy">
                  <c:v>45217</c:v>
                </c:pt>
                <c:pt idx="959" formatCode="m/d/yyyy">
                  <c:v>45218</c:v>
                </c:pt>
                <c:pt idx="960" formatCode="m/d/yyyy">
                  <c:v>45219</c:v>
                </c:pt>
                <c:pt idx="961" formatCode="m/d/yyyy">
                  <c:v>45222</c:v>
                </c:pt>
                <c:pt idx="962" formatCode="m/d/yyyy">
                  <c:v>45223</c:v>
                </c:pt>
                <c:pt idx="963" formatCode="m/d/yyyy">
                  <c:v>45224</c:v>
                </c:pt>
                <c:pt idx="964" formatCode="m/d/yyyy">
                  <c:v>45225</c:v>
                </c:pt>
                <c:pt idx="965" formatCode="m/d/yyyy">
                  <c:v>45226</c:v>
                </c:pt>
                <c:pt idx="966" formatCode="m/d/yyyy">
                  <c:v>45229</c:v>
                </c:pt>
                <c:pt idx="967" formatCode="m/d/yyyy">
                  <c:v>45230</c:v>
                </c:pt>
                <c:pt idx="968" formatCode="m/d/yyyy">
                  <c:v>45231</c:v>
                </c:pt>
                <c:pt idx="969" formatCode="m/d/yyyy">
                  <c:v>45232</c:v>
                </c:pt>
                <c:pt idx="970" formatCode="m/d/yyyy">
                  <c:v>45233</c:v>
                </c:pt>
                <c:pt idx="971" formatCode="m/d/yyyy">
                  <c:v>45236</c:v>
                </c:pt>
                <c:pt idx="972" formatCode="m/d/yyyy">
                  <c:v>45237</c:v>
                </c:pt>
                <c:pt idx="973" formatCode="m/d/yyyy">
                  <c:v>45238</c:v>
                </c:pt>
                <c:pt idx="974" formatCode="m/d/yyyy">
                  <c:v>45239</c:v>
                </c:pt>
                <c:pt idx="975" formatCode="m/d/yyyy">
                  <c:v>45240</c:v>
                </c:pt>
                <c:pt idx="976" formatCode="m/d/yyyy">
                  <c:v>45243</c:v>
                </c:pt>
                <c:pt idx="977" formatCode="m/d/yyyy">
                  <c:v>45244</c:v>
                </c:pt>
                <c:pt idx="978" formatCode="m/d/yyyy">
                  <c:v>45245</c:v>
                </c:pt>
                <c:pt idx="979" formatCode="m/d/yyyy">
                  <c:v>45246</c:v>
                </c:pt>
                <c:pt idx="980" formatCode="m/d/yyyy">
                  <c:v>45247</c:v>
                </c:pt>
                <c:pt idx="981" formatCode="m/d/yyyy">
                  <c:v>45250</c:v>
                </c:pt>
                <c:pt idx="982" formatCode="m/d/yyyy">
                  <c:v>45251</c:v>
                </c:pt>
                <c:pt idx="983" formatCode="m/d/yyyy">
                  <c:v>45252</c:v>
                </c:pt>
                <c:pt idx="984" formatCode="m/d/yyyy">
                  <c:v>45253</c:v>
                </c:pt>
                <c:pt idx="985" formatCode="m/d/yyyy">
                  <c:v>45254</c:v>
                </c:pt>
                <c:pt idx="986" formatCode="m/d/yyyy">
                  <c:v>45257</c:v>
                </c:pt>
                <c:pt idx="987" formatCode="m/d/yyyy">
                  <c:v>45258</c:v>
                </c:pt>
                <c:pt idx="988" formatCode="m/d/yyyy">
                  <c:v>45259</c:v>
                </c:pt>
                <c:pt idx="989" formatCode="m/d/yyyy">
                  <c:v>45260</c:v>
                </c:pt>
                <c:pt idx="990" formatCode="m/d/yyyy">
                  <c:v>45261</c:v>
                </c:pt>
                <c:pt idx="991" formatCode="m/d/yyyy">
                  <c:v>45264</c:v>
                </c:pt>
                <c:pt idx="992" formatCode="m/d/yyyy">
                  <c:v>45265</c:v>
                </c:pt>
                <c:pt idx="993" formatCode="m/d/yyyy">
                  <c:v>45266</c:v>
                </c:pt>
                <c:pt idx="994" formatCode="m/d/yyyy">
                  <c:v>45267</c:v>
                </c:pt>
                <c:pt idx="995" formatCode="m/d/yyyy">
                  <c:v>45268</c:v>
                </c:pt>
                <c:pt idx="996" formatCode="m/d/yyyy">
                  <c:v>45271</c:v>
                </c:pt>
                <c:pt idx="997" formatCode="m/d/yyyy">
                  <c:v>45272</c:v>
                </c:pt>
                <c:pt idx="998" formatCode="m/d/yyyy">
                  <c:v>45273</c:v>
                </c:pt>
                <c:pt idx="999" formatCode="m/d/yyyy">
                  <c:v>45274</c:v>
                </c:pt>
                <c:pt idx="1000" formatCode="m/d/yyyy">
                  <c:v>45275</c:v>
                </c:pt>
                <c:pt idx="1001" formatCode="m/d/yyyy">
                  <c:v>45278</c:v>
                </c:pt>
                <c:pt idx="1002" formatCode="m/d/yyyy">
                  <c:v>45279</c:v>
                </c:pt>
                <c:pt idx="1003" formatCode="m/d/yyyy">
                  <c:v>45280</c:v>
                </c:pt>
                <c:pt idx="1004" formatCode="m/d/yyyy">
                  <c:v>45281</c:v>
                </c:pt>
                <c:pt idx="1005" formatCode="m/d/yyyy">
                  <c:v>45282</c:v>
                </c:pt>
                <c:pt idx="1006" formatCode="m/d/yyyy">
                  <c:v>45286</c:v>
                </c:pt>
                <c:pt idx="1007" formatCode="m/d/yyyy">
                  <c:v>45287</c:v>
                </c:pt>
                <c:pt idx="1008" formatCode="m/d/yyyy">
                  <c:v>45288</c:v>
                </c:pt>
                <c:pt idx="1009" formatCode="m/d/yyyy">
                  <c:v>45289</c:v>
                </c:pt>
                <c:pt idx="1010" formatCode="m/d/yyyy">
                  <c:v>45293</c:v>
                </c:pt>
                <c:pt idx="1011" formatCode="m/d/yyyy">
                  <c:v>45294</c:v>
                </c:pt>
                <c:pt idx="1012" formatCode="m/d/yyyy">
                  <c:v>45295</c:v>
                </c:pt>
                <c:pt idx="1013" formatCode="m/d/yyyy">
                  <c:v>45296</c:v>
                </c:pt>
                <c:pt idx="1014" formatCode="m/d/yyyy">
                  <c:v>45299</c:v>
                </c:pt>
                <c:pt idx="1015" formatCode="m/d/yyyy">
                  <c:v>45300</c:v>
                </c:pt>
                <c:pt idx="1016" formatCode="m/d/yyyy">
                  <c:v>45301</c:v>
                </c:pt>
                <c:pt idx="1017" formatCode="m/d/yyyy">
                  <c:v>45302</c:v>
                </c:pt>
                <c:pt idx="1018" formatCode="m/d/yyyy">
                  <c:v>45303</c:v>
                </c:pt>
                <c:pt idx="1019" formatCode="m/d/yyyy">
                  <c:v>45306</c:v>
                </c:pt>
                <c:pt idx="1020" formatCode="m/d/yyyy">
                  <c:v>45307</c:v>
                </c:pt>
                <c:pt idx="1021" formatCode="m/d/yyyy">
                  <c:v>45308</c:v>
                </c:pt>
                <c:pt idx="1022" formatCode="m/d/yyyy">
                  <c:v>45309</c:v>
                </c:pt>
                <c:pt idx="1023" formatCode="m/d/yyyy">
                  <c:v>45310</c:v>
                </c:pt>
                <c:pt idx="1024" formatCode="m/d/yyyy">
                  <c:v>45313</c:v>
                </c:pt>
                <c:pt idx="1025" formatCode="m/d/yyyy">
                  <c:v>45314</c:v>
                </c:pt>
                <c:pt idx="1026" formatCode="m/d/yyyy">
                  <c:v>45315</c:v>
                </c:pt>
                <c:pt idx="1027" formatCode="m/d/yyyy">
                  <c:v>45316</c:v>
                </c:pt>
                <c:pt idx="1028" formatCode="m/d/yyyy">
                  <c:v>45317</c:v>
                </c:pt>
                <c:pt idx="1029" formatCode="m/d/yyyy">
                  <c:v>45320</c:v>
                </c:pt>
                <c:pt idx="1030" formatCode="m/d/yyyy">
                  <c:v>45321</c:v>
                </c:pt>
                <c:pt idx="1031" formatCode="m/d/yyyy">
                  <c:v>45322</c:v>
                </c:pt>
                <c:pt idx="1032" formatCode="m/d/yyyy">
                  <c:v>45323</c:v>
                </c:pt>
                <c:pt idx="1033" formatCode="m/d/yyyy">
                  <c:v>45324</c:v>
                </c:pt>
                <c:pt idx="1034" formatCode="m/d/yyyy">
                  <c:v>45327</c:v>
                </c:pt>
                <c:pt idx="1035" formatCode="m/d/yyyy">
                  <c:v>45328</c:v>
                </c:pt>
                <c:pt idx="1036" formatCode="m/d/yyyy">
                  <c:v>45329</c:v>
                </c:pt>
                <c:pt idx="1037" formatCode="m/d/yyyy">
                  <c:v>45330</c:v>
                </c:pt>
                <c:pt idx="1038" formatCode="m/d/yyyy">
                  <c:v>45331</c:v>
                </c:pt>
                <c:pt idx="1039" formatCode="m/d/yyyy">
                  <c:v>45334</c:v>
                </c:pt>
                <c:pt idx="1040" formatCode="m/d/yyyy">
                  <c:v>45335</c:v>
                </c:pt>
                <c:pt idx="1041" formatCode="m/d/yyyy">
                  <c:v>45336</c:v>
                </c:pt>
                <c:pt idx="1042" formatCode="m/d/yyyy">
                  <c:v>45337</c:v>
                </c:pt>
                <c:pt idx="1043" formatCode="m/d/yyyy">
                  <c:v>45338</c:v>
                </c:pt>
                <c:pt idx="1044" formatCode="m/d/yyyy">
                  <c:v>45341</c:v>
                </c:pt>
                <c:pt idx="1045" formatCode="m/d/yyyy">
                  <c:v>45342</c:v>
                </c:pt>
                <c:pt idx="1046" formatCode="m/d/yyyy">
                  <c:v>45343</c:v>
                </c:pt>
                <c:pt idx="1047" formatCode="m/d/yyyy">
                  <c:v>45344</c:v>
                </c:pt>
                <c:pt idx="1048" formatCode="m/d/yyyy">
                  <c:v>45345</c:v>
                </c:pt>
                <c:pt idx="1049" formatCode="m/d/yyyy">
                  <c:v>45348</c:v>
                </c:pt>
                <c:pt idx="1050" formatCode="m/d/yyyy">
                  <c:v>45349</c:v>
                </c:pt>
                <c:pt idx="1051" formatCode="m/d/yyyy">
                  <c:v>45350</c:v>
                </c:pt>
                <c:pt idx="1052" formatCode="m/d/yyyy">
                  <c:v>45351</c:v>
                </c:pt>
                <c:pt idx="1053" formatCode="m/d/yyyy">
                  <c:v>45352</c:v>
                </c:pt>
                <c:pt idx="1054" formatCode="m/d/yyyy">
                  <c:v>45355</c:v>
                </c:pt>
                <c:pt idx="1055" formatCode="m/d/yyyy">
                  <c:v>45356</c:v>
                </c:pt>
                <c:pt idx="1056" formatCode="m/d/yyyy">
                  <c:v>45357</c:v>
                </c:pt>
                <c:pt idx="1057" formatCode="m/d/yyyy">
                  <c:v>45358</c:v>
                </c:pt>
                <c:pt idx="1058" formatCode="m/d/yyyy">
                  <c:v>45359</c:v>
                </c:pt>
                <c:pt idx="1059" formatCode="m/d/yyyy">
                  <c:v>45362</c:v>
                </c:pt>
                <c:pt idx="1060" formatCode="m/d/yyyy">
                  <c:v>45363</c:v>
                </c:pt>
                <c:pt idx="1061" formatCode="m/d/yyyy">
                  <c:v>45364</c:v>
                </c:pt>
                <c:pt idx="1062" formatCode="m/d/yyyy">
                  <c:v>45365</c:v>
                </c:pt>
                <c:pt idx="1063" formatCode="m/d/yyyy">
                  <c:v>45366</c:v>
                </c:pt>
                <c:pt idx="1064" formatCode="m/d/yyyy">
                  <c:v>45369</c:v>
                </c:pt>
                <c:pt idx="1065" formatCode="m/d/yyyy">
                  <c:v>45370</c:v>
                </c:pt>
                <c:pt idx="1066" formatCode="m/d/yyyy">
                  <c:v>45371</c:v>
                </c:pt>
                <c:pt idx="1067" formatCode="m/d/yyyy">
                  <c:v>45372</c:v>
                </c:pt>
                <c:pt idx="1068" formatCode="m/d/yyyy">
                  <c:v>45373</c:v>
                </c:pt>
                <c:pt idx="1069" formatCode="m/d/yyyy">
                  <c:v>45376</c:v>
                </c:pt>
                <c:pt idx="1070" formatCode="m/d/yyyy">
                  <c:v>45377</c:v>
                </c:pt>
                <c:pt idx="1071" formatCode="m/d/yyyy">
                  <c:v>45378</c:v>
                </c:pt>
                <c:pt idx="1072" formatCode="m/d/yyyy">
                  <c:v>45379</c:v>
                </c:pt>
                <c:pt idx="1073" formatCode="m/d/yyyy">
                  <c:v>45380</c:v>
                </c:pt>
                <c:pt idx="1074" formatCode="m/d/yyyy">
                  <c:v>45383</c:v>
                </c:pt>
                <c:pt idx="1075" formatCode="m/d/yyyy">
                  <c:v>45384</c:v>
                </c:pt>
                <c:pt idx="1076" formatCode="m/d/yyyy">
                  <c:v>45385</c:v>
                </c:pt>
                <c:pt idx="1077" formatCode="m/d/yyyy">
                  <c:v>45386</c:v>
                </c:pt>
                <c:pt idx="1078" formatCode="m/d/yyyy">
                  <c:v>45387</c:v>
                </c:pt>
                <c:pt idx="1079" formatCode="m/d/yyyy">
                  <c:v>45390</c:v>
                </c:pt>
                <c:pt idx="1080" formatCode="m/d/yyyy">
                  <c:v>45391</c:v>
                </c:pt>
                <c:pt idx="1081" formatCode="m/d/yyyy">
                  <c:v>45392</c:v>
                </c:pt>
                <c:pt idx="1082" formatCode="m/d/yyyy">
                  <c:v>45393</c:v>
                </c:pt>
                <c:pt idx="1083" formatCode="m/d/yyyy">
                  <c:v>45394</c:v>
                </c:pt>
                <c:pt idx="1084" formatCode="m/d/yyyy">
                  <c:v>45397</c:v>
                </c:pt>
                <c:pt idx="1085" formatCode="m/d/yyyy">
                  <c:v>45398</c:v>
                </c:pt>
                <c:pt idx="1086" formatCode="m/d/yyyy">
                  <c:v>45399</c:v>
                </c:pt>
                <c:pt idx="1087" formatCode="m/d/yyyy">
                  <c:v>45400</c:v>
                </c:pt>
                <c:pt idx="1088" formatCode="m/d/yyyy">
                  <c:v>45401</c:v>
                </c:pt>
                <c:pt idx="1089" formatCode="m/d/yyyy">
                  <c:v>45404</c:v>
                </c:pt>
                <c:pt idx="1090" formatCode="m/d/yyyy">
                  <c:v>45405</c:v>
                </c:pt>
                <c:pt idx="1091" formatCode="m/d/yyyy">
                  <c:v>45406</c:v>
                </c:pt>
                <c:pt idx="1092" formatCode="m/d/yyyy">
                  <c:v>45407</c:v>
                </c:pt>
                <c:pt idx="1093" formatCode="m/d/yyyy">
                  <c:v>45408</c:v>
                </c:pt>
                <c:pt idx="1094" formatCode="m/d/yyyy">
                  <c:v>45411</c:v>
                </c:pt>
                <c:pt idx="1095" formatCode="m/d/yyyy">
                  <c:v>45412</c:v>
                </c:pt>
                <c:pt idx="1096" formatCode="m/d/yyyy">
                  <c:v>45413</c:v>
                </c:pt>
                <c:pt idx="1097" formatCode="m/d/yyyy">
                  <c:v>45414</c:v>
                </c:pt>
                <c:pt idx="1098" formatCode="m/d/yyyy">
                  <c:v>45415</c:v>
                </c:pt>
                <c:pt idx="1099" formatCode="m/d/yyyy">
                  <c:v>45418</c:v>
                </c:pt>
                <c:pt idx="1100" formatCode="m/d/yyyy">
                  <c:v>45419</c:v>
                </c:pt>
                <c:pt idx="1101" formatCode="m/d/yyyy">
                  <c:v>45420</c:v>
                </c:pt>
                <c:pt idx="1102" formatCode="m/d/yyyy">
                  <c:v>45421</c:v>
                </c:pt>
                <c:pt idx="1103" formatCode="m/d/yyyy">
                  <c:v>45422</c:v>
                </c:pt>
                <c:pt idx="1104" formatCode="m/d/yyyy">
                  <c:v>45425</c:v>
                </c:pt>
                <c:pt idx="1105" formatCode="m/d/yyyy">
                  <c:v>45426</c:v>
                </c:pt>
                <c:pt idx="1106" formatCode="m/d/yyyy">
                  <c:v>45427</c:v>
                </c:pt>
                <c:pt idx="1107" formatCode="m/d/yyyy">
                  <c:v>45428</c:v>
                </c:pt>
                <c:pt idx="1108" formatCode="m/d/yyyy">
                  <c:v>45429</c:v>
                </c:pt>
                <c:pt idx="1109" formatCode="m/d/yyyy">
                  <c:v>45432</c:v>
                </c:pt>
                <c:pt idx="1110" formatCode="m/d/yyyy">
                  <c:v>45433</c:v>
                </c:pt>
                <c:pt idx="1111" formatCode="m/d/yyyy">
                  <c:v>45434</c:v>
                </c:pt>
                <c:pt idx="1112" formatCode="m/d/yyyy">
                  <c:v>45435</c:v>
                </c:pt>
                <c:pt idx="1113" formatCode="m/d/yyyy">
                  <c:v>45436</c:v>
                </c:pt>
                <c:pt idx="1114" formatCode="m/d/yyyy">
                  <c:v>45439</c:v>
                </c:pt>
                <c:pt idx="1115" formatCode="m/d/yyyy">
                  <c:v>45440</c:v>
                </c:pt>
                <c:pt idx="1116" formatCode="m/d/yyyy">
                  <c:v>45441</c:v>
                </c:pt>
                <c:pt idx="1117" formatCode="m/d/yyyy">
                  <c:v>45442</c:v>
                </c:pt>
                <c:pt idx="1118" formatCode="m/d/yyyy">
                  <c:v>45443</c:v>
                </c:pt>
                <c:pt idx="1119" formatCode="m/d/yyyy">
                  <c:v>45446</c:v>
                </c:pt>
                <c:pt idx="1120" formatCode="m/d/yyyy">
                  <c:v>45447</c:v>
                </c:pt>
                <c:pt idx="1121" formatCode="m/d/yyyy">
                  <c:v>45448</c:v>
                </c:pt>
                <c:pt idx="1122" formatCode="m/d/yyyy">
                  <c:v>45449</c:v>
                </c:pt>
                <c:pt idx="1123" formatCode="m/d/yyyy">
                  <c:v>45450</c:v>
                </c:pt>
                <c:pt idx="1124" formatCode="m/d/yyyy">
                  <c:v>45453</c:v>
                </c:pt>
                <c:pt idx="1125" formatCode="m/d/yyyy">
                  <c:v>45454</c:v>
                </c:pt>
                <c:pt idx="1126" formatCode="m/d/yyyy">
                  <c:v>45455</c:v>
                </c:pt>
                <c:pt idx="1127" formatCode="m/d/yyyy">
                  <c:v>45456</c:v>
                </c:pt>
                <c:pt idx="1128" formatCode="m/d/yyyy">
                  <c:v>45457</c:v>
                </c:pt>
                <c:pt idx="1129" formatCode="m/d/yyyy">
                  <c:v>45460</c:v>
                </c:pt>
                <c:pt idx="1130" formatCode="m/d/yyyy">
                  <c:v>45461</c:v>
                </c:pt>
                <c:pt idx="1131" formatCode="m/d/yyyy">
                  <c:v>45462</c:v>
                </c:pt>
                <c:pt idx="1132" formatCode="m/d/yyyy">
                  <c:v>45463</c:v>
                </c:pt>
                <c:pt idx="1133" formatCode="m/d/yyyy">
                  <c:v>45464</c:v>
                </c:pt>
                <c:pt idx="1134" formatCode="m/d/yyyy">
                  <c:v>45467</c:v>
                </c:pt>
                <c:pt idx="1135" formatCode="m/d/yyyy">
                  <c:v>45468</c:v>
                </c:pt>
                <c:pt idx="1136" formatCode="m/d/yyyy">
                  <c:v>45469</c:v>
                </c:pt>
                <c:pt idx="1137" formatCode="m/d/yyyy">
                  <c:v>45470</c:v>
                </c:pt>
                <c:pt idx="1138" formatCode="m/d/yyyy">
                  <c:v>45471</c:v>
                </c:pt>
                <c:pt idx="1139" formatCode="m/d/yyyy">
                  <c:v>45474</c:v>
                </c:pt>
                <c:pt idx="1140" formatCode="m/d/yyyy">
                  <c:v>45475</c:v>
                </c:pt>
                <c:pt idx="1141" formatCode="m/d/yyyy">
                  <c:v>45476</c:v>
                </c:pt>
                <c:pt idx="1142" formatCode="m/d/yyyy">
                  <c:v>45477</c:v>
                </c:pt>
                <c:pt idx="1143" formatCode="m/d/yyyy">
                  <c:v>45478</c:v>
                </c:pt>
                <c:pt idx="1144" formatCode="m/d/yyyy">
                  <c:v>45481</c:v>
                </c:pt>
                <c:pt idx="1145" formatCode="m/d/yyyy">
                  <c:v>45482</c:v>
                </c:pt>
                <c:pt idx="1146" formatCode="m/d/yyyy">
                  <c:v>45483</c:v>
                </c:pt>
                <c:pt idx="1147" formatCode="m/d/yyyy">
                  <c:v>45484</c:v>
                </c:pt>
                <c:pt idx="1148" formatCode="m/d/yyyy">
                  <c:v>45485</c:v>
                </c:pt>
                <c:pt idx="1149" formatCode="m/d/yyyy">
                  <c:v>45488</c:v>
                </c:pt>
                <c:pt idx="1150" formatCode="m/d/yyyy">
                  <c:v>45489</c:v>
                </c:pt>
                <c:pt idx="1151" formatCode="m/d/yyyy">
                  <c:v>45490</c:v>
                </c:pt>
                <c:pt idx="1152" formatCode="m/d/yyyy">
                  <c:v>45491</c:v>
                </c:pt>
                <c:pt idx="1153" formatCode="m/d/yyyy">
                  <c:v>45492</c:v>
                </c:pt>
                <c:pt idx="1154" formatCode="m/d/yyyy">
                  <c:v>45495</c:v>
                </c:pt>
                <c:pt idx="1155" formatCode="m/d/yyyy">
                  <c:v>45496</c:v>
                </c:pt>
                <c:pt idx="1156" formatCode="m/d/yyyy">
                  <c:v>45497</c:v>
                </c:pt>
                <c:pt idx="1157" formatCode="m/d/yyyy">
                  <c:v>45498</c:v>
                </c:pt>
                <c:pt idx="1158" formatCode="m/d/yyyy">
                  <c:v>45499</c:v>
                </c:pt>
                <c:pt idx="1159" formatCode="m/d/yyyy">
                  <c:v>45502</c:v>
                </c:pt>
                <c:pt idx="1160" formatCode="m/d/yyyy">
                  <c:v>45503</c:v>
                </c:pt>
                <c:pt idx="1161" formatCode="m/d/yyyy">
                  <c:v>45504</c:v>
                </c:pt>
                <c:pt idx="1162" formatCode="m/d/yyyy">
                  <c:v>45505</c:v>
                </c:pt>
                <c:pt idx="1163" formatCode="m/d/yyyy">
                  <c:v>45506</c:v>
                </c:pt>
                <c:pt idx="1164" formatCode="m/d/yyyy">
                  <c:v>45509</c:v>
                </c:pt>
                <c:pt idx="1165" formatCode="m/d/yyyy">
                  <c:v>45510</c:v>
                </c:pt>
                <c:pt idx="1166" formatCode="m/d/yyyy">
                  <c:v>45511</c:v>
                </c:pt>
                <c:pt idx="1167" formatCode="m/d/yyyy">
                  <c:v>45512</c:v>
                </c:pt>
                <c:pt idx="1168" formatCode="m/d/yyyy">
                  <c:v>45513</c:v>
                </c:pt>
                <c:pt idx="1169" formatCode="m/d/yyyy">
                  <c:v>45516</c:v>
                </c:pt>
                <c:pt idx="1170" formatCode="m/d/yyyy">
                  <c:v>45517</c:v>
                </c:pt>
                <c:pt idx="1171" formatCode="m/d/yyyy">
                  <c:v>45518</c:v>
                </c:pt>
                <c:pt idx="1172" formatCode="m/d/yyyy">
                  <c:v>45519</c:v>
                </c:pt>
                <c:pt idx="1173" formatCode="m/d/yyyy">
                  <c:v>45520</c:v>
                </c:pt>
                <c:pt idx="1174" formatCode="m/d/yyyy">
                  <c:v>45523</c:v>
                </c:pt>
                <c:pt idx="1175" formatCode="m/d/yyyy">
                  <c:v>45524</c:v>
                </c:pt>
                <c:pt idx="1176" formatCode="m/d/yyyy">
                  <c:v>45525</c:v>
                </c:pt>
                <c:pt idx="1177" formatCode="m/d/yyyy">
                  <c:v>45526</c:v>
                </c:pt>
                <c:pt idx="1178" formatCode="m/d/yyyy">
                  <c:v>45527</c:v>
                </c:pt>
                <c:pt idx="1179" formatCode="m/d/yyyy">
                  <c:v>45530</c:v>
                </c:pt>
                <c:pt idx="1180" formatCode="m/d/yyyy">
                  <c:v>45531</c:v>
                </c:pt>
                <c:pt idx="1181" formatCode="m/d/yyyy">
                  <c:v>45532</c:v>
                </c:pt>
                <c:pt idx="1182" formatCode="m/d/yyyy">
                  <c:v>45533</c:v>
                </c:pt>
                <c:pt idx="1183" formatCode="m/d/yyyy">
                  <c:v>45534</c:v>
                </c:pt>
                <c:pt idx="1184" formatCode="m/d/yyyy">
                  <c:v>45537</c:v>
                </c:pt>
                <c:pt idx="1185" formatCode="m/d/yyyy">
                  <c:v>45538</c:v>
                </c:pt>
                <c:pt idx="1186" formatCode="m/d/yyyy">
                  <c:v>45539</c:v>
                </c:pt>
                <c:pt idx="1187" formatCode="m/d/yyyy">
                  <c:v>45540</c:v>
                </c:pt>
                <c:pt idx="1188" formatCode="m/d/yyyy">
                  <c:v>45541</c:v>
                </c:pt>
                <c:pt idx="1189" formatCode="m/d/yyyy">
                  <c:v>45544</c:v>
                </c:pt>
                <c:pt idx="1190" formatCode="m/d/yyyy">
                  <c:v>45545</c:v>
                </c:pt>
                <c:pt idx="1191" formatCode="m/d/yyyy">
                  <c:v>45546</c:v>
                </c:pt>
                <c:pt idx="1192" formatCode="m/d/yyyy">
                  <c:v>45547</c:v>
                </c:pt>
                <c:pt idx="1193" formatCode="m/d/yyyy">
                  <c:v>45548</c:v>
                </c:pt>
                <c:pt idx="1194" formatCode="m/d/yyyy">
                  <c:v>45551</c:v>
                </c:pt>
                <c:pt idx="1195" formatCode="m/d/yyyy">
                  <c:v>45552</c:v>
                </c:pt>
                <c:pt idx="1196" formatCode="m/d/yyyy">
                  <c:v>45553</c:v>
                </c:pt>
                <c:pt idx="1197" formatCode="m/d/yyyy">
                  <c:v>45554</c:v>
                </c:pt>
                <c:pt idx="1198" formatCode="m/d/yyyy">
                  <c:v>45555</c:v>
                </c:pt>
                <c:pt idx="1199" formatCode="m/d/yyyy">
                  <c:v>45558</c:v>
                </c:pt>
                <c:pt idx="1200" formatCode="m/d/yyyy">
                  <c:v>45559</c:v>
                </c:pt>
                <c:pt idx="1201" formatCode="m/d/yyyy">
                  <c:v>45560</c:v>
                </c:pt>
                <c:pt idx="1202" formatCode="m/d/yyyy">
                  <c:v>45561</c:v>
                </c:pt>
                <c:pt idx="1203" formatCode="m/d/yyyy">
                  <c:v>45562</c:v>
                </c:pt>
                <c:pt idx="1204" formatCode="m/d/yyyy">
                  <c:v>45565</c:v>
                </c:pt>
                <c:pt idx="1205" formatCode="m/d/yyyy">
                  <c:v>45566</c:v>
                </c:pt>
                <c:pt idx="1206" formatCode="m/d/yyyy">
                  <c:v>45567</c:v>
                </c:pt>
                <c:pt idx="1207" formatCode="m/d/yyyy">
                  <c:v>45568</c:v>
                </c:pt>
                <c:pt idx="1208" formatCode="m/d/yyyy">
                  <c:v>45569</c:v>
                </c:pt>
                <c:pt idx="1209" formatCode="m/d/yyyy">
                  <c:v>45572</c:v>
                </c:pt>
                <c:pt idx="1210" formatCode="m/d/yyyy">
                  <c:v>45573</c:v>
                </c:pt>
                <c:pt idx="1211" formatCode="m/d/yyyy">
                  <c:v>45574</c:v>
                </c:pt>
                <c:pt idx="1212" formatCode="m/d/yyyy">
                  <c:v>45575</c:v>
                </c:pt>
                <c:pt idx="1213" formatCode="m/d/yyyy">
                  <c:v>45576</c:v>
                </c:pt>
                <c:pt idx="1214" formatCode="m/d/yyyy">
                  <c:v>45579</c:v>
                </c:pt>
                <c:pt idx="1215" formatCode="m/d/yyyy">
                  <c:v>45580</c:v>
                </c:pt>
                <c:pt idx="1216" formatCode="m/d/yyyy">
                  <c:v>45581</c:v>
                </c:pt>
                <c:pt idx="1217" formatCode="m/d/yyyy">
                  <c:v>45582</c:v>
                </c:pt>
                <c:pt idx="1218" formatCode="m/d/yyyy">
                  <c:v>45583</c:v>
                </c:pt>
                <c:pt idx="1219" formatCode="m/d/yyyy">
                  <c:v>45586</c:v>
                </c:pt>
                <c:pt idx="1220" formatCode="m/d/yyyy">
                  <c:v>45587</c:v>
                </c:pt>
                <c:pt idx="1221" formatCode="m/d/yyyy">
                  <c:v>45588</c:v>
                </c:pt>
                <c:pt idx="1222" formatCode="m/d/yyyy">
                  <c:v>45589</c:v>
                </c:pt>
                <c:pt idx="1223" formatCode="m/d/yyyy">
                  <c:v>45590</c:v>
                </c:pt>
                <c:pt idx="1224" formatCode="m/d/yyyy">
                  <c:v>45593</c:v>
                </c:pt>
                <c:pt idx="1225" formatCode="m/d/yyyy">
                  <c:v>45594</c:v>
                </c:pt>
                <c:pt idx="1226" formatCode="m/d/yyyy">
                  <c:v>45595</c:v>
                </c:pt>
                <c:pt idx="1227" formatCode="m/d/yyyy">
                  <c:v>45596</c:v>
                </c:pt>
                <c:pt idx="1228" formatCode="m/d/yyyy">
                  <c:v>45597</c:v>
                </c:pt>
                <c:pt idx="1229" formatCode="m/d/yyyy">
                  <c:v>45600</c:v>
                </c:pt>
                <c:pt idx="1230" formatCode="m/d/yyyy">
                  <c:v>45601</c:v>
                </c:pt>
                <c:pt idx="1231" formatCode="m/d/yyyy">
                  <c:v>45602</c:v>
                </c:pt>
                <c:pt idx="1232" formatCode="m/d/yyyy">
                  <c:v>45603</c:v>
                </c:pt>
                <c:pt idx="1233" formatCode="m/d/yyyy">
                  <c:v>45604</c:v>
                </c:pt>
                <c:pt idx="1234" formatCode="m/d/yyyy">
                  <c:v>45607</c:v>
                </c:pt>
                <c:pt idx="1235" formatCode="m/d/yyyy">
                  <c:v>45608</c:v>
                </c:pt>
                <c:pt idx="1236" formatCode="m/d/yyyy">
                  <c:v>45609</c:v>
                </c:pt>
                <c:pt idx="1237" formatCode="m/d/yyyy">
                  <c:v>45610</c:v>
                </c:pt>
                <c:pt idx="1238" formatCode="m/d/yyyy">
                  <c:v>45611</c:v>
                </c:pt>
                <c:pt idx="1239" formatCode="m/d/yyyy">
                  <c:v>45614</c:v>
                </c:pt>
                <c:pt idx="1240" formatCode="m/d/yyyy">
                  <c:v>45615</c:v>
                </c:pt>
                <c:pt idx="1241" formatCode="m/d/yyyy">
                  <c:v>45616</c:v>
                </c:pt>
                <c:pt idx="1242" formatCode="m/d/yyyy">
                  <c:v>45617</c:v>
                </c:pt>
                <c:pt idx="1243" formatCode="m/d/yyyy">
                  <c:v>45618</c:v>
                </c:pt>
                <c:pt idx="1244" formatCode="m/d/yyyy">
                  <c:v>45621</c:v>
                </c:pt>
                <c:pt idx="1245" formatCode="m/d/yyyy">
                  <c:v>45622</c:v>
                </c:pt>
                <c:pt idx="1246" formatCode="m/d/yyyy">
                  <c:v>45623</c:v>
                </c:pt>
                <c:pt idx="1247" formatCode="m/d/yyyy">
                  <c:v>45624</c:v>
                </c:pt>
                <c:pt idx="1248" formatCode="m/d/yyyy">
                  <c:v>45625</c:v>
                </c:pt>
                <c:pt idx="1249" formatCode="m/d/yyyy">
                  <c:v>45628</c:v>
                </c:pt>
                <c:pt idx="1250" formatCode="m/d/yyyy">
                  <c:v>45629</c:v>
                </c:pt>
                <c:pt idx="1251" formatCode="m/d/yyyy">
                  <c:v>45630</c:v>
                </c:pt>
                <c:pt idx="1252" formatCode="m/d/yyyy">
                  <c:v>45631</c:v>
                </c:pt>
                <c:pt idx="1253" formatCode="m/d/yyyy">
                  <c:v>45632</c:v>
                </c:pt>
                <c:pt idx="1254" formatCode="m/d/yyyy">
                  <c:v>45635</c:v>
                </c:pt>
                <c:pt idx="1255" formatCode="m/d/yyyy">
                  <c:v>45636</c:v>
                </c:pt>
                <c:pt idx="1256" formatCode="m/d/yyyy">
                  <c:v>45637</c:v>
                </c:pt>
                <c:pt idx="1257" formatCode="m/d/yyyy">
                  <c:v>45638</c:v>
                </c:pt>
                <c:pt idx="1258" formatCode="m/d/yyyy">
                  <c:v>45639</c:v>
                </c:pt>
                <c:pt idx="1259" formatCode="m/d/yyyy">
                  <c:v>45642</c:v>
                </c:pt>
                <c:pt idx="1260" formatCode="m/d/yyyy">
                  <c:v>45643</c:v>
                </c:pt>
                <c:pt idx="1261" formatCode="m/d/yyyy">
                  <c:v>45644</c:v>
                </c:pt>
                <c:pt idx="1262" formatCode="m/d/yyyy">
                  <c:v>45645</c:v>
                </c:pt>
                <c:pt idx="1263" formatCode="m/d/yyyy">
                  <c:v>45646</c:v>
                </c:pt>
                <c:pt idx="1264" formatCode="m/d/yyyy">
                  <c:v>45649</c:v>
                </c:pt>
                <c:pt idx="1265" formatCode="m/d/yyyy">
                  <c:v>45650</c:v>
                </c:pt>
                <c:pt idx="1266" formatCode="m/d/yyyy">
                  <c:v>45651</c:v>
                </c:pt>
                <c:pt idx="1267" formatCode="m/d/yyyy">
                  <c:v>45652</c:v>
                </c:pt>
                <c:pt idx="1268" formatCode="m/d/yyyy">
                  <c:v>45653</c:v>
                </c:pt>
                <c:pt idx="1269" formatCode="m/d/yyyy">
                  <c:v>45656</c:v>
                </c:pt>
                <c:pt idx="1270" formatCode="m/d/yyyy">
                  <c:v>45657</c:v>
                </c:pt>
                <c:pt idx="1271" formatCode="m/d/yyyy">
                  <c:v>45658</c:v>
                </c:pt>
                <c:pt idx="1272" formatCode="m/d/yyyy">
                  <c:v>45659</c:v>
                </c:pt>
                <c:pt idx="1273" formatCode="m/d/yyyy">
                  <c:v>45660</c:v>
                </c:pt>
                <c:pt idx="1274" formatCode="m/d/yyyy">
                  <c:v>45663</c:v>
                </c:pt>
                <c:pt idx="1275" formatCode="m/d/yyyy">
                  <c:v>45664</c:v>
                </c:pt>
                <c:pt idx="1276" formatCode="m/d/yyyy">
                  <c:v>45665</c:v>
                </c:pt>
                <c:pt idx="1277" formatCode="m/d/yyyy">
                  <c:v>45666</c:v>
                </c:pt>
                <c:pt idx="1278" formatCode="m/d/yyyy">
                  <c:v>45667</c:v>
                </c:pt>
                <c:pt idx="1279" formatCode="m/d/yyyy">
                  <c:v>45670</c:v>
                </c:pt>
                <c:pt idx="1280" formatCode="m/d/yyyy">
                  <c:v>45671</c:v>
                </c:pt>
                <c:pt idx="1281" formatCode="m/d/yyyy">
                  <c:v>45672</c:v>
                </c:pt>
                <c:pt idx="1282" formatCode="m/d/yyyy">
                  <c:v>45673</c:v>
                </c:pt>
                <c:pt idx="1283" formatCode="m/d/yyyy">
                  <c:v>45674</c:v>
                </c:pt>
                <c:pt idx="1284" formatCode="m/d/yyyy">
                  <c:v>45677</c:v>
                </c:pt>
                <c:pt idx="1285" formatCode="m/d/yyyy">
                  <c:v>45678</c:v>
                </c:pt>
                <c:pt idx="1286" formatCode="m/d/yyyy">
                  <c:v>45679</c:v>
                </c:pt>
                <c:pt idx="1287" formatCode="m/d/yyyy">
                  <c:v>45680</c:v>
                </c:pt>
                <c:pt idx="1288" formatCode="m/d/yyyy">
                  <c:v>45681</c:v>
                </c:pt>
                <c:pt idx="1289" formatCode="m/d/yyyy">
                  <c:v>45684</c:v>
                </c:pt>
                <c:pt idx="1290" formatCode="m/d/yyyy">
                  <c:v>45685</c:v>
                </c:pt>
                <c:pt idx="1291" formatCode="m/d/yyyy">
                  <c:v>45686</c:v>
                </c:pt>
                <c:pt idx="1292" formatCode="m/d/yyyy">
                  <c:v>45687</c:v>
                </c:pt>
                <c:pt idx="1293" formatCode="m/d/yyyy">
                  <c:v>45688</c:v>
                </c:pt>
                <c:pt idx="1294" formatCode="m/d/yyyy">
                  <c:v>45691</c:v>
                </c:pt>
                <c:pt idx="1295" formatCode="m/d/yyyy">
                  <c:v>45692</c:v>
                </c:pt>
                <c:pt idx="1296" formatCode="m/d/yyyy">
                  <c:v>45693</c:v>
                </c:pt>
                <c:pt idx="1297" formatCode="m/d/yyyy">
                  <c:v>45694</c:v>
                </c:pt>
                <c:pt idx="1298" formatCode="m/d/yyyy">
                  <c:v>45695</c:v>
                </c:pt>
                <c:pt idx="1299" formatCode="m/d/yyyy">
                  <c:v>45698</c:v>
                </c:pt>
                <c:pt idx="1300" formatCode="m/d/yyyy">
                  <c:v>45699</c:v>
                </c:pt>
                <c:pt idx="1301" formatCode="m/d/yyyy">
                  <c:v>45700</c:v>
                </c:pt>
                <c:pt idx="1302" formatCode="m/d/yyyy">
                  <c:v>45701</c:v>
                </c:pt>
                <c:pt idx="1303" formatCode="m/d/yyyy">
                  <c:v>45702</c:v>
                </c:pt>
                <c:pt idx="1304" formatCode="m/d/yyyy">
                  <c:v>45705</c:v>
                </c:pt>
                <c:pt idx="1305" formatCode="m/d/yyyy">
                  <c:v>45706</c:v>
                </c:pt>
                <c:pt idx="1306" formatCode="m/d/yyyy">
                  <c:v>45707</c:v>
                </c:pt>
                <c:pt idx="1307" formatCode="m/d/yyyy">
                  <c:v>45708</c:v>
                </c:pt>
                <c:pt idx="1308" formatCode="m/d/yyyy">
                  <c:v>45709</c:v>
                </c:pt>
                <c:pt idx="1309" formatCode="m/d/yyyy">
                  <c:v>45712</c:v>
                </c:pt>
                <c:pt idx="1310" formatCode="m/d/yyyy">
                  <c:v>45713</c:v>
                </c:pt>
                <c:pt idx="1311" formatCode="m/d/yyyy">
                  <c:v>45714</c:v>
                </c:pt>
                <c:pt idx="1312" formatCode="m/d/yyyy">
                  <c:v>45715</c:v>
                </c:pt>
                <c:pt idx="1313" formatCode="m/d/yyyy">
                  <c:v>45716</c:v>
                </c:pt>
                <c:pt idx="1314" formatCode="m/d/yyyy">
                  <c:v>45719</c:v>
                </c:pt>
                <c:pt idx="1315" formatCode="m/d/yyyy">
                  <c:v>45720</c:v>
                </c:pt>
                <c:pt idx="1316" formatCode="m/d/yyyy">
                  <c:v>45721</c:v>
                </c:pt>
                <c:pt idx="1317" formatCode="m/d/yyyy">
                  <c:v>45722</c:v>
                </c:pt>
                <c:pt idx="1318" formatCode="m/d/yyyy">
                  <c:v>45723</c:v>
                </c:pt>
                <c:pt idx="1319" formatCode="m/d/yyyy">
                  <c:v>45726</c:v>
                </c:pt>
                <c:pt idx="1320" formatCode="m/d/yyyy">
                  <c:v>45727</c:v>
                </c:pt>
                <c:pt idx="1321" formatCode="m/d/yyyy">
                  <c:v>45728</c:v>
                </c:pt>
                <c:pt idx="1322" formatCode="m/d/yyyy">
                  <c:v>45729</c:v>
                </c:pt>
                <c:pt idx="1323" formatCode="m/d/yyyy">
                  <c:v>45730</c:v>
                </c:pt>
                <c:pt idx="1324" formatCode="m/d/yyyy">
                  <c:v>45733</c:v>
                </c:pt>
                <c:pt idx="1325" formatCode="m/d/yyyy">
                  <c:v>45734</c:v>
                </c:pt>
                <c:pt idx="1326" formatCode="m/d/yyyy">
                  <c:v>45735</c:v>
                </c:pt>
                <c:pt idx="1327" formatCode="m/d/yyyy">
                  <c:v>45736</c:v>
                </c:pt>
                <c:pt idx="1328" formatCode="m/d/yyyy">
                  <c:v>45737</c:v>
                </c:pt>
                <c:pt idx="1329" formatCode="m/d/yyyy">
                  <c:v>45740</c:v>
                </c:pt>
                <c:pt idx="1330" formatCode="m/d/yyyy">
                  <c:v>45741</c:v>
                </c:pt>
                <c:pt idx="1331" formatCode="m/d/yyyy">
                  <c:v>45742</c:v>
                </c:pt>
                <c:pt idx="1332" formatCode="m/d/yyyy">
                  <c:v>45743</c:v>
                </c:pt>
                <c:pt idx="1333" formatCode="m/d/yyyy">
                  <c:v>45744</c:v>
                </c:pt>
                <c:pt idx="1334" formatCode="m/d/yyyy">
                  <c:v>45747</c:v>
                </c:pt>
                <c:pt idx="1335" formatCode="m/d/yyyy">
                  <c:v>45748</c:v>
                </c:pt>
                <c:pt idx="1336" formatCode="m/d/yyyy">
                  <c:v>45749</c:v>
                </c:pt>
                <c:pt idx="1337" formatCode="m/d/yyyy">
                  <c:v>45750</c:v>
                </c:pt>
                <c:pt idx="1338" formatCode="m/d/yyyy">
                  <c:v>45751</c:v>
                </c:pt>
                <c:pt idx="1339" formatCode="m/d/yyyy">
                  <c:v>45754</c:v>
                </c:pt>
                <c:pt idx="1340" formatCode="m/d/yyyy">
                  <c:v>45755</c:v>
                </c:pt>
                <c:pt idx="1341" formatCode="m/d/yyyy">
                  <c:v>45756</c:v>
                </c:pt>
                <c:pt idx="1342" formatCode="m/d/yyyy">
                  <c:v>45757</c:v>
                </c:pt>
                <c:pt idx="1343" formatCode="m/d/yyyy">
                  <c:v>45758</c:v>
                </c:pt>
                <c:pt idx="1344" formatCode="m/d/yyyy">
                  <c:v>45761</c:v>
                </c:pt>
                <c:pt idx="1345" formatCode="m/d/yyyy">
                  <c:v>45762</c:v>
                </c:pt>
                <c:pt idx="1346" formatCode="m/d/yyyy">
                  <c:v>45763</c:v>
                </c:pt>
                <c:pt idx="1347" formatCode="m/d/yyyy">
                  <c:v>45764</c:v>
                </c:pt>
                <c:pt idx="1348" formatCode="m/d/yyyy">
                  <c:v>45765</c:v>
                </c:pt>
                <c:pt idx="1349" formatCode="m/d/yyyy">
                  <c:v>45768</c:v>
                </c:pt>
                <c:pt idx="1350" formatCode="m/d/yyyy">
                  <c:v>45769</c:v>
                </c:pt>
                <c:pt idx="1351" formatCode="m/d/yyyy">
                  <c:v>45770</c:v>
                </c:pt>
                <c:pt idx="1352" formatCode="m/d/yyyy">
                  <c:v>45771</c:v>
                </c:pt>
                <c:pt idx="1353" formatCode="m/d/yyyy">
                  <c:v>45772</c:v>
                </c:pt>
                <c:pt idx="1354" formatCode="m/d/yyyy">
                  <c:v>45775</c:v>
                </c:pt>
                <c:pt idx="1355" formatCode="m/d/yyyy">
                  <c:v>45776</c:v>
                </c:pt>
                <c:pt idx="1356" formatCode="m/d/yyyy">
                  <c:v>45777</c:v>
                </c:pt>
                <c:pt idx="1357" formatCode="m/d/yyyy">
                  <c:v>45778</c:v>
                </c:pt>
                <c:pt idx="1358" formatCode="m/d/yyyy">
                  <c:v>45779</c:v>
                </c:pt>
                <c:pt idx="1359" formatCode="m/d/yyyy">
                  <c:v>45782</c:v>
                </c:pt>
                <c:pt idx="1360" formatCode="m/d/yyyy">
                  <c:v>45783</c:v>
                </c:pt>
                <c:pt idx="1361" formatCode="m/d/yyyy">
                  <c:v>45784</c:v>
                </c:pt>
                <c:pt idx="1362" formatCode="m/d/yyyy">
                  <c:v>45785</c:v>
                </c:pt>
                <c:pt idx="1363" formatCode="m/d/yyyy">
                  <c:v>45786</c:v>
                </c:pt>
                <c:pt idx="1364" formatCode="m/d/yyyy">
                  <c:v>45789</c:v>
                </c:pt>
                <c:pt idx="1365" formatCode="m/d/yyyy">
                  <c:v>45790</c:v>
                </c:pt>
                <c:pt idx="1366" formatCode="m/d/yyyy">
                  <c:v>45791</c:v>
                </c:pt>
                <c:pt idx="1367" formatCode="m/d/yyyy">
                  <c:v>45792</c:v>
                </c:pt>
                <c:pt idx="1368" formatCode="m/d/yyyy">
                  <c:v>45793</c:v>
                </c:pt>
                <c:pt idx="1369" formatCode="m/d/yyyy">
                  <c:v>45796</c:v>
                </c:pt>
                <c:pt idx="1370" formatCode="m/d/yyyy">
                  <c:v>45797</c:v>
                </c:pt>
                <c:pt idx="1371" formatCode="m/d/yyyy">
                  <c:v>45798</c:v>
                </c:pt>
                <c:pt idx="1372" formatCode="m/d/yyyy">
                  <c:v>45799</c:v>
                </c:pt>
                <c:pt idx="1373" formatCode="m/d/yyyy">
                  <c:v>45800</c:v>
                </c:pt>
                <c:pt idx="1374" formatCode="m/d/yyyy">
                  <c:v>45803</c:v>
                </c:pt>
                <c:pt idx="1375" formatCode="m/d/yyyy">
                  <c:v>45804</c:v>
                </c:pt>
                <c:pt idx="1376" formatCode="m/d/yyyy">
                  <c:v>45805</c:v>
                </c:pt>
                <c:pt idx="1377" formatCode="m/d/yyyy">
                  <c:v>45806</c:v>
                </c:pt>
                <c:pt idx="1378" formatCode="m/d/yyyy">
                  <c:v>45807</c:v>
                </c:pt>
                <c:pt idx="1379" formatCode="m/d/yyyy">
                  <c:v>45810</c:v>
                </c:pt>
                <c:pt idx="1380" formatCode="m/d/yyyy">
                  <c:v>45811</c:v>
                </c:pt>
                <c:pt idx="1381" formatCode="m/d/yyyy">
                  <c:v>45812</c:v>
                </c:pt>
                <c:pt idx="1382" formatCode="m/d/yyyy">
                  <c:v>45813</c:v>
                </c:pt>
                <c:pt idx="1383" formatCode="m/d/yyyy">
                  <c:v>45814</c:v>
                </c:pt>
                <c:pt idx="1384" formatCode="m/d/yyyy">
                  <c:v>45817</c:v>
                </c:pt>
                <c:pt idx="1385" formatCode="m/d/yyyy">
                  <c:v>45818</c:v>
                </c:pt>
                <c:pt idx="1386" formatCode="m/d/yyyy">
                  <c:v>45819</c:v>
                </c:pt>
                <c:pt idx="1387" formatCode="m/d/yyyy">
                  <c:v>45820</c:v>
                </c:pt>
                <c:pt idx="1388" formatCode="m/d/yyyy">
                  <c:v>45821</c:v>
                </c:pt>
                <c:pt idx="1389" formatCode="m/d/yyyy">
                  <c:v>45824</c:v>
                </c:pt>
                <c:pt idx="1390" formatCode="m/d/yyyy">
                  <c:v>45825</c:v>
                </c:pt>
                <c:pt idx="1391" formatCode="m/d/yyyy">
                  <c:v>45826</c:v>
                </c:pt>
                <c:pt idx="1392" formatCode="m/d/yyyy">
                  <c:v>45827</c:v>
                </c:pt>
                <c:pt idx="1393" formatCode="m/d/yyyy">
                  <c:v>45828</c:v>
                </c:pt>
                <c:pt idx="1394" formatCode="m/d/yyyy">
                  <c:v>45831</c:v>
                </c:pt>
                <c:pt idx="1395" formatCode="m/d/yyyy">
                  <c:v>45832</c:v>
                </c:pt>
                <c:pt idx="1396" formatCode="m/d/yyyy">
                  <c:v>45833</c:v>
                </c:pt>
                <c:pt idx="1397" formatCode="m/d/yyyy">
                  <c:v>45834</c:v>
                </c:pt>
                <c:pt idx="1398" formatCode="m/d/yyyy">
                  <c:v>45835</c:v>
                </c:pt>
                <c:pt idx="1399" formatCode="m/d/yyyy">
                  <c:v>45838</c:v>
                </c:pt>
                <c:pt idx="1400" formatCode="m/d/yyyy">
                  <c:v>45839</c:v>
                </c:pt>
                <c:pt idx="1401" formatCode="m/d/yyyy">
                  <c:v>45840</c:v>
                </c:pt>
                <c:pt idx="1402" formatCode="m/d/yyyy">
                  <c:v>45841</c:v>
                </c:pt>
                <c:pt idx="1403" formatCode="m/d/yyyy">
                  <c:v>45842</c:v>
                </c:pt>
                <c:pt idx="1404" formatCode="m/d/yyyy">
                  <c:v>45845</c:v>
                </c:pt>
                <c:pt idx="1405" formatCode="m/d/yyyy">
                  <c:v>45846</c:v>
                </c:pt>
                <c:pt idx="1406" formatCode="m/d/yyyy">
                  <c:v>45847</c:v>
                </c:pt>
                <c:pt idx="1407" formatCode="m/d/yyyy">
                  <c:v>45848</c:v>
                </c:pt>
                <c:pt idx="1408" formatCode="m/d/yyyy">
                  <c:v>45849</c:v>
                </c:pt>
                <c:pt idx="1409" formatCode="m/d/yyyy">
                  <c:v>45852</c:v>
                </c:pt>
                <c:pt idx="1410" formatCode="m/d/yyyy">
                  <c:v>45853</c:v>
                </c:pt>
                <c:pt idx="1411" formatCode="m/d/yyyy">
                  <c:v>45854</c:v>
                </c:pt>
                <c:pt idx="1412" formatCode="m/d/yyyy">
                  <c:v>45855</c:v>
                </c:pt>
                <c:pt idx="1413" formatCode="m/d/yyyy">
                  <c:v>45856</c:v>
                </c:pt>
                <c:pt idx="1414" formatCode="m/d/yyyy">
                  <c:v>45859</c:v>
                </c:pt>
                <c:pt idx="1415" formatCode="m/d/yyyy">
                  <c:v>45860</c:v>
                </c:pt>
                <c:pt idx="1416" formatCode="m/d/yyyy">
                  <c:v>45861</c:v>
                </c:pt>
                <c:pt idx="1417" formatCode="m/d/yyyy">
                  <c:v>45862</c:v>
                </c:pt>
                <c:pt idx="1418" formatCode="m/d/yyyy">
                  <c:v>45863</c:v>
                </c:pt>
                <c:pt idx="1419" formatCode="m/d/yyyy">
                  <c:v>45866</c:v>
                </c:pt>
                <c:pt idx="1420" formatCode="m/d/yyyy">
                  <c:v>45867</c:v>
                </c:pt>
                <c:pt idx="1421" formatCode="m/d/yyyy">
                  <c:v>45868</c:v>
                </c:pt>
                <c:pt idx="1422" formatCode="m/d/yyyy">
                  <c:v>45869</c:v>
                </c:pt>
                <c:pt idx="1423" formatCode="m/d/yyyy">
                  <c:v>45870</c:v>
                </c:pt>
                <c:pt idx="1424" formatCode="m/d/yyyy">
                  <c:v>45873</c:v>
                </c:pt>
                <c:pt idx="1425" formatCode="m/d/yyyy">
                  <c:v>45874</c:v>
                </c:pt>
                <c:pt idx="1426" formatCode="m/d/yyyy">
                  <c:v>45875</c:v>
                </c:pt>
                <c:pt idx="1427" formatCode="m/d/yyyy">
                  <c:v>45876</c:v>
                </c:pt>
                <c:pt idx="1428" formatCode="m/d/yyyy">
                  <c:v>45877</c:v>
                </c:pt>
                <c:pt idx="1429" formatCode="m/d/yyyy">
                  <c:v>45880</c:v>
                </c:pt>
                <c:pt idx="1430" formatCode="m/d/yyyy">
                  <c:v>45881</c:v>
                </c:pt>
                <c:pt idx="1431" formatCode="m/d/yyyy">
                  <c:v>45882</c:v>
                </c:pt>
                <c:pt idx="1432" formatCode="m/d/yyyy">
                  <c:v>45883</c:v>
                </c:pt>
                <c:pt idx="1433" formatCode="m/d/yyyy">
                  <c:v>45884</c:v>
                </c:pt>
                <c:pt idx="1434" formatCode="m/d/yyyy">
                  <c:v>45887</c:v>
                </c:pt>
                <c:pt idx="1435" formatCode="m/d/yyyy">
                  <c:v>45888</c:v>
                </c:pt>
                <c:pt idx="1436" formatCode="m/d/yyyy">
                  <c:v>45889</c:v>
                </c:pt>
                <c:pt idx="1437" formatCode="m/d/yyyy">
                  <c:v>45890</c:v>
                </c:pt>
                <c:pt idx="1438" formatCode="m/d/yyyy">
                  <c:v>45891</c:v>
                </c:pt>
                <c:pt idx="1439" formatCode="m/d/yyyy">
                  <c:v>45894</c:v>
                </c:pt>
                <c:pt idx="1440" formatCode="m/d/yyyy">
                  <c:v>45895</c:v>
                </c:pt>
                <c:pt idx="1441" formatCode="m/d/yyyy">
                  <c:v>45896</c:v>
                </c:pt>
                <c:pt idx="1442" formatCode="m/d/yyyy">
                  <c:v>45897</c:v>
                </c:pt>
                <c:pt idx="1443" formatCode="m/d/yyyy">
                  <c:v>45898</c:v>
                </c:pt>
                <c:pt idx="1444" formatCode="m/d/yyyy">
                  <c:v>45901</c:v>
                </c:pt>
                <c:pt idx="1445" formatCode="m/d/yyyy">
                  <c:v>45902</c:v>
                </c:pt>
                <c:pt idx="1446" formatCode="m/d/yyyy">
                  <c:v>45903</c:v>
                </c:pt>
                <c:pt idx="1447" formatCode="m/d/yyyy">
                  <c:v>45904</c:v>
                </c:pt>
                <c:pt idx="1448" formatCode="m/d/yyyy">
                  <c:v>45905</c:v>
                </c:pt>
                <c:pt idx="1449" formatCode="m/d/yyyy">
                  <c:v>45908</c:v>
                </c:pt>
                <c:pt idx="1450" formatCode="m/d/yyyy">
                  <c:v>45909</c:v>
                </c:pt>
                <c:pt idx="1451" formatCode="m/d/yyyy">
                  <c:v>45910</c:v>
                </c:pt>
                <c:pt idx="1452" formatCode="m/d/yyyy">
                  <c:v>45911</c:v>
                </c:pt>
                <c:pt idx="1453" formatCode="m/d/yyyy">
                  <c:v>45912</c:v>
                </c:pt>
                <c:pt idx="1454" formatCode="m/d/yyyy">
                  <c:v>45915</c:v>
                </c:pt>
                <c:pt idx="1455" formatCode="m/d/yyyy">
                  <c:v>45916</c:v>
                </c:pt>
                <c:pt idx="1456" formatCode="m/d/yyyy">
                  <c:v>45917</c:v>
                </c:pt>
                <c:pt idx="1457" formatCode="m/d/yyyy">
                  <c:v>45918</c:v>
                </c:pt>
                <c:pt idx="1458" formatCode="m/d/yyyy">
                  <c:v>45919</c:v>
                </c:pt>
                <c:pt idx="1459" formatCode="m/d/yyyy">
                  <c:v>45922</c:v>
                </c:pt>
                <c:pt idx="1460" formatCode="m/d/yyyy">
                  <c:v>45923</c:v>
                </c:pt>
                <c:pt idx="1461" formatCode="m/d/yyyy">
                  <c:v>45924</c:v>
                </c:pt>
                <c:pt idx="1462" formatCode="m/d/yyyy">
                  <c:v>45925</c:v>
                </c:pt>
                <c:pt idx="1463" formatCode="m/d/yyyy">
                  <c:v>45926</c:v>
                </c:pt>
                <c:pt idx="1464" formatCode="m/d/yyyy">
                  <c:v>45929</c:v>
                </c:pt>
                <c:pt idx="1465" formatCode="m/d/yyyy">
                  <c:v>45930</c:v>
                </c:pt>
                <c:pt idx="1466" formatCode="m/d/yyyy">
                  <c:v>45931</c:v>
                </c:pt>
                <c:pt idx="1467" formatCode="m/d/yyyy">
                  <c:v>45932</c:v>
                </c:pt>
                <c:pt idx="1468" formatCode="m/d/yyyy">
                  <c:v>45933</c:v>
                </c:pt>
                <c:pt idx="1469" formatCode="m/d/yyyy">
                  <c:v>45936</c:v>
                </c:pt>
                <c:pt idx="1470" formatCode="m/d/yyyy">
                  <c:v>45937</c:v>
                </c:pt>
                <c:pt idx="1471" formatCode="m/d/yyyy">
                  <c:v>45938</c:v>
                </c:pt>
                <c:pt idx="1472" formatCode="m/d/yyyy">
                  <c:v>45939</c:v>
                </c:pt>
                <c:pt idx="1473" formatCode="m/d/yyyy">
                  <c:v>45940</c:v>
                </c:pt>
                <c:pt idx="1474" formatCode="m/d/yyyy">
                  <c:v>45943</c:v>
                </c:pt>
                <c:pt idx="1475" formatCode="m/d/yyyy">
                  <c:v>45944</c:v>
                </c:pt>
                <c:pt idx="1476" formatCode="m/d/yyyy">
                  <c:v>45945</c:v>
                </c:pt>
                <c:pt idx="1477" formatCode="m/d/yyyy">
                  <c:v>45946</c:v>
                </c:pt>
                <c:pt idx="1478" formatCode="m/d/yyyy">
                  <c:v>45947</c:v>
                </c:pt>
                <c:pt idx="1479" formatCode="m/d/yyyy">
                  <c:v>45950</c:v>
                </c:pt>
                <c:pt idx="1480" formatCode="m/d/yyyy">
                  <c:v>45951</c:v>
                </c:pt>
                <c:pt idx="1481" formatCode="m/d/yyyy">
                  <c:v>45952</c:v>
                </c:pt>
                <c:pt idx="1482" formatCode="m/d/yyyy">
                  <c:v>45953</c:v>
                </c:pt>
                <c:pt idx="1483" formatCode="m/d/yyyy">
                  <c:v>45954</c:v>
                </c:pt>
                <c:pt idx="1484" formatCode="m/d/yyyy">
                  <c:v>45957</c:v>
                </c:pt>
                <c:pt idx="1485" formatCode="m/d/yyyy">
                  <c:v>45958</c:v>
                </c:pt>
                <c:pt idx="1486" formatCode="m/d/yyyy">
                  <c:v>45959</c:v>
                </c:pt>
                <c:pt idx="1487" formatCode="m/d/yyyy">
                  <c:v>45960</c:v>
                </c:pt>
                <c:pt idx="1488" formatCode="m/d/yyyy">
                  <c:v>45961</c:v>
                </c:pt>
                <c:pt idx="1489" formatCode="m/d/yyyy">
                  <c:v>45964</c:v>
                </c:pt>
                <c:pt idx="1490" formatCode="m/d/yyyy">
                  <c:v>45965</c:v>
                </c:pt>
                <c:pt idx="1491" formatCode="m/d/yyyy">
                  <c:v>45966</c:v>
                </c:pt>
                <c:pt idx="1492" formatCode="m/d/yyyy">
                  <c:v>45967</c:v>
                </c:pt>
                <c:pt idx="1493" formatCode="m/d/yyyy">
                  <c:v>45968</c:v>
                </c:pt>
                <c:pt idx="1494" formatCode="m/d/yyyy">
                  <c:v>45971</c:v>
                </c:pt>
                <c:pt idx="1495" formatCode="m/d/yyyy">
                  <c:v>45972</c:v>
                </c:pt>
                <c:pt idx="1496" formatCode="m/d/yyyy">
                  <c:v>45973</c:v>
                </c:pt>
                <c:pt idx="1497" formatCode="m/d/yyyy">
                  <c:v>45974</c:v>
                </c:pt>
                <c:pt idx="1498" formatCode="m/d/yyyy">
                  <c:v>45975</c:v>
                </c:pt>
                <c:pt idx="1499" formatCode="m/d/yyyy">
                  <c:v>45978</c:v>
                </c:pt>
                <c:pt idx="1500" formatCode="m/d/yyyy">
                  <c:v>45979</c:v>
                </c:pt>
                <c:pt idx="1501" formatCode="m/d/yyyy">
                  <c:v>45980</c:v>
                </c:pt>
                <c:pt idx="1502" formatCode="m/d/yyyy">
                  <c:v>45981</c:v>
                </c:pt>
                <c:pt idx="1503" formatCode="m/d/yyyy">
                  <c:v>45982</c:v>
                </c:pt>
                <c:pt idx="1504" formatCode="m/d/yyyy">
                  <c:v>45985</c:v>
                </c:pt>
                <c:pt idx="1505" formatCode="m/d/yyyy">
                  <c:v>45986</c:v>
                </c:pt>
                <c:pt idx="1506" formatCode="m/d/yyyy">
                  <c:v>45987</c:v>
                </c:pt>
                <c:pt idx="1507" formatCode="m/d/yyyy">
                  <c:v>45988</c:v>
                </c:pt>
                <c:pt idx="1508" formatCode="m/d/yyyy">
                  <c:v>45989</c:v>
                </c:pt>
                <c:pt idx="1509" formatCode="m/d/yyyy">
                  <c:v>45992</c:v>
                </c:pt>
                <c:pt idx="1510" formatCode="m/d/yyyy">
                  <c:v>45993</c:v>
                </c:pt>
                <c:pt idx="1511" formatCode="m/d/yyyy">
                  <c:v>45994</c:v>
                </c:pt>
                <c:pt idx="1512" formatCode="m/d/yyyy">
                  <c:v>45995</c:v>
                </c:pt>
                <c:pt idx="1513" formatCode="m/d/yyyy">
                  <c:v>45996</c:v>
                </c:pt>
                <c:pt idx="1514" formatCode="m/d/yyyy">
                  <c:v>45999</c:v>
                </c:pt>
                <c:pt idx="1515" formatCode="m/d/yyyy">
                  <c:v>46000</c:v>
                </c:pt>
                <c:pt idx="1516" formatCode="m/d/yyyy">
                  <c:v>46001</c:v>
                </c:pt>
                <c:pt idx="1517" formatCode="m/d/yyyy">
                  <c:v>46002</c:v>
                </c:pt>
                <c:pt idx="1518" formatCode="m/d/yyyy">
                  <c:v>46003</c:v>
                </c:pt>
                <c:pt idx="1519" formatCode="m/d/yyyy">
                  <c:v>46006</c:v>
                </c:pt>
                <c:pt idx="1520" formatCode="m/d/yyyy">
                  <c:v>46007</c:v>
                </c:pt>
                <c:pt idx="1521" formatCode="m/d/yyyy">
                  <c:v>46008</c:v>
                </c:pt>
                <c:pt idx="1522" formatCode="m/d/yyyy">
                  <c:v>46009</c:v>
                </c:pt>
                <c:pt idx="1523" formatCode="m/d/yyyy">
                  <c:v>46010</c:v>
                </c:pt>
                <c:pt idx="1524" formatCode="m/d/yyyy">
                  <c:v>46013</c:v>
                </c:pt>
                <c:pt idx="1525" formatCode="m/d/yyyy">
                  <c:v>46014</c:v>
                </c:pt>
                <c:pt idx="1526" formatCode="m/d/yyyy">
                  <c:v>46015</c:v>
                </c:pt>
                <c:pt idx="1527" formatCode="m/d/yyyy">
                  <c:v>46016</c:v>
                </c:pt>
                <c:pt idx="1528" formatCode="m/d/yyyy">
                  <c:v>46017</c:v>
                </c:pt>
                <c:pt idx="1529" formatCode="m/d/yyyy">
                  <c:v>46020</c:v>
                </c:pt>
                <c:pt idx="1530" formatCode="m/d/yyyy">
                  <c:v>46021</c:v>
                </c:pt>
                <c:pt idx="1531" formatCode="m/d/yyyy">
                  <c:v>46022</c:v>
                </c:pt>
                <c:pt idx="1532" formatCode="m/d/yyyy">
                  <c:v>46023</c:v>
                </c:pt>
                <c:pt idx="1533" formatCode="m/d/yyyy">
                  <c:v>46024</c:v>
                </c:pt>
                <c:pt idx="1534" formatCode="m/d/yyyy">
                  <c:v>46027</c:v>
                </c:pt>
                <c:pt idx="1535" formatCode="m/d/yyyy">
                  <c:v>46028</c:v>
                </c:pt>
                <c:pt idx="1536" formatCode="m/d/yyyy">
                  <c:v>46029</c:v>
                </c:pt>
                <c:pt idx="1537" formatCode="m/d/yyyy">
                  <c:v>46030</c:v>
                </c:pt>
                <c:pt idx="1538" formatCode="m/d/yyyy">
                  <c:v>46031</c:v>
                </c:pt>
                <c:pt idx="1539" formatCode="m/d/yyyy">
                  <c:v>46034</c:v>
                </c:pt>
                <c:pt idx="1540" formatCode="m/d/yyyy">
                  <c:v>46035</c:v>
                </c:pt>
                <c:pt idx="1541" formatCode="m/d/yyyy">
                  <c:v>46036</c:v>
                </c:pt>
                <c:pt idx="1542" formatCode="m/d/yyyy">
                  <c:v>46037</c:v>
                </c:pt>
                <c:pt idx="1543" formatCode="m/d/yyyy">
                  <c:v>46038</c:v>
                </c:pt>
                <c:pt idx="1544" formatCode="m/d/yyyy">
                  <c:v>46041</c:v>
                </c:pt>
                <c:pt idx="1545" formatCode="m/d/yyyy">
                  <c:v>46042</c:v>
                </c:pt>
                <c:pt idx="1546" formatCode="m/d/yyyy">
                  <c:v>46043</c:v>
                </c:pt>
                <c:pt idx="1547" formatCode="m/d/yyyy">
                  <c:v>46044</c:v>
                </c:pt>
                <c:pt idx="1548" formatCode="m/d/yyyy">
                  <c:v>46045</c:v>
                </c:pt>
                <c:pt idx="1549" formatCode="m/d/yyyy">
                  <c:v>46048</c:v>
                </c:pt>
                <c:pt idx="1550" formatCode="m/d/yyyy">
                  <c:v>46049</c:v>
                </c:pt>
                <c:pt idx="1551" formatCode="m/d/yyyy">
                  <c:v>46050</c:v>
                </c:pt>
                <c:pt idx="1552" formatCode="m/d/yyyy">
                  <c:v>46051</c:v>
                </c:pt>
                <c:pt idx="1553" formatCode="m/d/yyyy">
                  <c:v>46052</c:v>
                </c:pt>
                <c:pt idx="1554" formatCode="m/d/yyyy">
                  <c:v>46055</c:v>
                </c:pt>
                <c:pt idx="1555" formatCode="m/d/yyyy">
                  <c:v>46056</c:v>
                </c:pt>
                <c:pt idx="1556" formatCode="m/d/yyyy">
                  <c:v>46057</c:v>
                </c:pt>
                <c:pt idx="1557" formatCode="m/d/yyyy">
                  <c:v>46058</c:v>
                </c:pt>
                <c:pt idx="1558" formatCode="m/d/yyyy">
                  <c:v>46059</c:v>
                </c:pt>
                <c:pt idx="1559" formatCode="m/d/yyyy">
                  <c:v>46062</c:v>
                </c:pt>
                <c:pt idx="1560" formatCode="m/d/yyyy">
                  <c:v>46063</c:v>
                </c:pt>
                <c:pt idx="1561" formatCode="m/d/yyyy">
                  <c:v>46064</c:v>
                </c:pt>
                <c:pt idx="1562" formatCode="m/d/yyyy">
                  <c:v>46065</c:v>
                </c:pt>
                <c:pt idx="1563" formatCode="m/d/yyyy">
                  <c:v>46066</c:v>
                </c:pt>
                <c:pt idx="1564" formatCode="m/d/yyyy">
                  <c:v>46069</c:v>
                </c:pt>
                <c:pt idx="1565" formatCode="m/d/yyyy">
                  <c:v>46070</c:v>
                </c:pt>
                <c:pt idx="1566" formatCode="m/d/yyyy">
                  <c:v>46071</c:v>
                </c:pt>
                <c:pt idx="1567" formatCode="m/d/yyyy">
                  <c:v>46072</c:v>
                </c:pt>
                <c:pt idx="1568" formatCode="m/d/yyyy">
                  <c:v>46073</c:v>
                </c:pt>
                <c:pt idx="1569" formatCode="m/d/yyyy">
                  <c:v>46076</c:v>
                </c:pt>
                <c:pt idx="1570" formatCode="m/d/yyyy">
                  <c:v>46077</c:v>
                </c:pt>
                <c:pt idx="1571" formatCode="m/d/yyyy">
                  <c:v>46078</c:v>
                </c:pt>
                <c:pt idx="1572" formatCode="m/d/yyyy">
                  <c:v>46079</c:v>
                </c:pt>
                <c:pt idx="1573" formatCode="m/d/yyyy">
                  <c:v>46080</c:v>
                </c:pt>
                <c:pt idx="1574" formatCode="m/d/yyyy">
                  <c:v>46083</c:v>
                </c:pt>
                <c:pt idx="1575" formatCode="m/d/yyyy">
                  <c:v>46084</c:v>
                </c:pt>
                <c:pt idx="1576" formatCode="m/d/yyyy">
                  <c:v>46085</c:v>
                </c:pt>
                <c:pt idx="1577" formatCode="m/d/yyyy">
                  <c:v>46086</c:v>
                </c:pt>
                <c:pt idx="1578" formatCode="m/d/yyyy">
                  <c:v>46087</c:v>
                </c:pt>
                <c:pt idx="1579" formatCode="m/d/yyyy">
                  <c:v>46090</c:v>
                </c:pt>
                <c:pt idx="1580" formatCode="m/d/yyyy">
                  <c:v>46091</c:v>
                </c:pt>
                <c:pt idx="1581" formatCode="m/d/yyyy">
                  <c:v>46092</c:v>
                </c:pt>
                <c:pt idx="1582" formatCode="m/d/yyyy">
                  <c:v>46093</c:v>
                </c:pt>
                <c:pt idx="1583" formatCode="m/d/yyyy">
                  <c:v>46094</c:v>
                </c:pt>
                <c:pt idx="1584" formatCode="m/d/yyyy">
                  <c:v>46097</c:v>
                </c:pt>
                <c:pt idx="1585" formatCode="m/d/yyyy">
                  <c:v>46098</c:v>
                </c:pt>
                <c:pt idx="1586" formatCode="m/d/yyyy">
                  <c:v>46099</c:v>
                </c:pt>
                <c:pt idx="1587" formatCode="m/d/yyyy">
                  <c:v>46100</c:v>
                </c:pt>
                <c:pt idx="1588" formatCode="m/d/yyyy">
                  <c:v>46101</c:v>
                </c:pt>
                <c:pt idx="1589" formatCode="m/d/yyyy">
                  <c:v>46104</c:v>
                </c:pt>
                <c:pt idx="1590" formatCode="m/d/yyyy">
                  <c:v>46105</c:v>
                </c:pt>
                <c:pt idx="1591" formatCode="m/d/yyyy">
                  <c:v>46106</c:v>
                </c:pt>
                <c:pt idx="1592" formatCode="m/d/yyyy">
                  <c:v>46107</c:v>
                </c:pt>
                <c:pt idx="1593" formatCode="m/d/yyyy">
                  <c:v>46108</c:v>
                </c:pt>
                <c:pt idx="1594" formatCode="m/d/yyyy">
                  <c:v>46111</c:v>
                </c:pt>
                <c:pt idx="1595" formatCode="m/d/yyyy">
                  <c:v>46112</c:v>
                </c:pt>
                <c:pt idx="1596" formatCode="m/d/yyyy">
                  <c:v>46113</c:v>
                </c:pt>
                <c:pt idx="1597" formatCode="m/d/yyyy">
                  <c:v>46114</c:v>
                </c:pt>
                <c:pt idx="1598" formatCode="m/d/yyyy">
                  <c:v>46115</c:v>
                </c:pt>
                <c:pt idx="1599" formatCode="m/d/yyyy">
                  <c:v>46118</c:v>
                </c:pt>
                <c:pt idx="1600" formatCode="m/d/yyyy">
                  <c:v>46119</c:v>
                </c:pt>
                <c:pt idx="1601" formatCode="m/d/yyyy">
                  <c:v>46120</c:v>
                </c:pt>
                <c:pt idx="1602" formatCode="m/d/yyyy">
                  <c:v>46121</c:v>
                </c:pt>
                <c:pt idx="1603" formatCode="m/d/yyyy">
                  <c:v>46122</c:v>
                </c:pt>
                <c:pt idx="1604" formatCode="m/d/yyyy">
                  <c:v>46125</c:v>
                </c:pt>
                <c:pt idx="1605" formatCode="m/d/yyyy">
                  <c:v>46126</c:v>
                </c:pt>
                <c:pt idx="1606" formatCode="m/d/yyyy">
                  <c:v>46127</c:v>
                </c:pt>
                <c:pt idx="1607" formatCode="m/d/yyyy">
                  <c:v>46128</c:v>
                </c:pt>
                <c:pt idx="1608" formatCode="m/d/yyyy">
                  <c:v>46129</c:v>
                </c:pt>
                <c:pt idx="1609" formatCode="m/d/yyyy">
                  <c:v>46132</c:v>
                </c:pt>
                <c:pt idx="1610" formatCode="m/d/yyyy">
                  <c:v>46133</c:v>
                </c:pt>
                <c:pt idx="1611" formatCode="m/d/yyyy">
                  <c:v>46134</c:v>
                </c:pt>
                <c:pt idx="1612" formatCode="m/d/yyyy">
                  <c:v>46135</c:v>
                </c:pt>
                <c:pt idx="1613" formatCode="m/d/yyyy">
                  <c:v>46136</c:v>
                </c:pt>
                <c:pt idx="1614" formatCode="m/d/yyyy">
                  <c:v>46139</c:v>
                </c:pt>
                <c:pt idx="1615" formatCode="m/d/yyyy">
                  <c:v>46140</c:v>
                </c:pt>
                <c:pt idx="1616" formatCode="m/d/yyyy">
                  <c:v>46141</c:v>
                </c:pt>
                <c:pt idx="1617" formatCode="m/d/yyyy">
                  <c:v>46142</c:v>
                </c:pt>
                <c:pt idx="1618" formatCode="m/d/yyyy">
                  <c:v>46143</c:v>
                </c:pt>
                <c:pt idx="1619" formatCode="m/d/yyyy">
                  <c:v>46146</c:v>
                </c:pt>
                <c:pt idx="1620" formatCode="m/d/yyyy">
                  <c:v>46147</c:v>
                </c:pt>
                <c:pt idx="1621" formatCode="m/d/yyyy">
                  <c:v>46148</c:v>
                </c:pt>
                <c:pt idx="1622" formatCode="m/d/yyyy">
                  <c:v>46149</c:v>
                </c:pt>
                <c:pt idx="1623" formatCode="m/d/yyyy">
                  <c:v>46150</c:v>
                </c:pt>
                <c:pt idx="1624" formatCode="m/d/yyyy">
                  <c:v>46153</c:v>
                </c:pt>
                <c:pt idx="1625" formatCode="m/d/yyyy">
                  <c:v>46154</c:v>
                </c:pt>
                <c:pt idx="1626" formatCode="m/d/yyyy">
                  <c:v>46155</c:v>
                </c:pt>
                <c:pt idx="1627" formatCode="m/d/yyyy">
                  <c:v>46156</c:v>
                </c:pt>
                <c:pt idx="1628" formatCode="m/d/yyyy">
                  <c:v>46157</c:v>
                </c:pt>
                <c:pt idx="1629" formatCode="m/d/yyyy">
                  <c:v>46160</c:v>
                </c:pt>
                <c:pt idx="1630" formatCode="m/d/yyyy">
                  <c:v>46161</c:v>
                </c:pt>
                <c:pt idx="1631" formatCode="m/d/yyyy">
                  <c:v>46162</c:v>
                </c:pt>
                <c:pt idx="1632" formatCode="m/d/yyyy">
                  <c:v>46163</c:v>
                </c:pt>
                <c:pt idx="1633" formatCode="m/d/yyyy">
                  <c:v>46164</c:v>
                </c:pt>
                <c:pt idx="1634" formatCode="m/d/yyyy">
                  <c:v>46167</c:v>
                </c:pt>
                <c:pt idx="1635" formatCode="m/d/yyyy">
                  <c:v>46168</c:v>
                </c:pt>
                <c:pt idx="1636" formatCode="m/d/yyyy">
                  <c:v>46169</c:v>
                </c:pt>
                <c:pt idx="1637" formatCode="m/d/yyyy">
                  <c:v>46170</c:v>
                </c:pt>
                <c:pt idx="1638" formatCode="m/d/yyyy">
                  <c:v>46171</c:v>
                </c:pt>
                <c:pt idx="1639" formatCode="m/d/yyyy">
                  <c:v>46174</c:v>
                </c:pt>
                <c:pt idx="1640" formatCode="m/d/yyyy">
                  <c:v>46175</c:v>
                </c:pt>
                <c:pt idx="1641" formatCode="m/d/yyyy">
                  <c:v>46176</c:v>
                </c:pt>
                <c:pt idx="1642" formatCode="m/d/yyyy">
                  <c:v>46177</c:v>
                </c:pt>
                <c:pt idx="1643" formatCode="m/d/yyyy">
                  <c:v>46178</c:v>
                </c:pt>
                <c:pt idx="1644" formatCode="m/d/yyyy">
                  <c:v>46181</c:v>
                </c:pt>
                <c:pt idx="1645" formatCode="m/d/yyyy">
                  <c:v>46182</c:v>
                </c:pt>
                <c:pt idx="1646" formatCode="m/d/yyyy">
                  <c:v>46183</c:v>
                </c:pt>
                <c:pt idx="1647" formatCode="m/d/yyyy">
                  <c:v>46184</c:v>
                </c:pt>
                <c:pt idx="1648" formatCode="m/d/yyyy">
                  <c:v>46185</c:v>
                </c:pt>
                <c:pt idx="1649" formatCode="m/d/yyyy">
                  <c:v>46188</c:v>
                </c:pt>
                <c:pt idx="1650" formatCode="m/d/yyyy">
                  <c:v>46189</c:v>
                </c:pt>
                <c:pt idx="1651" formatCode="m/d/yyyy">
                  <c:v>46190</c:v>
                </c:pt>
                <c:pt idx="1652" formatCode="m/d/yyyy">
                  <c:v>46191</c:v>
                </c:pt>
                <c:pt idx="1653" formatCode="m/d/yyyy">
                  <c:v>46192</c:v>
                </c:pt>
                <c:pt idx="1654" formatCode="m/d/yyyy">
                  <c:v>46195</c:v>
                </c:pt>
                <c:pt idx="1655" formatCode="m/d/yyyy">
                  <c:v>46196</c:v>
                </c:pt>
                <c:pt idx="1656" formatCode="m/d/yyyy">
                  <c:v>46197</c:v>
                </c:pt>
                <c:pt idx="1657" formatCode="m/d/yyyy">
                  <c:v>46198</c:v>
                </c:pt>
                <c:pt idx="1658" formatCode="m/d/yyyy">
                  <c:v>46199</c:v>
                </c:pt>
                <c:pt idx="1659" formatCode="m/d/yyyy">
                  <c:v>46202</c:v>
                </c:pt>
                <c:pt idx="1660" formatCode="m/d/yyyy">
                  <c:v>46203</c:v>
                </c:pt>
                <c:pt idx="1661" formatCode="m/d/yyyy">
                  <c:v>46204</c:v>
                </c:pt>
                <c:pt idx="1662" formatCode="m/d/yyyy">
                  <c:v>46205</c:v>
                </c:pt>
                <c:pt idx="1663" formatCode="m/d/yyyy">
                  <c:v>46206</c:v>
                </c:pt>
                <c:pt idx="1664" formatCode="m/d/yyyy">
                  <c:v>46209</c:v>
                </c:pt>
                <c:pt idx="1665" formatCode="m/d/yyyy">
                  <c:v>46210</c:v>
                </c:pt>
                <c:pt idx="1666" formatCode="m/d/yyyy">
                  <c:v>46211</c:v>
                </c:pt>
                <c:pt idx="1667" formatCode="m/d/yyyy">
                  <c:v>46212</c:v>
                </c:pt>
                <c:pt idx="1668" formatCode="m/d/yyyy">
                  <c:v>46213</c:v>
                </c:pt>
                <c:pt idx="1669" formatCode="m/d/yyyy">
                  <c:v>46216</c:v>
                </c:pt>
                <c:pt idx="1670" formatCode="m/d/yyyy">
                  <c:v>46217</c:v>
                </c:pt>
                <c:pt idx="1671" formatCode="m/d/yyyy">
                  <c:v>46218</c:v>
                </c:pt>
                <c:pt idx="1672" formatCode="m/d/yyyy">
                  <c:v>46219</c:v>
                </c:pt>
                <c:pt idx="1673" formatCode="m/d/yyyy">
                  <c:v>46220</c:v>
                </c:pt>
                <c:pt idx="1674" formatCode="m/d/yyyy">
                  <c:v>46223</c:v>
                </c:pt>
                <c:pt idx="1675" formatCode="m/d/yyyy">
                  <c:v>46224</c:v>
                </c:pt>
                <c:pt idx="1676" formatCode="m/d/yyyy">
                  <c:v>46225</c:v>
                </c:pt>
                <c:pt idx="1677" formatCode="m/d/yyyy">
                  <c:v>46226</c:v>
                </c:pt>
                <c:pt idx="1678" formatCode="m/d/yyyy">
                  <c:v>46227</c:v>
                </c:pt>
                <c:pt idx="1679" formatCode="m/d/yyyy">
                  <c:v>46230</c:v>
                </c:pt>
                <c:pt idx="1680" formatCode="m/d/yyyy">
                  <c:v>46231</c:v>
                </c:pt>
                <c:pt idx="1681" formatCode="m/d/yyyy">
                  <c:v>46232</c:v>
                </c:pt>
                <c:pt idx="1682" formatCode="m/d/yyyy">
                  <c:v>46233</c:v>
                </c:pt>
                <c:pt idx="1683" formatCode="m/d/yyyy">
                  <c:v>46234</c:v>
                </c:pt>
                <c:pt idx="1684" formatCode="m/d/yyyy">
                  <c:v>46237</c:v>
                </c:pt>
                <c:pt idx="1685" formatCode="m/d/yyyy">
                  <c:v>46238</c:v>
                </c:pt>
                <c:pt idx="1686" formatCode="m/d/yyyy">
                  <c:v>46239</c:v>
                </c:pt>
                <c:pt idx="1687" formatCode="m/d/yyyy">
                  <c:v>46240</c:v>
                </c:pt>
                <c:pt idx="1688" formatCode="m/d/yyyy">
                  <c:v>46241</c:v>
                </c:pt>
                <c:pt idx="1689" formatCode="m/d/yyyy">
                  <c:v>46244</c:v>
                </c:pt>
                <c:pt idx="1690" formatCode="m/d/yyyy">
                  <c:v>46245</c:v>
                </c:pt>
                <c:pt idx="1691" formatCode="m/d/yyyy">
                  <c:v>46246</c:v>
                </c:pt>
                <c:pt idx="1692" formatCode="m/d/yyyy">
                  <c:v>46247</c:v>
                </c:pt>
                <c:pt idx="1693" formatCode="m/d/yyyy">
                  <c:v>46248</c:v>
                </c:pt>
                <c:pt idx="1694" formatCode="m/d/yyyy">
                  <c:v>46251</c:v>
                </c:pt>
                <c:pt idx="1695" formatCode="m/d/yyyy">
                  <c:v>46252</c:v>
                </c:pt>
                <c:pt idx="1696" formatCode="m/d/yyyy">
                  <c:v>46253</c:v>
                </c:pt>
                <c:pt idx="1697" formatCode="m/d/yyyy">
                  <c:v>46254</c:v>
                </c:pt>
                <c:pt idx="1698" formatCode="m/d/yyyy">
                  <c:v>46255</c:v>
                </c:pt>
                <c:pt idx="1699" formatCode="m/d/yyyy">
                  <c:v>46258</c:v>
                </c:pt>
                <c:pt idx="1700" formatCode="m/d/yyyy">
                  <c:v>46259</c:v>
                </c:pt>
                <c:pt idx="1701" formatCode="m/d/yyyy">
                  <c:v>46260</c:v>
                </c:pt>
                <c:pt idx="1702" formatCode="m/d/yyyy">
                  <c:v>46261</c:v>
                </c:pt>
                <c:pt idx="1703" formatCode="m/d/yyyy">
                  <c:v>46262</c:v>
                </c:pt>
                <c:pt idx="1704" formatCode="m/d/yyyy">
                  <c:v>46265</c:v>
                </c:pt>
                <c:pt idx="1705" formatCode="m/d/yyyy">
                  <c:v>46266</c:v>
                </c:pt>
                <c:pt idx="1706" formatCode="m/d/yyyy">
                  <c:v>46267</c:v>
                </c:pt>
                <c:pt idx="1707" formatCode="m/d/yyyy">
                  <c:v>46268</c:v>
                </c:pt>
                <c:pt idx="1708" formatCode="m/d/yyyy">
                  <c:v>46269</c:v>
                </c:pt>
                <c:pt idx="1709" formatCode="m/d/yyyy">
                  <c:v>46272</c:v>
                </c:pt>
                <c:pt idx="1710" formatCode="m/d/yyyy">
                  <c:v>46273</c:v>
                </c:pt>
                <c:pt idx="1711" formatCode="m/d/yyyy">
                  <c:v>46274</c:v>
                </c:pt>
                <c:pt idx="1712" formatCode="m/d/yyyy">
                  <c:v>46275</c:v>
                </c:pt>
                <c:pt idx="1713" formatCode="m/d/yyyy">
                  <c:v>46276</c:v>
                </c:pt>
                <c:pt idx="1714" formatCode="m/d/yyyy">
                  <c:v>46279</c:v>
                </c:pt>
                <c:pt idx="1715" formatCode="m/d/yyyy">
                  <c:v>46280</c:v>
                </c:pt>
                <c:pt idx="1716" formatCode="m/d/yyyy">
                  <c:v>46281</c:v>
                </c:pt>
                <c:pt idx="1717" formatCode="m/d/yyyy">
                  <c:v>46282</c:v>
                </c:pt>
                <c:pt idx="1718" formatCode="m/d/yyyy">
                  <c:v>46283</c:v>
                </c:pt>
                <c:pt idx="1719" formatCode="m/d/yyyy">
                  <c:v>46286</c:v>
                </c:pt>
                <c:pt idx="1720" formatCode="m/d/yyyy">
                  <c:v>46287</c:v>
                </c:pt>
                <c:pt idx="1721" formatCode="m/d/yyyy">
                  <c:v>46288</c:v>
                </c:pt>
                <c:pt idx="1722" formatCode="m/d/yyyy">
                  <c:v>46289</c:v>
                </c:pt>
                <c:pt idx="1723" formatCode="m/d/yyyy">
                  <c:v>46290</c:v>
                </c:pt>
                <c:pt idx="1724" formatCode="m/d/yyyy">
                  <c:v>46293</c:v>
                </c:pt>
                <c:pt idx="1725" formatCode="m/d/yyyy">
                  <c:v>46294</c:v>
                </c:pt>
                <c:pt idx="1726" formatCode="m/d/yyyy">
                  <c:v>46295</c:v>
                </c:pt>
                <c:pt idx="1727" formatCode="m/d/yyyy">
                  <c:v>46296</c:v>
                </c:pt>
                <c:pt idx="1728" formatCode="m/d/yyyy">
                  <c:v>46297</c:v>
                </c:pt>
                <c:pt idx="1729" formatCode="m/d/yyyy">
                  <c:v>46300</c:v>
                </c:pt>
                <c:pt idx="1730" formatCode="m/d/yyyy">
                  <c:v>46301</c:v>
                </c:pt>
                <c:pt idx="1731" formatCode="m/d/yyyy">
                  <c:v>46302</c:v>
                </c:pt>
                <c:pt idx="1732" formatCode="m/d/yyyy">
                  <c:v>46303</c:v>
                </c:pt>
                <c:pt idx="1733" formatCode="m/d/yyyy">
                  <c:v>46304</c:v>
                </c:pt>
                <c:pt idx="1734" formatCode="m/d/yyyy">
                  <c:v>46307</c:v>
                </c:pt>
                <c:pt idx="1735" formatCode="m/d/yyyy">
                  <c:v>46308</c:v>
                </c:pt>
                <c:pt idx="1736" formatCode="m/d/yyyy">
                  <c:v>46309</c:v>
                </c:pt>
                <c:pt idx="1737" formatCode="m/d/yyyy">
                  <c:v>46310</c:v>
                </c:pt>
                <c:pt idx="1738" formatCode="m/d/yyyy">
                  <c:v>46311</c:v>
                </c:pt>
              </c:numCache>
            </c:numRef>
          </c:cat>
          <c:val>
            <c:numRef>
              <c:f>Sheet1!$P$981:$P$2732</c:f>
              <c:numCache>
                <c:formatCode>0.00%</c:formatCode>
                <c:ptCount val="1752"/>
                <c:pt idx="0">
                  <c:v>-4.5710809492028178E-3</c:v>
                </c:pt>
                <c:pt idx="1">
                  <c:v>-4.5193760304729162E-3</c:v>
                </c:pt>
                <c:pt idx="2">
                  <c:v>-4.5115822370288437E-3</c:v>
                </c:pt>
                <c:pt idx="3">
                  <c:v>-4.5849037715436271E-3</c:v>
                </c:pt>
                <c:pt idx="4">
                  <c:v>-5.3594617482028654E-3</c:v>
                </c:pt>
                <c:pt idx="5">
                  <c:v>-6.2564961797646392E-3</c:v>
                </c:pt>
                <c:pt idx="6">
                  <c:v>-6.6493748386884238E-3</c:v>
                </c:pt>
                <c:pt idx="7">
                  <c:v>-6.8604580463560907E-3</c:v>
                </c:pt>
                <c:pt idx="8">
                  <c:v>-6.598814834305973E-3</c:v>
                </c:pt>
                <c:pt idx="9">
                  <c:v>-6.4228119867808051E-3</c:v>
                </c:pt>
                <c:pt idx="10">
                  <c:v>-6.7708263462154649E-3</c:v>
                </c:pt>
                <c:pt idx="11">
                  <c:v>-7.0072841040973973E-3</c:v>
                </c:pt>
                <c:pt idx="12">
                  <c:v>-7.1347052211139118E-3</c:v>
                </c:pt>
                <c:pt idx="13">
                  <c:v>-7.0907051451704782E-3</c:v>
                </c:pt>
                <c:pt idx="14">
                  <c:v>-6.2655224291743722E-3</c:v>
                </c:pt>
                <c:pt idx="15">
                  <c:v>-4.7705814684065994E-3</c:v>
                </c:pt>
                <c:pt idx="16">
                  <c:v>-3.7662884000894611E-3</c:v>
                </c:pt>
                <c:pt idx="17">
                  <c:v>-2.974106782662504E-3</c:v>
                </c:pt>
                <c:pt idx="18">
                  <c:v>-2.5348703483894729E-3</c:v>
                </c:pt>
                <c:pt idx="19">
                  <c:v>-2.1565490003494039E-3</c:v>
                </c:pt>
                <c:pt idx="20">
                  <c:v>-8.4033827980026547E-4</c:v>
                </c:pt>
                <c:pt idx="21">
                  <c:v>-2.3332672792120494E-5</c:v>
                </c:pt>
                <c:pt idx="22">
                  <c:v>5.6550410703604982E-4</c:v>
                </c:pt>
                <c:pt idx="23">
                  <c:v>2.2584959315384323E-4</c:v>
                </c:pt>
                <c:pt idx="24">
                  <c:v>-8.5570490953223543E-4</c:v>
                </c:pt>
                <c:pt idx="25">
                  <c:v>-2.1202997711984401E-3</c:v>
                </c:pt>
                <c:pt idx="26">
                  <c:v>-2.436622126364862E-3</c:v>
                </c:pt>
                <c:pt idx="27">
                  <c:v>-1.9434858766959183E-3</c:v>
                </c:pt>
                <c:pt idx="28">
                  <c:v>-1.4578150629343373E-3</c:v>
                </c:pt>
                <c:pt idx="29">
                  <c:v>-1.1918775976721752E-3</c:v>
                </c:pt>
                <c:pt idx="30">
                  <c:v>-2.6611954769252123E-3</c:v>
                </c:pt>
                <c:pt idx="31">
                  <c:v>-3.5067132489251876E-3</c:v>
                </c:pt>
                <c:pt idx="32">
                  <c:v>-4.191092560468593E-3</c:v>
                </c:pt>
                <c:pt idx="33">
                  <c:v>-3.9790640199096842E-3</c:v>
                </c:pt>
                <c:pt idx="34">
                  <c:v>-2.8618349013742922E-3</c:v>
                </c:pt>
                <c:pt idx="35">
                  <c:v>-1.6327965365214286E-3</c:v>
                </c:pt>
                <c:pt idx="36">
                  <c:v>-1.3343251427034592E-3</c:v>
                </c:pt>
                <c:pt idx="37">
                  <c:v>-1.8351483453914914E-3</c:v>
                </c:pt>
                <c:pt idx="38">
                  <c:v>-2.4336224771184869E-3</c:v>
                </c:pt>
                <c:pt idx="39">
                  <c:v>-2.8873772063596924E-3</c:v>
                </c:pt>
                <c:pt idx="40">
                  <c:v>-4.6554738709523227E-3</c:v>
                </c:pt>
                <c:pt idx="41">
                  <c:v>-5.2960155413796558E-3</c:v>
                </c:pt>
                <c:pt idx="42">
                  <c:v>-5.4646621479817158E-3</c:v>
                </c:pt>
                <c:pt idx="43">
                  <c:v>-5.7608413837156817E-3</c:v>
                </c:pt>
                <c:pt idx="44">
                  <c:v>-4.9749879815888147E-3</c:v>
                </c:pt>
                <c:pt idx="45">
                  <c:v>-4.311873780494491E-3</c:v>
                </c:pt>
                <c:pt idx="46">
                  <c:v>-4.1013095055729325E-3</c:v>
                </c:pt>
                <c:pt idx="47">
                  <c:v>-3.8485275505196806E-3</c:v>
                </c:pt>
                <c:pt idx="48">
                  <c:v>-3.5064644873331655E-3</c:v>
                </c:pt>
                <c:pt idx="49">
                  <c:v>-3.6043987597548155E-3</c:v>
                </c:pt>
                <c:pt idx="50">
                  <c:v>-1.9014339001225751E-3</c:v>
                </c:pt>
                <c:pt idx="51">
                  <c:v>-1.1563391602190335E-3</c:v>
                </c:pt>
                <c:pt idx="52">
                  <c:v>-5.6238921764808288E-4</c:v>
                </c:pt>
                <c:pt idx="53">
                  <c:v>5.2408469642856062E-4</c:v>
                </c:pt>
                <c:pt idx="54">
                  <c:v>3.3531504778840993E-4</c:v>
                </c:pt>
                <c:pt idx="55">
                  <c:v>5.3691337717355983E-4</c:v>
                </c:pt>
                <c:pt idx="56">
                  <c:v>-1.0282757275717819E-4</c:v>
                </c:pt>
                <c:pt idx="57">
                  <c:v>-8.2563136625186104E-4</c:v>
                </c:pt>
                <c:pt idx="58">
                  <c:v>-1.6489352149194017E-3</c:v>
                </c:pt>
                <c:pt idx="59">
                  <c:v>-2.2559979976906827E-3</c:v>
                </c:pt>
                <c:pt idx="60">
                  <c:v>2.264378741304654E-4</c:v>
                </c:pt>
                <c:pt idx="61">
                  <c:v>1.9781728181498025E-3</c:v>
                </c:pt>
                <c:pt idx="62">
                  <c:v>3.3099635943693176E-3</c:v>
                </c:pt>
                <c:pt idx="63">
                  <c:v>4.8539740676931415E-3</c:v>
                </c:pt>
                <c:pt idx="64">
                  <c:v>5.0886444587126779E-3</c:v>
                </c:pt>
                <c:pt idx="65">
                  <c:v>5.0071376148417271E-3</c:v>
                </c:pt>
                <c:pt idx="66">
                  <c:v>6.290245205209391E-3</c:v>
                </c:pt>
                <c:pt idx="67">
                  <c:v>7.3568971535879326E-3</c:v>
                </c:pt>
                <c:pt idx="68">
                  <c:v>8.4053670426146067E-3</c:v>
                </c:pt>
                <c:pt idx="69">
                  <c:v>7.5204667967473729E-3</c:v>
                </c:pt>
                <c:pt idx="70">
                  <c:v>4.2286093980725813E-3</c:v>
                </c:pt>
                <c:pt idx="71">
                  <c:v>1.081327160234715E-3</c:v>
                </c:pt>
                <c:pt idx="72">
                  <c:v>-1.9901961125774839E-3</c:v>
                </c:pt>
                <c:pt idx="73">
                  <c:v>-3.797857234245465E-3</c:v>
                </c:pt>
                <c:pt idx="74">
                  <c:v>-4.7787490772710035E-3</c:v>
                </c:pt>
                <c:pt idx="75">
                  <c:v>-5.3825393946729198E-3</c:v>
                </c:pt>
                <c:pt idx="76">
                  <c:v>-6.1136356492797663E-3</c:v>
                </c:pt>
                <c:pt idx="77">
                  <c:v>-6.8421243900705225E-3</c:v>
                </c:pt>
                <c:pt idx="78">
                  <c:v>-7.0675189384374389E-3</c:v>
                </c:pt>
                <c:pt idx="79">
                  <c:v>-5.080834837442089E-3</c:v>
                </c:pt>
                <c:pt idx="80">
                  <c:v>-3.2577378808968582E-3</c:v>
                </c:pt>
                <c:pt idx="81">
                  <c:v>-9.5650180506939787E-4</c:v>
                </c:pt>
                <c:pt idx="82">
                  <c:v>8.1901959037190277E-4</c:v>
                </c:pt>
                <c:pt idx="83">
                  <c:v>4.151174114722031E-4</c:v>
                </c:pt>
                <c:pt idx="84">
                  <c:v>-8.6455991304537631E-6</c:v>
                </c:pt>
                <c:pt idx="85">
                  <c:v>-3.2830095467865569E-4</c:v>
                </c:pt>
                <c:pt idx="86">
                  <c:v>-5.2823278506324565E-4</c:v>
                </c:pt>
                <c:pt idx="87">
                  <c:v>1.8809551810946776E-4</c:v>
                </c:pt>
                <c:pt idx="88">
                  <c:v>3.9054650843400212E-4</c:v>
                </c:pt>
                <c:pt idx="89">
                  <c:v>3.1878656558654504E-4</c:v>
                </c:pt>
                <c:pt idx="90">
                  <c:v>1.2656518947932113E-4</c:v>
                </c:pt>
                <c:pt idx="91">
                  <c:v>-6.7438331856983194E-4</c:v>
                </c:pt>
                <c:pt idx="92">
                  <c:v>-8.5232050223160228E-4</c:v>
                </c:pt>
                <c:pt idx="93">
                  <c:v>-5.5429781228635638E-4</c:v>
                </c:pt>
                <c:pt idx="94">
                  <c:v>4.648301920634944E-4</c:v>
                </c:pt>
                <c:pt idx="95">
                  <c:v>9.4776367505764803E-4</c:v>
                </c:pt>
                <c:pt idx="96">
                  <c:v>1.4015372475110672E-3</c:v>
                </c:pt>
                <c:pt idx="97">
                  <c:v>1.0910803555409655E-3</c:v>
                </c:pt>
                <c:pt idx="98">
                  <c:v>7.4717264965621017E-4</c:v>
                </c:pt>
                <c:pt idx="99">
                  <c:v>9.4501011686742166E-6</c:v>
                </c:pt>
                <c:pt idx="100">
                  <c:v>-4.3559224433277791E-4</c:v>
                </c:pt>
                <c:pt idx="101">
                  <c:v>-4.268332509520932E-4</c:v>
                </c:pt>
                <c:pt idx="102">
                  <c:v>-5.5365744333913422E-4</c:v>
                </c:pt>
                <c:pt idx="103">
                  <c:v>-8.376516379426113E-4</c:v>
                </c:pt>
                <c:pt idx="104">
                  <c:v>-1.7011714215386404E-3</c:v>
                </c:pt>
                <c:pt idx="105">
                  <c:v>-2.2467860468177057E-3</c:v>
                </c:pt>
                <c:pt idx="106">
                  <c:v>-2.8414803606203777E-3</c:v>
                </c:pt>
                <c:pt idx="107">
                  <c:v>-2.9013850248232544E-3</c:v>
                </c:pt>
                <c:pt idx="108">
                  <c:v>-2.9604645396518522E-3</c:v>
                </c:pt>
                <c:pt idx="109">
                  <c:v>-2.4517676063986176E-3</c:v>
                </c:pt>
                <c:pt idx="110">
                  <c:v>-2.0725076346604157E-3</c:v>
                </c:pt>
                <c:pt idx="111">
                  <c:v>-2.0801893731237013E-3</c:v>
                </c:pt>
                <c:pt idx="112">
                  <c:v>-1.9249493973149644E-3</c:v>
                </c:pt>
                <c:pt idx="113">
                  <c:v>-1.9213958766354689E-3</c:v>
                </c:pt>
                <c:pt idx="114">
                  <c:v>-1.8933851390414206E-3</c:v>
                </c:pt>
                <c:pt idx="115">
                  <c:v>-1.6141877130159837E-3</c:v>
                </c:pt>
                <c:pt idx="116">
                  <c:v>-1.3114240960373385E-3</c:v>
                </c:pt>
                <c:pt idx="117">
                  <c:v>-1.2808989997170942E-3</c:v>
                </c:pt>
                <c:pt idx="118">
                  <c:v>-9.7936516025567055E-4</c:v>
                </c:pt>
                <c:pt idx="119">
                  <c:v>-6.3304037563371193E-4</c:v>
                </c:pt>
                <c:pt idx="120">
                  <c:v>-4.6179736093506575E-4</c:v>
                </c:pt>
                <c:pt idx="121">
                  <c:v>1.4658827419864254E-5</c:v>
                </c:pt>
                <c:pt idx="122">
                  <c:v>1.9059043121965498E-4</c:v>
                </c:pt>
                <c:pt idx="123">
                  <c:v>6.5480384623452931E-4</c:v>
                </c:pt>
                <c:pt idx="124">
                  <c:v>1.2614986349302158E-3</c:v>
                </c:pt>
                <c:pt idx="125">
                  <c:v>1.5648835199417615E-3</c:v>
                </c:pt>
                <c:pt idx="126">
                  <c:v>1.9694690356938183E-3</c:v>
                </c:pt>
                <c:pt idx="127">
                  <c:v>2.2602337142340243E-3</c:v>
                </c:pt>
                <c:pt idx="128">
                  <c:v>2.5194169454637082E-3</c:v>
                </c:pt>
                <c:pt idx="129">
                  <c:v>2.6747882978698603E-3</c:v>
                </c:pt>
                <c:pt idx="130">
                  <c:v>2.7190536239150428E-3</c:v>
                </c:pt>
                <c:pt idx="131">
                  <c:v>2.7011230930259326E-3</c:v>
                </c:pt>
                <c:pt idx="132">
                  <c:v>2.7588083062714871E-3</c:v>
                </c:pt>
                <c:pt idx="133">
                  <c:v>2.6084003011430505E-3</c:v>
                </c:pt>
                <c:pt idx="134">
                  <c:v>2.17394290481129E-3</c:v>
                </c:pt>
                <c:pt idx="135">
                  <c:v>1.7802677234589411E-3</c:v>
                </c:pt>
                <c:pt idx="136">
                  <c:v>1.3663906413128115E-3</c:v>
                </c:pt>
                <c:pt idx="137">
                  <c:v>1.0645227245920257E-3</c:v>
                </c:pt>
                <c:pt idx="138">
                  <c:v>8.0797388041347446E-4</c:v>
                </c:pt>
                <c:pt idx="139">
                  <c:v>7.0118723172982492E-4</c:v>
                </c:pt>
                <c:pt idx="140">
                  <c:v>6.6862256647006455E-4</c:v>
                </c:pt>
                <c:pt idx="141">
                  <c:v>7.237220836357808E-4</c:v>
                </c:pt>
                <c:pt idx="142">
                  <c:v>8.3798061198806471E-4</c:v>
                </c:pt>
                <c:pt idx="143">
                  <c:v>1.1146029377653549E-3</c:v>
                </c:pt>
                <c:pt idx="144">
                  <c:v>1.4672501192627258E-3</c:v>
                </c:pt>
                <c:pt idx="145">
                  <c:v>1.7791363967727372E-3</c:v>
                </c:pt>
                <c:pt idx="146">
                  <c:v>2.1217758035806788E-3</c:v>
                </c:pt>
                <c:pt idx="147">
                  <c:v>2.2001737015430994E-3</c:v>
                </c:pt>
                <c:pt idx="148">
                  <c:v>2.3685155195427845E-3</c:v>
                </c:pt>
                <c:pt idx="149">
                  <c:v>2.4863056896410806E-3</c:v>
                </c:pt>
                <c:pt idx="150">
                  <c:v>2.8482805378060132E-3</c:v>
                </c:pt>
                <c:pt idx="151">
                  <c:v>3.0363898081919322E-3</c:v>
                </c:pt>
                <c:pt idx="152">
                  <c:v>3.1642153249862781E-3</c:v>
                </c:pt>
                <c:pt idx="153">
                  <c:v>2.9593762579142608E-3</c:v>
                </c:pt>
                <c:pt idx="154">
                  <c:v>2.5931608616356541E-3</c:v>
                </c:pt>
                <c:pt idx="155">
                  <c:v>2.2366679131414083E-3</c:v>
                </c:pt>
                <c:pt idx="156">
                  <c:v>1.8328998436625092E-3</c:v>
                </c:pt>
                <c:pt idx="157">
                  <c:v>1.2367450193633048E-3</c:v>
                </c:pt>
                <c:pt idx="158">
                  <c:v>3.6426470263824717E-4</c:v>
                </c:pt>
                <c:pt idx="159">
                  <c:v>-2.6150548350998697E-4</c:v>
                </c:pt>
                <c:pt idx="160">
                  <c:v>-8.7131761250609991E-4</c:v>
                </c:pt>
                <c:pt idx="161">
                  <c:v>-8.2425646434231632E-4</c:v>
                </c:pt>
                <c:pt idx="162">
                  <c:v>-2.6492757083701089E-4</c:v>
                </c:pt>
                <c:pt idx="163">
                  <c:v>3.4024473876074075E-4</c:v>
                </c:pt>
                <c:pt idx="164">
                  <c:v>1.6136561218334546E-3</c:v>
                </c:pt>
                <c:pt idx="165">
                  <c:v>2.5706145291156607E-3</c:v>
                </c:pt>
                <c:pt idx="166">
                  <c:v>3.0679516185808499E-3</c:v>
                </c:pt>
                <c:pt idx="167">
                  <c:v>3.8889849246278433E-3</c:v>
                </c:pt>
                <c:pt idx="168">
                  <c:v>4.9204996664254357E-3</c:v>
                </c:pt>
                <c:pt idx="169">
                  <c:v>6.2410554849766636E-3</c:v>
                </c:pt>
                <c:pt idx="170">
                  <c:v>7.0243130756345333E-3</c:v>
                </c:pt>
                <c:pt idx="171">
                  <c:v>7.3593213341095944E-3</c:v>
                </c:pt>
                <c:pt idx="172">
                  <c:v>6.8207284742619907E-3</c:v>
                </c:pt>
                <c:pt idx="173">
                  <c:v>6.2341461899245859E-3</c:v>
                </c:pt>
                <c:pt idx="174">
                  <c:v>3.515340408275136E-3</c:v>
                </c:pt>
                <c:pt idx="175">
                  <c:v>1.534473553903131E-3</c:v>
                </c:pt>
                <c:pt idx="176">
                  <c:v>1.6096185628064751E-4</c:v>
                </c:pt>
                <c:pt idx="177">
                  <c:v>-1.3338944792956082E-3</c:v>
                </c:pt>
                <c:pt idx="178">
                  <c:v>-1.851845758255185E-3</c:v>
                </c:pt>
                <c:pt idx="179">
                  <c:v>-1.9865148294440321E-3</c:v>
                </c:pt>
                <c:pt idx="180">
                  <c:v>-1.8013127345416174E-3</c:v>
                </c:pt>
                <c:pt idx="181">
                  <c:v>-9.0291848194345439E-4</c:v>
                </c:pt>
                <c:pt idx="182">
                  <c:v>4.9974640135997642E-4</c:v>
                </c:pt>
                <c:pt idx="183">
                  <c:v>1.2721999836474754E-3</c:v>
                </c:pt>
                <c:pt idx="184">
                  <c:v>3.762220896422233E-3</c:v>
                </c:pt>
                <c:pt idx="185">
                  <c:v>4.6701127822740785E-3</c:v>
                </c:pt>
                <c:pt idx="186">
                  <c:v>5.3593545876598784E-3</c:v>
                </c:pt>
                <c:pt idx="187">
                  <c:v>6.2975631587111431E-3</c:v>
                </c:pt>
                <c:pt idx="188">
                  <c:v>6.2494592630103355E-3</c:v>
                </c:pt>
                <c:pt idx="189">
                  <c:v>5.4026165549637137E-3</c:v>
                </c:pt>
                <c:pt idx="190">
                  <c:v>4.6698812004621771E-3</c:v>
                </c:pt>
                <c:pt idx="191">
                  <c:v>3.2383464781475003E-3</c:v>
                </c:pt>
                <c:pt idx="192">
                  <c:v>1.8502278403301341E-3</c:v>
                </c:pt>
                <c:pt idx="193">
                  <c:v>2.4615891127155913E-3</c:v>
                </c:pt>
                <c:pt idx="194">
                  <c:v>-3.6872676076607435E-3</c:v>
                </c:pt>
                <c:pt idx="195">
                  <c:v>-6.885998553433248E-3</c:v>
                </c:pt>
                <c:pt idx="196">
                  <c:v>-9.631633670126722E-3</c:v>
                </c:pt>
                <c:pt idx="197">
                  <c:v>-1.3615661182127144E-2</c:v>
                </c:pt>
                <c:pt idx="198">
                  <c:v>-1.2806135603807039E-2</c:v>
                </c:pt>
                <c:pt idx="199">
                  <c:v>-1.2074087696319288E-2</c:v>
                </c:pt>
                <c:pt idx="200">
                  <c:v>-1.2567149853565713E-2</c:v>
                </c:pt>
                <c:pt idx="201">
                  <c:v>-1.3343941867273492E-2</c:v>
                </c:pt>
                <c:pt idx="202">
                  <c:v>-1.4317263954003692E-2</c:v>
                </c:pt>
                <c:pt idx="203">
                  <c:v>-1.613952396712004E-2</c:v>
                </c:pt>
                <c:pt idx="204">
                  <c:v>-1.0755292868568023E-2</c:v>
                </c:pt>
                <c:pt idx="205">
                  <c:v>-7.1074097722211805E-3</c:v>
                </c:pt>
                <c:pt idx="206">
                  <c:v>-3.8216076483984728E-3</c:v>
                </c:pt>
                <c:pt idx="207">
                  <c:v>4.7895208835846951E-4</c:v>
                </c:pt>
                <c:pt idx="208">
                  <c:v>-1.8365052259421491E-4</c:v>
                </c:pt>
                <c:pt idx="209">
                  <c:v>-3.1383787895236043E-3</c:v>
                </c:pt>
                <c:pt idx="210">
                  <c:v>-4.3106657600578864E-3</c:v>
                </c:pt>
                <c:pt idx="211">
                  <c:v>-5.7389861546926161E-3</c:v>
                </c:pt>
                <c:pt idx="212">
                  <c:v>-7.0127488919888171E-3</c:v>
                </c:pt>
                <c:pt idx="213">
                  <c:v>-4.4381052723287623E-3</c:v>
                </c:pt>
                <c:pt idx="214">
                  <c:v>-1.0158853647654488E-3</c:v>
                </c:pt>
                <c:pt idx="215">
                  <c:v>1.5584544638398319E-3</c:v>
                </c:pt>
                <c:pt idx="216">
                  <c:v>3.9429979368314294E-3</c:v>
                </c:pt>
                <c:pt idx="217">
                  <c:v>3.781634913008247E-3</c:v>
                </c:pt>
                <c:pt idx="218">
                  <c:v>3.5520906517764817E-3</c:v>
                </c:pt>
                <c:pt idx="219">
                  <c:v>2.1063712089941671E-3</c:v>
                </c:pt>
                <c:pt idx="220">
                  <c:v>1.2538360773999718E-3</c:v>
                </c:pt>
                <c:pt idx="221">
                  <c:v>9.2083032479360757E-4</c:v>
                </c:pt>
                <c:pt idx="222">
                  <c:v>5.610796698139076E-4</c:v>
                </c:pt>
                <c:pt idx="223">
                  <c:v>-1.910098906262894E-3</c:v>
                </c:pt>
                <c:pt idx="224">
                  <c:v>-5.3224115890145602E-3</c:v>
                </c:pt>
                <c:pt idx="225">
                  <c:v>-8.0761616043359529E-3</c:v>
                </c:pt>
                <c:pt idx="226">
                  <c:v>-1.0706841324560998E-2</c:v>
                </c:pt>
                <c:pt idx="227">
                  <c:v>-1.0561968541659705E-2</c:v>
                </c:pt>
                <c:pt idx="228">
                  <c:v>-1.0598755594790463E-2</c:v>
                </c:pt>
                <c:pt idx="229">
                  <c:v>-8.325883100653627E-3</c:v>
                </c:pt>
                <c:pt idx="230">
                  <c:v>-6.8815639791167992E-3</c:v>
                </c:pt>
                <c:pt idx="231">
                  <c:v>-5.3894184348482295E-3</c:v>
                </c:pt>
                <c:pt idx="232">
                  <c:v>-4.1114511908750184E-3</c:v>
                </c:pt>
                <c:pt idx="233">
                  <c:v>-4.1377348983794937E-3</c:v>
                </c:pt>
                <c:pt idx="234">
                  <c:v>-4.2484911497716405E-3</c:v>
                </c:pt>
                <c:pt idx="235">
                  <c:v>-4.3455206916932923E-3</c:v>
                </c:pt>
                <c:pt idx="236">
                  <c:v>-4.2782382990699573E-3</c:v>
                </c:pt>
                <c:pt idx="237">
                  <c:v>-4.3430151174920313E-3</c:v>
                </c:pt>
                <c:pt idx="238">
                  <c:v>-4.3481174916580548E-3</c:v>
                </c:pt>
                <c:pt idx="239">
                  <c:v>-3.2476032495594095E-3</c:v>
                </c:pt>
                <c:pt idx="240">
                  <c:v>-2.4260770419582888E-3</c:v>
                </c:pt>
                <c:pt idx="241">
                  <c:v>-7.7824985807753089E-5</c:v>
                </c:pt>
                <c:pt idx="242">
                  <c:v>2.5087144993700865E-3</c:v>
                </c:pt>
                <c:pt idx="243">
                  <c:v>4.1114033573270859E-3</c:v>
                </c:pt>
                <c:pt idx="244">
                  <c:v>6.3205383375981418E-3</c:v>
                </c:pt>
                <c:pt idx="245">
                  <c:v>8.4672498083444049E-3</c:v>
                </c:pt>
                <c:pt idx="246">
                  <c:v>1.053590216817474E-2</c:v>
                </c:pt>
                <c:pt idx="247">
                  <c:v>1.2840219767499023E-2</c:v>
                </c:pt>
                <c:pt idx="248">
                  <c:v>1.5294208086543701E-2</c:v>
                </c:pt>
                <c:pt idx="249">
                  <c:v>1.5668931002169394E-2</c:v>
                </c:pt>
                <c:pt idx="250">
                  <c:v>1.5720292738222969E-2</c:v>
                </c:pt>
                <c:pt idx="251">
                  <c:v>1.4163783373722347E-2</c:v>
                </c:pt>
                <c:pt idx="252">
                  <c:v>1.2425109066842873E-2</c:v>
                </c:pt>
                <c:pt idx="253">
                  <c:v>1.0663159200614114E-2</c:v>
                </c:pt>
                <c:pt idx="254">
                  <c:v>8.2740862972416028E-3</c:v>
                </c:pt>
                <c:pt idx="255">
                  <c:v>6.0279492639506611E-3</c:v>
                </c:pt>
                <c:pt idx="256">
                  <c:v>2.6815882524416669E-3</c:v>
                </c:pt>
                <c:pt idx="257">
                  <c:v>-5.7821619634595566E-4</c:v>
                </c:pt>
                <c:pt idx="258">
                  <c:v>-3.9449745596311144E-3</c:v>
                </c:pt>
                <c:pt idx="259">
                  <c:v>-5.7706816179505984E-3</c:v>
                </c:pt>
                <c:pt idx="260">
                  <c:v>-5.7278512509712333E-3</c:v>
                </c:pt>
                <c:pt idx="261">
                  <c:v>-5.5893940633579518E-3</c:v>
                </c:pt>
                <c:pt idx="262">
                  <c:v>-5.3337377321301671E-3</c:v>
                </c:pt>
                <c:pt idx="263">
                  <c:v>-4.9520279692884658E-3</c:v>
                </c:pt>
                <c:pt idx="264">
                  <c:v>-4.1386152729842394E-3</c:v>
                </c:pt>
                <c:pt idx="265">
                  <c:v>-3.8951864671617096E-3</c:v>
                </c:pt>
                <c:pt idx="266">
                  <c:v>-2.629137491959233E-3</c:v>
                </c:pt>
                <c:pt idx="267">
                  <c:v>-1.3971922906362236E-3</c:v>
                </c:pt>
                <c:pt idx="268">
                  <c:v>-2.3045829009657403E-3</c:v>
                </c:pt>
                <c:pt idx="269">
                  <c:v>-3.6581100883349114E-3</c:v>
                </c:pt>
                <c:pt idx="270">
                  <c:v>-5.7051598873155444E-3</c:v>
                </c:pt>
                <c:pt idx="271">
                  <c:v>-8.003928823954341E-3</c:v>
                </c:pt>
                <c:pt idx="272">
                  <c:v>-8.3322258122689973E-3</c:v>
                </c:pt>
                <c:pt idx="273">
                  <c:v>-8.8979066069169686E-3</c:v>
                </c:pt>
                <c:pt idx="274">
                  <c:v>-1.0272197350718604E-2</c:v>
                </c:pt>
                <c:pt idx="275">
                  <c:v>-1.0881256185024626E-2</c:v>
                </c:pt>
                <c:pt idx="276">
                  <c:v>-1.1536226916878348E-2</c:v>
                </c:pt>
                <c:pt idx="277">
                  <c:v>-1.1909251598728745E-2</c:v>
                </c:pt>
                <c:pt idx="278">
                  <c:v>-1.0007582896613073E-2</c:v>
                </c:pt>
                <c:pt idx="279">
                  <c:v>-7.0209994381610187E-3</c:v>
                </c:pt>
                <c:pt idx="280">
                  <c:v>-4.3046901234868162E-3</c:v>
                </c:pt>
                <c:pt idx="281">
                  <c:v>-1.5785064080381592E-3</c:v>
                </c:pt>
                <c:pt idx="282">
                  <c:v>-8.4402842705221491E-4</c:v>
                </c:pt>
                <c:pt idx="283">
                  <c:v>3.1804169730813623E-4</c:v>
                </c:pt>
                <c:pt idx="284">
                  <c:v>8.1866960195366959E-4</c:v>
                </c:pt>
                <c:pt idx="285">
                  <c:v>1.1349631429277164E-3</c:v>
                </c:pt>
                <c:pt idx="286">
                  <c:v>1.4167858803498042E-3</c:v>
                </c:pt>
                <c:pt idx="287">
                  <c:v>1.007646594745362E-3</c:v>
                </c:pt>
                <c:pt idx="288">
                  <c:v>6.6058424406817765E-4</c:v>
                </c:pt>
                <c:pt idx="289">
                  <c:v>1.0185679239970176E-4</c:v>
                </c:pt>
                <c:pt idx="290">
                  <c:v>-1.0078903372118409E-3</c:v>
                </c:pt>
                <c:pt idx="291">
                  <c:v>-1.856359569242327E-3</c:v>
                </c:pt>
                <c:pt idx="292">
                  <c:v>-2.6658628538035445E-3</c:v>
                </c:pt>
                <c:pt idx="293">
                  <c:v>-3.5188425099259139E-3</c:v>
                </c:pt>
                <c:pt idx="294">
                  <c:v>-3.3639784536232649E-3</c:v>
                </c:pt>
                <c:pt idx="295">
                  <c:v>-3.4080811527690538E-3</c:v>
                </c:pt>
                <c:pt idx="296">
                  <c:v>-4.1852684932118956E-3</c:v>
                </c:pt>
                <c:pt idx="297">
                  <c:v>-4.7233213019107333E-3</c:v>
                </c:pt>
                <c:pt idx="298">
                  <c:v>-5.4639735482952994E-3</c:v>
                </c:pt>
                <c:pt idx="299">
                  <c:v>-5.809287547271314E-3</c:v>
                </c:pt>
                <c:pt idx="300">
                  <c:v>-5.2741931593689442E-3</c:v>
                </c:pt>
                <c:pt idx="301">
                  <c:v>-5.1155245478109925E-3</c:v>
                </c:pt>
                <c:pt idx="302">
                  <c:v>-4.8659142015618998E-3</c:v>
                </c:pt>
                <c:pt idx="303">
                  <c:v>-4.9548469368088047E-3</c:v>
                </c:pt>
                <c:pt idx="304">
                  <c:v>-4.1194610895938641E-3</c:v>
                </c:pt>
                <c:pt idx="305">
                  <c:v>-3.385391315879986E-3</c:v>
                </c:pt>
                <c:pt idx="306">
                  <c:v>-1.6317318927486016E-3</c:v>
                </c:pt>
                <c:pt idx="307">
                  <c:v>-2.9903693419306527E-4</c:v>
                </c:pt>
                <c:pt idx="308">
                  <c:v>4.4657328616608954E-4</c:v>
                </c:pt>
                <c:pt idx="309">
                  <c:v>9.0755045303476944E-4</c:v>
                </c:pt>
                <c:pt idx="310">
                  <c:v>-5.8688405248180991E-5</c:v>
                </c:pt>
                <c:pt idx="311">
                  <c:v>-1.1342007067825298E-3</c:v>
                </c:pt>
                <c:pt idx="312">
                  <c:v>-2.2714164269292338E-3</c:v>
                </c:pt>
                <c:pt idx="313">
                  <c:v>-2.9980317025558052E-3</c:v>
                </c:pt>
                <c:pt idx="314">
                  <c:v>-4.6466787223169827E-3</c:v>
                </c:pt>
                <c:pt idx="315">
                  <c:v>-5.4463105527271629E-3</c:v>
                </c:pt>
                <c:pt idx="316">
                  <c:v>-5.8323072112157204E-3</c:v>
                </c:pt>
                <c:pt idx="317">
                  <c:v>-5.8316835878943867E-3</c:v>
                </c:pt>
                <c:pt idx="318">
                  <c:v>-5.2432148540856767E-3</c:v>
                </c:pt>
                <c:pt idx="319">
                  <c:v>-4.2302242260040691E-3</c:v>
                </c:pt>
                <c:pt idx="320">
                  <c:v>-3.8074278999938281E-3</c:v>
                </c:pt>
                <c:pt idx="321">
                  <c:v>-3.7238097182792779E-3</c:v>
                </c:pt>
                <c:pt idx="322">
                  <c:v>-3.5749842003570953E-3</c:v>
                </c:pt>
                <c:pt idx="323">
                  <c:v>-3.2437475382280688E-3</c:v>
                </c:pt>
                <c:pt idx="324">
                  <c:v>-3.1868914131432157E-3</c:v>
                </c:pt>
                <c:pt idx="325">
                  <c:v>-2.7622168367783468E-3</c:v>
                </c:pt>
                <c:pt idx="326">
                  <c:v>-2.8640205862853181E-3</c:v>
                </c:pt>
                <c:pt idx="327">
                  <c:v>-3.6459338102794573E-3</c:v>
                </c:pt>
                <c:pt idx="328">
                  <c:v>-4.2776819329247082E-3</c:v>
                </c:pt>
                <c:pt idx="329">
                  <c:v>-6.1968418549709246E-3</c:v>
                </c:pt>
                <c:pt idx="330">
                  <c:v>-6.908748865181359E-3</c:v>
                </c:pt>
                <c:pt idx="331">
                  <c:v>-6.56092293025691E-3</c:v>
                </c:pt>
                <c:pt idx="332">
                  <c:v>-6.3071586224998366E-3</c:v>
                </c:pt>
                <c:pt idx="333">
                  <c:v>-5.9711122727965187E-3</c:v>
                </c:pt>
                <c:pt idx="334">
                  <c:v>-5.646573169201077E-3</c:v>
                </c:pt>
                <c:pt idx="335">
                  <c:v>-6.4375770571465261E-3</c:v>
                </c:pt>
                <c:pt idx="336">
                  <c:v>-7.3597236087446349E-3</c:v>
                </c:pt>
                <c:pt idx="337">
                  <c:v>-7.5364675792560024E-3</c:v>
                </c:pt>
                <c:pt idx="338">
                  <c:v>-7.9672451333620969E-3</c:v>
                </c:pt>
                <c:pt idx="339">
                  <c:v>-8.2276008207349243E-3</c:v>
                </c:pt>
                <c:pt idx="340">
                  <c:v>-8.1725183003667507E-3</c:v>
                </c:pt>
                <c:pt idx="341">
                  <c:v>-8.5900762615228991E-3</c:v>
                </c:pt>
                <c:pt idx="342">
                  <c:v>-8.6842406831293129E-3</c:v>
                </c:pt>
                <c:pt idx="343">
                  <c:v>-8.4920271190991135E-3</c:v>
                </c:pt>
                <c:pt idx="344">
                  <c:v>-7.267762379726918E-3</c:v>
                </c:pt>
                <c:pt idx="345">
                  <c:v>-6.1545445533153689E-3</c:v>
                </c:pt>
                <c:pt idx="346">
                  <c:v>-4.9771914811640051E-3</c:v>
                </c:pt>
                <c:pt idx="347">
                  <c:v>-3.9291495044264015E-3</c:v>
                </c:pt>
                <c:pt idx="348">
                  <c:v>-3.3246068315462064E-3</c:v>
                </c:pt>
                <c:pt idx="349">
                  <c:v>-2.1803263984917563E-3</c:v>
                </c:pt>
                <c:pt idx="350">
                  <c:v>-1.1785290088023067E-3</c:v>
                </c:pt>
                <c:pt idx="351">
                  <c:v>-5.7330701989840879E-5</c:v>
                </c:pt>
                <c:pt idx="352">
                  <c:v>1.1144881377741123E-3</c:v>
                </c:pt>
                <c:pt idx="353">
                  <c:v>1.7894668217370978E-3</c:v>
                </c:pt>
                <c:pt idx="354">
                  <c:v>1.3974444459897268E-3</c:v>
                </c:pt>
                <c:pt idx="355">
                  <c:v>1.0372186907400226E-3</c:v>
                </c:pt>
                <c:pt idx="356">
                  <c:v>4.8654325337625095E-4</c:v>
                </c:pt>
                <c:pt idx="357">
                  <c:v>-6.8549901676124116E-4</c:v>
                </c:pt>
                <c:pt idx="358">
                  <c:v>-1.2572077927959966E-3</c:v>
                </c:pt>
                <c:pt idx="359">
                  <c:v>-2.1655210235006265E-3</c:v>
                </c:pt>
                <c:pt idx="360">
                  <c:v>-3.1256530270339497E-3</c:v>
                </c:pt>
                <c:pt idx="361">
                  <c:v>-3.3826194302109167E-3</c:v>
                </c:pt>
                <c:pt idx="362">
                  <c:v>-3.8723493713121609E-3</c:v>
                </c:pt>
                <c:pt idx="363">
                  <c:v>-4.2726831258352166E-3</c:v>
                </c:pt>
                <c:pt idx="364">
                  <c:v>-4.1407524342802881E-3</c:v>
                </c:pt>
                <c:pt idx="365">
                  <c:v>-4.1461540106134381E-3</c:v>
                </c:pt>
                <c:pt idx="366">
                  <c:v>-3.9975172445897069E-3</c:v>
                </c:pt>
                <c:pt idx="367">
                  <c:v>-3.3513816127322292E-3</c:v>
                </c:pt>
                <c:pt idx="368">
                  <c:v>-2.5054019160535793E-3</c:v>
                </c:pt>
                <c:pt idx="369">
                  <c:v>-1.1250158098454603E-3</c:v>
                </c:pt>
                <c:pt idx="370">
                  <c:v>-2.6042812911144934E-4</c:v>
                </c:pt>
                <c:pt idx="371">
                  <c:v>-7.253413990262431E-5</c:v>
                </c:pt>
                <c:pt idx="372">
                  <c:v>-3.5905864828131501E-4</c:v>
                </c:pt>
                <c:pt idx="373">
                  <c:v>-8.2109695296314362E-4</c:v>
                </c:pt>
                <c:pt idx="374">
                  <c:v>-1.6763138645142692E-3</c:v>
                </c:pt>
                <c:pt idx="375">
                  <c:v>-1.9349383139439283E-3</c:v>
                </c:pt>
                <c:pt idx="376">
                  <c:v>-1.4566688787327625E-3</c:v>
                </c:pt>
                <c:pt idx="377">
                  <c:v>-7.6322918999312001E-4</c:v>
                </c:pt>
                <c:pt idx="378">
                  <c:v>1.2842698212834659E-5</c:v>
                </c:pt>
                <c:pt idx="379">
                  <c:v>1.0083480582810821E-3</c:v>
                </c:pt>
                <c:pt idx="380">
                  <c:v>1.2301199375595409E-3</c:v>
                </c:pt>
                <c:pt idx="381">
                  <c:v>1.0685022214069354E-3</c:v>
                </c:pt>
                <c:pt idx="382">
                  <c:v>1.1388459781775725E-3</c:v>
                </c:pt>
                <c:pt idx="383">
                  <c:v>1.3680332300158621E-3</c:v>
                </c:pt>
                <c:pt idx="384">
                  <c:v>1.571328223137931E-3</c:v>
                </c:pt>
                <c:pt idx="385">
                  <c:v>1.8326764234539209E-3</c:v>
                </c:pt>
                <c:pt idx="386">
                  <c:v>1.3177385165126271E-3</c:v>
                </c:pt>
                <c:pt idx="387">
                  <c:v>3.4018656922308232E-4</c:v>
                </c:pt>
                <c:pt idx="388">
                  <c:v>-3.2135498636448438E-4</c:v>
                </c:pt>
                <c:pt idx="389">
                  <c:v>-1.6816600704086613E-3</c:v>
                </c:pt>
                <c:pt idx="390">
                  <c:v>-2.1197582010859489E-3</c:v>
                </c:pt>
                <c:pt idx="391">
                  <c:v>-1.984632484658412E-3</c:v>
                </c:pt>
                <c:pt idx="392">
                  <c:v>-2.223933491559795E-3</c:v>
                </c:pt>
                <c:pt idx="393">
                  <c:v>-2.0985765155167092E-3</c:v>
                </c:pt>
                <c:pt idx="394">
                  <c:v>-2.9069820598320644E-3</c:v>
                </c:pt>
                <c:pt idx="395">
                  <c:v>-3.9815496449120804E-3</c:v>
                </c:pt>
                <c:pt idx="396">
                  <c:v>-3.7234241725994134E-3</c:v>
                </c:pt>
                <c:pt idx="397">
                  <c:v>-2.6621534782418368E-3</c:v>
                </c:pt>
                <c:pt idx="398">
                  <c:v>-2.0125519564208735E-3</c:v>
                </c:pt>
                <c:pt idx="399">
                  <c:v>-5.447030233073309E-4</c:v>
                </c:pt>
                <c:pt idx="400">
                  <c:v>-1.2755251282705149E-3</c:v>
                </c:pt>
                <c:pt idx="401">
                  <c:v>-4.3839151780750065E-3</c:v>
                </c:pt>
                <c:pt idx="402">
                  <c:v>-3.7687994168338242E-3</c:v>
                </c:pt>
                <c:pt idx="403">
                  <c:v>-3.6113616181989126E-3</c:v>
                </c:pt>
                <c:pt idx="404">
                  <c:v>-1.3945527698737688E-3</c:v>
                </c:pt>
                <c:pt idx="405">
                  <c:v>2.0476898442470534E-3</c:v>
                </c:pt>
                <c:pt idx="406">
                  <c:v>-2.4191587330920062E-3</c:v>
                </c:pt>
                <c:pt idx="407">
                  <c:v>-7.4265273119392241E-3</c:v>
                </c:pt>
                <c:pt idx="408">
                  <c:v>-1.206422735887808E-2</c:v>
                </c:pt>
                <c:pt idx="409">
                  <c:v>-1.8957008068665057E-2</c:v>
                </c:pt>
                <c:pt idx="410">
                  <c:v>-1.7024127616582556E-2</c:v>
                </c:pt>
                <c:pt idx="411">
                  <c:v>-1.2439567534341653E-2</c:v>
                </c:pt>
                <c:pt idx="412">
                  <c:v>-1.3140038007992603E-2</c:v>
                </c:pt>
                <c:pt idx="413">
                  <c:v>-1.3757826860476555E-2</c:v>
                </c:pt>
                <c:pt idx="414">
                  <c:v>-1.6145894138386789E-2</c:v>
                </c:pt>
                <c:pt idx="415">
                  <c:v>-1.9484839305292049E-2</c:v>
                </c:pt>
                <c:pt idx="416">
                  <c:v>-1.5230614827037825E-2</c:v>
                </c:pt>
                <c:pt idx="417">
                  <c:v>-1.0663455519116075E-2</c:v>
                </c:pt>
                <c:pt idx="418">
                  <c:v>-6.9786475553495261E-3</c:v>
                </c:pt>
                <c:pt idx="419">
                  <c:v>-1.6486431072965165E-3</c:v>
                </c:pt>
                <c:pt idx="420">
                  <c:v>-2.2759199904882751E-3</c:v>
                </c:pt>
                <c:pt idx="421">
                  <c:v>-3.8626295815154012E-3</c:v>
                </c:pt>
                <c:pt idx="422">
                  <c:v>-3.4248001863347128E-3</c:v>
                </c:pt>
                <c:pt idx="423">
                  <c:v>-3.259060366198982E-3</c:v>
                </c:pt>
                <c:pt idx="424">
                  <c:v>-2.4750320342576096E-3</c:v>
                </c:pt>
                <c:pt idx="425">
                  <c:v>-1.4198458183739321E-3</c:v>
                </c:pt>
                <c:pt idx="426">
                  <c:v>-1.1808909496862734E-3</c:v>
                </c:pt>
                <c:pt idx="427">
                  <c:v>-1.2274845557105627E-3</c:v>
                </c:pt>
                <c:pt idx="428">
                  <c:v>-4.7749975961339198E-4</c:v>
                </c:pt>
                <c:pt idx="429">
                  <c:v>-2.1318521496904648E-4</c:v>
                </c:pt>
                <c:pt idx="430">
                  <c:v>-5.5924505606079087E-4</c:v>
                </c:pt>
                <c:pt idx="431">
                  <c:v>-2.8051213454123532E-4</c:v>
                </c:pt>
                <c:pt idx="432">
                  <c:v>-5.3196542958534019E-4</c:v>
                </c:pt>
                <c:pt idx="433">
                  <c:v>-2.6579043530649453E-4</c:v>
                </c:pt>
                <c:pt idx="434">
                  <c:v>1.4672693543220356E-4</c:v>
                </c:pt>
                <c:pt idx="435">
                  <c:v>4.9094127091731316E-4</c:v>
                </c:pt>
                <c:pt idx="436">
                  <c:v>1.165677963542229E-3</c:v>
                </c:pt>
                <c:pt idx="437">
                  <c:v>2.6583638080393511E-3</c:v>
                </c:pt>
                <c:pt idx="438">
                  <c:v>3.6765308772532881E-3</c:v>
                </c:pt>
                <c:pt idx="439">
                  <c:v>5.7477164117972542E-3</c:v>
                </c:pt>
                <c:pt idx="440">
                  <c:v>6.7588917592198263E-3</c:v>
                </c:pt>
                <c:pt idx="441">
                  <c:v>6.8231481064369871E-3</c:v>
                </c:pt>
                <c:pt idx="442">
                  <c:v>7.5024990940253666E-3</c:v>
                </c:pt>
                <c:pt idx="443">
                  <c:v>8.3466183347889033E-3</c:v>
                </c:pt>
                <c:pt idx="444">
                  <c:v>9.7347432469859132E-3</c:v>
                </c:pt>
                <c:pt idx="445">
                  <c:v>1.0010227910786857E-2</c:v>
                </c:pt>
                <c:pt idx="446">
                  <c:v>9.9660105887860763E-3</c:v>
                </c:pt>
                <c:pt idx="447">
                  <c:v>7.8313019024775967E-3</c:v>
                </c:pt>
                <c:pt idx="448">
                  <c:v>5.2074270490434895E-3</c:v>
                </c:pt>
                <c:pt idx="449">
                  <c:v>1.8852045325049526E-3</c:v>
                </c:pt>
                <c:pt idx="450">
                  <c:v>-1.5178527008110864E-4</c:v>
                </c:pt>
                <c:pt idx="451">
                  <c:v>-1.332547778364163E-3</c:v>
                </c:pt>
                <c:pt idx="452">
                  <c:v>-2.9564325020636647E-3</c:v>
                </c:pt>
                <c:pt idx="453">
                  <c:v>-5.8589775953869685E-3</c:v>
                </c:pt>
                <c:pt idx="454">
                  <c:v>-1.0219977297511056E-2</c:v>
                </c:pt>
                <c:pt idx="455">
                  <c:v>-1.2133177544470321E-2</c:v>
                </c:pt>
                <c:pt idx="456">
                  <c:v>-1.3359693009914598E-2</c:v>
                </c:pt>
                <c:pt idx="457">
                  <c:v>-1.2653203114209999E-2</c:v>
                </c:pt>
                <c:pt idx="458">
                  <c:v>-1.1490477597489203E-2</c:v>
                </c:pt>
                <c:pt idx="459">
                  <c:v>-1.0310976566100019E-2</c:v>
                </c:pt>
                <c:pt idx="460">
                  <c:v>-9.0180565220680207E-3</c:v>
                </c:pt>
                <c:pt idx="461">
                  <c:v>-7.8545409601410744E-3</c:v>
                </c:pt>
                <c:pt idx="462">
                  <c:v>-6.0883575415440327E-3</c:v>
                </c:pt>
                <c:pt idx="463">
                  <c:v>-3.2627545652008745E-3</c:v>
                </c:pt>
                <c:pt idx="464">
                  <c:v>6.7285924375449124E-4</c:v>
                </c:pt>
                <c:pt idx="465">
                  <c:v>5.9689484491622026E-4</c:v>
                </c:pt>
                <c:pt idx="466">
                  <c:v>-5.86282965979441E-4</c:v>
                </c:pt>
                <c:pt idx="467">
                  <c:v>-2.7889782201820363E-3</c:v>
                </c:pt>
                <c:pt idx="468">
                  <c:v>-5.0114764760015394E-3</c:v>
                </c:pt>
                <c:pt idx="469">
                  <c:v>-5.9106749819913401E-3</c:v>
                </c:pt>
                <c:pt idx="470">
                  <c:v>-6.501867604319202E-3</c:v>
                </c:pt>
                <c:pt idx="471">
                  <c:v>-7.0936237563070242E-3</c:v>
                </c:pt>
                <c:pt idx="472">
                  <c:v>-7.8701975302594707E-3</c:v>
                </c:pt>
                <c:pt idx="473">
                  <c:v>-8.3134203391511431E-3</c:v>
                </c:pt>
                <c:pt idx="474">
                  <c:v>-9.2082474279802408E-3</c:v>
                </c:pt>
                <c:pt idx="475">
                  <c:v>-7.8232463129915102E-3</c:v>
                </c:pt>
                <c:pt idx="476">
                  <c:v>-5.8942866716972953E-3</c:v>
                </c:pt>
                <c:pt idx="477">
                  <c:v>-3.4837124932888507E-3</c:v>
                </c:pt>
                <c:pt idx="478">
                  <c:v>-9.8801623258715525E-4</c:v>
                </c:pt>
                <c:pt idx="479">
                  <c:v>6.2524712705973578E-4</c:v>
                </c:pt>
                <c:pt idx="480">
                  <c:v>1.0434677699509875E-3</c:v>
                </c:pt>
                <c:pt idx="481">
                  <c:v>1.2297325339569872E-3</c:v>
                </c:pt>
                <c:pt idx="482">
                  <c:v>1.358710610377312E-3</c:v>
                </c:pt>
                <c:pt idx="483">
                  <c:v>5.0841013245626378E-4</c:v>
                </c:pt>
                <c:pt idx="484">
                  <c:v>-3.1489183022437409E-4</c:v>
                </c:pt>
                <c:pt idx="485">
                  <c:v>-9.4599820043902538E-4</c:v>
                </c:pt>
                <c:pt idx="486">
                  <c:v>-1.7952052049793137E-3</c:v>
                </c:pt>
                <c:pt idx="487">
                  <c:v>-2.4858534563477735E-3</c:v>
                </c:pt>
                <c:pt idx="488">
                  <c:v>-2.8589179406087782E-3</c:v>
                </c:pt>
                <c:pt idx="489">
                  <c:v>-1.5778893740275295E-3</c:v>
                </c:pt>
                <c:pt idx="490">
                  <c:v>-6.307480156316457E-4</c:v>
                </c:pt>
                <c:pt idx="491">
                  <c:v>-3.7460501969118971E-5</c:v>
                </c:pt>
                <c:pt idx="492">
                  <c:v>3.8704864653450136E-4</c:v>
                </c:pt>
                <c:pt idx="493">
                  <c:v>2.1752448981772493E-4</c:v>
                </c:pt>
                <c:pt idx="494">
                  <c:v>9.8096150710355644E-4</c:v>
                </c:pt>
                <c:pt idx="495">
                  <c:v>1.8112260170832788E-3</c:v>
                </c:pt>
                <c:pt idx="496">
                  <c:v>2.2068831096516998E-3</c:v>
                </c:pt>
                <c:pt idx="497">
                  <c:v>2.1257389455464058E-3</c:v>
                </c:pt>
                <c:pt idx="498">
                  <c:v>1.2168068098669508E-3</c:v>
                </c:pt>
                <c:pt idx="499">
                  <c:v>-1.0548669643967649E-3</c:v>
                </c:pt>
                <c:pt idx="500">
                  <c:v>-2.4544164899113125E-3</c:v>
                </c:pt>
                <c:pt idx="501">
                  <c:v>-3.1698509491344812E-3</c:v>
                </c:pt>
                <c:pt idx="502">
                  <c:v>-3.6605389898510406E-3</c:v>
                </c:pt>
                <c:pt idx="503">
                  <c:v>-3.4457183252889268E-3</c:v>
                </c:pt>
                <c:pt idx="504">
                  <c:v>-3.5186740817578846E-3</c:v>
                </c:pt>
                <c:pt idx="505">
                  <c:v>-4.1559361137513962E-3</c:v>
                </c:pt>
                <c:pt idx="506">
                  <c:v>-4.4201364690988985E-3</c:v>
                </c:pt>
                <c:pt idx="507">
                  <c:v>-4.4216357771858089E-3</c:v>
                </c:pt>
                <c:pt idx="508">
                  <c:v>-3.7714016394476422E-3</c:v>
                </c:pt>
                <c:pt idx="509">
                  <c:v>-3.0503709443861675E-3</c:v>
                </c:pt>
                <c:pt idx="510">
                  <c:v>-1.7488489466002445E-3</c:v>
                </c:pt>
                <c:pt idx="511">
                  <c:v>-4.9952843054672171E-4</c:v>
                </c:pt>
                <c:pt idx="512">
                  <c:v>2.9903218793249679E-4</c:v>
                </c:pt>
                <c:pt idx="513">
                  <c:v>1.4515941649724568E-3</c:v>
                </c:pt>
                <c:pt idx="514">
                  <c:v>1.9005306584843451E-3</c:v>
                </c:pt>
                <c:pt idx="515">
                  <c:v>2.3578821571971502E-3</c:v>
                </c:pt>
                <c:pt idx="516">
                  <c:v>3.0259665079933173E-3</c:v>
                </c:pt>
                <c:pt idx="517">
                  <c:v>3.3319498258618163E-3</c:v>
                </c:pt>
                <c:pt idx="518">
                  <c:v>3.2182393971688129E-3</c:v>
                </c:pt>
                <c:pt idx="519">
                  <c:v>3.6897780204841386E-3</c:v>
                </c:pt>
                <c:pt idx="520">
                  <c:v>2.7630497732482541E-3</c:v>
                </c:pt>
                <c:pt idx="521">
                  <c:v>1.8861454747229715E-3</c:v>
                </c:pt>
                <c:pt idx="522">
                  <c:v>1.9742725303205852E-3</c:v>
                </c:pt>
                <c:pt idx="523">
                  <c:v>8.5408530241469721E-4</c:v>
                </c:pt>
                <c:pt idx="524">
                  <c:v>5.9493926599919582E-4</c:v>
                </c:pt>
                <c:pt idx="525">
                  <c:v>8.0672157706443361E-4</c:v>
                </c:pt>
                <c:pt idx="526">
                  <c:v>3.0949895572509879E-4</c:v>
                </c:pt>
                <c:pt idx="527">
                  <c:v>5.2051596700800065E-5</c:v>
                </c:pt>
                <c:pt idx="528">
                  <c:v>-6.9094370645148592E-4</c:v>
                </c:pt>
                <c:pt idx="529">
                  <c:v>-3.1778844426070068E-3</c:v>
                </c:pt>
                <c:pt idx="530">
                  <c:v>-4.3287418526792749E-3</c:v>
                </c:pt>
                <c:pt idx="531">
                  <c:v>-5.2227894967115732E-3</c:v>
                </c:pt>
                <c:pt idx="532">
                  <c:v>-4.5736209471044145E-3</c:v>
                </c:pt>
                <c:pt idx="533">
                  <c:v>-2.2361393203301346E-3</c:v>
                </c:pt>
                <c:pt idx="534">
                  <c:v>1.7030085127001833E-3</c:v>
                </c:pt>
                <c:pt idx="535">
                  <c:v>4.6887198445575203E-3</c:v>
                </c:pt>
                <c:pt idx="536">
                  <c:v>7.074588892024461E-3</c:v>
                </c:pt>
                <c:pt idx="537">
                  <c:v>8.3834474250259975E-3</c:v>
                </c:pt>
                <c:pt idx="538">
                  <c:v>9.3729491079976197E-3</c:v>
                </c:pt>
                <c:pt idx="539">
                  <c:v>1.0094196563370711E-2</c:v>
                </c:pt>
                <c:pt idx="540">
                  <c:v>1.0156609733191581E-2</c:v>
                </c:pt>
                <c:pt idx="541">
                  <c:v>1.0406541395683875E-2</c:v>
                </c:pt>
                <c:pt idx="542">
                  <c:v>7.7472479554661381E-3</c:v>
                </c:pt>
                <c:pt idx="543">
                  <c:v>4.4663529647525537E-3</c:v>
                </c:pt>
                <c:pt idx="544">
                  <c:v>1.2119098154297243E-3</c:v>
                </c:pt>
                <c:pt idx="545">
                  <c:v>-1.8272370924602523E-3</c:v>
                </c:pt>
                <c:pt idx="546">
                  <c:v>-1.4731853094686366E-3</c:v>
                </c:pt>
                <c:pt idx="547">
                  <c:v>-6.0242737637128429E-4</c:v>
                </c:pt>
                <c:pt idx="548">
                  <c:v>-9.259490287907152E-6</c:v>
                </c:pt>
                <c:pt idx="549">
                  <c:v>2.1665490226463464E-3</c:v>
                </c:pt>
                <c:pt idx="550">
                  <c:v>2.8923508544351365E-3</c:v>
                </c:pt>
                <c:pt idx="551">
                  <c:v>3.7478626337484936E-3</c:v>
                </c:pt>
                <c:pt idx="552">
                  <c:v>5.4528694001124006E-3</c:v>
                </c:pt>
                <c:pt idx="553">
                  <c:v>7.8690028753060914E-3</c:v>
                </c:pt>
                <c:pt idx="554">
                  <c:v>9.1706719338354534E-3</c:v>
                </c:pt>
                <c:pt idx="555">
                  <c:v>1.0499763153987799E-2</c:v>
                </c:pt>
                <c:pt idx="556">
                  <c:v>9.4144246712339757E-3</c:v>
                </c:pt>
                <c:pt idx="557">
                  <c:v>9.0717616692909918E-3</c:v>
                </c:pt>
                <c:pt idx="558">
                  <c:v>9.4118529707878321E-3</c:v>
                </c:pt>
                <c:pt idx="559">
                  <c:v>8.8624920661031486E-3</c:v>
                </c:pt>
                <c:pt idx="560">
                  <c:v>9.4552099587675992E-3</c:v>
                </c:pt>
                <c:pt idx="561">
                  <c:v>8.4028205950217594E-3</c:v>
                </c:pt>
                <c:pt idx="562">
                  <c:v>7.2661597442625209E-3</c:v>
                </c:pt>
                <c:pt idx="563">
                  <c:v>5.6145081595703611E-3</c:v>
                </c:pt>
                <c:pt idx="564">
                  <c:v>3.2558653874794827E-3</c:v>
                </c:pt>
                <c:pt idx="565">
                  <c:v>1.6083585593019132E-3</c:v>
                </c:pt>
                <c:pt idx="566">
                  <c:v>-4.7858469907548909E-5</c:v>
                </c:pt>
                <c:pt idx="567">
                  <c:v>-2.0405799766273049E-3</c:v>
                </c:pt>
                <c:pt idx="568">
                  <c:v>-3.3275372274602375E-3</c:v>
                </c:pt>
                <c:pt idx="569">
                  <c:v>-4.6286778265099728E-3</c:v>
                </c:pt>
                <c:pt idx="570">
                  <c:v>-5.2379359667816807E-3</c:v>
                </c:pt>
                <c:pt idx="571">
                  <c:v>-4.3272104911653087E-3</c:v>
                </c:pt>
                <c:pt idx="572">
                  <c:v>-3.3843903651723088E-3</c:v>
                </c:pt>
                <c:pt idx="573">
                  <c:v>-2.4067625845374772E-3</c:v>
                </c:pt>
                <c:pt idx="574">
                  <c:v>-9.9116913687411284E-5</c:v>
                </c:pt>
                <c:pt idx="575">
                  <c:v>1.4598903019376313E-3</c:v>
                </c:pt>
                <c:pt idx="576">
                  <c:v>3.1315795419311144E-3</c:v>
                </c:pt>
                <c:pt idx="577">
                  <c:v>4.9403592349179714E-3</c:v>
                </c:pt>
                <c:pt idx="578">
                  <c:v>4.6637896617677393E-3</c:v>
                </c:pt>
                <c:pt idx="579">
                  <c:v>4.5833640494524572E-3</c:v>
                </c:pt>
                <c:pt idx="580">
                  <c:v>4.3074138002559053E-3</c:v>
                </c:pt>
                <c:pt idx="581">
                  <c:v>3.461312811834317E-3</c:v>
                </c:pt>
                <c:pt idx="582">
                  <c:v>2.611534822484835E-3</c:v>
                </c:pt>
                <c:pt idx="583">
                  <c:v>1.7402020519506547E-3</c:v>
                </c:pt>
                <c:pt idx="584">
                  <c:v>-8.6336083607293568E-4</c:v>
                </c:pt>
                <c:pt idx="585">
                  <c:v>-2.8966707370077483E-3</c:v>
                </c:pt>
                <c:pt idx="586">
                  <c:v>-5.2365318696902261E-3</c:v>
                </c:pt>
                <c:pt idx="587">
                  <c:v>-6.4588464300707107E-3</c:v>
                </c:pt>
                <c:pt idx="588">
                  <c:v>-4.1396338904825464E-3</c:v>
                </c:pt>
                <c:pt idx="589">
                  <c:v>-2.6959874896962262E-3</c:v>
                </c:pt>
                <c:pt idx="590">
                  <c:v>-1.2571041335197723E-3</c:v>
                </c:pt>
                <c:pt idx="591">
                  <c:v>-8.1157873459603014E-4</c:v>
                </c:pt>
                <c:pt idx="592">
                  <c:v>-9.0470023838849496E-4</c:v>
                </c:pt>
                <c:pt idx="593">
                  <c:v>-5.1258482091855813E-4</c:v>
                </c:pt>
                <c:pt idx="594">
                  <c:v>1.0539328045890209E-4</c:v>
                </c:pt>
                <c:pt idx="595">
                  <c:v>3.3768810210650158E-4</c:v>
                </c:pt>
                <c:pt idx="596">
                  <c:v>1.1162311795886496E-3</c:v>
                </c:pt>
                <c:pt idx="597">
                  <c:v>-3.7465281428673837E-5</c:v>
                </c:pt>
                <c:pt idx="598">
                  <c:v>-2.4606800758235638E-3</c:v>
                </c:pt>
                <c:pt idx="599">
                  <c:v>-2.3903447368722151E-3</c:v>
                </c:pt>
                <c:pt idx="600">
                  <c:v>-3.29741588281433E-3</c:v>
                </c:pt>
                <c:pt idx="601">
                  <c:v>-2.8989324368233018E-3</c:v>
                </c:pt>
                <c:pt idx="602">
                  <c:v>-2.6980459878365413E-3</c:v>
                </c:pt>
                <c:pt idx="603">
                  <c:v>-5.4652864523096296E-3</c:v>
                </c:pt>
                <c:pt idx="604">
                  <c:v>-7.6085710152334392E-3</c:v>
                </c:pt>
                <c:pt idx="605">
                  <c:v>-9.3848641487543176E-3</c:v>
                </c:pt>
                <c:pt idx="606">
                  <c:v>-1.1186626864282803E-2</c:v>
                </c:pt>
                <c:pt idx="607">
                  <c:v>-1.2826522681855173E-2</c:v>
                </c:pt>
                <c:pt idx="608">
                  <c:v>-1.5059304857028371E-2</c:v>
                </c:pt>
                <c:pt idx="609">
                  <c:v>-1.8078269977230096E-2</c:v>
                </c:pt>
                <c:pt idx="610">
                  <c:v>-1.9587898353337557E-2</c:v>
                </c:pt>
                <c:pt idx="611">
                  <c:v>-1.9919383831930832E-2</c:v>
                </c:pt>
                <c:pt idx="612">
                  <c:v>-1.9423607384519582E-2</c:v>
                </c:pt>
                <c:pt idx="613">
                  <c:v>-1.5358813940725528E-2</c:v>
                </c:pt>
                <c:pt idx="614">
                  <c:v>-1.3283252571888299E-2</c:v>
                </c:pt>
                <c:pt idx="615">
                  <c:v>-1.1919441827740141E-2</c:v>
                </c:pt>
                <c:pt idx="616">
                  <c:v>-1.0721995200157463E-2</c:v>
                </c:pt>
                <c:pt idx="617">
                  <c:v>-9.343622655066209E-3</c:v>
                </c:pt>
                <c:pt idx="618">
                  <c:v>-4.2740700570918794E-3</c:v>
                </c:pt>
                <c:pt idx="619">
                  <c:v>-4.560402899795264E-4</c:v>
                </c:pt>
                <c:pt idx="620">
                  <c:v>2.4978322118728667E-3</c:v>
                </c:pt>
                <c:pt idx="621">
                  <c:v>3.8498472956154479E-3</c:v>
                </c:pt>
                <c:pt idx="622">
                  <c:v>2.8531940054842787E-3</c:v>
                </c:pt>
                <c:pt idx="623">
                  <c:v>-2.2114978899165637E-4</c:v>
                </c:pt>
                <c:pt idx="624">
                  <c:v>-1.7112662999882039E-3</c:v>
                </c:pt>
                <c:pt idx="625">
                  <c:v>-2.5052160153636442E-3</c:v>
                </c:pt>
                <c:pt idx="626">
                  <c:v>-3.3295280693456954E-3</c:v>
                </c:pt>
                <c:pt idx="627">
                  <c:v>-3.2347375446871588E-3</c:v>
                </c:pt>
                <c:pt idx="628">
                  <c:v>-6.148633049424649E-3</c:v>
                </c:pt>
                <c:pt idx="629">
                  <c:v>-9.0244707367222367E-3</c:v>
                </c:pt>
                <c:pt idx="630">
                  <c:v>-1.1151876890002764E-2</c:v>
                </c:pt>
                <c:pt idx="631">
                  <c:v>-1.3256362074244804E-2</c:v>
                </c:pt>
                <c:pt idx="632">
                  <c:v>-1.3171791166421051E-2</c:v>
                </c:pt>
                <c:pt idx="633">
                  <c:v>-1.2625774512099161E-2</c:v>
                </c:pt>
                <c:pt idx="634">
                  <c:v>-1.2378241648176819E-2</c:v>
                </c:pt>
                <c:pt idx="635">
                  <c:v>-1.2393594704180066E-2</c:v>
                </c:pt>
                <c:pt idx="636">
                  <c:v>-1.2256276195777E-2</c:v>
                </c:pt>
                <c:pt idx="637">
                  <c:v>-1.1457302225306103E-2</c:v>
                </c:pt>
                <c:pt idx="638">
                  <c:v>-8.8732094856974024E-3</c:v>
                </c:pt>
                <c:pt idx="639">
                  <c:v>-7.843529046446562E-3</c:v>
                </c:pt>
                <c:pt idx="640">
                  <c:v>-7.4649197375384422E-3</c:v>
                </c:pt>
                <c:pt idx="641">
                  <c:v>-7.0482372656148371E-3</c:v>
                </c:pt>
                <c:pt idx="642">
                  <c:v>-8.0582444357055853E-3</c:v>
                </c:pt>
                <c:pt idx="643">
                  <c:v>-7.3826533290415816E-3</c:v>
                </c:pt>
                <c:pt idx="644">
                  <c:v>-6.7677353946035326E-3</c:v>
                </c:pt>
                <c:pt idx="645">
                  <c:v>-6.202812855370889E-3</c:v>
                </c:pt>
                <c:pt idx="646">
                  <c:v>-5.85623911131509E-3</c:v>
                </c:pt>
                <c:pt idx="647">
                  <c:v>-6.6143218633003429E-3</c:v>
                </c:pt>
                <c:pt idx="648">
                  <c:v>-1.0070395744719053E-2</c:v>
                </c:pt>
                <c:pt idx="649">
                  <c:v>-1.1453694417835909E-2</c:v>
                </c:pt>
                <c:pt idx="650">
                  <c:v>-1.1518978515105593E-2</c:v>
                </c:pt>
                <c:pt idx="651">
                  <c:v>-1.1412885051738948E-2</c:v>
                </c:pt>
                <c:pt idx="652">
                  <c:v>-9.5427771487159203E-3</c:v>
                </c:pt>
                <c:pt idx="653">
                  <c:v>-8.4520423235914573E-3</c:v>
                </c:pt>
                <c:pt idx="654">
                  <c:v>-9.1336258484676081E-3</c:v>
                </c:pt>
                <c:pt idx="655">
                  <c:v>-9.6207897461542818E-3</c:v>
                </c:pt>
                <c:pt idx="656">
                  <c:v>-1.0029706073579036E-2</c:v>
                </c:pt>
                <c:pt idx="657">
                  <c:v>-1.0311756684421084E-2</c:v>
                </c:pt>
                <c:pt idx="658">
                  <c:v>-9.9543390208564619E-3</c:v>
                </c:pt>
                <c:pt idx="659">
                  <c:v>-9.6923847187414449E-3</c:v>
                </c:pt>
                <c:pt idx="660">
                  <c:v>-1.0625824254063594E-2</c:v>
                </c:pt>
                <c:pt idx="661">
                  <c:v>-1.1546625823171584E-2</c:v>
                </c:pt>
                <c:pt idx="662">
                  <c:v>-1.2476186507612157E-2</c:v>
                </c:pt>
                <c:pt idx="663">
                  <c:v>-1.3016268974754022E-2</c:v>
                </c:pt>
                <c:pt idx="664">
                  <c:v>-1.2082520522095869E-2</c:v>
                </c:pt>
                <c:pt idx="665">
                  <c:v>-1.1604470898703572E-2</c:v>
                </c:pt>
                <c:pt idx="666">
                  <c:v>-1.1456091591881249E-2</c:v>
                </c:pt>
                <c:pt idx="667">
                  <c:v>-1.1046336122283463E-2</c:v>
                </c:pt>
                <c:pt idx="668">
                  <c:v>-1.0845767111957864E-2</c:v>
                </c:pt>
                <c:pt idx="669">
                  <c:v>-1.0468740355621042E-2</c:v>
                </c:pt>
                <c:pt idx="670">
                  <c:v>-9.5546309510350542E-3</c:v>
                </c:pt>
                <c:pt idx="671">
                  <c:v>-9.3752208655357543E-3</c:v>
                </c:pt>
                <c:pt idx="672">
                  <c:v>-9.2641199622938118E-3</c:v>
                </c:pt>
                <c:pt idx="673">
                  <c:v>-9.7340440044591629E-3</c:v>
                </c:pt>
                <c:pt idx="674">
                  <c:v>-1.0269574017627129E-2</c:v>
                </c:pt>
                <c:pt idx="675">
                  <c:v>-1.0538456252962089E-2</c:v>
                </c:pt>
                <c:pt idx="676">
                  <c:v>-1.1152075146712154E-2</c:v>
                </c:pt>
                <c:pt idx="677">
                  <c:v>-1.1993812788920795E-2</c:v>
                </c:pt>
                <c:pt idx="678">
                  <c:v>-1.3844609712089095E-2</c:v>
                </c:pt>
                <c:pt idx="679">
                  <c:v>-1.54345693624108E-2</c:v>
                </c:pt>
                <c:pt idx="680">
                  <c:v>-1.6943928182368614E-2</c:v>
                </c:pt>
                <c:pt idx="681">
                  <c:v>-1.8552426823558368E-2</c:v>
                </c:pt>
                <c:pt idx="682">
                  <c:v>-2.0885077085544844E-2</c:v>
                </c:pt>
                <c:pt idx="683">
                  <c:v>-2.3778061596738832E-2</c:v>
                </c:pt>
                <c:pt idx="684">
                  <c:v>-2.5339231805466333E-2</c:v>
                </c:pt>
                <c:pt idx="685">
                  <c:v>-2.5876119845790892E-2</c:v>
                </c:pt>
                <c:pt idx="686">
                  <c:v>-2.4801441842353705E-2</c:v>
                </c:pt>
                <c:pt idx="687">
                  <c:v>-2.3929247029278289E-2</c:v>
                </c:pt>
                <c:pt idx="688">
                  <c:v>-2.1416744007428705E-2</c:v>
                </c:pt>
                <c:pt idx="689">
                  <c:v>-1.950601749386836E-2</c:v>
                </c:pt>
                <c:pt idx="690">
                  <c:v>-1.8005326564746366E-2</c:v>
                </c:pt>
                <c:pt idx="691">
                  <c:v>-1.6275356043239299E-2</c:v>
                </c:pt>
                <c:pt idx="692">
                  <c:v>-1.4132569038133314E-2</c:v>
                </c:pt>
                <c:pt idx="693">
                  <c:v>-1.1917985416753032E-2</c:v>
                </c:pt>
                <c:pt idx="694">
                  <c:v>-1.0622474090395333E-2</c:v>
                </c:pt>
                <c:pt idx="695">
                  <c:v>-9.7237205411119347E-3</c:v>
                </c:pt>
                <c:pt idx="696">
                  <c:v>-9.5139902144698568E-3</c:v>
                </c:pt>
                <c:pt idx="697">
                  <c:v>-9.1407578550316733E-3</c:v>
                </c:pt>
                <c:pt idx="698">
                  <c:v>-8.909022721590245E-3</c:v>
                </c:pt>
                <c:pt idx="699">
                  <c:v>-8.8378822606757137E-3</c:v>
                </c:pt>
                <c:pt idx="700">
                  <c:v>-9.3259858629552213E-3</c:v>
                </c:pt>
                <c:pt idx="701">
                  <c:v>-9.221975594451726E-3</c:v>
                </c:pt>
                <c:pt idx="702">
                  <c:v>-9.0144303710243678E-3</c:v>
                </c:pt>
                <c:pt idx="703">
                  <c:v>-8.4449551044823747E-3</c:v>
                </c:pt>
                <c:pt idx="704">
                  <c:v>-8.1054138440058206E-3</c:v>
                </c:pt>
                <c:pt idx="705">
                  <c:v>-8.1830640700311201E-3</c:v>
                </c:pt>
                <c:pt idx="706">
                  <c:v>-7.2072060532245271E-3</c:v>
                </c:pt>
                <c:pt idx="707">
                  <c:v>-6.4448415657640508E-3</c:v>
                </c:pt>
                <c:pt idx="708">
                  <c:v>-4.7452042660979573E-3</c:v>
                </c:pt>
                <c:pt idx="709">
                  <c:v>-3.4291437986737538E-3</c:v>
                </c:pt>
                <c:pt idx="710">
                  <c:v>-3.6535200888322067E-3</c:v>
                </c:pt>
                <c:pt idx="711">
                  <c:v>-3.8712509548608645E-3</c:v>
                </c:pt>
                <c:pt idx="712">
                  <c:v>-4.1543476673262395E-3</c:v>
                </c:pt>
                <c:pt idx="713">
                  <c:v>-5.4281185516610476E-3</c:v>
                </c:pt>
                <c:pt idx="714">
                  <c:v>-5.097626122191775E-3</c:v>
                </c:pt>
                <c:pt idx="715">
                  <c:v>-4.6390586978135827E-3</c:v>
                </c:pt>
                <c:pt idx="716">
                  <c:v>-5.5604945933739542E-3</c:v>
                </c:pt>
                <c:pt idx="717">
                  <c:v>-5.8969281388143438E-3</c:v>
                </c:pt>
                <c:pt idx="718">
                  <c:v>-7.6215321230762648E-3</c:v>
                </c:pt>
                <c:pt idx="719">
                  <c:v>-8.5297720641523359E-3</c:v>
                </c:pt>
                <c:pt idx="720">
                  <c:v>-7.458214973936189E-3</c:v>
                </c:pt>
                <c:pt idx="721">
                  <c:v>-6.5481328799209719E-3</c:v>
                </c:pt>
                <c:pt idx="722">
                  <c:v>-5.6454941075535061E-3</c:v>
                </c:pt>
                <c:pt idx="723">
                  <c:v>-4.3449344680892609E-3</c:v>
                </c:pt>
                <c:pt idx="724">
                  <c:v>-4.3070589384903756E-3</c:v>
                </c:pt>
                <c:pt idx="725">
                  <c:v>-4.495201926248785E-3</c:v>
                </c:pt>
                <c:pt idx="726">
                  <c:v>-4.3983764639844991E-3</c:v>
                </c:pt>
                <c:pt idx="727">
                  <c:v>-4.6606314644458639E-3</c:v>
                </c:pt>
                <c:pt idx="728">
                  <c:v>-5.668346069930612E-3</c:v>
                </c:pt>
                <c:pt idx="729">
                  <c:v>-6.1060462453358302E-3</c:v>
                </c:pt>
                <c:pt idx="730">
                  <c:v>-6.6051691022940423E-3</c:v>
                </c:pt>
                <c:pt idx="731">
                  <c:v>-6.7966299520010208E-3</c:v>
                </c:pt>
                <c:pt idx="732">
                  <c:v>-5.9059365743563616E-3</c:v>
                </c:pt>
                <c:pt idx="733">
                  <c:v>-4.0874765654787815E-3</c:v>
                </c:pt>
                <c:pt idx="734">
                  <c:v>-2.8887316417301628E-3</c:v>
                </c:pt>
                <c:pt idx="735">
                  <c:v>-1.8058735820477233E-3</c:v>
                </c:pt>
                <c:pt idx="736">
                  <c:v>-1.3253883186474386E-3</c:v>
                </c:pt>
                <c:pt idx="737">
                  <c:v>-1.4964857334363452E-3</c:v>
                </c:pt>
                <c:pt idx="738">
                  <c:v>-9.8005983414712759E-4</c:v>
                </c:pt>
                <c:pt idx="739">
                  <c:v>-7.7797602477358422E-4</c:v>
                </c:pt>
                <c:pt idx="740">
                  <c:v>-5.9339228489583564E-4</c:v>
                </c:pt>
                <c:pt idx="741">
                  <c:v>3.8727541692043234E-4</c:v>
                </c:pt>
                <c:pt idx="742">
                  <c:v>3.4666247608735462E-4</c:v>
                </c:pt>
                <c:pt idx="743">
                  <c:v>3.1449259041124721E-6</c:v>
                </c:pt>
                <c:pt idx="744">
                  <c:v>-1.5788384785331497E-4</c:v>
                </c:pt>
                <c:pt idx="745">
                  <c:v>-8.06629572985347E-4</c:v>
                </c:pt>
                <c:pt idx="746">
                  <c:v>-1.0547568822396728E-3</c:v>
                </c:pt>
                <c:pt idx="747">
                  <c:v>-4.6123156904992468E-4</c:v>
                </c:pt>
                <c:pt idx="748">
                  <c:v>4.1765062722578237E-4</c:v>
                </c:pt>
                <c:pt idx="749">
                  <c:v>9.9877625936265488E-4</c:v>
                </c:pt>
                <c:pt idx="750">
                  <c:v>-3.0394972340030968E-4</c:v>
                </c:pt>
                <c:pt idx="751">
                  <c:v>-3.4057187143959168E-3</c:v>
                </c:pt>
                <c:pt idx="752">
                  <c:v>-5.175444376463367E-3</c:v>
                </c:pt>
                <c:pt idx="753">
                  <c:v>-7.7253642421564062E-3</c:v>
                </c:pt>
                <c:pt idx="754">
                  <c:v>-7.5577595650368912E-3</c:v>
                </c:pt>
                <c:pt idx="755">
                  <c:v>-6.1006089960023218E-3</c:v>
                </c:pt>
                <c:pt idx="756">
                  <c:v>-5.8300986418201809E-3</c:v>
                </c:pt>
                <c:pt idx="757">
                  <c:v>-5.9327187959727062E-3</c:v>
                </c:pt>
                <c:pt idx="758">
                  <c:v>-5.5760916615437842E-3</c:v>
                </c:pt>
                <c:pt idx="759">
                  <c:v>-5.7402294376382983E-3</c:v>
                </c:pt>
                <c:pt idx="760">
                  <c:v>-3.0594878177939524E-3</c:v>
                </c:pt>
                <c:pt idx="761">
                  <c:v>6.3016290392725952E-4</c:v>
                </c:pt>
                <c:pt idx="762">
                  <c:v>3.1593827552718829E-3</c:v>
                </c:pt>
                <c:pt idx="763">
                  <c:v>7.5337174981532362E-3</c:v>
                </c:pt>
                <c:pt idx="764">
                  <c:v>7.9214621623638487E-3</c:v>
                </c:pt>
                <c:pt idx="765">
                  <c:v>7.2820455265856119E-3</c:v>
                </c:pt>
                <c:pt idx="766">
                  <c:v>6.7011603690605558E-3</c:v>
                </c:pt>
                <c:pt idx="767">
                  <c:v>6.2163869683520166E-3</c:v>
                </c:pt>
                <c:pt idx="768">
                  <c:v>3.6432845046687271E-3</c:v>
                </c:pt>
                <c:pt idx="769">
                  <c:v>3.6645109137763837E-3</c:v>
                </c:pt>
                <c:pt idx="770">
                  <c:v>4.3042329509174054E-3</c:v>
                </c:pt>
                <c:pt idx="771">
                  <c:v>5.1296772484104233E-3</c:v>
                </c:pt>
                <c:pt idx="772">
                  <c:v>6.4111826457794105E-3</c:v>
                </c:pt>
                <c:pt idx="773">
                  <c:v>6.4264472405453719E-3</c:v>
                </c:pt>
                <c:pt idx="774">
                  <c:v>6.622909622519416E-3</c:v>
                </c:pt>
                <c:pt idx="775">
                  <c:v>6.5148182753083511E-3</c:v>
                </c:pt>
                <c:pt idx="776">
                  <c:v>7.4112643500040404E-3</c:v>
                </c:pt>
                <c:pt idx="777">
                  <c:v>8.3385772237628795E-3</c:v>
                </c:pt>
                <c:pt idx="778">
                  <c:v>1.0985795888557932E-2</c:v>
                </c:pt>
                <c:pt idx="779">
                  <c:v>1.1573317980488156E-2</c:v>
                </c:pt>
                <c:pt idx="780">
                  <c:v>1.0805228669757805E-2</c:v>
                </c:pt>
                <c:pt idx="781">
                  <c:v>9.6924698821406838E-3</c:v>
                </c:pt>
                <c:pt idx="782">
                  <c:v>7.6067660764380044E-3</c:v>
                </c:pt>
                <c:pt idx="783">
                  <c:v>5.0334492560003023E-3</c:v>
                </c:pt>
                <c:pt idx="784">
                  <c:v>4.1699164526401459E-3</c:v>
                </c:pt>
                <c:pt idx="785">
                  <c:v>4.189027318488474E-3</c:v>
                </c:pt>
                <c:pt idx="786">
                  <c:v>4.0374631783733029E-3</c:v>
                </c:pt>
                <c:pt idx="787">
                  <c:v>3.8494516440933115E-3</c:v>
                </c:pt>
                <c:pt idx="788">
                  <c:v>3.1448118317018311E-3</c:v>
                </c:pt>
                <c:pt idx="789">
                  <c:v>2.3805086539642585E-3</c:v>
                </c:pt>
                <c:pt idx="790">
                  <c:v>-1.0010170273377875E-3</c:v>
                </c:pt>
                <c:pt idx="791">
                  <c:v>-3.3238603207723554E-3</c:v>
                </c:pt>
                <c:pt idx="792">
                  <c:v>-5.5461861176163297E-3</c:v>
                </c:pt>
                <c:pt idx="793">
                  <c:v>-9.1437219847400834E-3</c:v>
                </c:pt>
                <c:pt idx="794">
                  <c:v>-7.7670222833268925E-3</c:v>
                </c:pt>
                <c:pt idx="795">
                  <c:v>-5.6487860233327327E-3</c:v>
                </c:pt>
                <c:pt idx="796">
                  <c:v>-3.3518481923727971E-3</c:v>
                </c:pt>
                <c:pt idx="797">
                  <c:v>7.5064188590552585E-6</c:v>
                </c:pt>
                <c:pt idx="798">
                  <c:v>3.9442688790463556E-3</c:v>
                </c:pt>
                <c:pt idx="799">
                  <c:v>5.7189889270021638E-3</c:v>
                </c:pt>
                <c:pt idx="800">
                  <c:v>1.0694635149850085E-2</c:v>
                </c:pt>
                <c:pt idx="801">
                  <c:v>1.334259541933005E-2</c:v>
                </c:pt>
                <c:pt idx="802">
                  <c:v>1.6233830705542032E-2</c:v>
                </c:pt>
                <c:pt idx="803">
                  <c:v>2.1935622242901558E-2</c:v>
                </c:pt>
                <c:pt idx="804">
                  <c:v>2.141664430133617E-2</c:v>
                </c:pt>
                <c:pt idx="805">
                  <c:v>1.991752859547305E-2</c:v>
                </c:pt>
                <c:pt idx="806">
                  <c:v>1.8127803425240591E-2</c:v>
                </c:pt>
                <c:pt idx="807">
                  <c:v>1.4485185705945602E-2</c:v>
                </c:pt>
                <c:pt idx="808">
                  <c:v>1.3121743719617652E-2</c:v>
                </c:pt>
                <c:pt idx="809">
                  <c:v>1.2733730617338266E-2</c:v>
                </c:pt>
                <c:pt idx="810">
                  <c:v>8.8955182057717432E-3</c:v>
                </c:pt>
                <c:pt idx="811">
                  <c:v>5.7601671159254967E-3</c:v>
                </c:pt>
                <c:pt idx="812">
                  <c:v>3.6056823517138722E-3</c:v>
                </c:pt>
                <c:pt idx="813">
                  <c:v>3.464592036246508E-4</c:v>
                </c:pt>
                <c:pt idx="814">
                  <c:v>1.3918839376705883E-3</c:v>
                </c:pt>
                <c:pt idx="815">
                  <c:v>3.0641429580765328E-3</c:v>
                </c:pt>
                <c:pt idx="816">
                  <c:v>2.9155831727732556E-3</c:v>
                </c:pt>
                <c:pt idx="817">
                  <c:v>3.4271266225040461E-3</c:v>
                </c:pt>
                <c:pt idx="818">
                  <c:v>7.760713047528713E-4</c:v>
                </c:pt>
                <c:pt idx="819">
                  <c:v>-1.375772935361235E-3</c:v>
                </c:pt>
                <c:pt idx="820">
                  <c:v>-2.1542920332701548E-3</c:v>
                </c:pt>
                <c:pt idx="821">
                  <c:v>-1.6138407789799878E-3</c:v>
                </c:pt>
                <c:pt idx="822">
                  <c:v>-1.2017509582847314E-3</c:v>
                </c:pt>
                <c:pt idx="823">
                  <c:v>-2.3203204519408596E-3</c:v>
                </c:pt>
                <c:pt idx="824">
                  <c:v>-5.6586393063805876E-3</c:v>
                </c:pt>
                <c:pt idx="825">
                  <c:v>-9.4672363333136549E-3</c:v>
                </c:pt>
                <c:pt idx="826">
                  <c:v>-1.1735259340700551E-2</c:v>
                </c:pt>
                <c:pt idx="827">
                  <c:v>-1.2768499584131154E-2</c:v>
                </c:pt>
                <c:pt idx="828">
                  <c:v>-1.2869346975893942E-2</c:v>
                </c:pt>
                <c:pt idx="829">
                  <c:v>-1.2324942719900893E-2</c:v>
                </c:pt>
                <c:pt idx="830">
                  <c:v>-7.5541307656901615E-3</c:v>
                </c:pt>
                <c:pt idx="831">
                  <c:v>-5.2958308412804078E-3</c:v>
                </c:pt>
                <c:pt idx="832">
                  <c:v>-3.9945098769134891E-3</c:v>
                </c:pt>
                <c:pt idx="833">
                  <c:v>-7.0406836795414152E-4</c:v>
                </c:pt>
                <c:pt idx="834">
                  <c:v>-7.8265629591004198E-4</c:v>
                </c:pt>
                <c:pt idx="835">
                  <c:v>1.3271494601147572E-3</c:v>
                </c:pt>
                <c:pt idx="836">
                  <c:v>1.5780154171462669E-3</c:v>
                </c:pt>
                <c:pt idx="837">
                  <c:v>1.6309343324726473E-4</c:v>
                </c:pt>
                <c:pt idx="838">
                  <c:v>-3.9385000345506195E-3</c:v>
                </c:pt>
                <c:pt idx="839">
                  <c:v>-6.1862792649885201E-3</c:v>
                </c:pt>
                <c:pt idx="840">
                  <c:v>-9.5632303950435784E-3</c:v>
                </c:pt>
                <c:pt idx="841">
                  <c:v>-1.0380972776134631E-2</c:v>
                </c:pt>
                <c:pt idx="842">
                  <c:v>-1.1403571386499577E-2</c:v>
                </c:pt>
                <c:pt idx="843">
                  <c:v>-1.3735423133944213E-2</c:v>
                </c:pt>
                <c:pt idx="844">
                  <c:v>-1.2815760937954657E-2</c:v>
                </c:pt>
                <c:pt idx="845">
                  <c:v>-1.5827798939919764E-2</c:v>
                </c:pt>
                <c:pt idx="846">
                  <c:v>-1.8720392705022567E-2</c:v>
                </c:pt>
                <c:pt idx="847">
                  <c:v>-2.114503436932515E-2</c:v>
                </c:pt>
                <c:pt idx="848">
                  <c:v>-2.1980719252381736E-2</c:v>
                </c:pt>
                <c:pt idx="849">
                  <c:v>-2.1691486481896321E-2</c:v>
                </c:pt>
                <c:pt idx="850">
                  <c:v>-2.0620541815746272E-2</c:v>
                </c:pt>
                <c:pt idx="851">
                  <c:v>-2.0177386832598138E-2</c:v>
                </c:pt>
                <c:pt idx="852">
                  <c:v>-2.0358399448840499E-2</c:v>
                </c:pt>
                <c:pt idx="853">
                  <c:v>-1.9345720074401031E-2</c:v>
                </c:pt>
                <c:pt idx="854">
                  <c:v>-1.9475698037176862E-2</c:v>
                </c:pt>
                <c:pt idx="855">
                  <c:v>-1.90502591994005E-2</c:v>
                </c:pt>
                <c:pt idx="856">
                  <c:v>-1.7396197969161586E-2</c:v>
                </c:pt>
                <c:pt idx="857">
                  <c:v>-1.6455470766005308E-2</c:v>
                </c:pt>
                <c:pt idx="858">
                  <c:v>-9.1396713479266027E-3</c:v>
                </c:pt>
                <c:pt idx="859">
                  <c:v>-3.9801711308579193E-3</c:v>
                </c:pt>
                <c:pt idx="860">
                  <c:v>-2.7492284771941238E-5</c:v>
                </c:pt>
                <c:pt idx="861">
                  <c:v>5.3311265370801489E-3</c:v>
                </c:pt>
                <c:pt idx="862">
                  <c:v>7.3175309095068058E-3</c:v>
                </c:pt>
                <c:pt idx="863">
                  <c:v>9.617836148298085E-3</c:v>
                </c:pt>
                <c:pt idx="864">
                  <c:v>1.0643802409210522E-2</c:v>
                </c:pt>
                <c:pt idx="865">
                  <c:v>1.0464837363689571E-2</c:v>
                </c:pt>
                <c:pt idx="866">
                  <c:v>1.037915297497094E-2</c:v>
                </c:pt>
                <c:pt idx="867">
                  <c:v>6.8110513337335419E-3</c:v>
                </c:pt>
                <c:pt idx="868">
                  <c:v>9.8510850712259517E-4</c:v>
                </c:pt>
                <c:pt idx="869">
                  <c:v>-1.0756030346665973E-3</c:v>
                </c:pt>
                <c:pt idx="870">
                  <c:v>-1.7593266890967309E-3</c:v>
                </c:pt>
                <c:pt idx="871">
                  <c:v>-4.5566770091706923E-3</c:v>
                </c:pt>
                <c:pt idx="872">
                  <c:v>-6.2603428889362184E-3</c:v>
                </c:pt>
                <c:pt idx="873">
                  <c:v>-1.4661575270046226E-2</c:v>
                </c:pt>
                <c:pt idx="874">
                  <c:v>-2.1122459913291435E-2</c:v>
                </c:pt>
                <c:pt idx="875">
                  <c:v>-2.0821648152655116E-2</c:v>
                </c:pt>
                <c:pt idx="876">
                  <c:v>-1.9496775355666466E-2</c:v>
                </c:pt>
                <c:pt idx="877">
                  <c:v>-1.2172860256975764E-2</c:v>
                </c:pt>
                <c:pt idx="878">
                  <c:v>-5.9456519052403884E-3</c:v>
                </c:pt>
                <c:pt idx="879">
                  <c:v>-5.5387304278585693E-3</c:v>
                </c:pt>
                <c:pt idx="880">
                  <c:v>-5.2543985518263784E-3</c:v>
                </c:pt>
                <c:pt idx="881">
                  <c:v>-5.0533162743893537E-3</c:v>
                </c:pt>
                <c:pt idx="882">
                  <c:v>-1.8509779205073032E-3</c:v>
                </c:pt>
                <c:pt idx="883">
                  <c:v>9.2602037843051328E-3</c:v>
                </c:pt>
                <c:pt idx="884">
                  <c:v>1.578906602290896E-2</c:v>
                </c:pt>
                <c:pt idx="885">
                  <c:v>1.8711801430259561E-2</c:v>
                </c:pt>
                <c:pt idx="886">
                  <c:v>2.0918030053824706E-2</c:v>
                </c:pt>
                <c:pt idx="887">
                  <c:v>2.2356559003515183E-2</c:v>
                </c:pt>
                <c:pt idx="888">
                  <c:v>2.0608376378628314E-2</c:v>
                </c:pt>
                <c:pt idx="889">
                  <c:v>1.8212139886844069E-2</c:v>
                </c:pt>
                <c:pt idx="890">
                  <c:v>1.2102924329175247E-2</c:v>
                </c:pt>
                <c:pt idx="891">
                  <c:v>9.6145927302448385E-3</c:v>
                </c:pt>
                <c:pt idx="892">
                  <c:v>8.2376790388594672E-3</c:v>
                </c:pt>
                <c:pt idx="893">
                  <c:v>8.5520347575025399E-3</c:v>
                </c:pt>
                <c:pt idx="894">
                  <c:v>1.133306957635038E-2</c:v>
                </c:pt>
                <c:pt idx="895">
                  <c:v>1.0128722220101439E-2</c:v>
                </c:pt>
                <c:pt idx="896">
                  <c:v>8.779559814362476E-3</c:v>
                </c:pt>
                <c:pt idx="897">
                  <c:v>7.0945911613305808E-3</c:v>
                </c:pt>
                <c:pt idx="898">
                  <c:v>4.1803800807865641E-3</c:v>
                </c:pt>
                <c:pt idx="899">
                  <c:v>2.3081488523014893E-5</c:v>
                </c:pt>
                <c:pt idx="900">
                  <c:v>-7.7996348304019969E-4</c:v>
                </c:pt>
                <c:pt idx="901">
                  <c:v>-5.7231387206431398E-3</c:v>
                </c:pt>
                <c:pt idx="902">
                  <c:v>-8.2216978312802374E-3</c:v>
                </c:pt>
                <c:pt idx="903">
                  <c:v>-8.1495234529112247E-3</c:v>
                </c:pt>
                <c:pt idx="904">
                  <c:v>-8.5001700409061253E-3</c:v>
                </c:pt>
                <c:pt idx="905">
                  <c:v>-5.297581982121503E-3</c:v>
                </c:pt>
                <c:pt idx="906">
                  <c:v>-1.6768437804554961E-3</c:v>
                </c:pt>
                <c:pt idx="907">
                  <c:v>4.597907692368147E-5</c:v>
                </c:pt>
                <c:pt idx="908">
                  <c:v>5.2981566225479533E-3</c:v>
                </c:pt>
                <c:pt idx="909">
                  <c:v>1.2450566902786423E-2</c:v>
                </c:pt>
                <c:pt idx="910">
                  <c:v>1.432106335440923E-2</c:v>
                </c:pt>
                <c:pt idx="911">
                  <c:v>1.7575009698578253E-2</c:v>
                </c:pt>
                <c:pt idx="912">
                  <c:v>1.6606558180128191E-2</c:v>
                </c:pt>
                <c:pt idx="913">
                  <c:v>8.5156953642022866E-3</c:v>
                </c:pt>
                <c:pt idx="914">
                  <c:v>2.428431745864823E-3</c:v>
                </c:pt>
                <c:pt idx="915">
                  <c:v>-5.3365375335473354E-3</c:v>
                </c:pt>
                <c:pt idx="916">
                  <c:v>-1.2818147415082248E-2</c:v>
                </c:pt>
                <c:pt idx="917">
                  <c:v>-1.9047548600245757E-2</c:v>
                </c:pt>
                <c:pt idx="918">
                  <c:v>-2.4811107986240605E-2</c:v>
                </c:pt>
                <c:pt idx="919">
                  <c:v>-2.8850324867036037E-2</c:v>
                </c:pt>
                <c:pt idx="920">
                  <c:v>-3.0463961674994978E-2</c:v>
                </c:pt>
                <c:pt idx="921">
                  <c:v>-3.087175551527176E-2</c:v>
                </c:pt>
                <c:pt idx="922">
                  <c:v>-3.1288463673512026E-2</c:v>
                </c:pt>
                <c:pt idx="923">
                  <c:v>-2.9109431966342903E-2</c:v>
                </c:pt>
                <c:pt idx="924">
                  <c:v>-2.1421886467694405E-2</c:v>
                </c:pt>
                <c:pt idx="925">
                  <c:v>-1.3168612556916159E-2</c:v>
                </c:pt>
                <c:pt idx="926">
                  <c:v>-3.4066132762753222E-3</c:v>
                </c:pt>
                <c:pt idx="927">
                  <c:v>8.1111887998287641E-3</c:v>
                </c:pt>
                <c:pt idx="928">
                  <c:v>1.4129486990338455E-2</c:v>
                </c:pt>
                <c:pt idx="929">
                  <c:v>1.8080227327909662E-2</c:v>
                </c:pt>
                <c:pt idx="930">
                  <c:v>2.1181437572574378E-2</c:v>
                </c:pt>
                <c:pt idx="931">
                  <c:v>2.1042345845390786E-2</c:v>
                </c:pt>
                <c:pt idx="932">
                  <c:v>2.1350831462965097E-2</c:v>
                </c:pt>
                <c:pt idx="933">
                  <c:v>1.9444258013150459E-2</c:v>
                </c:pt>
                <c:pt idx="934">
                  <c:v>1.4452982663274456E-2</c:v>
                </c:pt>
                <c:pt idx="935">
                  <c:v>9.3697319670557697E-3</c:v>
                </c:pt>
                <c:pt idx="936">
                  <c:v>3.3178884250784288E-3</c:v>
                </c:pt>
                <c:pt idx="937">
                  <c:v>-3.744239885851295E-3</c:v>
                </c:pt>
                <c:pt idx="938">
                  <c:v>-6.9852497480478561E-3</c:v>
                </c:pt>
                <c:pt idx="939">
                  <c:v>-7.6795238780045516E-3</c:v>
                </c:pt>
                <c:pt idx="940">
                  <c:v>-6.1991340849303824E-3</c:v>
                </c:pt>
                <c:pt idx="941">
                  <c:v>-3.4393147579470512E-3</c:v>
                </c:pt>
                <c:pt idx="942">
                  <c:v>1.6155353779118143E-5</c:v>
                </c:pt>
                <c:pt idx="943">
                  <c:v>4.4602602537591549E-3</c:v>
                </c:pt>
                <c:pt idx="944">
                  <c:v>5.3169539655798541E-3</c:v>
                </c:pt>
                <c:pt idx="945">
                  <c:v>7.0186687209057739E-3</c:v>
                </c:pt>
                <c:pt idx="946">
                  <c:v>7.9318482309885148E-3</c:v>
                </c:pt>
                <c:pt idx="947">
                  <c:v>6.5668099357639089E-3</c:v>
                </c:pt>
                <c:pt idx="948">
                  <c:v>3.361147093444808E-3</c:v>
                </c:pt>
                <c:pt idx="949">
                  <c:v>8.6252688179259957E-5</c:v>
                </c:pt>
                <c:pt idx="950">
                  <c:v>-3.8168590305530255E-3</c:v>
                </c:pt>
                <c:pt idx="951">
                  <c:v>-5.3821705012342081E-3</c:v>
                </c:pt>
                <c:pt idx="952">
                  <c:v>-6.766693397287497E-3</c:v>
                </c:pt>
                <c:pt idx="953">
                  <c:v>-8.1800746560628922E-3</c:v>
                </c:pt>
                <c:pt idx="954">
                  <c:v>-8.1780170752897355E-3</c:v>
                </c:pt>
                <c:pt idx="955">
                  <c:v>-8.3918304157877526E-3</c:v>
                </c:pt>
                <c:pt idx="956">
                  <c:v>-8.6298950467808312E-3</c:v>
                </c:pt>
                <c:pt idx="957">
                  <c:v>-6.9919824041986363E-3</c:v>
                </c:pt>
                <c:pt idx="958">
                  <c:v>-4.1879990901919793E-3</c:v>
                </c:pt>
                <c:pt idx="959">
                  <c:v>-1.6659445373448684E-3</c:v>
                </c:pt>
                <c:pt idx="960">
                  <c:v>9.6072455605911297E-4</c:v>
                </c:pt>
                <c:pt idx="961">
                  <c:v>2.4134765569701414E-3</c:v>
                </c:pt>
                <c:pt idx="962">
                  <c:v>-1.7269297781056237E-4</c:v>
                </c:pt>
                <c:pt idx="963">
                  <c:v>-6.8188363035974362E-3</c:v>
                </c:pt>
                <c:pt idx="964">
                  <c:v>-1.1173756844036004E-2</c:v>
                </c:pt>
                <c:pt idx="965">
                  <c:v>-1.678349047635894E-2</c:v>
                </c:pt>
                <c:pt idx="966">
                  <c:v>-1.8160907105949774E-2</c:v>
                </c:pt>
                <c:pt idx="967">
                  <c:v>-1.8921003584738888E-2</c:v>
                </c:pt>
                <c:pt idx="968">
                  <c:v>-1.9439524133302633E-2</c:v>
                </c:pt>
                <c:pt idx="969">
                  <c:v>-2.0077550391398996E-2</c:v>
                </c:pt>
                <c:pt idx="970">
                  <c:v>-2.0878143068612465E-2</c:v>
                </c:pt>
                <c:pt idx="971">
                  <c:v>-2.1908351125166772E-2</c:v>
                </c:pt>
                <c:pt idx="972">
                  <c:v>-1.971101444262589E-2</c:v>
                </c:pt>
                <c:pt idx="973">
                  <c:v>-1.3260284631079842E-2</c:v>
                </c:pt>
                <c:pt idx="974">
                  <c:v>-9.4450308208885378E-3</c:v>
                </c:pt>
                <c:pt idx="975">
                  <c:v>-5.1603749140067979E-3</c:v>
                </c:pt>
                <c:pt idx="976">
                  <c:v>-4.1538093285227711E-3</c:v>
                </c:pt>
                <c:pt idx="977">
                  <c:v>-4.2324914212725061E-3</c:v>
                </c:pt>
                <c:pt idx="978">
                  <c:v>-3.9818154164346226E-3</c:v>
                </c:pt>
                <c:pt idx="979">
                  <c:v>-3.0613162925146055E-3</c:v>
                </c:pt>
                <c:pt idx="980">
                  <c:v>-2.3074650435969237E-3</c:v>
                </c:pt>
                <c:pt idx="981">
                  <c:v>-2.0621385931449852E-3</c:v>
                </c:pt>
                <c:pt idx="982">
                  <c:v>-1.3513547536815455E-3</c:v>
                </c:pt>
                <c:pt idx="983">
                  <c:v>-2.7123018075805722E-3</c:v>
                </c:pt>
                <c:pt idx="984">
                  <c:v>-4.6247773676988176E-3</c:v>
                </c:pt>
                <c:pt idx="985">
                  <c:v>-6.2856965230752709E-3</c:v>
                </c:pt>
                <c:pt idx="986">
                  <c:v>-8.9913152993390481E-3</c:v>
                </c:pt>
                <c:pt idx="987">
                  <c:v>-1.0399992614382941E-2</c:v>
                </c:pt>
                <c:pt idx="988">
                  <c:v>-1.1389791717416758E-2</c:v>
                </c:pt>
                <c:pt idx="989">
                  <c:v>-1.2164785417116856E-2</c:v>
                </c:pt>
                <c:pt idx="990">
                  <c:v>-1.2623790507735622E-2</c:v>
                </c:pt>
                <c:pt idx="991">
                  <c:v>-1.3093312320197415E-2</c:v>
                </c:pt>
                <c:pt idx="992">
                  <c:v>-1.3330293970763421E-2</c:v>
                </c:pt>
                <c:pt idx="993">
                  <c:v>-1.2052516921193256E-2</c:v>
                </c:pt>
                <c:pt idx="994">
                  <c:v>-9.7242553433450653E-3</c:v>
                </c:pt>
                <c:pt idx="995">
                  <c:v>-6.9478855004527175E-3</c:v>
                </c:pt>
                <c:pt idx="996">
                  <c:v>-3.5930098457198469E-3</c:v>
                </c:pt>
                <c:pt idx="997">
                  <c:v>-1.2195924418442708E-3</c:v>
                </c:pt>
                <c:pt idx="998">
                  <c:v>3.670909221779123E-4</c:v>
                </c:pt>
                <c:pt idx="999">
                  <c:v>1.0973570323905267E-3</c:v>
                </c:pt>
                <c:pt idx="1000">
                  <c:v>1.4182544932244898E-3</c:v>
                </c:pt>
                <c:pt idx="1001">
                  <c:v>1.5572342213323626E-3</c:v>
                </c:pt>
                <c:pt idx="1002">
                  <c:v>1.1629119123400811E-3</c:v>
                </c:pt>
                <c:pt idx="1003">
                  <c:v>3.8129577161763879E-4</c:v>
                </c:pt>
                <c:pt idx="1004">
                  <c:v>-5.5490572470418974E-4</c:v>
                </c:pt>
                <c:pt idx="1005">
                  <c:v>-1.3482894228071239E-3</c:v>
                </c:pt>
                <c:pt idx="1006">
                  <c:v>-2.1527785161997936E-3</c:v>
                </c:pt>
                <c:pt idx="1007">
                  <c:v>-3.0794710209456969E-3</c:v>
                </c:pt>
                <c:pt idx="1008">
                  <c:v>-3.7061201818074764E-3</c:v>
                </c:pt>
                <c:pt idx="1009">
                  <c:v>-5.8412235536315846E-3</c:v>
                </c:pt>
                <c:pt idx="1010">
                  <c:v>-7.2040898891223681E-3</c:v>
                </c:pt>
                <c:pt idx="1011">
                  <c:v>-8.4158159856055226E-3</c:v>
                </c:pt>
                <c:pt idx="1012">
                  <c:v>-9.8598460378494113E-3</c:v>
                </c:pt>
                <c:pt idx="1013">
                  <c:v>-9.8133668332729199E-3</c:v>
                </c:pt>
                <c:pt idx="1014">
                  <c:v>-1.0172025149694983E-2</c:v>
                </c:pt>
                <c:pt idx="1015">
                  <c:v>-1.1185252142993835E-2</c:v>
                </c:pt>
                <c:pt idx="1016">
                  <c:v>-1.1580020578627484E-2</c:v>
                </c:pt>
                <c:pt idx="1017">
                  <c:v>-1.1688051513850686E-2</c:v>
                </c:pt>
                <c:pt idx="1018">
                  <c:v>-1.2043527120328204E-2</c:v>
                </c:pt>
                <c:pt idx="1019">
                  <c:v>-1.0280267611686784E-2</c:v>
                </c:pt>
                <c:pt idx="1020">
                  <c:v>-9.3119567219161706E-3</c:v>
                </c:pt>
                <c:pt idx="1021">
                  <c:v>-8.2415873262699415E-3</c:v>
                </c:pt>
                <c:pt idx="1022">
                  <c:v>-6.687186875567866E-3</c:v>
                </c:pt>
                <c:pt idx="1023">
                  <c:v>-6.0238813218574452E-3</c:v>
                </c:pt>
                <c:pt idx="1024">
                  <c:v>-5.1183014563182059E-3</c:v>
                </c:pt>
                <c:pt idx="1025">
                  <c:v>-3.7620173422276263E-3</c:v>
                </c:pt>
                <c:pt idx="1026">
                  <c:v>-2.8771381799691646E-3</c:v>
                </c:pt>
                <c:pt idx="1027">
                  <c:v>-2.2689214337854604E-3</c:v>
                </c:pt>
                <c:pt idx="1028">
                  <c:v>-1.2784952308605101E-3</c:v>
                </c:pt>
                <c:pt idx="1029">
                  <c:v>-1.8362078240263466E-3</c:v>
                </c:pt>
                <c:pt idx="1030">
                  <c:v>-2.5502958694061358E-3</c:v>
                </c:pt>
                <c:pt idx="1031">
                  <c:v>-4.1523458567083085E-3</c:v>
                </c:pt>
                <c:pt idx="1032">
                  <c:v>-5.7877791920487674E-3</c:v>
                </c:pt>
                <c:pt idx="1033">
                  <c:v>-6.8516351603941875E-3</c:v>
                </c:pt>
                <c:pt idx="1034">
                  <c:v>-7.7916276226640381E-3</c:v>
                </c:pt>
                <c:pt idx="1035">
                  <c:v>-8.3245622413094713E-3</c:v>
                </c:pt>
                <c:pt idx="1036">
                  <c:v>-8.5684090641383152E-3</c:v>
                </c:pt>
                <c:pt idx="1037">
                  <c:v>-8.5527684799021203E-3</c:v>
                </c:pt>
                <c:pt idx="1038">
                  <c:v>-8.5126130854523367E-3</c:v>
                </c:pt>
                <c:pt idx="1039">
                  <c:v>-7.7815553703698389E-3</c:v>
                </c:pt>
                <c:pt idx="1040">
                  <c:v>-6.7004883410671321E-3</c:v>
                </c:pt>
                <c:pt idx="1041">
                  <c:v>-5.0427586447159087E-3</c:v>
                </c:pt>
                <c:pt idx="1042">
                  <c:v>-3.4921732031034784E-3</c:v>
                </c:pt>
                <c:pt idx="1043">
                  <c:v>-5.125657790755217E-3</c:v>
                </c:pt>
                <c:pt idx="1044">
                  <c:v>-7.8269687392855877E-3</c:v>
                </c:pt>
                <c:pt idx="1045">
                  <c:v>-1.1356208682060866E-2</c:v>
                </c:pt>
                <c:pt idx="1046">
                  <c:v>-1.7452791643340682E-2</c:v>
                </c:pt>
                <c:pt idx="1047">
                  <c:v>-1.9553547838876806E-2</c:v>
                </c:pt>
                <c:pt idx="1048">
                  <c:v>-2.0824882870221408E-2</c:v>
                </c:pt>
                <c:pt idx="1049">
                  <c:v>-2.1611289057925621E-2</c:v>
                </c:pt>
                <c:pt idx="1050">
                  <c:v>-2.1379253804961758E-2</c:v>
                </c:pt>
                <c:pt idx="1051">
                  <c:v>-1.9695253893714623E-2</c:v>
                </c:pt>
                <c:pt idx="1052">
                  <c:v>-1.8124422948460263E-2</c:v>
                </c:pt>
                <c:pt idx="1053">
                  <c:v>-1.3752748961311789E-2</c:v>
                </c:pt>
                <c:pt idx="1054">
                  <c:v>-8.9341506558923752E-3</c:v>
                </c:pt>
                <c:pt idx="1055">
                  <c:v>-3.8763304121410469E-3</c:v>
                </c:pt>
                <c:pt idx="1056">
                  <c:v>3.0276674518179844E-3</c:v>
                </c:pt>
                <c:pt idx="1057">
                  <c:v>5.4150884115803022E-3</c:v>
                </c:pt>
                <c:pt idx="1058">
                  <c:v>6.4734849544809915E-3</c:v>
                </c:pt>
                <c:pt idx="1059">
                  <c:v>6.6028353866004873E-3</c:v>
                </c:pt>
                <c:pt idx="1060">
                  <c:v>5.9250096123021501E-3</c:v>
                </c:pt>
                <c:pt idx="1061">
                  <c:v>3.8105495746949222E-3</c:v>
                </c:pt>
                <c:pt idx="1062">
                  <c:v>2.1697111424895297E-3</c:v>
                </c:pt>
                <c:pt idx="1063">
                  <c:v>3.8374560090277053E-4</c:v>
                </c:pt>
                <c:pt idx="1064">
                  <c:v>-8.0882095952655578E-4</c:v>
                </c:pt>
                <c:pt idx="1065">
                  <c:v>-1.4710619854451615E-3</c:v>
                </c:pt>
                <c:pt idx="1066">
                  <c:v>-1.9820572014142474E-3</c:v>
                </c:pt>
                <c:pt idx="1067">
                  <c:v>-1.6474245064695733E-3</c:v>
                </c:pt>
                <c:pt idx="1068">
                  <c:v>-1.1351955896166707E-3</c:v>
                </c:pt>
                <c:pt idx="1069">
                  <c:v>-1.1081105675166598E-3</c:v>
                </c:pt>
                <c:pt idx="1070">
                  <c:v>-1.0414116290707362E-3</c:v>
                </c:pt>
                <c:pt idx="1071">
                  <c:v>-1.076029438524985E-3</c:v>
                </c:pt>
                <c:pt idx="1072">
                  <c:v>-3.149224860854033E-4</c:v>
                </c:pt>
                <c:pt idx="1073">
                  <c:v>9.7511014059253821E-4</c:v>
                </c:pt>
                <c:pt idx="1074">
                  <c:v>1.898846234924368E-3</c:v>
                </c:pt>
                <c:pt idx="1075">
                  <c:v>2.7291684196341349E-3</c:v>
                </c:pt>
                <c:pt idx="1076">
                  <c:v>3.37568228110963E-3</c:v>
                </c:pt>
                <c:pt idx="1077">
                  <c:v>3.324563476049524E-3</c:v>
                </c:pt>
                <c:pt idx="1078">
                  <c:v>3.5523202002156382E-3</c:v>
                </c:pt>
                <c:pt idx="1079">
                  <c:v>4.3168479464424031E-3</c:v>
                </c:pt>
                <c:pt idx="1080">
                  <c:v>5.1564227972839749E-3</c:v>
                </c:pt>
                <c:pt idx="1081">
                  <c:v>6.4223150496264579E-3</c:v>
                </c:pt>
                <c:pt idx="1082">
                  <c:v>6.4444857648828209E-3</c:v>
                </c:pt>
                <c:pt idx="1083">
                  <c:v>6.2193959979009589E-3</c:v>
                </c:pt>
                <c:pt idx="1084">
                  <c:v>5.6807605393456567E-3</c:v>
                </c:pt>
                <c:pt idx="1085">
                  <c:v>5.2491510841217674E-3</c:v>
                </c:pt>
                <c:pt idx="1086">
                  <c:v>5.1567700224794902E-3</c:v>
                </c:pt>
                <c:pt idx="1087">
                  <c:v>5.2451395759491592E-3</c:v>
                </c:pt>
                <c:pt idx="1088">
                  <c:v>4.8219784755030321E-3</c:v>
                </c:pt>
                <c:pt idx="1089">
                  <c:v>4.9481123741388234E-3</c:v>
                </c:pt>
                <c:pt idx="1090">
                  <c:v>4.4861157008676596E-3</c:v>
                </c:pt>
                <c:pt idx="1091">
                  <c:v>3.973964651760655E-3</c:v>
                </c:pt>
                <c:pt idx="1092">
                  <c:v>4.3638971099563247E-3</c:v>
                </c:pt>
                <c:pt idx="1093">
                  <c:v>3.9243751103637111E-3</c:v>
                </c:pt>
                <c:pt idx="1094">
                  <c:v>4.6449665777718108E-3</c:v>
                </c:pt>
                <c:pt idx="1095">
                  <c:v>4.9265465631552425E-3</c:v>
                </c:pt>
                <c:pt idx="1096">
                  <c:v>4.6957794934528547E-3</c:v>
                </c:pt>
                <c:pt idx="1097">
                  <c:v>4.0191557438336561E-3</c:v>
                </c:pt>
                <c:pt idx="1098">
                  <c:v>2.7847553008498822E-3</c:v>
                </c:pt>
                <c:pt idx="1099">
                  <c:v>1.0864163207065778E-3</c:v>
                </c:pt>
                <c:pt idx="1100">
                  <c:v>1.0517383691063809E-5</c:v>
                </c:pt>
                <c:pt idx="1101">
                  <c:v>-9.2333213405805243E-4</c:v>
                </c:pt>
                <c:pt idx="1102">
                  <c:v>-1.472146573603604E-3</c:v>
                </c:pt>
                <c:pt idx="1103">
                  <c:v>-1.7732246912298792E-3</c:v>
                </c:pt>
                <c:pt idx="1104">
                  <c:v>-2.7104676835198031E-3</c:v>
                </c:pt>
                <c:pt idx="1105">
                  <c:v>-3.4343408248087431E-3</c:v>
                </c:pt>
                <c:pt idx="1106">
                  <c:v>-3.9044338166199523E-3</c:v>
                </c:pt>
                <c:pt idx="1107">
                  <c:v>-3.7988023105549051E-3</c:v>
                </c:pt>
                <c:pt idx="1108">
                  <c:v>-2.6220791894652111E-3</c:v>
                </c:pt>
                <c:pt idx="1109">
                  <c:v>-1.2422094936075795E-3</c:v>
                </c:pt>
                <c:pt idx="1110">
                  <c:v>-3.0225416493117609E-4</c:v>
                </c:pt>
                <c:pt idx="1111">
                  <c:v>4.4603194122598138E-4</c:v>
                </c:pt>
                <c:pt idx="1112">
                  <c:v>7.8718368755706364E-5</c:v>
                </c:pt>
                <c:pt idx="1113">
                  <c:v>-7.743595165115955E-4</c:v>
                </c:pt>
                <c:pt idx="1114">
                  <c:v>-1.25074856516329E-3</c:v>
                </c:pt>
                <c:pt idx="1115">
                  <c:v>-1.3697999689274195E-3</c:v>
                </c:pt>
                <c:pt idx="1116">
                  <c:v>-1.6476211226769621E-3</c:v>
                </c:pt>
                <c:pt idx="1117">
                  <c:v>-2.5410825221736588E-4</c:v>
                </c:pt>
                <c:pt idx="1118">
                  <c:v>7.577318662329482E-4</c:v>
                </c:pt>
                <c:pt idx="1119">
                  <c:v>1.3085066575648299E-3</c:v>
                </c:pt>
                <c:pt idx="1120">
                  <c:v>2.1999985333821686E-3</c:v>
                </c:pt>
                <c:pt idx="1121">
                  <c:v>2.4177072202705716E-3</c:v>
                </c:pt>
                <c:pt idx="1122">
                  <c:v>2.7030145668610526E-3</c:v>
                </c:pt>
                <c:pt idx="1123">
                  <c:v>3.714817610635756E-3</c:v>
                </c:pt>
                <c:pt idx="1124">
                  <c:v>4.3069445420649711E-3</c:v>
                </c:pt>
                <c:pt idx="1125">
                  <c:v>4.3609063792485296E-3</c:v>
                </c:pt>
                <c:pt idx="1126">
                  <c:v>4.9231664660528644E-3</c:v>
                </c:pt>
                <c:pt idx="1127">
                  <c:v>3.6816011113870797E-3</c:v>
                </c:pt>
                <c:pt idx="1128">
                  <c:v>2.8419110533530684E-3</c:v>
                </c:pt>
                <c:pt idx="1129">
                  <c:v>2.4280603777768021E-3</c:v>
                </c:pt>
                <c:pt idx="1130">
                  <c:v>1.8142297622355176E-3</c:v>
                </c:pt>
                <c:pt idx="1131">
                  <c:v>1.7613940934655681E-3</c:v>
                </c:pt>
                <c:pt idx="1132">
                  <c:v>1.4992549384136356E-3</c:v>
                </c:pt>
                <c:pt idx="1133">
                  <c:v>1.1712119429430721E-3</c:v>
                </c:pt>
                <c:pt idx="1134">
                  <c:v>7.6158130171256194E-4</c:v>
                </c:pt>
                <c:pt idx="1135">
                  <c:v>9.6674723025797838E-4</c:v>
                </c:pt>
                <c:pt idx="1136">
                  <c:v>1.2183688133505504E-3</c:v>
                </c:pt>
                <c:pt idx="1137">
                  <c:v>1.22295725415286E-3</c:v>
                </c:pt>
                <c:pt idx="1138">
                  <c:v>1.2160950191922877E-3</c:v>
                </c:pt>
                <c:pt idx="1139">
                  <c:v>9.8632427280923095E-4</c:v>
                </c:pt>
                <c:pt idx="1140">
                  <c:v>7.0984420306692412E-4</c:v>
                </c:pt>
                <c:pt idx="1141">
                  <c:v>2.4984451824181452E-4</c:v>
                </c:pt>
                <c:pt idx="1142">
                  <c:v>1.4770633083189335E-4</c:v>
                </c:pt>
                <c:pt idx="1143">
                  <c:v>6.0434747820767995E-5</c:v>
                </c:pt>
                <c:pt idx="1144">
                  <c:v>6.0731659705581116E-5</c:v>
                </c:pt>
                <c:pt idx="1145">
                  <c:v>-1.6243137985609487E-4</c:v>
                </c:pt>
                <c:pt idx="1146">
                  <c:v>-5.6425231209726384E-4</c:v>
                </c:pt>
                <c:pt idx="1147">
                  <c:v>-7.6644471528581682E-4</c:v>
                </c:pt>
                <c:pt idx="1148">
                  <c:v>-1.1379185948373442E-3</c:v>
                </c:pt>
                <c:pt idx="1149">
                  <c:v>-1.1556772580397895E-3</c:v>
                </c:pt>
                <c:pt idx="1150">
                  <c:v>-1.3967784952525091E-3</c:v>
                </c:pt>
                <c:pt idx="1151">
                  <c:v>-1.4104828114627481E-3</c:v>
                </c:pt>
                <c:pt idx="1152">
                  <c:v>-1.2850266802539561E-3</c:v>
                </c:pt>
                <c:pt idx="1153">
                  <c:v>-1.3830554969204573E-3</c:v>
                </c:pt>
                <c:pt idx="1154">
                  <c:v>-1.7679225070173234E-3</c:v>
                </c:pt>
                <c:pt idx="1155">
                  <c:v>-2.0585064285558738E-3</c:v>
                </c:pt>
                <c:pt idx="1156">
                  <c:v>-2.6491583013896016E-3</c:v>
                </c:pt>
                <c:pt idx="1157">
                  <c:v>-2.9065394220400367E-3</c:v>
                </c:pt>
                <c:pt idx="1158">
                  <c:v>-2.603509215635489E-3</c:v>
                </c:pt>
                <c:pt idx="1159">
                  <c:v>-2.5992587644158073E-3</c:v>
                </c:pt>
                <c:pt idx="1160">
                  <c:v>-2.3506831320465882E-3</c:v>
                </c:pt>
                <c:pt idx="1161">
                  <c:v>-2.0751787386435543E-3</c:v>
                </c:pt>
                <c:pt idx="1162">
                  <c:v>-1.9785682255661968E-3</c:v>
                </c:pt>
                <c:pt idx="1163">
                  <c:v>-1.7686568110534804E-3</c:v>
                </c:pt>
                <c:pt idx="1164">
                  <c:v>-1.2390147513029893E-3</c:v>
                </c:pt>
                <c:pt idx="1165">
                  <c:v>-8.5824790616271932E-4</c:v>
                </c:pt>
                <c:pt idx="1166">
                  <c:v>-2.3356763101699957E-4</c:v>
                </c:pt>
                <c:pt idx="1167">
                  <c:v>1.2105787766827705E-4</c:v>
                </c:pt>
                <c:pt idx="1168">
                  <c:v>2.0425278693924494E-5</c:v>
                </c:pt>
                <c:pt idx="1169">
                  <c:v>3.9994874970156194E-5</c:v>
                </c:pt>
                <c:pt idx="1170">
                  <c:v>4.2472871877489994E-5</c:v>
                </c:pt>
                <c:pt idx="1171">
                  <c:v>1.5485467428891716E-4</c:v>
                </c:pt>
                <c:pt idx="1172">
                  <c:v>2.1922625589740618E-4</c:v>
                </c:pt>
                <c:pt idx="1173">
                  <c:v>4.0715900539290485E-4</c:v>
                </c:pt>
                <c:pt idx="1174">
                  <c:v>5.4971062527009863E-4</c:v>
                </c:pt>
                <c:pt idx="1175">
                  <c:v>6.5426705830834366E-4</c:v>
                </c:pt>
                <c:pt idx="1176">
                  <c:v>7.0031502235374035E-4</c:v>
                </c:pt>
                <c:pt idx="1177">
                  <c:v>6.6508420770030675E-4</c:v>
                </c:pt>
                <c:pt idx="1178">
                  <c:v>6.8985246355525789E-4</c:v>
                </c:pt>
                <c:pt idx="1179">
                  <c:v>4.8632851184291154E-4</c:v>
                </c:pt>
                <c:pt idx="1180">
                  <c:v>3.4648510065899904E-4</c:v>
                </c:pt>
                <c:pt idx="1181">
                  <c:v>-1.391460027507188E-4</c:v>
                </c:pt>
                <c:pt idx="1182">
                  <c:v>-3.9048115914855976E-4</c:v>
                </c:pt>
                <c:pt idx="1183">
                  <c:v>-5.3789107084254925E-4</c:v>
                </c:pt>
                <c:pt idx="1184">
                  <c:v>-6.9812472017233079E-4</c:v>
                </c:pt>
                <c:pt idx="1185">
                  <c:v>-1.066020178825524E-3</c:v>
                </c:pt>
                <c:pt idx="1186">
                  <c:v>-1.7686755886359088E-3</c:v>
                </c:pt>
                <c:pt idx="1187">
                  <c:v>-2.0594218356312574E-3</c:v>
                </c:pt>
                <c:pt idx="1188">
                  <c:v>-2.363929017293652E-3</c:v>
                </c:pt>
                <c:pt idx="1189">
                  <c:v>-2.0507529362167954E-3</c:v>
                </c:pt>
                <c:pt idx="1190">
                  <c:v>-1.7601771414904634E-3</c:v>
                </c:pt>
                <c:pt idx="1191">
                  <c:v>-1.3559462525262044E-3</c:v>
                </c:pt>
                <c:pt idx="1192">
                  <c:v>-1.2033026723765668E-3</c:v>
                </c:pt>
                <c:pt idx="1193">
                  <c:v>-1.5527008294325731E-3</c:v>
                </c:pt>
                <c:pt idx="1194">
                  <c:v>-1.8555716772171722E-3</c:v>
                </c:pt>
                <c:pt idx="1195">
                  <c:v>-1.9030644198035484E-3</c:v>
                </c:pt>
                <c:pt idx="1196">
                  <c:v>-1.5683666949809639E-3</c:v>
                </c:pt>
                <c:pt idx="1197">
                  <c:v>-1.1106514067436395E-3</c:v>
                </c:pt>
                <c:pt idx="1198">
                  <c:v>-1.2510139171159832E-3</c:v>
                </c:pt>
                <c:pt idx="1199">
                  <c:v>-1.6302726506419701E-3</c:v>
                </c:pt>
                <c:pt idx="1200">
                  <c:v>-2.3719489309287746E-3</c:v>
                </c:pt>
                <c:pt idx="1201">
                  <c:v>-3.6159160290266433E-3</c:v>
                </c:pt>
                <c:pt idx="1202">
                  <c:v>-4.7819031923129491E-3</c:v>
                </c:pt>
                <c:pt idx="1203">
                  <c:v>-4.9769433791229485E-3</c:v>
                </c:pt>
                <c:pt idx="1204">
                  <c:v>-5.0353410532356924E-3</c:v>
                </c:pt>
                <c:pt idx="1205">
                  <c:v>-4.9940587351846501E-3</c:v>
                </c:pt>
                <c:pt idx="1206">
                  <c:v>-3.7466904756428194E-3</c:v>
                </c:pt>
                <c:pt idx="1207">
                  <c:v>-5.2236514061172138E-3</c:v>
                </c:pt>
                <c:pt idx="1208">
                  <c:v>-5.1103231786196867E-3</c:v>
                </c:pt>
                <c:pt idx="1209">
                  <c:v>-5.1645566376146892E-3</c:v>
                </c:pt>
                <c:pt idx="1210">
                  <c:v>-4.9122246804387884E-3</c:v>
                </c:pt>
                <c:pt idx="1211">
                  <c:v>-2.6596744440631091E-3</c:v>
                </c:pt>
                <c:pt idx="1212">
                  <c:v>-2.6141839550836419E-3</c:v>
                </c:pt>
                <c:pt idx="1213">
                  <c:v>-2.0854472953067637E-3</c:v>
                </c:pt>
                <c:pt idx="1214">
                  <c:v>-1.9988518827085008E-3</c:v>
                </c:pt>
                <c:pt idx="1215">
                  <c:v>-1.5594777358578713E-3</c:v>
                </c:pt>
                <c:pt idx="1216">
                  <c:v>-9.273732655715655E-4</c:v>
                </c:pt>
                <c:pt idx="1217">
                  <c:v>-7.0887661795132064E-4</c:v>
                </c:pt>
                <c:pt idx="1218">
                  <c:v>3.4459227984256076E-4</c:v>
                </c:pt>
                <c:pt idx="1219">
                  <c:v>1.1089648254567637E-3</c:v>
                </c:pt>
                <c:pt idx="1220">
                  <c:v>1.9227022968626966E-3</c:v>
                </c:pt>
                <c:pt idx="1221">
                  <c:v>3.8628947854409913E-3</c:v>
                </c:pt>
                <c:pt idx="1222">
                  <c:v>5.4040730915455842E-3</c:v>
                </c:pt>
                <c:pt idx="1223">
                  <c:v>5.815651050555504E-3</c:v>
                </c:pt>
                <c:pt idx="1224">
                  <c:v>6.1029598224359482E-3</c:v>
                </c:pt>
                <c:pt idx="1225">
                  <c:v>5.0933189451419754E-3</c:v>
                </c:pt>
                <c:pt idx="1226">
                  <c:v>2.6151796946141921E-3</c:v>
                </c:pt>
                <c:pt idx="1227">
                  <c:v>2.9800748584376908E-3</c:v>
                </c:pt>
                <c:pt idx="1228">
                  <c:v>1.4856620611797115E-3</c:v>
                </c:pt>
                <c:pt idx="1229">
                  <c:v>6.6533643567093237E-4</c:v>
                </c:pt>
                <c:pt idx="1230">
                  <c:v>-3.6631772446600179E-4</c:v>
                </c:pt>
                <c:pt idx="1231">
                  <c:v>-3.8460807462982749E-3</c:v>
                </c:pt>
                <c:pt idx="1232">
                  <c:v>-4.2768250644572249E-3</c:v>
                </c:pt>
                <c:pt idx="1233">
                  <c:v>-4.7337697321490884E-3</c:v>
                </c:pt>
                <c:pt idx="1234">
                  <c:v>-4.8675694803325779E-3</c:v>
                </c:pt>
                <c:pt idx="1235">
                  <c:v>-4.1690742739055164E-3</c:v>
                </c:pt>
                <c:pt idx="1236">
                  <c:v>-3.0717440489331804E-3</c:v>
                </c:pt>
                <c:pt idx="1237">
                  <c:v>-2.0608869958264392E-3</c:v>
                </c:pt>
                <c:pt idx="1238">
                  <c:v>-7.4138246506639594E-4</c:v>
                </c:pt>
                <c:pt idx="1239">
                  <c:v>-5.3337186524556252E-4</c:v>
                </c:pt>
                <c:pt idx="1240">
                  <c:v>-2.4001250109037601E-4</c:v>
                </c:pt>
                <c:pt idx="1241">
                  <c:v>-2.3653062832213397E-4</c:v>
                </c:pt>
                <c:pt idx="1242">
                  <c:v>-7.6577230697663298E-4</c:v>
                </c:pt>
                <c:pt idx="1243">
                  <c:v>-5.387372379298198E-4</c:v>
                </c:pt>
                <c:pt idx="1244">
                  <c:v>-2.8500862530146041E-4</c:v>
                </c:pt>
                <c:pt idx="1245">
                  <c:v>-2.0695829244083487E-4</c:v>
                </c:pt>
                <c:pt idx="1246">
                  <c:v>-7.4528186745125913E-4</c:v>
                </c:pt>
                <c:pt idx="1247">
                  <c:v>-1.052070833279687E-3</c:v>
                </c:pt>
                <c:pt idx="1248">
                  <c:v>-1.7763008319239375E-3</c:v>
                </c:pt>
                <c:pt idx="1249">
                  <c:v>-1.6319672821083972E-3</c:v>
                </c:pt>
                <c:pt idx="1250">
                  <c:v>-1.3840530317140464E-3</c:v>
                </c:pt>
                <c:pt idx="1251">
                  <c:v>-1.1463778878207953E-3</c:v>
                </c:pt>
                <c:pt idx="1252">
                  <c:v>-6.6954762786270718E-4</c:v>
                </c:pt>
                <c:pt idx="1253">
                  <c:v>-8.6727737818506211E-4</c:v>
                </c:pt>
                <c:pt idx="1254">
                  <c:v>-7.8296844361920581E-4</c:v>
                </c:pt>
                <c:pt idx="1255">
                  <c:v>-5.6771803140141385E-4</c:v>
                </c:pt>
                <c:pt idx="1256">
                  <c:v>1.1443807608762236E-4</c:v>
                </c:pt>
                <c:pt idx="1257">
                  <c:v>3.8168038706751369E-4</c:v>
                </c:pt>
                <c:pt idx="1258">
                  <c:v>7.2902199970799049E-4</c:v>
                </c:pt>
                <c:pt idx="1259">
                  <c:v>9.3509460853945865E-4</c:v>
                </c:pt>
                <c:pt idx="1260">
                  <c:v>1.2260970409025767E-3</c:v>
                </c:pt>
                <c:pt idx="1261">
                  <c:v>1.5198610818431373E-3</c:v>
                </c:pt>
                <c:pt idx="1262">
                  <c:v>1.6350268148385236E-3</c:v>
                </c:pt>
                <c:pt idx="1263">
                  <c:v>1.7344670373165652E-3</c:v>
                </c:pt>
                <c:pt idx="1264">
                  <c:v>2.4907629413260129E-3</c:v>
                </c:pt>
                <c:pt idx="1265">
                  <c:v>3.4441094457487E-3</c:v>
                </c:pt>
                <c:pt idx="1266">
                  <c:v>4.8213447968381163E-3</c:v>
                </c:pt>
                <c:pt idx="1267">
                  <c:v>5.7096508655883104E-3</c:v>
                </c:pt>
                <c:pt idx="1268">
                  <c:v>5.360572007475123E-3</c:v>
                </c:pt>
                <c:pt idx="1269">
                  <c:v>3.4628787074800966E-3</c:v>
                </c:pt>
                <c:pt idx="1270">
                  <c:v>1.5709224928799545E-3</c:v>
                </c:pt>
                <c:pt idx="1271">
                  <c:v>-1.0304479116975101E-3</c:v>
                </c:pt>
                <c:pt idx="1272">
                  <c:v>-2.3361415784176136E-3</c:v>
                </c:pt>
                <c:pt idx="1273">
                  <c:v>-2.0759785696014719E-3</c:v>
                </c:pt>
                <c:pt idx="1274">
                  <c:v>-2.5029770249423828E-3</c:v>
                </c:pt>
                <c:pt idx="1275">
                  <c:v>-3.0667009568332028E-3</c:v>
                </c:pt>
                <c:pt idx="1276">
                  <c:v>-4.2539244951893844E-3</c:v>
                </c:pt>
                <c:pt idx="1277">
                  <c:v>-5.0725021082922558E-3</c:v>
                </c:pt>
                <c:pt idx="1278">
                  <c:v>-5.0431767870344497E-3</c:v>
                </c:pt>
                <c:pt idx="1279">
                  <c:v>-3.4236356628708962E-3</c:v>
                </c:pt>
                <c:pt idx="1280">
                  <c:v>-1.827452405686579E-3</c:v>
                </c:pt>
                <c:pt idx="1281">
                  <c:v>7.3796190236372907E-4</c:v>
                </c:pt>
                <c:pt idx="1282">
                  <c:v>1.985375167358641E-3</c:v>
                </c:pt>
                <c:pt idx="1283">
                  <c:v>1.649069904420268E-3</c:v>
                </c:pt>
                <c:pt idx="1284">
                  <c:v>1.0716196612899514E-3</c:v>
                </c:pt>
                <c:pt idx="1285">
                  <c:v>5.0247920117349812E-4</c:v>
                </c:pt>
                <c:pt idx="1286">
                  <c:v>-4.2272719838239158E-5</c:v>
                </c:pt>
                <c:pt idx="1287">
                  <c:v>-5.4888290462089262E-4</c:v>
                </c:pt>
                <c:pt idx="1288">
                  <c:v>-8.912826297299614E-4</c:v>
                </c:pt>
                <c:pt idx="1289">
                  <c:v>-1.4979605465238305E-3</c:v>
                </c:pt>
                <c:pt idx="1290">
                  <c:v>-2.2185624965912324E-3</c:v>
                </c:pt>
                <c:pt idx="1291">
                  <c:v>-3.1513605615344094E-3</c:v>
                </c:pt>
                <c:pt idx="1292">
                  <c:v>-3.4806739588231902E-3</c:v>
                </c:pt>
                <c:pt idx="1293">
                  <c:v>-3.5991724806706837E-3</c:v>
                </c:pt>
                <c:pt idx="1294">
                  <c:v>-3.184806994922735E-3</c:v>
                </c:pt>
                <c:pt idx="1295">
                  <c:v>-2.7602062022539383E-3</c:v>
                </c:pt>
                <c:pt idx="1296">
                  <c:v>-2.0680183253531303E-3</c:v>
                </c:pt>
                <c:pt idx="1297">
                  <c:v>-1.4276300121410749E-3</c:v>
                </c:pt>
                <c:pt idx="1298">
                  <c:v>-9.7916024190322919E-4</c:v>
                </c:pt>
                <c:pt idx="1299">
                  <c:v>-2.1766577104726653E-4</c:v>
                </c:pt>
                <c:pt idx="1300">
                  <c:v>4.5130674390553711E-4</c:v>
                </c:pt>
                <c:pt idx="1301">
                  <c:v>1.4009495077171516E-3</c:v>
                </c:pt>
                <c:pt idx="1302">
                  <c:v>1.6846163554782106E-3</c:v>
                </c:pt>
                <c:pt idx="1303">
                  <c:v>1.6975273401957564E-3</c:v>
                </c:pt>
                <c:pt idx="1304">
                  <c:v>1.2580997626392032E-3</c:v>
                </c:pt>
                <c:pt idx="1305">
                  <c:v>7.1872737934454564E-4</c:v>
                </c:pt>
                <c:pt idx="1306">
                  <c:v>4.659859980358956E-4</c:v>
                </c:pt>
                <c:pt idx="1307">
                  <c:v>1.676649898328178E-4</c:v>
                </c:pt>
                <c:pt idx="1308">
                  <c:v>1.8558703359756041E-4</c:v>
                </c:pt>
                <c:pt idx="1309">
                  <c:v>7.7605706733755583E-5</c:v>
                </c:pt>
                <c:pt idx="1310">
                  <c:v>-1.9096353290325857E-4</c:v>
                </c:pt>
                <c:pt idx="1311">
                  <c:v>-4.8941122596837111E-4</c:v>
                </c:pt>
                <c:pt idx="1312">
                  <c:v>-5.5329341324026129E-4</c:v>
                </c:pt>
                <c:pt idx="1313">
                  <c:v>-2.1631127395827648E-4</c:v>
                </c:pt>
                <c:pt idx="1314">
                  <c:v>-1.7611040595667816E-5</c:v>
                </c:pt>
                <c:pt idx="1315">
                  <c:v>2.1634521761076665E-4</c:v>
                </c:pt>
                <c:pt idx="1316">
                  <c:v>1.2567603483287434E-4</c:v>
                </c:pt>
                <c:pt idx="1317">
                  <c:v>5.0451024733496469E-5</c:v>
                </c:pt>
                <c:pt idx="1318">
                  <c:v>2.0526141972003267E-4</c:v>
                </c:pt>
                <c:pt idx="1319">
                  <c:v>4.2499980716735679E-4</c:v>
                </c:pt>
                <c:pt idx="1320">
                  <c:v>9.1590115758153625E-4</c:v>
                </c:pt>
                <c:pt idx="1321">
                  <c:v>1.2637392560338578E-3</c:v>
                </c:pt>
                <c:pt idx="1322">
                  <c:v>1.3347560944001371E-3</c:v>
                </c:pt>
                <c:pt idx="1323">
                  <c:v>1.0338708050705158E-3</c:v>
                </c:pt>
                <c:pt idx="1324">
                  <c:v>9.2358844553063412E-4</c:v>
                </c:pt>
                <c:pt idx="1325">
                  <c:v>1.0049500618270833E-3</c:v>
                </c:pt>
                <c:pt idx="1326">
                  <c:v>1.0775325385836039E-3</c:v>
                </c:pt>
                <c:pt idx="1327">
                  <c:v>1.4360430411666659E-3</c:v>
                </c:pt>
                <c:pt idx="1328">
                  <c:v>1.7044301644595569E-3</c:v>
                </c:pt>
                <c:pt idx="1329">
                  <c:v>1.722411583678405E-3</c:v>
                </c:pt>
                <c:pt idx="1330">
                  <c:v>1.7775798324508451E-3</c:v>
                </c:pt>
                <c:pt idx="1331">
                  <c:v>1.7952968651468143E-3</c:v>
                </c:pt>
                <c:pt idx="1332">
                  <c:v>1.8334710868780455E-3</c:v>
                </c:pt>
                <c:pt idx="1333">
                  <c:v>1.7678331768662598E-3</c:v>
                </c:pt>
                <c:pt idx="1334">
                  <c:v>1.6298764070113631E-3</c:v>
                </c:pt>
                <c:pt idx="1335">
                  <c:v>1.2822461388915477E-3</c:v>
                </c:pt>
                <c:pt idx="1336">
                  <c:v>1.8971807989323354E-4</c:v>
                </c:pt>
                <c:pt idx="1337">
                  <c:v>-5.60895914984496E-4</c:v>
                </c:pt>
                <c:pt idx="1338">
                  <c:v>-1.1795366974403823E-3</c:v>
                </c:pt>
                <c:pt idx="1339">
                  <c:v>-1.4123021383289579E-3</c:v>
                </c:pt>
                <c:pt idx="1340">
                  <c:v>-1.4023171973499005E-3</c:v>
                </c:pt>
                <c:pt idx="1341">
                  <c:v>-1.0101478135620707E-3</c:v>
                </c:pt>
                <c:pt idx="1342">
                  <c:v>-8.5135111302553292E-4</c:v>
                </c:pt>
                <c:pt idx="1343">
                  <c:v>-5.9995862721026608E-4</c:v>
                </c:pt>
                <c:pt idx="1344">
                  <c:v>-2.841515078345194E-4</c:v>
                </c:pt>
                <c:pt idx="1345">
                  <c:v>-7.2193480243440413E-6</c:v>
                </c:pt>
                <c:pt idx="1346">
                  <c:v>9.2308433730349385E-4</c:v>
                </c:pt>
                <c:pt idx="1347">
                  <c:v>1.2434567283361765E-3</c:v>
                </c:pt>
                <c:pt idx="1348">
                  <c:v>1.292314819933349E-3</c:v>
                </c:pt>
                <c:pt idx="1349">
                  <c:v>9.2226090970761593E-4</c:v>
                </c:pt>
                <c:pt idx="1350">
                  <c:v>2.0947351223783093E-4</c:v>
                </c:pt>
                <c:pt idx="1351">
                  <c:v>-8.1501132623791606E-4</c:v>
                </c:pt>
                <c:pt idx="1352">
                  <c:v>-1.296893364877149E-3</c:v>
                </c:pt>
                <c:pt idx="1353">
                  <c:v>-1.3283196901163695E-3</c:v>
                </c:pt>
                <c:pt idx="1354">
                  <c:v>-1.4196310531942812E-3</c:v>
                </c:pt>
                <c:pt idx="1355">
                  <c:v>-1.4954945023560678E-3</c:v>
                </c:pt>
                <c:pt idx="1356">
                  <c:v>-1.5149817976168518E-3</c:v>
                </c:pt>
                <c:pt idx="1357">
                  <c:v>-1.4270660149397984E-3</c:v>
                </c:pt>
                <c:pt idx="1358">
                  <c:v>-1.1672032037704908E-3</c:v>
                </c:pt>
                <c:pt idx="1359">
                  <c:v>-6.3494162528427984E-4</c:v>
                </c:pt>
                <c:pt idx="1360">
                  <c:v>-9.29081846805381E-5</c:v>
                </c:pt>
                <c:pt idx="1361">
                  <c:v>4.5380439676107542E-4</c:v>
                </c:pt>
                <c:pt idx="1362">
                  <c:v>6.2971252585178393E-4</c:v>
                </c:pt>
                <c:pt idx="1363">
                  <c:v>3.8865604110086341E-4</c:v>
                </c:pt>
                <c:pt idx="1364">
                  <c:v>1.5195017104657066E-5</c:v>
                </c:pt>
                <c:pt idx="1365">
                  <c:v>-3.0057395678044702E-4</c:v>
                </c:pt>
                <c:pt idx="1366">
                  <c:v>-6.7523151509224434E-4</c:v>
                </c:pt>
                <c:pt idx="1367">
                  <c:v>-1.0138503426971126E-3</c:v>
                </c:pt>
                <c:pt idx="1368">
                  <c:v>-1.3413512533725642E-3</c:v>
                </c:pt>
                <c:pt idx="1369">
                  <c:v>-1.7443726435461145E-3</c:v>
                </c:pt>
                <c:pt idx="1370">
                  <c:v>-2.0743584263603122E-3</c:v>
                </c:pt>
                <c:pt idx="1371">
                  <c:v>-2.1982277945094926E-3</c:v>
                </c:pt>
                <c:pt idx="1372">
                  <c:v>-2.0421600057986891E-3</c:v>
                </c:pt>
                <c:pt idx="1373">
                  <c:v>-1.8227429506444287E-3</c:v>
                </c:pt>
                <c:pt idx="1374">
                  <c:v>-1.373275633861725E-3</c:v>
                </c:pt>
                <c:pt idx="1375">
                  <c:v>-7.6946375689584327E-4</c:v>
                </c:pt>
                <c:pt idx="1376">
                  <c:v>-6.1632964647009218E-4</c:v>
                </c:pt>
                <c:pt idx="1377">
                  <c:v>-3.7592400748427332E-4</c:v>
                </c:pt>
                <c:pt idx="1378">
                  <c:v>-4.0698856365024708E-4</c:v>
                </c:pt>
                <c:pt idx="1379">
                  <c:v>-5.4507413200684664E-4</c:v>
                </c:pt>
                <c:pt idx="1380">
                  <c:v>-2.573687593279819E-4</c:v>
                </c:pt>
                <c:pt idx="1381">
                  <c:v>-4.2414953571019012E-5</c:v>
                </c:pt>
                <c:pt idx="1382">
                  <c:v>8.1322241540612847E-5</c:v>
                </c:pt>
                <c:pt idx="1383">
                  <c:v>1.4319851737867526E-4</c:v>
                </c:pt>
                <c:pt idx="1384">
                  <c:v>-5.9937621550418954E-5</c:v>
                </c:pt>
                <c:pt idx="1385">
                  <c:v>-4.4419339842259738E-4</c:v>
                </c:pt>
                <c:pt idx="1386">
                  <c:v>-4.7114338396909289E-4</c:v>
                </c:pt>
                <c:pt idx="1387">
                  <c:v>-5.2566454162003562E-4</c:v>
                </c:pt>
                <c:pt idx="1388">
                  <c:v>-2.924617878561797E-4</c:v>
                </c:pt>
                <c:pt idx="1389">
                  <c:v>1.0479577332609888E-4</c:v>
                </c:pt>
                <c:pt idx="1390">
                  <c:v>-1.7980830679535653E-4</c:v>
                </c:pt>
                <c:pt idx="1391">
                  <c:v>-3.76876922102775E-4</c:v>
                </c:pt>
                <c:pt idx="1392">
                  <c:v>-6.1993916354913389E-4</c:v>
                </c:pt>
                <c:pt idx="1393">
                  <c:v>-8.9530422970134018E-4</c:v>
                </c:pt>
                <c:pt idx="1394">
                  <c:v>-8.4244556782490725E-4</c:v>
                </c:pt>
                <c:pt idx="1395">
                  <c:v>-8.6080491386701793E-4</c:v>
                </c:pt>
                <c:pt idx="1396">
                  <c:v>-8.9279372980797936E-4</c:v>
                </c:pt>
                <c:pt idx="1397">
                  <c:v>-8.558002184505583E-4</c:v>
                </c:pt>
                <c:pt idx="1398">
                  <c:v>-8.0644785938376279E-4</c:v>
                </c:pt>
                <c:pt idx="1399">
                  <c:v>-7.6642446985007164E-4</c:v>
                </c:pt>
                <c:pt idx="1400">
                  <c:v>-3.6538814173530597E-4</c:v>
                </c:pt>
                <c:pt idx="1401">
                  <c:v>-1.0762963406253447E-4</c:v>
                </c:pt>
                <c:pt idx="1402">
                  <c:v>4.2738897610502395E-5</c:v>
                </c:pt>
                <c:pt idx="1403">
                  <c:v>1.8943220013674378E-4</c:v>
                </c:pt>
                <c:pt idx="1404">
                  <c:v>5.640060876590247E-5</c:v>
                </c:pt>
                <c:pt idx="1405">
                  <c:v>1.0674482159516857E-4</c:v>
                </c:pt>
                <c:pt idx="1406">
                  <c:v>2.1628452413241934E-4</c:v>
                </c:pt>
                <c:pt idx="1407">
                  <c:v>2.582652749680388E-3</c:v>
                </c:pt>
                <c:pt idx="1408">
                  <c:v>2.493325467861685E-3</c:v>
                </c:pt>
                <c:pt idx="1409">
                  <c:v>2.410310420934896E-3</c:v>
                </c:pt>
                <c:pt idx="1410">
                  <c:v>2.1240169976823884E-3</c:v>
                </c:pt>
                <c:pt idx="1411">
                  <c:v>-1.6439087886484147E-3</c:v>
                </c:pt>
                <c:pt idx="1412">
                  <c:v>-1.7085321632809229E-3</c:v>
                </c:pt>
                <c:pt idx="1413">
                  <c:v>-1.7999024042068066E-3</c:v>
                </c:pt>
                <c:pt idx="1414">
                  <c:v>-1.7319622409014157E-3</c:v>
                </c:pt>
                <c:pt idx="1415">
                  <c:v>-1.7631308227800604E-3</c:v>
                </c:pt>
                <c:pt idx="1416">
                  <c:v>-1.7844535854306572E-3</c:v>
                </c:pt>
                <c:pt idx="1417">
                  <c:v>-4.0799970479530722E-3</c:v>
                </c:pt>
                <c:pt idx="1418">
                  <c:v>-4.0432462008653022E-3</c:v>
                </c:pt>
                <c:pt idx="1419">
                  <c:v>-4.0601750140832034E-3</c:v>
                </c:pt>
                <c:pt idx="1420">
                  <c:v>-3.9904074667517168E-3</c:v>
                </c:pt>
                <c:pt idx="1421">
                  <c:v>-5.0553774285213844E-4</c:v>
                </c:pt>
                <c:pt idx="1422">
                  <c:v>-5.626495955831978E-4</c:v>
                </c:pt>
                <c:pt idx="1423">
                  <c:v>-5.9706428479651126E-4</c:v>
                </c:pt>
                <c:pt idx="1424">
                  <c:v>-6.9809582809442911E-4</c:v>
                </c:pt>
                <c:pt idx="1425">
                  <c:v>-7.3202860378818039E-4</c:v>
                </c:pt>
                <c:pt idx="1426">
                  <c:v>-7.2653660672087413E-4</c:v>
                </c:pt>
                <c:pt idx="1427">
                  <c:v>-7.5658821424230628E-4</c:v>
                </c:pt>
                <c:pt idx="1428">
                  <c:v>-7.3519238944855236E-4</c:v>
                </c:pt>
                <c:pt idx="1429">
                  <c:v>-6.1391336080383332E-4</c:v>
                </c:pt>
                <c:pt idx="1430">
                  <c:v>-4.4043017950407199E-4</c:v>
                </c:pt>
                <c:pt idx="1431">
                  <c:v>-6.4683032339404176E-5</c:v>
                </c:pt>
                <c:pt idx="1432">
                  <c:v>1.2393867747672802E-4</c:v>
                </c:pt>
                <c:pt idx="1433">
                  <c:v>3.0425013659958965E-4</c:v>
                </c:pt>
                <c:pt idx="1434">
                  <c:v>4.0066994477818557E-4</c:v>
                </c:pt>
                <c:pt idx="1435">
                  <c:v>3.9312695961460017E-4</c:v>
                </c:pt>
                <c:pt idx="1436">
                  <c:v>2.7782507801109649E-4</c:v>
                </c:pt>
                <c:pt idx="1437">
                  <c:v>2.1287514871047019E-4</c:v>
                </c:pt>
                <c:pt idx="1438">
                  <c:v>1.4261605913820085E-4</c:v>
                </c:pt>
                <c:pt idx="1439">
                  <c:v>8.3877673162484343E-5</c:v>
                </c:pt>
                <c:pt idx="1440">
                  <c:v>3.934794895361776E-5</c:v>
                </c:pt>
                <c:pt idx="1441">
                  <c:v>-1.1258685217186912E-4</c:v>
                </c:pt>
                <c:pt idx="1442">
                  <c:v>-2.184912756802916E-4</c:v>
                </c:pt>
                <c:pt idx="1443">
                  <c:v>-3.1804724872752307E-4</c:v>
                </c:pt>
                <c:pt idx="1444">
                  <c:v>-4.0611564842591428E-4</c:v>
                </c:pt>
                <c:pt idx="1445">
                  <c:v>-2.6990546637009545E-4</c:v>
                </c:pt>
                <c:pt idx="1446">
                  <c:v>5.6491008613102075E-6</c:v>
                </c:pt>
                <c:pt idx="1447">
                  <c:v>1.331293273761254E-4</c:v>
                </c:pt>
                <c:pt idx="1448">
                  <c:v>3.0019460583216654E-4</c:v>
                </c:pt>
                <c:pt idx="1449">
                  <c:v>2.7609583607619002E-4</c:v>
                </c:pt>
                <c:pt idx="1450">
                  <c:v>1.9541719380074886E-4</c:v>
                </c:pt>
                <c:pt idx="1451">
                  <c:v>1.9119157957141059E-4</c:v>
                </c:pt>
                <c:pt idx="1452">
                  <c:v>1.9791300323916545E-4</c:v>
                </c:pt>
                <c:pt idx="1453">
                  <c:v>1.9058488513680054E-4</c:v>
                </c:pt>
                <c:pt idx="1454">
                  <c:v>2.9732600708163789E-4</c:v>
                </c:pt>
                <c:pt idx="1455">
                  <c:v>2.2226416468318702E-4</c:v>
                </c:pt>
                <c:pt idx="1456">
                  <c:v>1.2404892388541351E-4</c:v>
                </c:pt>
                <c:pt idx="1457">
                  <c:v>1.1258627369078317E-4</c:v>
                </c:pt>
                <c:pt idx="1458">
                  <c:v>4.7698496095582857E-5</c:v>
                </c:pt>
                <c:pt idx="1459">
                  <c:v>1.4255283640571826E-4</c:v>
                </c:pt>
                <c:pt idx="1460">
                  <c:v>1.6387144316146879E-4</c:v>
                </c:pt>
                <c:pt idx="1461">
                  <c:v>7.640003991689695E-5</c:v>
                </c:pt>
                <c:pt idx="1462">
                  <c:v>3.2174649544886716E-5</c:v>
                </c:pt>
                <c:pt idx="1463">
                  <c:v>-4.9390681861292282E-5</c:v>
                </c:pt>
                <c:pt idx="1464">
                  <c:v>-1.2849435798325189E-4</c:v>
                </c:pt>
                <c:pt idx="1465">
                  <c:v>-1.9577752247646255E-4</c:v>
                </c:pt>
                <c:pt idx="1466">
                  <c:v>-4.2891222758128996E-4</c:v>
                </c:pt>
                <c:pt idx="1467">
                  <c:v>-5.554627324188537E-4</c:v>
                </c:pt>
                <c:pt idx="1468">
                  <c:v>-6.6493477949655655E-4</c:v>
                </c:pt>
                <c:pt idx="1469">
                  <c:v>-7.8473055025845076E-4</c:v>
                </c:pt>
                <c:pt idx="1470">
                  <c:v>-8.4018281916698259E-4</c:v>
                </c:pt>
                <c:pt idx="1471">
                  <c:v>-9.3511414277035328E-4</c:v>
                </c:pt>
                <c:pt idx="1472">
                  <c:v>-1.0525135141484781E-3</c:v>
                </c:pt>
                <c:pt idx="1473">
                  <c:v>-1.0920497234085738E-3</c:v>
                </c:pt>
                <c:pt idx="1474">
                  <c:v>-1.097982791219338E-3</c:v>
                </c:pt>
                <c:pt idx="1475">
                  <c:v>-1.0609988689019266E-3</c:v>
                </c:pt>
                <c:pt idx="1476">
                  <c:v>-9.0990621243703317E-4</c:v>
                </c:pt>
                <c:pt idx="1477">
                  <c:v>-8.4631996178135475E-4</c:v>
                </c:pt>
                <c:pt idx="1478">
                  <c:v>-8.1505855218743305E-4</c:v>
                </c:pt>
                <c:pt idx="1479">
                  <c:v>-7.7508554489246829E-4</c:v>
                </c:pt>
                <c:pt idx="1480">
                  <c:v>-6.8080364632289376E-4</c:v>
                </c:pt>
                <c:pt idx="1481">
                  <c:v>-4.5848753726568034E-4</c:v>
                </c:pt>
                <c:pt idx="1482">
                  <c:v>-3.8641388753929971E-4</c:v>
                </c:pt>
                <c:pt idx="1483">
                  <c:v>-3.3216761290762035E-4</c:v>
                </c:pt>
                <c:pt idx="1484">
                  <c:v>-3.7247458549058562E-4</c:v>
                </c:pt>
                <c:pt idx="1485">
                  <c:v>-5.3078805481114046E-4</c:v>
                </c:pt>
                <c:pt idx="1486">
                  <c:v>-5.7523172510388844E-4</c:v>
                </c:pt>
                <c:pt idx="1487">
                  <c:v>-6.0918855609101426E-4</c:v>
                </c:pt>
                <c:pt idx="1488">
                  <c:v>-6.3404215231262977E-4</c:v>
                </c:pt>
                <c:pt idx="1489">
                  <c:v>-6.0237833813425799E-4</c:v>
                </c:pt>
                <c:pt idx="1490">
                  <c:v>-6.2587932590807763E-4</c:v>
                </c:pt>
                <c:pt idx="1491">
                  <c:v>-6.8371689150360034E-4</c:v>
                </c:pt>
                <c:pt idx="1492">
                  <c:v>-6.0638922059067164E-4</c:v>
                </c:pt>
                <c:pt idx="1493">
                  <c:v>-5.0006178087145105E-4</c:v>
                </c:pt>
                <c:pt idx="1494">
                  <c:v>-3.9728296032720545E-4</c:v>
                </c:pt>
                <c:pt idx="1495">
                  <c:v>-2.328988550963973E-4</c:v>
                </c:pt>
                <c:pt idx="1496">
                  <c:v>-8.1595090055869982E-5</c:v>
                </c:pt>
                <c:pt idx="1497">
                  <c:v>-1.315159551331102E-5</c:v>
                </c:pt>
                <c:pt idx="1498">
                  <c:v>8.3903083829307834E-5</c:v>
                </c:pt>
                <c:pt idx="1499">
                  <c:v>1.3094281623379916E-4</c:v>
                </c:pt>
                <c:pt idx="1500">
                  <c:v>1.232983686142941E-4</c:v>
                </c:pt>
                <c:pt idx="1501">
                  <c:v>1.1655547604538241E-4</c:v>
                </c:pt>
                <c:pt idx="1502">
                  <c:v>1.3113188969335262E-4</c:v>
                </c:pt>
                <c:pt idx="1503">
                  <c:v>9.0837624080732091E-5</c:v>
                </c:pt>
                <c:pt idx="1504">
                  <c:v>7.0643325490873926E-5</c:v>
                </c:pt>
                <c:pt idx="1505">
                  <c:v>-4.0227053225080911E-6</c:v>
                </c:pt>
                <c:pt idx="1506">
                  <c:v>-2.6668953264136138E-4</c:v>
                </c:pt>
                <c:pt idx="1507">
                  <c:v>-3.8407770686733553E-4</c:v>
                </c:pt>
                <c:pt idx="1508">
                  <c:v>-4.8934200336255842E-4</c:v>
                </c:pt>
                <c:pt idx="1509">
                  <c:v>-5.461295930799748E-4</c:v>
                </c:pt>
                <c:pt idx="1510">
                  <c:v>-5.3699133858897338E-4</c:v>
                </c:pt>
                <c:pt idx="1511">
                  <c:v>-5.564205100287926E-4</c:v>
                </c:pt>
                <c:pt idx="1512">
                  <c:v>-5.7531675530783015E-4</c:v>
                </c:pt>
                <c:pt idx="1513">
                  <c:v>-5.2015013026508326E-4</c:v>
                </c:pt>
                <c:pt idx="1514">
                  <c:v>-4.2990691369670236E-4</c:v>
                </c:pt>
                <c:pt idx="1515">
                  <c:v>-2.431201085700073E-4</c:v>
                </c:pt>
                <c:pt idx="1516">
                  <c:v>1.5011181035705367E-5</c:v>
                </c:pt>
                <c:pt idx="1517">
                  <c:v>1.3279607637737417E-4</c:v>
                </c:pt>
                <c:pt idx="1518">
                  <c:v>2.2347249869111087E-4</c:v>
                </c:pt>
                <c:pt idx="1519">
                  <c:v>2.5978769460610688E-4</c:v>
                </c:pt>
                <c:pt idx="1520">
                  <c:v>3.0167192546741298E-4</c:v>
                </c:pt>
                <c:pt idx="1521">
                  <c:v>3.7241611876799791E-4</c:v>
                </c:pt>
                <c:pt idx="1522">
                  <c:v>4.0283908556989074E-4</c:v>
                </c:pt>
                <c:pt idx="1523">
                  <c:v>3.7251721097983847E-4</c:v>
                </c:pt>
                <c:pt idx="1524">
                  <c:v>3.2577648746072094E-4</c:v>
                </c:pt>
                <c:pt idx="1525">
                  <c:v>2.4338543811987801E-4</c:v>
                </c:pt>
                <c:pt idx="1526">
                  <c:v>-8.2596315067717812E-5</c:v>
                </c:pt>
                <c:pt idx="1527">
                  <c:v>-2.8873249574215001E-4</c:v>
                </c:pt>
                <c:pt idx="1528">
                  <c:v>-4.8711168757988309E-4</c:v>
                </c:pt>
                <c:pt idx="1529">
                  <c:v>-6.3069171561607395E-4</c:v>
                </c:pt>
                <c:pt idx="1530">
                  <c:v>-6.4816719106768408E-4</c:v>
                </c:pt>
                <c:pt idx="1531">
                  <c:v>-6.3361260333197333E-4</c:v>
                </c:pt>
                <c:pt idx="1532">
                  <c:v>-6.2331709639633565E-4</c:v>
                </c:pt>
                <c:pt idx="1533">
                  <c:v>-6.4092320319314726E-4</c:v>
                </c:pt>
                <c:pt idx="1534">
                  <c:v>-6.3309752550458483E-4</c:v>
                </c:pt>
                <c:pt idx="1535">
                  <c:v>-6.3092710121812751E-4</c:v>
                </c:pt>
                <c:pt idx="1536">
                  <c:v>-3.4027229041046979E-4</c:v>
                </c:pt>
                <c:pt idx="1537">
                  <c:v>-1.1233121336966592E-4</c:v>
                </c:pt>
                <c:pt idx="1538">
                  <c:v>9.2861702065683696E-5</c:v>
                </c:pt>
                <c:pt idx="1539">
                  <c:v>2.6942530950447712E-4</c:v>
                </c:pt>
                <c:pt idx="1540">
                  <c:v>2.8547477060126278E-4</c:v>
                </c:pt>
                <c:pt idx="1541">
                  <c:v>3.7576344844446747E-4</c:v>
                </c:pt>
                <c:pt idx="1542">
                  <c:v>4.9587135162389921E-4</c:v>
                </c:pt>
                <c:pt idx="1543">
                  <c:v>5.1796711273915594E-4</c:v>
                </c:pt>
                <c:pt idx="1544">
                  <c:v>6.1938801680582259E-4</c:v>
                </c:pt>
                <c:pt idx="1545">
                  <c:v>6.335736430994242E-4</c:v>
                </c:pt>
                <c:pt idx="1546">
                  <c:v>4.8631849650473816E-4</c:v>
                </c:pt>
                <c:pt idx="1547">
                  <c:v>4.3403599532286784E-4</c:v>
                </c:pt>
                <c:pt idx="1548">
                  <c:v>3.0234447575296574E-4</c:v>
                </c:pt>
                <c:pt idx="1549">
                  <c:v>1.5925470659725326E-4</c:v>
                </c:pt>
                <c:pt idx="1550">
                  <c:v>1.0098588958916757E-4</c:v>
                </c:pt>
                <c:pt idx="1551">
                  <c:v>3.3961410168014546E-5</c:v>
                </c:pt>
                <c:pt idx="1552">
                  <c:v>-3.5247430575881952E-5</c:v>
                </c:pt>
                <c:pt idx="1553">
                  <c:v>7.7929143351828514E-5</c:v>
                </c:pt>
                <c:pt idx="1554">
                  <c:v>-4.6927400785844179E-6</c:v>
                </c:pt>
                <c:pt idx="1555">
                  <c:v>1.4817731116132383E-4</c:v>
                </c:pt>
                <c:pt idx="1556">
                  <c:v>4.3065253675967778E-4</c:v>
                </c:pt>
                <c:pt idx="1557">
                  <c:v>5.0731815582561249E-4</c:v>
                </c:pt>
                <c:pt idx="1558">
                  <c:v>7.2598279418031181E-4</c:v>
                </c:pt>
                <c:pt idx="1559">
                  <c:v>6.82296200924281E-4</c:v>
                </c:pt>
                <c:pt idx="1560">
                  <c:v>5.4115326600334972E-4</c:v>
                </c:pt>
                <c:pt idx="1561">
                  <c:v>3.2337643428173384E-3</c:v>
                </c:pt>
                <c:pt idx="1562">
                  <c:v>5.108797700831556E-3</c:v>
                </c:pt>
                <c:pt idx="1563">
                  <c:v>6.8490215111498224E-3</c:v>
                </c:pt>
                <c:pt idx="1564">
                  <c:v>8.6540560288051026E-3</c:v>
                </c:pt>
                <c:pt idx="1565">
                  <c:v>7.6371881357425522E-3</c:v>
                </c:pt>
                <c:pt idx="1566">
                  <c:v>5.9999480460467451E-3</c:v>
                </c:pt>
                <c:pt idx="1567">
                  <c:v>5.2475938478039903E-3</c:v>
                </c:pt>
                <c:pt idx="1568">
                  <c:v>4.5949778652941394E-3</c:v>
                </c:pt>
                <c:pt idx="1569">
                  <c:v>4.8812306097286611E-3</c:v>
                </c:pt>
                <c:pt idx="1570">
                  <c:v>5.0581467854774438E-3</c:v>
                </c:pt>
                <c:pt idx="1571">
                  <c:v>2.0207045050329706E-3</c:v>
                </c:pt>
                <c:pt idx="1572">
                  <c:v>-4.230741084547601E-4</c:v>
                </c:pt>
                <c:pt idx="1573">
                  <c:v>-2.697156109348225E-3</c:v>
                </c:pt>
                <c:pt idx="1574">
                  <c:v>-4.7231371653996259E-3</c:v>
                </c:pt>
                <c:pt idx="1575">
                  <c:v>-4.1322313966593877E-3</c:v>
                </c:pt>
                <c:pt idx="1576">
                  <c:v>-2.6873587202563276E-3</c:v>
                </c:pt>
                <c:pt idx="1577">
                  <c:v>-2.0545891413227971E-3</c:v>
                </c:pt>
                <c:pt idx="1578">
                  <c:v>-1.8169820787328644E-3</c:v>
                </c:pt>
                <c:pt idx="1579">
                  <c:v>-2.2207202080305201E-3</c:v>
                </c:pt>
                <c:pt idx="1580">
                  <c:v>-2.2178775245978942E-3</c:v>
                </c:pt>
                <c:pt idx="1581">
                  <c:v>-1.9824052544760141E-3</c:v>
                </c:pt>
                <c:pt idx="1582">
                  <c:v>-1.2488549652394203E-3</c:v>
                </c:pt>
                <c:pt idx="1583">
                  <c:v>-2.6343453892552075E-4</c:v>
                </c:pt>
                <c:pt idx="1584">
                  <c:v>2.5142080598165444E-4</c:v>
                </c:pt>
                <c:pt idx="1585">
                  <c:v>8.4575799113965487E-4</c:v>
                </c:pt>
                <c:pt idx="1586">
                  <c:v>1.4391650521220635E-3</c:v>
                </c:pt>
                <c:pt idx="1587">
                  <c:v>4.9319162410130192E-3</c:v>
                </c:pt>
                <c:pt idx="1588">
                  <c:v>9.3609268473747904E-3</c:v>
                </c:pt>
                <c:pt idx="1589">
                  <c:v>1.160539750392686E-2</c:v>
                </c:pt>
                <c:pt idx="1590">
                  <c:v>1.4771557244468343E-2</c:v>
                </c:pt>
                <c:pt idx="1591">
                  <c:v>1.5991016870084619E-2</c:v>
                </c:pt>
                <c:pt idx="1592">
                  <c:v>1.6180343476082725E-2</c:v>
                </c:pt>
                <c:pt idx="1593">
                  <c:v>1.7441811878297128E-2</c:v>
                </c:pt>
                <c:pt idx="1594">
                  <c:v>1.7737899716988421E-2</c:v>
                </c:pt>
                <c:pt idx="1595">
                  <c:v>1.7515278489543214E-2</c:v>
                </c:pt>
                <c:pt idx="1596">
                  <c:v>1.7389318714208058E-2</c:v>
                </c:pt>
                <c:pt idx="1597">
                  <c:v>1.5885865670646031E-2</c:v>
                </c:pt>
                <c:pt idx="1598">
                  <c:v>1.2716463043474213E-2</c:v>
                </c:pt>
                <c:pt idx="1599">
                  <c:v>1.1262893638649301E-2</c:v>
                </c:pt>
                <c:pt idx="1600">
                  <c:v>9.3068558774960699E-3</c:v>
                </c:pt>
                <c:pt idx="1601">
                  <c:v>9.930072972748314E-3</c:v>
                </c:pt>
                <c:pt idx="1602">
                  <c:v>1.0591374071263386E-2</c:v>
                </c:pt>
                <c:pt idx="1603">
                  <c:v>1.0791929483160526E-2</c:v>
                </c:pt>
                <c:pt idx="1604">
                  <c:v>1.1334519499247412E-2</c:v>
                </c:pt>
                <c:pt idx="1605">
                  <c:v>1.2571982383328181E-2</c:v>
                </c:pt>
                <c:pt idx="1606">
                  <c:v>1.708102068591185E-2</c:v>
                </c:pt>
                <c:pt idx="1607">
                  <c:v>1.7475238054372299E-2</c:v>
                </c:pt>
                <c:pt idx="1608">
                  <c:v>1.7983559821739516E-2</c:v>
                </c:pt>
                <c:pt idx="1609">
                  <c:v>1.9168130985817482E-2</c:v>
                </c:pt>
                <c:pt idx="1610">
                  <c:v>1.8572558942056692E-2</c:v>
                </c:pt>
                <c:pt idx="1611">
                  <c:v>1.7640881149360282E-2</c:v>
                </c:pt>
                <c:pt idx="1612">
                  <c:v>1.7350707421082013E-2</c:v>
                </c:pt>
                <c:pt idx="1613">
                  <c:v>1.5466103172616116E-2</c:v>
                </c:pt>
                <c:pt idx="1614">
                  <c:v>1.1961472000106192E-2</c:v>
                </c:pt>
                <c:pt idx="1615">
                  <c:v>6.5315240159347409E-3</c:v>
                </c:pt>
                <c:pt idx="1616">
                  <c:v>-4.4869786250282028E-3</c:v>
                </c:pt>
                <c:pt idx="1617">
                  <c:v>-1.3576551861045042E-2</c:v>
                </c:pt>
                <c:pt idx="1618">
                  <c:v>-1.6199328628010785E-2</c:v>
                </c:pt>
                <c:pt idx="1619">
                  <c:v>-1.4941790155866285E-2</c:v>
                </c:pt>
                <c:pt idx="1620">
                  <c:v>-1.4472390106434438E-2</c:v>
                </c:pt>
                <c:pt idx="1621">
                  <c:v>-1.2684006798950121E-2</c:v>
                </c:pt>
                <c:pt idx="1622">
                  <c:v>-1.4570283249717587E-2</c:v>
                </c:pt>
                <c:pt idx="1623">
                  <c:v>-1.8203923477341916E-2</c:v>
                </c:pt>
                <c:pt idx="1624">
                  <c:v>-1.6527298042966751E-2</c:v>
                </c:pt>
                <c:pt idx="1625">
                  <c:v>-1.0572978555408988E-2</c:v>
                </c:pt>
                <c:pt idx="1626">
                  <c:v>-1.3469382627686668E-3</c:v>
                </c:pt>
                <c:pt idx="1627">
                  <c:v>7.6205516759994237E-3</c:v>
                </c:pt>
                <c:pt idx="1628">
                  <c:v>1.1043177244519564E-2</c:v>
                </c:pt>
                <c:pt idx="1629">
                  <c:v>8.6084777502682189E-3</c:v>
                </c:pt>
                <c:pt idx="1630">
                  <c:v>8.5409864692611061E-3</c:v>
                </c:pt>
                <c:pt idx="1631">
                  <c:v>7.122945819114765E-3</c:v>
                </c:pt>
                <c:pt idx="1632">
                  <c:v>8.7802621538554705E-3</c:v>
                </c:pt>
                <c:pt idx="1633">
                  <c:v>1.2128940655429769E-2</c:v>
                </c:pt>
                <c:pt idx="1634">
                  <c:v>1.1611932595695883E-2</c:v>
                </c:pt>
                <c:pt idx="1635">
                  <c:v>8.574123506828471E-3</c:v>
                </c:pt>
                <c:pt idx="1636">
                  <c:v>3.6229323550752805E-3</c:v>
                </c:pt>
                <c:pt idx="1637">
                  <c:v>8.4096684201891429E-4</c:v>
                </c:pt>
                <c:pt idx="1638">
                  <c:v>-1.4809195045715803E-3</c:v>
                </c:pt>
                <c:pt idx="1639">
                  <c:v>-1.7708726749703974E-3</c:v>
                </c:pt>
                <c:pt idx="1640">
                  <c:v>-2.7264112632369108E-3</c:v>
                </c:pt>
                <c:pt idx="1641">
                  <c:v>-1.5945860076549776E-3</c:v>
                </c:pt>
                <c:pt idx="1642">
                  <c:v>-9.2833650130043181E-4</c:v>
                </c:pt>
                <c:pt idx="1643">
                  <c:v>-9.7022816471247986E-5</c:v>
                </c:pt>
                <c:pt idx="1644">
                  <c:v>1.1597624041111564E-3</c:v>
                </c:pt>
                <c:pt idx="1645">
                  <c:v>1.3277749803055415E-3</c:v>
                </c:pt>
                <c:pt idx="1646">
                  <c:v>1.1519340228898507E-3</c:v>
                </c:pt>
                <c:pt idx="1647">
                  <c:v>-2.6214940662831683E-4</c:v>
                </c:pt>
                <c:pt idx="1648">
                  <c:v>-1.7420008684722785E-3</c:v>
                </c:pt>
                <c:pt idx="1649">
                  <c:v>-3.8140375624123057E-3</c:v>
                </c:pt>
                <c:pt idx="1650">
                  <c:v>-5.629714717753977E-3</c:v>
                </c:pt>
                <c:pt idx="1651">
                  <c:v>-1.015463620322515E-2</c:v>
                </c:pt>
                <c:pt idx="1652">
                  <c:v>-1.3195731248483134E-2</c:v>
                </c:pt>
                <c:pt idx="1653">
                  <c:v>-1.6018939810729708E-2</c:v>
                </c:pt>
                <c:pt idx="1654">
                  <c:v>-1.781354271869735E-2</c:v>
                </c:pt>
                <c:pt idx="1655">
                  <c:v>-1.8357091079606994E-2</c:v>
                </c:pt>
                <c:pt idx="1656">
                  <c:v>-1.6870110660083423E-2</c:v>
                </c:pt>
                <c:pt idx="1657">
                  <c:v>-1.4482516800305743E-2</c:v>
                </c:pt>
                <c:pt idx="1658">
                  <c:v>-1.4032689555153199E-2</c:v>
                </c:pt>
                <c:pt idx="1659">
                  <c:v>-1.3898351216313207E-2</c:v>
                </c:pt>
                <c:pt idx="1660">
                  <c:v>-1.5461238866925983E-2</c:v>
                </c:pt>
                <c:pt idx="1661">
                  <c:v>-2.29299372152151E-2</c:v>
                </c:pt>
                <c:pt idx="1662">
                  <c:v>-2.5976428338373415E-2</c:v>
                </c:pt>
                <c:pt idx="1663">
                  <c:v>-2.7859583527767968E-2</c:v>
                </c:pt>
                <c:pt idx="1664">
                  <c:v>-2.8671884992764473E-2</c:v>
                </c:pt>
                <c:pt idx="1665">
                  <c:v>-2.7609644728112892E-2</c:v>
                </c:pt>
                <c:pt idx="1666">
                  <c:v>-2.7269408479852576E-2</c:v>
                </c:pt>
                <c:pt idx="1667">
                  <c:v>-2.7769465629993294E-2</c:v>
                </c:pt>
                <c:pt idx="1668">
                  <c:v>-2.6745521432150005E-2</c:v>
                </c:pt>
                <c:pt idx="1669">
                  <c:v>-2.4753390810687864E-2</c:v>
                </c:pt>
                <c:pt idx="1670">
                  <c:v>-2.0704551542659662E-2</c:v>
                </c:pt>
                <c:pt idx="1671">
                  <c:v>-9.352654747664637E-3</c:v>
                </c:pt>
                <c:pt idx="1672">
                  <c:v>-3.9426738649271358E-3</c:v>
                </c:pt>
                <c:pt idx="1673">
                  <c:v>8.1640524090979588E-4</c:v>
                </c:pt>
                <c:pt idx="1674">
                  <c:v>3.8644566023770159E-3</c:v>
                </c:pt>
                <c:pt idx="1675">
                  <c:v>4.3855286876712009E-3</c:v>
                </c:pt>
                <c:pt idx="1676">
                  <c:v>3.8763062782660256E-3</c:v>
                </c:pt>
                <c:pt idx="1677">
                  <c:v>2.9614393466596946E-3</c:v>
                </c:pt>
                <c:pt idx="1678">
                  <c:v>3.0086006765835103E-3</c:v>
                </c:pt>
                <c:pt idx="1679">
                  <c:v>3.6675365327363285E-3</c:v>
                </c:pt>
                <c:pt idx="1680">
                  <c:v>4.5261446414461923E-3</c:v>
                </c:pt>
                <c:pt idx="1681">
                  <c:v>5.5751743639801477E-3</c:v>
                </c:pt>
                <c:pt idx="1682">
                  <c:v>5.4887985125208188E-3</c:v>
                </c:pt>
                <c:pt idx="1683">
                  <c:v>3.5904810830283121E-3</c:v>
                </c:pt>
                <c:pt idx="1684">
                  <c:v>1.6846673850250556E-3</c:v>
                </c:pt>
                <c:pt idx="1685">
                  <c:v>3.4922534696325906E-4</c:v>
                </c:pt>
                <c:pt idx="1686">
                  <c:v>-1.3549267980226751E-4</c:v>
                </c:pt>
                <c:pt idx="1687">
                  <c:v>7.0182972486642551E-4</c:v>
                </c:pt>
                <c:pt idx="1688">
                  <c:v>2.6327677308110933E-4</c:v>
                </c:pt>
                <c:pt idx="1689">
                  <c:v>-7.5363347141727541E-4</c:v>
                </c:pt>
                <c:pt idx="1690">
                  <c:v>-2.5483098484563385E-3</c:v>
                </c:pt>
                <c:pt idx="1691">
                  <c:v>-5.4010179988004852E-3</c:v>
                </c:pt>
                <c:pt idx="1692">
                  <c:v>-5.9891813671287273E-3</c:v>
                </c:pt>
                <c:pt idx="1693">
                  <c:v>-5.4454487365473755E-3</c:v>
                </c:pt>
                <c:pt idx="1694">
                  <c:v>-4.6605499653644454E-3</c:v>
                </c:pt>
                <c:pt idx="1695">
                  <c:v>-5.2086785673494066E-3</c:v>
                </c:pt>
                <c:pt idx="1696">
                  <c:v>-4.1402438714484725E-3</c:v>
                </c:pt>
                <c:pt idx="1697">
                  <c:v>-4.1908705914065871E-3</c:v>
                </c:pt>
                <c:pt idx="1698">
                  <c:v>-1.4085339833525335E-3</c:v>
                </c:pt>
                <c:pt idx="1699">
                  <c:v>2.8551546813045496E-3</c:v>
                </c:pt>
                <c:pt idx="1700">
                  <c:v>6.1117453667712453E-3</c:v>
                </c:pt>
                <c:pt idx="1701">
                  <c:v>1.0898241062773421E-2</c:v>
                </c:pt>
                <c:pt idx="1702">
                  <c:v>1.2572571854205647E-2</c:v>
                </c:pt>
                <c:pt idx="1703">
                  <c:v>1.352293454865473E-2</c:v>
                </c:pt>
                <c:pt idx="1704">
                  <c:v>1.4633450139947171E-2</c:v>
                </c:pt>
                <c:pt idx="1705">
                  <c:v>1.6455207791623565E-2</c:v>
                </c:pt>
                <c:pt idx="1706">
                  <c:v>1.5079559555162384E-2</c:v>
                </c:pt>
                <c:pt idx="1707">
                  <c:v>1.4478979989503546E-2</c:v>
                </c:pt>
                <c:pt idx="1708">
                  <c:v>1.1545797405119558E-2</c:v>
                </c:pt>
                <c:pt idx="1709">
                  <c:v>7.6298301662454269E-3</c:v>
                </c:pt>
                <c:pt idx="1710">
                  <c:v>5.2040913262835367E-3</c:v>
                </c:pt>
                <c:pt idx="1711">
                  <c:v>2.4183807763608167E-3</c:v>
                </c:pt>
                <c:pt idx="1712">
                  <c:v>1.229399734437622E-3</c:v>
                </c:pt>
                <c:pt idx="1713">
                  <c:v>6.0812154231562089E-4</c:v>
                </c:pt>
                <c:pt idx="1714">
                  <c:v>-3.1025737619020353E-4</c:v>
                </c:pt>
                <c:pt idx="1715">
                  <c:v>-8.8084821879808278E-4</c:v>
                </c:pt>
                <c:pt idx="1716">
                  <c:v>3.3274116972800314E-4</c:v>
                </c:pt>
                <c:pt idx="1717">
                  <c:v>1.3332502078391175E-3</c:v>
                </c:pt>
                <c:pt idx="1718">
                  <c:v>2.0911354867622495E-3</c:v>
                </c:pt>
                <c:pt idx="1719">
                  <c:v>1.710429061301021E-3</c:v>
                </c:pt>
                <c:pt idx="1720">
                  <c:v>1.3364517760503301E-3</c:v>
                </c:pt>
                <c:pt idx="1721">
                  <c:v>3.6554589793638334E-4</c:v>
                </c:pt>
                <c:pt idx="1722">
                  <c:v>8.3038442782512665E-4</c:v>
                </c:pt>
                <c:pt idx="1723">
                  <c:v>2.1891075236869276E-3</c:v>
                </c:pt>
                <c:pt idx="1724">
                  <c:v>3.840401486951619E-3</c:v>
                </c:pt>
                <c:pt idx="1725">
                  <c:v>5.6470020310857658E-3</c:v>
                </c:pt>
                <c:pt idx="1726">
                  <c:v>8.2720265094471182E-3</c:v>
                </c:pt>
                <c:pt idx="1727">
                  <c:v>9.7960936130808314E-3</c:v>
                </c:pt>
                <c:pt idx="1728">
                  <c:v>1.2155870735973514E-2</c:v>
                </c:pt>
                <c:pt idx="1729">
                  <c:v>1.5676107620642192E-2</c:v>
                </c:pt>
                <c:pt idx="1730">
                  <c:v>1.9583650752452081E-2</c:v>
                </c:pt>
                <c:pt idx="1731">
                  <c:v>2.5927935852390633E-2</c:v>
                </c:pt>
                <c:pt idx="1732">
                  <c:v>2.8399565920199689E-2</c:v>
                </c:pt>
                <c:pt idx="1733">
                  <c:v>3.0833392931035493E-2</c:v>
                </c:pt>
                <c:pt idx="1734">
                  <c:v>3.1855827003254233E-2</c:v>
                </c:pt>
                <c:pt idx="1735">
                  <c:v>3.0798134314110798E-2</c:v>
                </c:pt>
                <c:pt idx="1736">
                  <c:v>2.3452246791497443E-2</c:v>
                </c:pt>
                <c:pt idx="1737">
                  <c:v>1.6585614152822191E-2</c:v>
                </c:pt>
                <c:pt idx="1738">
                  <c:v>8.5831204265038319E-3</c:v>
                </c:pt>
                <c:pt idx="1739">
                  <c:v>6.5962256485246342E-4</c:v>
                </c:pt>
                <c:pt idx="1740">
                  <c:v>-3.6610449559757673E-3</c:v>
                </c:pt>
                <c:pt idx="1741">
                  <c:v>-1.2201096367972526E-2</c:v>
                </c:pt>
                <c:pt idx="1742">
                  <c:v>-1.6008609913060252E-2</c:v>
                </c:pt>
                <c:pt idx="1743">
                  <c:v>-1.9448280330951903E-2</c:v>
                </c:pt>
                <c:pt idx="1744">
                  <c:v>-2.1384531844848204E-2</c:v>
                </c:pt>
                <c:pt idx="1745">
                  <c:v>-2.0540159580892343E-2</c:v>
                </c:pt>
                <c:pt idx="1746">
                  <c:v>-1.5489234730820168E-2</c:v>
                </c:pt>
                <c:pt idx="1747">
                  <c:v>-1.1670559857405949E-2</c:v>
                </c:pt>
                <c:pt idx="1748">
                  <c:v>-8.3140307239846136E-3</c:v>
                </c:pt>
                <c:pt idx="1749">
                  <c:v>-6.1015642782775584E-3</c:v>
                </c:pt>
                <c:pt idx="1750">
                  <c:v>-7.9630907168075256E-3</c:v>
                </c:pt>
                <c:pt idx="1751">
                  <c:v>-8.4732275148856652E-3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DCF-4135-8BDB-21A101D963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02262000"/>
        <c:axId val="524661536"/>
      </c:lineChart>
      <c:dateAx>
        <c:axId val="2102262000"/>
        <c:scaling>
          <c:orientation val="minMax"/>
        </c:scaling>
        <c:delete val="0"/>
        <c:axPos val="b"/>
        <c:numFmt formatCode="mmm\-yy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524661536"/>
        <c:crosses val="autoZero"/>
        <c:auto val="1"/>
        <c:lblOffset val="100"/>
        <c:baseTimeUnit val="days"/>
      </c:dateAx>
      <c:valAx>
        <c:axId val="524661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2102262000"/>
        <c:crosses val="autoZero"/>
        <c:crossBetween val="between"/>
        <c:majorUnit val="2.5000000000000005E-3"/>
      </c:valAx>
      <c:spPr>
        <a:ln>
          <a:noFill/>
        </a:ln>
      </c:spPr>
    </c:plotArea>
    <c:plotVisOnly val="1"/>
    <c:dispBlanksAs val="gap"/>
    <c:showDLblsOverMax val="0"/>
    <c:extLst/>
  </c:chart>
  <c:txPr>
    <a:bodyPr/>
    <a:lstStyle/>
    <a:p>
      <a:pPr>
        <a:defRPr/>
      </a:pPr>
      <a:endParaRPr lang="es-PE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4"/>
            <a:ext cx="3038605" cy="464821"/>
          </a:xfrm>
          <a:prstGeom prst="rect">
            <a:avLst/>
          </a:prstGeom>
        </p:spPr>
        <p:txBody>
          <a:bodyPr vert="horz" lIns="91766" tIns="45883" rIns="91766" bIns="4588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P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60" y="4"/>
            <a:ext cx="3038605" cy="464821"/>
          </a:xfrm>
          <a:prstGeom prst="rect">
            <a:avLst/>
          </a:prstGeom>
        </p:spPr>
        <p:txBody>
          <a:bodyPr vert="horz" lIns="91766" tIns="45883" rIns="91766" bIns="4588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0797B8D-0C27-4DB1-BB83-8C622583DE02}" type="datetimeFigureOut">
              <a:rPr lang="es-PE"/>
              <a:pPr>
                <a:defRPr/>
              </a:pPr>
              <a:t>21/10/2026</a:t>
            </a:fld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"/>
          </p:nvPr>
        </p:nvSpPr>
        <p:spPr>
          <a:xfrm>
            <a:off x="3970160" y="8830090"/>
            <a:ext cx="3038605" cy="464821"/>
          </a:xfrm>
          <a:prstGeom prst="rect">
            <a:avLst/>
          </a:prstGeom>
        </p:spPr>
        <p:txBody>
          <a:bodyPr vert="horz" lIns="91766" tIns="45883" rIns="91766" bIns="45883" rtlCol="0" anchor="b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70401C61-AE46-4E45-8157-AA196BA2C1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"/>
          </p:nvPr>
        </p:nvSpPr>
        <p:spPr>
          <a:xfrm>
            <a:off x="0" y="8830090"/>
            <a:ext cx="3038605" cy="464821"/>
          </a:xfrm>
          <a:prstGeom prst="rect">
            <a:avLst/>
          </a:prstGeom>
        </p:spPr>
        <p:txBody>
          <a:bodyPr vert="horz" lIns="91766" tIns="45883" rIns="91766" bIns="45883" rtlCol="0" anchor="b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88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4"/>
            <a:ext cx="3038605" cy="464821"/>
          </a:xfrm>
          <a:prstGeom prst="rect">
            <a:avLst/>
          </a:prstGeom>
        </p:spPr>
        <p:txBody>
          <a:bodyPr vert="horz" lIns="91766" tIns="45883" rIns="91766" bIns="45883" rtlCol="0"/>
          <a:lstStyle>
            <a:lvl1pPr algn="l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60" y="4"/>
            <a:ext cx="3038605" cy="464821"/>
          </a:xfrm>
          <a:prstGeom prst="rect">
            <a:avLst/>
          </a:prstGeom>
        </p:spPr>
        <p:txBody>
          <a:bodyPr vert="horz" lIns="91766" tIns="45883" rIns="91766" bIns="45883" rtlCol="0"/>
          <a:lstStyle>
            <a:lvl1pPr algn="r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6B35FABE-778E-4225-949A-3056485E1137}" type="datetimeFigureOut">
              <a:rPr lang="en-US"/>
              <a:pPr>
                <a:defRPr/>
              </a:pPr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2688" y="700088"/>
            <a:ext cx="4645025" cy="3482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766" tIns="45883" rIns="91766" bIns="4588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718" y="4416538"/>
            <a:ext cx="5608975" cy="4183379"/>
          </a:xfrm>
          <a:prstGeom prst="rect">
            <a:avLst/>
          </a:prstGeom>
        </p:spPr>
        <p:txBody>
          <a:bodyPr vert="horz" lIns="91766" tIns="45883" rIns="91766" bIns="4588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583"/>
            <a:ext cx="3038605" cy="464819"/>
          </a:xfrm>
          <a:prstGeom prst="rect">
            <a:avLst/>
          </a:prstGeom>
        </p:spPr>
        <p:txBody>
          <a:bodyPr vert="horz" lIns="91766" tIns="45883" rIns="91766" bIns="45883" rtlCol="0" anchor="b"/>
          <a:lstStyle>
            <a:lvl1pPr algn="l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60" y="8830090"/>
            <a:ext cx="3038605" cy="464821"/>
          </a:xfrm>
          <a:prstGeom prst="rect">
            <a:avLst/>
          </a:prstGeom>
        </p:spPr>
        <p:txBody>
          <a:bodyPr vert="horz" lIns="91766" tIns="45883" rIns="91766" bIns="45883" rtlCol="0" anchor="b"/>
          <a:lstStyle>
            <a:lvl1pPr algn="r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85823D8B-658D-41E2-B9CF-64D3D90DFC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76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823D8B-658D-41E2-B9CF-64D3D90DFC5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332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pitchFamily="34" charset="0"/>
              </a:defRPr>
            </a:lvl1pPr>
          </a:lstStyle>
          <a:p>
            <a:pPr>
              <a:defRPr/>
            </a:pPr>
            <a:fld id="{E92972CB-D19E-4AC0-BA2F-7705D0E57F0F}" type="datetime1">
              <a:rPr lang="es-PE"/>
              <a:pPr>
                <a:defRPr/>
              </a:pPr>
              <a:t>21/10/2026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pitchFamily="34" charset="0"/>
              </a:defRPr>
            </a:lvl1pPr>
          </a:lstStyle>
          <a:p>
            <a:pPr>
              <a:defRPr/>
            </a:pPr>
            <a:fld id="{A2A0E1D8-4EDD-47A6-8ACB-E0A86D58D134}" type="slidenum">
              <a:rPr lang="es-PE"/>
              <a:pPr>
                <a:defRPr/>
              </a:pPr>
              <a:t>‹#›</a:t>
            </a:fld>
            <a:endParaRPr lang="es-PE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6453188"/>
            <a:ext cx="9144000" cy="404812"/>
          </a:xfrm>
          <a:prstGeom prst="rect">
            <a:avLst/>
          </a:prstGeom>
          <a:solidFill>
            <a:srgbClr val="E3E829"/>
          </a:solidFill>
          <a:ln>
            <a:solidFill>
              <a:srgbClr val="E3E8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PE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4000" cy="1223963"/>
          </a:xfrm>
          <a:prstGeom prst="rect">
            <a:avLst/>
          </a:prstGeom>
          <a:solidFill>
            <a:srgbClr val="1E2E6E"/>
          </a:solidFill>
          <a:ln>
            <a:solidFill>
              <a:srgbClr val="1E2E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PE" dirty="0">
              <a:solidFill>
                <a:srgbClr val="0070C0"/>
              </a:solidFill>
              <a:latin typeface="Trebuchet MS" pitchFamily="34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91" r="65363" b="8409"/>
          <a:stretch>
            <a:fillRect/>
          </a:stretch>
        </p:blipFill>
        <p:spPr bwMode="auto">
          <a:xfrm>
            <a:off x="7343775" y="260350"/>
            <a:ext cx="18002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3972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81C0C9BE-F4A7-4E2A-85F9-431515F9C71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angle 3"/>
          <p:cNvSpPr/>
          <p:nvPr userDrawn="1"/>
        </p:nvSpPr>
        <p:spPr>
          <a:xfrm>
            <a:off x="0" y="6453188"/>
            <a:ext cx="9144000" cy="404812"/>
          </a:xfrm>
          <a:prstGeom prst="rect">
            <a:avLst/>
          </a:prstGeom>
          <a:solidFill>
            <a:srgbClr val="E3E829"/>
          </a:solidFill>
          <a:ln>
            <a:solidFill>
              <a:srgbClr val="E3E8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PE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9144000" cy="1223963"/>
          </a:xfrm>
          <a:prstGeom prst="rect">
            <a:avLst/>
          </a:prstGeom>
          <a:solidFill>
            <a:srgbClr val="1E2E6E"/>
          </a:solidFill>
          <a:ln>
            <a:solidFill>
              <a:srgbClr val="1E2E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PE" dirty="0">
              <a:solidFill>
                <a:srgbClr val="0070C0"/>
              </a:solidFill>
              <a:latin typeface="Trebuchet MS" pitchFamily="34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91" r="65363" b="8409"/>
          <a:stretch>
            <a:fillRect/>
          </a:stretch>
        </p:blipFill>
        <p:spPr bwMode="auto">
          <a:xfrm>
            <a:off x="7343775" y="260350"/>
            <a:ext cx="18002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 lang="es-P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PE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857BFC-F8F3-48D4-960A-1ADE49D66D37}" type="datetime1">
              <a:rPr lang="es-PE" smtClean="0"/>
              <a:pPr>
                <a:defRPr/>
              </a:pPr>
              <a:t>21/10/2026</a:t>
            </a:fld>
            <a:endParaRPr lang="es-PE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s-PE" dirty="0"/>
              <a:t>&lt;#&gt;</a:t>
            </a:r>
          </a:p>
        </p:txBody>
      </p:sp>
    </p:spTree>
    <p:extLst>
      <p:ext uri="{BB962C8B-B14F-4D97-AF65-F5344CB8AC3E}">
        <p14:creationId xmlns:p14="http://schemas.microsoft.com/office/powerpoint/2010/main" val="4006518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pitchFamily="34" charset="0"/>
              </a:defRPr>
            </a:lvl1pPr>
          </a:lstStyle>
          <a:p>
            <a:pPr>
              <a:defRPr/>
            </a:pPr>
            <a:fld id="{9ECA79D5-6287-4FEA-94EA-2230E51E93DB}" type="datetime1">
              <a:rPr lang="es-PE"/>
              <a:pPr>
                <a:defRPr/>
              </a:pPr>
              <a:t>21/10/2026</a:t>
            </a:fld>
            <a:endParaRPr lang="es-PE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s-PE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pitchFamily="34" charset="0"/>
              </a:defRPr>
            </a:lvl1pPr>
          </a:lstStyle>
          <a:p>
            <a:pPr>
              <a:defRPr/>
            </a:pPr>
            <a:fld id="{E781D644-CE8E-4EAC-9557-4995B07FF65C}" type="slidenum">
              <a:rPr lang="es-PE"/>
              <a:pPr>
                <a:defRPr/>
              </a:pPr>
              <a:t>‹#›</a:t>
            </a:fld>
            <a:endParaRPr lang="es-PE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"/>
            <a:ext cx="9144000" cy="1052736"/>
          </a:xfrm>
          <a:prstGeom prst="rect">
            <a:avLst/>
          </a:prstGeom>
          <a:solidFill>
            <a:srgbClr val="1E2E6E"/>
          </a:solidFill>
          <a:ln>
            <a:solidFill>
              <a:srgbClr val="1E2E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PE" dirty="0">
              <a:solidFill>
                <a:srgbClr val="0070C0"/>
              </a:solidFill>
              <a:latin typeface="Trebuchet MS" pitchFamily="34" charset="0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91" r="65363" b="8409"/>
          <a:stretch>
            <a:fillRect/>
          </a:stretch>
        </p:blipFill>
        <p:spPr bwMode="auto">
          <a:xfrm>
            <a:off x="7343775" y="260350"/>
            <a:ext cx="18002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723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bg>
      <p:bgPr>
        <a:gradFill flip="none" rotWithShape="1">
          <a:gsLst>
            <a:gs pos="0">
              <a:schemeClr val="bg1">
                <a:lumMod val="85000"/>
              </a:schemeClr>
            </a:gs>
            <a:gs pos="75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350"/>
          </a:p>
        </p:txBody>
      </p:sp>
      <p:sp>
        <p:nvSpPr>
          <p:cNvPr id="4" name="Rectángulo 56"/>
          <p:cNvSpPr/>
          <p:nvPr userDrawn="1"/>
        </p:nvSpPr>
        <p:spPr>
          <a:xfrm>
            <a:off x="0" y="3429"/>
            <a:ext cx="9144000" cy="1268597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75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sp>
        <p:nvSpPr>
          <p:cNvPr id="5" name="Rectángulo 55"/>
          <p:cNvSpPr/>
          <p:nvPr userDrawn="1"/>
        </p:nvSpPr>
        <p:spPr>
          <a:xfrm>
            <a:off x="480644" y="517663"/>
            <a:ext cx="670728" cy="45719"/>
          </a:xfrm>
          <a:prstGeom prst="rect">
            <a:avLst/>
          </a:prstGeom>
          <a:solidFill>
            <a:srgbClr val="E3E8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>
              <a:solidFill>
                <a:srgbClr val="E3E829"/>
              </a:solidFill>
            </a:endParaRPr>
          </a:p>
        </p:txBody>
      </p:sp>
      <p:pic>
        <p:nvPicPr>
          <p:cNvPr id="6" name="Marcador de contenido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1169"/>
          <a:stretch/>
        </p:blipFill>
        <p:spPr>
          <a:xfrm>
            <a:off x="7777086" y="405353"/>
            <a:ext cx="1065188" cy="431360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95536" y="544505"/>
            <a:ext cx="6937496" cy="727521"/>
          </a:xfrm>
          <a:prstGeom prst="rect">
            <a:avLst/>
          </a:prstGeom>
        </p:spPr>
        <p:txBody>
          <a:bodyPr/>
          <a:lstStyle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PE" sz="1875" b="1" kern="1200" dirty="0">
                <a:solidFill>
                  <a:srgbClr val="768692"/>
                </a:solidFill>
                <a:latin typeface="DINPro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94285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do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35"/>
          <p:cNvSpPr>
            <a:spLocks noGrp="1"/>
          </p:cNvSpPr>
          <p:nvPr>
            <p:ph type="title" hasCustomPrompt="1"/>
          </p:nvPr>
        </p:nvSpPr>
        <p:spPr>
          <a:xfrm>
            <a:off x="457320" y="636324"/>
            <a:ext cx="6854134" cy="9083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dirty="0"/>
              <a:t>Agenda o Índice 24 – 36 pt</a:t>
            </a:r>
            <a:br>
              <a:rPr lang="es-ES_tradnl" dirty="0"/>
            </a:b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57318" y="1544641"/>
            <a:ext cx="8421206" cy="4801597"/>
          </a:xfrm>
        </p:spPr>
        <p:txBody>
          <a:bodyPr numCol="2"/>
          <a:lstStyle>
            <a:lvl1pPr marL="351030" indent="-351030">
              <a:spcBef>
                <a:spcPts val="18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romanUcPeriod"/>
              <a:defRPr baseline="0"/>
            </a:lvl1pPr>
            <a:lvl2pPr marL="351030" indent="0">
              <a:spcBef>
                <a:spcPts val="0"/>
              </a:spcBef>
              <a:spcAft>
                <a:spcPts val="451"/>
              </a:spcAft>
              <a:buClr>
                <a:schemeClr val="accent1"/>
              </a:buClr>
              <a:buFont typeface="+mj-lt"/>
              <a:buNone/>
              <a:defRPr b="0">
                <a:solidFill>
                  <a:schemeClr val="tx1"/>
                </a:solidFill>
              </a:defRPr>
            </a:lvl2pPr>
            <a:lvl3pPr marL="351030" indent="0">
              <a:buClr>
                <a:schemeClr val="accent1"/>
              </a:buClr>
              <a:buFont typeface="+mj-lt"/>
              <a:buNone/>
              <a:defRPr b="0">
                <a:solidFill>
                  <a:schemeClr val="tx1"/>
                </a:solidFill>
              </a:defRPr>
            </a:lvl3pPr>
            <a:lvl4pPr marL="351030" indent="0">
              <a:buClr>
                <a:schemeClr val="accent1"/>
              </a:buClr>
              <a:buFont typeface="+mj-lt"/>
              <a:buNone/>
              <a:defRPr b="0">
                <a:solidFill>
                  <a:schemeClr val="tx1"/>
                </a:solidFill>
              </a:defRPr>
            </a:lvl4pPr>
            <a:lvl5pPr marL="351030" indent="0">
              <a:buClr>
                <a:schemeClr val="accent1"/>
              </a:buClr>
              <a:buFont typeface="+mj-lt"/>
              <a:buNone/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s-ES_tradnl" dirty="0"/>
              <a:t>Título sección A 14 – 20 pt</a:t>
            </a:r>
          </a:p>
          <a:p>
            <a:pPr lvl="1"/>
            <a:r>
              <a:rPr lang="es-ES_tradnl" dirty="0"/>
              <a:t>Texto sección A 12 – 18 pt</a:t>
            </a:r>
          </a:p>
          <a:p>
            <a:pPr lvl="0"/>
            <a:r>
              <a:rPr lang="es-ES_tradnl" dirty="0"/>
              <a:t>Título sección B 14 – 20 pt</a:t>
            </a:r>
          </a:p>
          <a:p>
            <a:pPr lvl="1"/>
            <a:r>
              <a:rPr lang="es-ES_tradnl" dirty="0"/>
              <a:t>Texto sección B 12 – 18 pt</a:t>
            </a:r>
          </a:p>
          <a:p>
            <a:pPr lvl="0"/>
            <a:r>
              <a:rPr lang="es-ES_tradnl" dirty="0"/>
              <a:t>Título sección C 14 – 20 pt</a:t>
            </a:r>
          </a:p>
          <a:p>
            <a:pPr lvl="1"/>
            <a:r>
              <a:rPr lang="es-ES_tradnl" dirty="0"/>
              <a:t>Texto sección C 12 – 18 pt</a:t>
            </a:r>
          </a:p>
          <a:p>
            <a:pPr lvl="0"/>
            <a:r>
              <a:rPr lang="es-ES_tradnl" dirty="0"/>
              <a:t>Título sección D 14 – 20 pt</a:t>
            </a:r>
          </a:p>
          <a:p>
            <a:pPr lvl="1"/>
            <a:r>
              <a:rPr lang="es-ES_tradnl" dirty="0"/>
              <a:t>Texto sección D 12 – 18 pt</a:t>
            </a:r>
          </a:p>
          <a:p>
            <a:pPr lvl="0"/>
            <a:r>
              <a:rPr lang="es-ES_tradnl" dirty="0"/>
              <a:t>Título sección E 14 – 20 pt</a:t>
            </a:r>
          </a:p>
          <a:p>
            <a:pPr lvl="1"/>
            <a:r>
              <a:rPr lang="es-ES_tradnl" dirty="0"/>
              <a:t>Texto sección E 12 – 18 pt</a:t>
            </a:r>
          </a:p>
          <a:p>
            <a:pPr lvl="0"/>
            <a:r>
              <a:rPr lang="es-ES_tradnl" dirty="0"/>
              <a:t>Título sección F 14 – 20 pt</a:t>
            </a:r>
          </a:p>
          <a:p>
            <a:pPr lvl="1"/>
            <a:r>
              <a:rPr lang="es-ES_tradnl" dirty="0"/>
              <a:t>Texto sección F 12 – 18 pt</a:t>
            </a:r>
          </a:p>
          <a:p>
            <a:pPr lvl="0"/>
            <a:r>
              <a:rPr lang="es-ES_tradnl" dirty="0"/>
              <a:t>Título sección G 14 – 20 pt</a:t>
            </a:r>
          </a:p>
          <a:p>
            <a:pPr lvl="1"/>
            <a:r>
              <a:rPr lang="es-ES_tradnl" dirty="0"/>
              <a:t>Texto sección F 12 – 18 pt</a:t>
            </a:r>
          </a:p>
          <a:p>
            <a:pPr lvl="0"/>
            <a:r>
              <a:rPr lang="es-ES_tradnl" dirty="0"/>
              <a:t>Título sección H 14 – 20 pt</a:t>
            </a:r>
          </a:p>
          <a:p>
            <a:pPr lvl="1"/>
            <a:r>
              <a:rPr lang="es-ES_tradnl" dirty="0"/>
              <a:t>Texto sección F 12 – 18 pt</a:t>
            </a:r>
          </a:p>
          <a:p>
            <a:pPr lvl="0"/>
            <a:r>
              <a:rPr lang="es-ES_tradnl" dirty="0"/>
              <a:t>Título sección I 14 – 20 pt</a:t>
            </a:r>
          </a:p>
          <a:p>
            <a:pPr lvl="1"/>
            <a:r>
              <a:rPr lang="es-ES_tradnl" dirty="0"/>
              <a:t>Texto sección F 12 – 18 pt</a:t>
            </a:r>
          </a:p>
          <a:p>
            <a:pPr lvl="0"/>
            <a:r>
              <a:rPr lang="es-ES_tradnl" dirty="0"/>
              <a:t>Título sección J 14 – 20 pt</a:t>
            </a:r>
          </a:p>
          <a:p>
            <a:pPr lvl="1"/>
            <a:r>
              <a:rPr lang="es-ES_tradnl" dirty="0"/>
              <a:t>Texto sección F 12 – 18 pt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 dirty="0"/>
              <a:t>21 de Agosto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_tradnl"/>
              <a:t>|                                      |  </a:t>
            </a:r>
            <a:r>
              <a:rPr lang="es-ES_tradnl" dirty="0"/>
              <a:t>AFP Integra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CCBA4FA-5E5B-4F4D-B8F1-037A34F2DB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44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A5C5D2B-21F7-4EFC-9241-B6BB2C69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7393" y="6261232"/>
            <a:ext cx="685800" cy="593725"/>
          </a:xfrm>
        </p:spPr>
        <p:txBody>
          <a:bodyPr>
            <a:normAutofit/>
          </a:bodyPr>
          <a:lstStyle>
            <a:lvl1pPr>
              <a:defRPr sz="1050">
                <a:solidFill>
                  <a:schemeClr val="tx1"/>
                </a:solidFill>
                <a:latin typeface="Trebuchet MS" panose="020B0603020202020204" pitchFamily="34" charset="0"/>
              </a:defRPr>
            </a:lvl1pPr>
          </a:lstStyle>
          <a:p>
            <a:fld id="{4022B31E-1B25-402D-B825-4747191115EA}" type="slidenum">
              <a:rPr lang="es-PE" smtClean="0"/>
              <a:pPr/>
              <a:t>‹#›</a:t>
            </a:fld>
            <a:endParaRPr lang="es-PE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1D12D5-3E74-4EB5-BCBD-D99711EB306D}"/>
              </a:ext>
            </a:extLst>
          </p:cNvPr>
          <p:cNvSpPr/>
          <p:nvPr userDrawn="1"/>
        </p:nvSpPr>
        <p:spPr>
          <a:xfrm>
            <a:off x="0" y="0"/>
            <a:ext cx="485775" cy="685800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722583-AE82-48A9-B938-31A0397973F3}"/>
              </a:ext>
            </a:extLst>
          </p:cNvPr>
          <p:cNvSpPr/>
          <p:nvPr userDrawn="1"/>
        </p:nvSpPr>
        <p:spPr>
          <a:xfrm>
            <a:off x="0" y="1"/>
            <a:ext cx="9153525" cy="7524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Title 15">
            <a:extLst>
              <a:ext uri="{FF2B5EF4-FFF2-40B4-BE49-F238E27FC236}">
                <a16:creationId xmlns:a16="http://schemas.microsoft.com/office/drawing/2014/main" id="{EEEED07E-68C7-4FDF-A9AB-489E13519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43" y="45810"/>
            <a:ext cx="7884381" cy="676275"/>
          </a:xfrm>
        </p:spPr>
        <p:txBody>
          <a:bodyPr>
            <a:normAutofit/>
          </a:bodyPr>
          <a:lstStyle>
            <a:lvl1pPr>
              <a:defRPr sz="225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pic>
        <p:nvPicPr>
          <p:cNvPr id="20" name="Picture 2" descr="Asociación AFP">
            <a:extLst>
              <a:ext uri="{FF2B5EF4-FFF2-40B4-BE49-F238E27FC236}">
                <a16:creationId xmlns:a16="http://schemas.microsoft.com/office/drawing/2014/main" id="{EB18AC67-690E-4C93-8DC7-1FD8B21E7B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092" y="158293"/>
            <a:ext cx="1028700" cy="42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797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A5C5D2B-21F7-4EFC-9241-B6BB2C69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7393" y="6261232"/>
            <a:ext cx="685800" cy="593725"/>
          </a:xfrm>
        </p:spPr>
        <p:txBody>
          <a:bodyPr>
            <a:normAutofit/>
          </a:bodyPr>
          <a:lstStyle>
            <a:lvl1pPr>
              <a:defRPr sz="1050">
                <a:solidFill>
                  <a:schemeClr val="tx1"/>
                </a:solidFill>
                <a:latin typeface="Trebuchet MS" panose="020B0603020202020204" pitchFamily="34" charset="0"/>
              </a:defRPr>
            </a:lvl1pPr>
          </a:lstStyle>
          <a:p>
            <a:fld id="{4022B31E-1B25-402D-B825-4747191115EA}" type="slidenum">
              <a:rPr lang="es-PE" smtClean="0"/>
              <a:pPr/>
              <a:t>‹#›</a:t>
            </a:fld>
            <a:endParaRPr lang="es-PE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1D12D5-3E74-4EB5-BCBD-D99711EB306D}"/>
              </a:ext>
            </a:extLst>
          </p:cNvPr>
          <p:cNvSpPr/>
          <p:nvPr userDrawn="1"/>
        </p:nvSpPr>
        <p:spPr>
          <a:xfrm>
            <a:off x="0" y="0"/>
            <a:ext cx="485775" cy="685800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722583-AE82-48A9-B938-31A0397973F3}"/>
              </a:ext>
            </a:extLst>
          </p:cNvPr>
          <p:cNvSpPr/>
          <p:nvPr userDrawn="1"/>
        </p:nvSpPr>
        <p:spPr>
          <a:xfrm>
            <a:off x="0" y="1"/>
            <a:ext cx="9153525" cy="7524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Title 15">
            <a:extLst>
              <a:ext uri="{FF2B5EF4-FFF2-40B4-BE49-F238E27FC236}">
                <a16:creationId xmlns:a16="http://schemas.microsoft.com/office/drawing/2014/main" id="{EEEED07E-68C7-4FDF-A9AB-489E13519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43" y="45810"/>
            <a:ext cx="7884381" cy="676275"/>
          </a:xfrm>
        </p:spPr>
        <p:txBody>
          <a:bodyPr>
            <a:normAutofit/>
          </a:bodyPr>
          <a:lstStyle>
            <a:lvl1pPr>
              <a:defRPr sz="225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pic>
        <p:nvPicPr>
          <p:cNvPr id="20" name="Picture 2" descr="Asociación AFP">
            <a:extLst>
              <a:ext uri="{FF2B5EF4-FFF2-40B4-BE49-F238E27FC236}">
                <a16:creationId xmlns:a16="http://schemas.microsoft.com/office/drawing/2014/main" id="{EB18AC67-690E-4C93-8DC7-1FD8B21E7B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092" y="158293"/>
            <a:ext cx="1028700" cy="42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771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A5C5D2B-21F7-4EFC-9241-B6BB2C69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7393" y="6261232"/>
            <a:ext cx="685800" cy="593725"/>
          </a:xfrm>
        </p:spPr>
        <p:txBody>
          <a:bodyPr>
            <a:normAutofit/>
          </a:bodyPr>
          <a:lstStyle>
            <a:lvl1pPr>
              <a:defRPr sz="1050">
                <a:solidFill>
                  <a:schemeClr val="tx1"/>
                </a:solidFill>
                <a:latin typeface="Trebuchet MS" panose="020B0603020202020204" pitchFamily="34" charset="0"/>
              </a:defRPr>
            </a:lvl1pPr>
          </a:lstStyle>
          <a:p>
            <a:fld id="{4022B31E-1B25-402D-B825-4747191115EA}" type="slidenum">
              <a:rPr lang="es-PE" smtClean="0"/>
              <a:pPr/>
              <a:t>‹#›</a:t>
            </a:fld>
            <a:endParaRPr lang="es-PE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1D12D5-3E74-4EB5-BCBD-D99711EB306D}"/>
              </a:ext>
            </a:extLst>
          </p:cNvPr>
          <p:cNvSpPr/>
          <p:nvPr userDrawn="1"/>
        </p:nvSpPr>
        <p:spPr>
          <a:xfrm>
            <a:off x="0" y="0"/>
            <a:ext cx="485775" cy="685800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722583-AE82-48A9-B938-31A0397973F3}"/>
              </a:ext>
            </a:extLst>
          </p:cNvPr>
          <p:cNvSpPr/>
          <p:nvPr userDrawn="1"/>
        </p:nvSpPr>
        <p:spPr>
          <a:xfrm>
            <a:off x="0" y="1"/>
            <a:ext cx="9153525" cy="7524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Title 15">
            <a:extLst>
              <a:ext uri="{FF2B5EF4-FFF2-40B4-BE49-F238E27FC236}">
                <a16:creationId xmlns:a16="http://schemas.microsoft.com/office/drawing/2014/main" id="{EEEED07E-68C7-4FDF-A9AB-489E13519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43" y="45810"/>
            <a:ext cx="7884381" cy="676275"/>
          </a:xfrm>
        </p:spPr>
        <p:txBody>
          <a:bodyPr>
            <a:normAutofit/>
          </a:bodyPr>
          <a:lstStyle>
            <a:lvl1pPr>
              <a:defRPr sz="225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pic>
        <p:nvPicPr>
          <p:cNvPr id="20" name="Picture 2" descr="Asociación AFP">
            <a:extLst>
              <a:ext uri="{FF2B5EF4-FFF2-40B4-BE49-F238E27FC236}">
                <a16:creationId xmlns:a16="http://schemas.microsoft.com/office/drawing/2014/main" id="{EB18AC67-690E-4C93-8DC7-1FD8B21E7B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092" y="158293"/>
            <a:ext cx="1028700" cy="42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678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A5C5D2B-21F7-4EFC-9241-B6BB2C69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7393" y="6261232"/>
            <a:ext cx="685800" cy="593725"/>
          </a:xfrm>
        </p:spPr>
        <p:txBody>
          <a:bodyPr>
            <a:normAutofit/>
          </a:bodyPr>
          <a:lstStyle>
            <a:lvl1pPr>
              <a:defRPr sz="1050">
                <a:solidFill>
                  <a:schemeClr val="tx1"/>
                </a:solidFill>
                <a:latin typeface="Trebuchet MS" panose="020B0603020202020204" pitchFamily="34" charset="0"/>
              </a:defRPr>
            </a:lvl1pPr>
          </a:lstStyle>
          <a:p>
            <a:fld id="{4022B31E-1B25-402D-B825-4747191115EA}" type="slidenum">
              <a:rPr lang="es-PE" smtClean="0"/>
              <a:pPr/>
              <a:t>‹#›</a:t>
            </a:fld>
            <a:endParaRPr lang="es-PE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1D12D5-3E74-4EB5-BCBD-D99711EB306D}"/>
              </a:ext>
            </a:extLst>
          </p:cNvPr>
          <p:cNvSpPr/>
          <p:nvPr userDrawn="1"/>
        </p:nvSpPr>
        <p:spPr>
          <a:xfrm>
            <a:off x="0" y="0"/>
            <a:ext cx="485775" cy="685800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722583-AE82-48A9-B938-31A0397973F3}"/>
              </a:ext>
            </a:extLst>
          </p:cNvPr>
          <p:cNvSpPr/>
          <p:nvPr userDrawn="1"/>
        </p:nvSpPr>
        <p:spPr>
          <a:xfrm>
            <a:off x="0" y="1"/>
            <a:ext cx="9153525" cy="7524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Title 15">
            <a:extLst>
              <a:ext uri="{FF2B5EF4-FFF2-40B4-BE49-F238E27FC236}">
                <a16:creationId xmlns:a16="http://schemas.microsoft.com/office/drawing/2014/main" id="{EEEED07E-68C7-4FDF-A9AB-489E13519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43" y="45810"/>
            <a:ext cx="7884381" cy="676275"/>
          </a:xfrm>
        </p:spPr>
        <p:txBody>
          <a:bodyPr>
            <a:normAutofit/>
          </a:bodyPr>
          <a:lstStyle>
            <a:lvl1pPr>
              <a:defRPr sz="225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pic>
        <p:nvPicPr>
          <p:cNvPr id="20" name="Picture 2" descr="Asociación AFP">
            <a:extLst>
              <a:ext uri="{FF2B5EF4-FFF2-40B4-BE49-F238E27FC236}">
                <a16:creationId xmlns:a16="http://schemas.microsoft.com/office/drawing/2014/main" id="{EB18AC67-690E-4C93-8DC7-1FD8B21E7B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092" y="158293"/>
            <a:ext cx="1028700" cy="42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105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35"/>
          <p:cNvSpPr>
            <a:spLocks noGrp="1"/>
          </p:cNvSpPr>
          <p:nvPr>
            <p:ph type="title" hasCustomPrompt="1"/>
          </p:nvPr>
        </p:nvSpPr>
        <p:spPr>
          <a:xfrm>
            <a:off x="289942" y="145446"/>
            <a:ext cx="6854134" cy="9083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dirty="0"/>
              <a:t>Agenda o Índice 24 – 36 pt</a:t>
            </a:r>
            <a:br>
              <a:rPr lang="es-ES_tradnl" dirty="0"/>
            </a:br>
            <a:r>
              <a:rPr lang="es-ES_tradnl" dirty="0"/>
              <a:t>Subtitulo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8D3329-BBC6-444B-ACFA-2994C44F1ED5}"/>
              </a:ext>
            </a:extLst>
          </p:cNvPr>
          <p:cNvCxnSpPr>
            <a:cxnSpLocks/>
          </p:cNvCxnSpPr>
          <p:nvPr userDrawn="1"/>
        </p:nvCxnSpPr>
        <p:spPr>
          <a:xfrm>
            <a:off x="289941" y="1039096"/>
            <a:ext cx="8534239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A355D45-738D-E54B-8F1F-36F00836E9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23728" y="1241382"/>
            <a:ext cx="3267851" cy="4917823"/>
          </a:xfrm>
        </p:spPr>
        <p:txBody>
          <a:bodyPr lIns="72000" tIns="0" rIns="0" bIns="0"/>
          <a:lstStyle>
            <a:lvl1pPr>
              <a:spcBef>
                <a:spcPts val="750"/>
              </a:spcBef>
              <a:spcAft>
                <a:spcPts val="300"/>
              </a:spcAft>
              <a:defRPr sz="788"/>
            </a:lvl1pPr>
            <a:lvl2pPr marL="0">
              <a:spcBef>
                <a:spcPts val="0"/>
              </a:spcBef>
              <a:spcAft>
                <a:spcPts val="450"/>
              </a:spcAft>
              <a:defRPr sz="675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  <a:p>
            <a:pPr lvl="0"/>
            <a:r>
              <a:rPr lang="es-ES_tradnl" dirty="0"/>
              <a:t>Título tema B 14 – 20pt</a:t>
            </a:r>
          </a:p>
          <a:p>
            <a:pPr lvl="1"/>
            <a:r>
              <a:rPr lang="es-ES_tradnl" dirty="0"/>
              <a:t>Texto tema B 12 - 18pt</a:t>
            </a:r>
          </a:p>
          <a:p>
            <a:pPr lvl="0"/>
            <a:r>
              <a:rPr lang="es-ES_tradnl" dirty="0"/>
              <a:t>Título tema C 14 – 20pt</a:t>
            </a:r>
          </a:p>
          <a:p>
            <a:pPr lvl="1"/>
            <a:r>
              <a:rPr lang="es-ES_tradnl" dirty="0"/>
              <a:t>Texto tema C 12 - 18pt</a:t>
            </a:r>
          </a:p>
          <a:p>
            <a:pPr lvl="0"/>
            <a:r>
              <a:rPr lang="es-ES_tradnl" dirty="0"/>
              <a:t>Título tema D 14 – 20pt</a:t>
            </a:r>
          </a:p>
          <a:p>
            <a:pPr lvl="1"/>
            <a:r>
              <a:rPr lang="es-ES_tradnl" dirty="0"/>
              <a:t>Texto tema D 12 - 18pt</a:t>
            </a:r>
          </a:p>
          <a:p>
            <a:pPr lvl="0"/>
            <a:r>
              <a:rPr lang="es-ES_tradnl" dirty="0"/>
              <a:t>Título tema E 14 – 20pt</a:t>
            </a:r>
          </a:p>
          <a:p>
            <a:pPr lvl="1"/>
            <a:r>
              <a:rPr lang="es-ES_tradnl" dirty="0"/>
              <a:t>Texto tema E 12 - 18pt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6C55A2E-AC37-274A-A24A-23220EA1FD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56329" y="1241382"/>
            <a:ext cx="3267851" cy="4917822"/>
          </a:xfrm>
        </p:spPr>
        <p:txBody>
          <a:bodyPr lIns="72000" tIns="0" rIns="0" bIns="0"/>
          <a:lstStyle>
            <a:lvl1pPr>
              <a:spcBef>
                <a:spcPts val="750"/>
              </a:spcBef>
              <a:spcAft>
                <a:spcPts val="300"/>
              </a:spcAft>
              <a:defRPr sz="788"/>
            </a:lvl1pPr>
            <a:lvl2pPr marL="0">
              <a:spcBef>
                <a:spcPts val="0"/>
              </a:spcBef>
              <a:spcAft>
                <a:spcPts val="450"/>
              </a:spcAft>
              <a:defRPr sz="675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  <a:p>
            <a:pPr lvl="0"/>
            <a:r>
              <a:rPr lang="es-ES_tradnl" dirty="0"/>
              <a:t>Título tema B 14 – 20pt</a:t>
            </a:r>
          </a:p>
          <a:p>
            <a:pPr lvl="1"/>
            <a:r>
              <a:rPr lang="es-ES_tradnl" dirty="0"/>
              <a:t>Texto tema B 12 - 18pt</a:t>
            </a:r>
          </a:p>
          <a:p>
            <a:pPr lvl="0"/>
            <a:r>
              <a:rPr lang="es-ES_tradnl" dirty="0"/>
              <a:t>Título tema C 14 – 20pt</a:t>
            </a:r>
          </a:p>
          <a:p>
            <a:pPr lvl="1"/>
            <a:r>
              <a:rPr lang="es-ES_tradnl" dirty="0"/>
              <a:t>Texto tema C 12 - 18pt</a:t>
            </a:r>
          </a:p>
          <a:p>
            <a:pPr lvl="0"/>
            <a:r>
              <a:rPr lang="es-ES_tradnl" dirty="0"/>
              <a:t>Título tema D 14 – 20pt</a:t>
            </a:r>
          </a:p>
          <a:p>
            <a:pPr lvl="1"/>
            <a:r>
              <a:rPr lang="es-ES_tradnl" dirty="0"/>
              <a:t>Texto tema D 12 - 18pt</a:t>
            </a:r>
          </a:p>
          <a:p>
            <a:pPr lvl="0"/>
            <a:r>
              <a:rPr lang="es-ES_tradnl" dirty="0"/>
              <a:t>Título tema E 14 – 20pt</a:t>
            </a:r>
          </a:p>
          <a:p>
            <a:pPr lvl="1"/>
            <a:r>
              <a:rPr lang="es-ES_tradnl" dirty="0"/>
              <a:t>Texto tema E 12 - 18pt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347592-64A8-6A41-BF48-7628457F7D9F}"/>
              </a:ext>
            </a:extLst>
          </p:cNvPr>
          <p:cNvSpPr/>
          <p:nvPr userDrawn="1"/>
        </p:nvSpPr>
        <p:spPr>
          <a:xfrm>
            <a:off x="289941" y="1053171"/>
            <a:ext cx="1869037" cy="5106034"/>
          </a:xfrm>
          <a:prstGeom prst="rect">
            <a:avLst/>
          </a:prstGeom>
          <a:solidFill>
            <a:srgbClr val="DC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9B82B-B0AE-DF4C-8779-19212253A0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9941" y="1053761"/>
            <a:ext cx="1869037" cy="5105445"/>
          </a:xfrm>
          <a:noFill/>
          <a:ln>
            <a:noFill/>
          </a:ln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450"/>
              </a:spcAft>
              <a:defRPr sz="900"/>
            </a:lvl1pPr>
            <a:lvl2pPr marL="7146" indent="0">
              <a:spcBef>
                <a:spcPts val="0"/>
              </a:spcBef>
              <a:spcAft>
                <a:spcPts val="450"/>
              </a:spcAft>
              <a:tabLst/>
              <a:defRPr sz="825" b="0">
                <a:solidFill>
                  <a:schemeClr val="bg1">
                    <a:lumMod val="50000"/>
                  </a:schemeClr>
                </a:solidFill>
              </a:defRPr>
            </a:lvl2pPr>
            <a:lvl3pPr marL="138149" indent="0">
              <a:spcBef>
                <a:spcPts val="0"/>
              </a:spcBef>
              <a:spcAft>
                <a:spcPts val="450"/>
              </a:spcAft>
              <a:tabLst/>
              <a:defRPr sz="825" b="0">
                <a:solidFill>
                  <a:schemeClr val="bg1">
                    <a:lumMod val="50000"/>
                  </a:schemeClr>
                </a:solidFill>
              </a:defRPr>
            </a:lvl3pPr>
            <a:lvl4pPr marL="267962" indent="0">
              <a:spcBef>
                <a:spcPts val="0"/>
              </a:spcBef>
              <a:spcAft>
                <a:spcPts val="450"/>
              </a:spcAft>
              <a:tabLst/>
              <a:defRPr sz="825" b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825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381D5C02-DFE7-7B49-9899-1B9BB34A838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501352" y="6346825"/>
            <a:ext cx="1461943" cy="175828"/>
          </a:xfrm>
        </p:spPr>
        <p:txBody>
          <a:bodyPr/>
          <a:lstStyle/>
          <a:p>
            <a:r>
              <a:rPr lang="es-PE"/>
              <a:t>7 de Enero 2019</a:t>
            </a:r>
            <a:endParaRPr lang="en-US" dirty="0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5E17CFBE-0658-F54F-8FC1-27FB2D27500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007328" y="6346825"/>
            <a:ext cx="5315107" cy="175238"/>
          </a:xfrm>
        </p:spPr>
        <p:txBody>
          <a:bodyPr/>
          <a:lstStyle/>
          <a:p>
            <a:r>
              <a:rPr lang="pt-BR"/>
              <a:t>AFP Integra - AC Capitales Infra II - Informe 1</a:t>
            </a:r>
            <a:endParaRPr lang="en-US" dirty="0"/>
          </a:p>
        </p:txBody>
      </p:sp>
      <p:sp>
        <p:nvSpPr>
          <p:cNvPr id="14" name="Slide Number Placeholder 11">
            <a:extLst>
              <a:ext uri="{FF2B5EF4-FFF2-40B4-BE49-F238E27FC236}">
                <a16:creationId xmlns:a16="http://schemas.microsoft.com/office/drawing/2014/main" id="{96D837C8-119C-3B4B-8980-5A3D00D4D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6669" y="6347415"/>
            <a:ext cx="260650" cy="174649"/>
          </a:xfrm>
        </p:spPr>
        <p:txBody>
          <a:bodyPr/>
          <a:lstStyle/>
          <a:p>
            <a:fld id="{FCCBA4FA-5E5B-4F4D-B8F1-037A34F2DB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712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grey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35"/>
          <p:cNvSpPr>
            <a:spLocks noGrp="1"/>
          </p:cNvSpPr>
          <p:nvPr>
            <p:ph type="title" hasCustomPrompt="1"/>
          </p:nvPr>
        </p:nvSpPr>
        <p:spPr>
          <a:xfrm>
            <a:off x="289942" y="145446"/>
            <a:ext cx="6854134" cy="9083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dirty="0"/>
              <a:t>Agenda o Índice 24 – 36 pt</a:t>
            </a:r>
            <a:br>
              <a:rPr lang="es-ES_tradnl" dirty="0"/>
            </a:br>
            <a:r>
              <a:rPr lang="es-ES_tradnl" dirty="0"/>
              <a:t>Subtitulo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8D3329-BBC6-444B-ACFA-2994C44F1ED5}"/>
              </a:ext>
            </a:extLst>
          </p:cNvPr>
          <p:cNvCxnSpPr>
            <a:cxnSpLocks/>
          </p:cNvCxnSpPr>
          <p:nvPr userDrawn="1"/>
        </p:nvCxnSpPr>
        <p:spPr>
          <a:xfrm>
            <a:off x="289941" y="1039096"/>
            <a:ext cx="8534239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A355D45-738D-E54B-8F1F-36F00836E9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26313" y="1226719"/>
            <a:ext cx="3267851" cy="4932487"/>
          </a:xfrm>
        </p:spPr>
        <p:txBody>
          <a:bodyPr lIns="72000" tIns="0" rIns="0" bIns="0"/>
          <a:lstStyle>
            <a:lvl1pPr>
              <a:spcBef>
                <a:spcPts val="750"/>
              </a:spcBef>
              <a:spcAft>
                <a:spcPts val="300"/>
              </a:spcAft>
              <a:defRPr sz="788"/>
            </a:lvl1pPr>
            <a:lvl2pPr marL="0">
              <a:spcBef>
                <a:spcPts val="0"/>
              </a:spcBef>
              <a:spcAft>
                <a:spcPts val="450"/>
              </a:spcAft>
              <a:defRPr sz="675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  <a:p>
            <a:pPr lvl="0"/>
            <a:r>
              <a:rPr lang="es-ES_tradnl" dirty="0"/>
              <a:t>Título tema B 14 – 20pt</a:t>
            </a:r>
          </a:p>
          <a:p>
            <a:pPr lvl="1"/>
            <a:r>
              <a:rPr lang="es-ES_tradnl" dirty="0"/>
              <a:t>Texto tema B 12 - 18pt</a:t>
            </a:r>
          </a:p>
          <a:p>
            <a:pPr lvl="0"/>
            <a:r>
              <a:rPr lang="es-ES_tradnl" dirty="0"/>
              <a:t>Título tema C 14 – 20pt</a:t>
            </a:r>
          </a:p>
          <a:p>
            <a:pPr lvl="1"/>
            <a:r>
              <a:rPr lang="es-ES_tradnl" dirty="0"/>
              <a:t>Texto tema C 12 - 18pt</a:t>
            </a:r>
          </a:p>
          <a:p>
            <a:pPr lvl="0"/>
            <a:r>
              <a:rPr lang="es-ES_tradnl" dirty="0"/>
              <a:t>Título tema D 14 – 20pt</a:t>
            </a:r>
          </a:p>
          <a:p>
            <a:pPr lvl="1"/>
            <a:r>
              <a:rPr lang="es-ES_tradnl" dirty="0"/>
              <a:t>Texto tema D 12 - 18pt</a:t>
            </a:r>
          </a:p>
          <a:p>
            <a:pPr lvl="0"/>
            <a:r>
              <a:rPr lang="es-ES_tradnl" dirty="0"/>
              <a:t>Título tema E 14 – 20pt</a:t>
            </a:r>
          </a:p>
          <a:p>
            <a:pPr lvl="1"/>
            <a:r>
              <a:rPr lang="es-ES_tradnl" dirty="0"/>
              <a:t>Texto tema E 12 - 18pt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6C55A2E-AC37-274A-A24A-23220EA1FD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56329" y="1223931"/>
            <a:ext cx="3267851" cy="4935274"/>
          </a:xfrm>
        </p:spPr>
        <p:txBody>
          <a:bodyPr lIns="72000" tIns="0" rIns="0" bIns="0"/>
          <a:lstStyle>
            <a:lvl1pPr>
              <a:spcBef>
                <a:spcPts val="750"/>
              </a:spcBef>
              <a:spcAft>
                <a:spcPts val="300"/>
              </a:spcAft>
              <a:defRPr sz="788"/>
            </a:lvl1pPr>
            <a:lvl2pPr marL="0">
              <a:spcBef>
                <a:spcPts val="0"/>
              </a:spcBef>
              <a:spcAft>
                <a:spcPts val="450"/>
              </a:spcAft>
              <a:defRPr sz="675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  <a:p>
            <a:pPr lvl="0"/>
            <a:r>
              <a:rPr lang="es-ES_tradnl" dirty="0"/>
              <a:t>Título tema B 14 – 20pt</a:t>
            </a:r>
          </a:p>
          <a:p>
            <a:pPr lvl="1"/>
            <a:r>
              <a:rPr lang="es-ES_tradnl" dirty="0"/>
              <a:t>Texto tema B 12 - 18pt</a:t>
            </a:r>
          </a:p>
          <a:p>
            <a:pPr lvl="0"/>
            <a:r>
              <a:rPr lang="es-ES_tradnl" dirty="0"/>
              <a:t>Título tema C 14 – 20pt</a:t>
            </a:r>
          </a:p>
          <a:p>
            <a:pPr lvl="1"/>
            <a:r>
              <a:rPr lang="es-ES_tradnl" dirty="0"/>
              <a:t>Texto tema C 12 - 18pt</a:t>
            </a:r>
          </a:p>
          <a:p>
            <a:pPr lvl="0"/>
            <a:r>
              <a:rPr lang="es-ES_tradnl" dirty="0"/>
              <a:t>Título tema D 14 – 20pt</a:t>
            </a:r>
          </a:p>
          <a:p>
            <a:pPr lvl="1"/>
            <a:r>
              <a:rPr lang="es-ES_tradnl" dirty="0"/>
              <a:t>Texto tema D 12 - 18pt</a:t>
            </a:r>
          </a:p>
          <a:p>
            <a:pPr lvl="0"/>
            <a:r>
              <a:rPr lang="es-ES_tradnl" dirty="0"/>
              <a:t>Título tema E 14 – 20pt</a:t>
            </a:r>
          </a:p>
          <a:p>
            <a:pPr lvl="1"/>
            <a:r>
              <a:rPr lang="es-ES_tradnl" dirty="0"/>
              <a:t>Texto tema E 12 - 18pt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1E961A-CA26-4C49-85B2-568B631C018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s-PE"/>
              <a:t>7 de Enero 2019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1E962-DA5B-B944-9AFE-D9D1BAB1B84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pt-BR"/>
              <a:t>AFP Integra - AC Capitales Infra II - Informe 1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2C57921-2E07-B347-8FD6-8BF9CC786C2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CCBA4FA-5E5B-4F4D-B8F1-037A34F2DB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295653-4991-8248-9964-82A6CAE859BA}"/>
              </a:ext>
            </a:extLst>
          </p:cNvPr>
          <p:cNvSpPr/>
          <p:nvPr userDrawn="1"/>
        </p:nvSpPr>
        <p:spPr>
          <a:xfrm>
            <a:off x="289941" y="1053171"/>
            <a:ext cx="1869037" cy="5106034"/>
          </a:xfrm>
          <a:prstGeom prst="rect">
            <a:avLst/>
          </a:prstGeom>
          <a:solidFill>
            <a:srgbClr val="DC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1252D0B-7712-E64A-81C8-68FB6194E2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941" y="1053761"/>
            <a:ext cx="1869037" cy="5105445"/>
          </a:xfrm>
          <a:noFill/>
          <a:ln>
            <a:noFill/>
          </a:ln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450"/>
              </a:spcAft>
              <a:defRPr sz="900"/>
            </a:lvl1pPr>
            <a:lvl2pPr marL="7146" indent="0">
              <a:spcBef>
                <a:spcPts val="0"/>
              </a:spcBef>
              <a:spcAft>
                <a:spcPts val="450"/>
              </a:spcAft>
              <a:tabLst/>
              <a:defRPr sz="825" b="0">
                <a:solidFill>
                  <a:schemeClr val="bg1">
                    <a:lumMod val="50000"/>
                  </a:schemeClr>
                </a:solidFill>
              </a:defRPr>
            </a:lvl2pPr>
            <a:lvl3pPr marL="138149" indent="0">
              <a:spcBef>
                <a:spcPts val="0"/>
              </a:spcBef>
              <a:spcAft>
                <a:spcPts val="450"/>
              </a:spcAft>
              <a:tabLst/>
              <a:defRPr sz="825" b="0">
                <a:solidFill>
                  <a:schemeClr val="bg1">
                    <a:lumMod val="50000"/>
                  </a:schemeClr>
                </a:solidFill>
              </a:defRPr>
            </a:lvl3pPr>
            <a:lvl4pPr marL="267962" indent="0">
              <a:spcBef>
                <a:spcPts val="0"/>
              </a:spcBef>
              <a:spcAft>
                <a:spcPts val="450"/>
              </a:spcAft>
              <a:tabLst/>
              <a:defRPr sz="825" b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825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78904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35"/>
          <p:cNvSpPr>
            <a:spLocks noGrp="1"/>
          </p:cNvSpPr>
          <p:nvPr>
            <p:ph type="title" hasCustomPrompt="1"/>
          </p:nvPr>
        </p:nvSpPr>
        <p:spPr>
          <a:xfrm>
            <a:off x="289942" y="145446"/>
            <a:ext cx="6854134" cy="9083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dirty="0"/>
              <a:t>Agenda o Índice 24 – 36 pt</a:t>
            </a:r>
            <a:br>
              <a:rPr lang="es-ES_tradnl" dirty="0"/>
            </a:br>
            <a:r>
              <a:rPr lang="es-ES_tradnl" dirty="0"/>
              <a:t>Subtitulo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8D3329-BBC6-444B-ACFA-2994C44F1ED5}"/>
              </a:ext>
            </a:extLst>
          </p:cNvPr>
          <p:cNvCxnSpPr>
            <a:cxnSpLocks/>
          </p:cNvCxnSpPr>
          <p:nvPr userDrawn="1"/>
        </p:nvCxnSpPr>
        <p:spPr>
          <a:xfrm>
            <a:off x="289941" y="1039096"/>
            <a:ext cx="8534239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A355D45-738D-E54B-8F1F-36F00836E9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9942" y="1241382"/>
            <a:ext cx="4186090" cy="4917823"/>
          </a:xfrm>
        </p:spPr>
        <p:txBody>
          <a:bodyPr lIns="72000" tIns="0" rIns="0" bIns="0"/>
          <a:lstStyle>
            <a:lvl1pPr>
              <a:spcBef>
                <a:spcPts val="750"/>
              </a:spcBef>
              <a:spcAft>
                <a:spcPts val="300"/>
              </a:spcAft>
              <a:defRPr sz="788"/>
            </a:lvl1pPr>
            <a:lvl2pPr marL="0">
              <a:spcBef>
                <a:spcPts val="0"/>
              </a:spcBef>
              <a:spcAft>
                <a:spcPts val="450"/>
              </a:spcAft>
              <a:defRPr sz="675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  <a:p>
            <a:pPr lvl="0"/>
            <a:r>
              <a:rPr lang="es-ES_tradnl" dirty="0"/>
              <a:t>Título tema B 14 – 20pt</a:t>
            </a:r>
          </a:p>
          <a:p>
            <a:pPr lvl="1"/>
            <a:r>
              <a:rPr lang="es-ES_tradnl" dirty="0"/>
              <a:t>Texto tema B 12 - 18pt</a:t>
            </a:r>
          </a:p>
          <a:p>
            <a:pPr lvl="0"/>
            <a:r>
              <a:rPr lang="es-ES_tradnl" dirty="0"/>
              <a:t>Título tema C 14 – 20pt</a:t>
            </a:r>
          </a:p>
          <a:p>
            <a:pPr lvl="1"/>
            <a:r>
              <a:rPr lang="es-ES_tradnl" dirty="0"/>
              <a:t>Texto tema C 12 - 18pt</a:t>
            </a:r>
          </a:p>
          <a:p>
            <a:pPr lvl="0"/>
            <a:r>
              <a:rPr lang="es-ES_tradnl" dirty="0"/>
              <a:t>Título tema D 14 – 20pt</a:t>
            </a:r>
          </a:p>
          <a:p>
            <a:pPr lvl="1"/>
            <a:r>
              <a:rPr lang="es-ES_tradnl" dirty="0"/>
              <a:t>Texto tema D 12 - 18pt</a:t>
            </a:r>
          </a:p>
          <a:p>
            <a:pPr lvl="0"/>
            <a:r>
              <a:rPr lang="es-ES_tradnl" dirty="0"/>
              <a:t>Título tema E 14 – 20pt</a:t>
            </a:r>
          </a:p>
          <a:p>
            <a:pPr lvl="1"/>
            <a:r>
              <a:rPr lang="es-ES_tradnl" dirty="0"/>
              <a:t>Texto tema E 12 - 18pt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6C55A2E-AC37-274A-A24A-23220EA1FD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8090" y="1241382"/>
            <a:ext cx="4186090" cy="4917822"/>
          </a:xfrm>
        </p:spPr>
        <p:txBody>
          <a:bodyPr lIns="72000" tIns="0" rIns="0" bIns="0"/>
          <a:lstStyle>
            <a:lvl1pPr>
              <a:spcBef>
                <a:spcPts val="750"/>
              </a:spcBef>
              <a:spcAft>
                <a:spcPts val="300"/>
              </a:spcAft>
              <a:defRPr sz="788"/>
            </a:lvl1pPr>
            <a:lvl2pPr marL="0">
              <a:spcBef>
                <a:spcPts val="0"/>
              </a:spcBef>
              <a:spcAft>
                <a:spcPts val="450"/>
              </a:spcAft>
              <a:defRPr sz="675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  <a:p>
            <a:pPr lvl="0"/>
            <a:r>
              <a:rPr lang="es-ES_tradnl" dirty="0"/>
              <a:t>Título tema B 14 – 20pt</a:t>
            </a:r>
          </a:p>
          <a:p>
            <a:pPr lvl="1"/>
            <a:r>
              <a:rPr lang="es-ES_tradnl" dirty="0"/>
              <a:t>Texto tema B 12 - 18pt</a:t>
            </a:r>
          </a:p>
          <a:p>
            <a:pPr lvl="0"/>
            <a:r>
              <a:rPr lang="es-ES_tradnl" dirty="0"/>
              <a:t>Título tema C 14 – 20pt</a:t>
            </a:r>
          </a:p>
          <a:p>
            <a:pPr lvl="1"/>
            <a:r>
              <a:rPr lang="es-ES_tradnl" dirty="0"/>
              <a:t>Texto tema C 12 - 18pt</a:t>
            </a:r>
          </a:p>
          <a:p>
            <a:pPr lvl="0"/>
            <a:r>
              <a:rPr lang="es-ES_tradnl" dirty="0"/>
              <a:t>Título tema D 14 – 20pt</a:t>
            </a:r>
          </a:p>
          <a:p>
            <a:pPr lvl="1"/>
            <a:r>
              <a:rPr lang="es-ES_tradnl" dirty="0"/>
              <a:t>Texto tema D 12 - 18pt</a:t>
            </a:r>
          </a:p>
          <a:p>
            <a:pPr lvl="0"/>
            <a:r>
              <a:rPr lang="es-ES_tradnl" dirty="0"/>
              <a:t>Título tema E 14 – 20pt</a:t>
            </a:r>
          </a:p>
          <a:p>
            <a:pPr lvl="1"/>
            <a:r>
              <a:rPr lang="es-ES_tradnl" dirty="0"/>
              <a:t>Texto tema E 12 - 18pt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1E961A-CA26-4C49-85B2-568B631C018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s-PE"/>
              <a:t>7 de Enero 2019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1E962-DA5B-B944-9AFE-D9D1BAB1B84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pt-BR"/>
              <a:t>AFP Integra - AC Capitales Infra II - Informe 1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2C57921-2E07-B347-8FD6-8BF9CC786C2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CCBA4FA-5E5B-4F4D-B8F1-037A34F2DB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765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-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4801851" y="1558160"/>
            <a:ext cx="3944377" cy="460134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57319" y="1544638"/>
            <a:ext cx="4165830" cy="4614861"/>
          </a:xfrm>
        </p:spPr>
        <p:txBody>
          <a:bodyPr lIns="72000" tIns="0" rIns="0" bIns="0"/>
          <a:lstStyle>
            <a:lvl1pPr>
              <a:spcBef>
                <a:spcPts val="750"/>
              </a:spcBef>
              <a:spcAft>
                <a:spcPts val="300"/>
              </a:spcAft>
              <a:defRPr sz="1350"/>
            </a:lvl1pPr>
            <a:lvl2pPr marL="0">
              <a:spcBef>
                <a:spcPts val="0"/>
              </a:spcBef>
              <a:spcAft>
                <a:spcPts val="450"/>
              </a:spcAft>
              <a:defRPr sz="105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  <a:p>
            <a:pPr lvl="0"/>
            <a:r>
              <a:rPr lang="es-ES_tradnl" dirty="0"/>
              <a:t>Título tema B 14 – 20pt</a:t>
            </a:r>
          </a:p>
          <a:p>
            <a:pPr lvl="1"/>
            <a:r>
              <a:rPr lang="es-ES_tradnl" dirty="0"/>
              <a:t>Texto tema B 12 - 18pt</a:t>
            </a:r>
          </a:p>
          <a:p>
            <a:pPr lvl="0"/>
            <a:r>
              <a:rPr lang="es-ES_tradnl" dirty="0"/>
              <a:t>Título tema C 14 – 20pt</a:t>
            </a:r>
          </a:p>
          <a:p>
            <a:pPr lvl="1"/>
            <a:r>
              <a:rPr lang="es-ES_tradnl" dirty="0"/>
              <a:t>Texto tema C 12 - 18pt</a:t>
            </a:r>
          </a:p>
          <a:p>
            <a:pPr lvl="0"/>
            <a:r>
              <a:rPr lang="es-ES_tradnl" dirty="0"/>
              <a:t>Título tema D 14 – 20pt</a:t>
            </a:r>
          </a:p>
          <a:p>
            <a:pPr lvl="1"/>
            <a:r>
              <a:rPr lang="es-ES_tradnl" dirty="0"/>
              <a:t>Texto tema D 12 - 18pt</a:t>
            </a:r>
          </a:p>
          <a:p>
            <a:pPr lvl="0"/>
            <a:r>
              <a:rPr lang="es-ES_tradnl" dirty="0"/>
              <a:t>Título tema E 14 – 20pt</a:t>
            </a:r>
          </a:p>
          <a:p>
            <a:pPr lvl="1"/>
            <a:r>
              <a:rPr lang="es-ES_tradnl" dirty="0"/>
              <a:t>Texto tema E 12 - 18pt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</p:txBody>
      </p:sp>
      <p:sp>
        <p:nvSpPr>
          <p:cNvPr id="12" name="Title Placeholder 35"/>
          <p:cNvSpPr>
            <a:spLocks noGrp="1"/>
          </p:cNvSpPr>
          <p:nvPr>
            <p:ph type="title" hasCustomPrompt="1"/>
          </p:nvPr>
        </p:nvSpPr>
        <p:spPr>
          <a:xfrm>
            <a:off x="457319" y="636324"/>
            <a:ext cx="6854134" cy="9083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dirty="0"/>
              <a:t>Agenda o Índice 24 – 36 pt</a:t>
            </a:r>
            <a:br>
              <a:rPr lang="es-ES_tradnl" dirty="0"/>
            </a:b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BE349-C44A-7342-9BB7-A409795056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s-PE"/>
              <a:t>7 de Enero 2019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52B5EB-7C33-134E-97D1-D38ADDF3B59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pt-BR"/>
              <a:t>AFP Integra - AC Capitales Infra II - Informe 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4E906-4539-8546-A33D-7EE23D0EAEC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CCBA4FA-5E5B-4F4D-B8F1-037A34F2DB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711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744335" y="1546225"/>
            <a:ext cx="0" cy="4452938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690743" y="1870076"/>
            <a:ext cx="107184" cy="14446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6762">
              <a:defRPr/>
            </a:pPr>
            <a:endParaRPr lang="en-US"/>
          </a:p>
        </p:txBody>
      </p:sp>
      <p:sp>
        <p:nvSpPr>
          <p:cNvPr id="9" name="Oval 8"/>
          <p:cNvSpPr/>
          <p:nvPr userDrawn="1"/>
        </p:nvSpPr>
        <p:spPr>
          <a:xfrm>
            <a:off x="690743" y="5535613"/>
            <a:ext cx="107184" cy="144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6762">
              <a:defRPr/>
            </a:pPr>
            <a:endParaRPr lang="en-US"/>
          </a:p>
        </p:txBody>
      </p:sp>
      <p:sp>
        <p:nvSpPr>
          <p:cNvPr id="10" name="Oval 9"/>
          <p:cNvSpPr/>
          <p:nvPr userDrawn="1"/>
        </p:nvSpPr>
        <p:spPr>
          <a:xfrm>
            <a:off x="690743" y="4616451"/>
            <a:ext cx="107184" cy="14446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6762">
              <a:defRPr/>
            </a:pPr>
            <a:endParaRPr lang="en-US"/>
          </a:p>
        </p:txBody>
      </p:sp>
      <p:sp>
        <p:nvSpPr>
          <p:cNvPr id="11" name="Oval 10"/>
          <p:cNvSpPr/>
          <p:nvPr userDrawn="1"/>
        </p:nvSpPr>
        <p:spPr>
          <a:xfrm>
            <a:off x="690743" y="3705225"/>
            <a:ext cx="107184" cy="14446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6762">
              <a:defRPr/>
            </a:pPr>
            <a:endParaRPr lang="en-US"/>
          </a:p>
        </p:txBody>
      </p:sp>
      <p:sp>
        <p:nvSpPr>
          <p:cNvPr id="12" name="Oval 11"/>
          <p:cNvSpPr/>
          <p:nvPr userDrawn="1"/>
        </p:nvSpPr>
        <p:spPr>
          <a:xfrm>
            <a:off x="690743" y="2789239"/>
            <a:ext cx="107184" cy="14287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6762">
              <a:defRPr/>
            </a:pPr>
            <a:endParaRPr lang="en-US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4801851" y="1558160"/>
            <a:ext cx="3944377" cy="460134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8" name="Title Placeholder 35"/>
          <p:cNvSpPr>
            <a:spLocks noGrp="1"/>
          </p:cNvSpPr>
          <p:nvPr>
            <p:ph type="title" hasCustomPrompt="1"/>
          </p:nvPr>
        </p:nvSpPr>
        <p:spPr>
          <a:xfrm>
            <a:off x="457319" y="636324"/>
            <a:ext cx="6854134" cy="9083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dirty="0"/>
              <a:t>Agenda o Índice 24 – 36 pt</a:t>
            </a:r>
            <a:br>
              <a:rPr lang="es-ES_tradnl" dirty="0"/>
            </a:br>
            <a:endParaRPr lang="en-US" dirty="0"/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22" hasCustomPrompt="1"/>
          </p:nvPr>
        </p:nvSpPr>
        <p:spPr>
          <a:xfrm>
            <a:off x="946639" y="1775497"/>
            <a:ext cx="3676509" cy="4397525"/>
          </a:xfrm>
        </p:spPr>
        <p:txBody>
          <a:bodyPr lIns="0" tIns="0" rIns="0" bIns="0"/>
          <a:lstStyle>
            <a:lvl1pPr>
              <a:spcBef>
                <a:spcPts val="1876"/>
              </a:spcBef>
              <a:spcAft>
                <a:spcPts val="300"/>
              </a:spcAft>
              <a:defRPr sz="1350"/>
            </a:lvl1pPr>
            <a:lvl2pPr marL="0">
              <a:spcBef>
                <a:spcPts val="0"/>
              </a:spcBef>
              <a:spcAft>
                <a:spcPts val="450"/>
              </a:spcAft>
              <a:defRPr sz="105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  <a:p>
            <a:pPr lvl="0"/>
            <a:r>
              <a:rPr lang="es-ES_tradnl" dirty="0"/>
              <a:t>Título tema B 14 – 20pt</a:t>
            </a:r>
          </a:p>
          <a:p>
            <a:pPr lvl="1"/>
            <a:r>
              <a:rPr lang="es-ES_tradnl" dirty="0"/>
              <a:t>Texto tema B 12 - 18pt</a:t>
            </a:r>
          </a:p>
          <a:p>
            <a:pPr lvl="0"/>
            <a:r>
              <a:rPr lang="es-ES_tradnl" dirty="0"/>
              <a:t>Título tema C 14 – 20pt</a:t>
            </a:r>
          </a:p>
          <a:p>
            <a:pPr lvl="1"/>
            <a:r>
              <a:rPr lang="es-ES_tradnl" dirty="0"/>
              <a:t>Texto tema C 12 - 18pt</a:t>
            </a:r>
          </a:p>
          <a:p>
            <a:pPr lvl="0"/>
            <a:r>
              <a:rPr lang="es-ES_tradnl" dirty="0"/>
              <a:t>Título tema D 14 – 20pt</a:t>
            </a:r>
          </a:p>
          <a:p>
            <a:pPr lvl="1"/>
            <a:r>
              <a:rPr lang="es-ES_tradnl" dirty="0"/>
              <a:t>Texto tema D 12 - 18pt</a:t>
            </a:r>
          </a:p>
          <a:p>
            <a:pPr lvl="0"/>
            <a:r>
              <a:rPr lang="es-ES_tradnl" dirty="0"/>
              <a:t>Título tema E 14 – 20pt</a:t>
            </a:r>
          </a:p>
          <a:p>
            <a:pPr lvl="1"/>
            <a:r>
              <a:rPr lang="es-ES_tradnl" dirty="0"/>
              <a:t>Texto tema E 12 - 18pt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EA49B3-06A5-374D-90C4-0357DE822123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es-PE"/>
              <a:t>7 de Enero 2019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870F4-71C6-0E42-A7E6-27F7C4D9BF9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pt-BR"/>
              <a:t>AFP Integra - AC Capitales Infra II - Informe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9BCAC-67DA-684C-8C56-D4C79139395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FCCBA4FA-5E5B-4F4D-B8F1-037A34F2DB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82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a-Grafic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1310029" y="1546225"/>
            <a:ext cx="0" cy="4452938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256437" y="1870076"/>
            <a:ext cx="108375" cy="14446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6762">
              <a:defRPr/>
            </a:pPr>
            <a:endParaRPr lang="en-US"/>
          </a:p>
        </p:txBody>
      </p:sp>
      <p:sp>
        <p:nvSpPr>
          <p:cNvPr id="9" name="Oval 8"/>
          <p:cNvSpPr/>
          <p:nvPr userDrawn="1"/>
        </p:nvSpPr>
        <p:spPr>
          <a:xfrm>
            <a:off x="1256437" y="5535613"/>
            <a:ext cx="108375" cy="144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6762">
              <a:defRPr/>
            </a:pPr>
            <a:endParaRPr lang="en-US"/>
          </a:p>
        </p:txBody>
      </p:sp>
      <p:sp>
        <p:nvSpPr>
          <p:cNvPr id="10" name="Oval 9"/>
          <p:cNvSpPr/>
          <p:nvPr userDrawn="1"/>
        </p:nvSpPr>
        <p:spPr>
          <a:xfrm>
            <a:off x="1256437" y="4616451"/>
            <a:ext cx="108375" cy="14446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6762">
              <a:defRPr/>
            </a:pPr>
            <a:endParaRPr lang="en-US"/>
          </a:p>
        </p:txBody>
      </p:sp>
      <p:sp>
        <p:nvSpPr>
          <p:cNvPr id="11" name="Oval 10"/>
          <p:cNvSpPr/>
          <p:nvPr userDrawn="1"/>
        </p:nvSpPr>
        <p:spPr>
          <a:xfrm>
            <a:off x="1256437" y="3705225"/>
            <a:ext cx="108375" cy="14446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6762">
              <a:defRPr/>
            </a:pPr>
            <a:endParaRPr lang="en-US"/>
          </a:p>
        </p:txBody>
      </p:sp>
      <p:sp>
        <p:nvSpPr>
          <p:cNvPr id="12" name="Oval 11"/>
          <p:cNvSpPr/>
          <p:nvPr userDrawn="1"/>
        </p:nvSpPr>
        <p:spPr>
          <a:xfrm>
            <a:off x="1256437" y="2789239"/>
            <a:ext cx="108375" cy="14287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6762">
              <a:defRPr/>
            </a:pPr>
            <a:endParaRPr lang="en-US"/>
          </a:p>
        </p:txBody>
      </p:sp>
      <p:sp>
        <p:nvSpPr>
          <p:cNvPr id="32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4801851" y="1558160"/>
            <a:ext cx="3944377" cy="460134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6" name="Title Placeholder 35"/>
          <p:cNvSpPr>
            <a:spLocks noGrp="1"/>
          </p:cNvSpPr>
          <p:nvPr>
            <p:ph type="title" hasCustomPrompt="1"/>
          </p:nvPr>
        </p:nvSpPr>
        <p:spPr>
          <a:xfrm>
            <a:off x="457319" y="636324"/>
            <a:ext cx="6854134" cy="9083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dirty="0"/>
              <a:t>Agenda o Índice 24 – 36 pt</a:t>
            </a:r>
            <a:br>
              <a:rPr lang="es-ES_tradnl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532427" y="1789469"/>
            <a:ext cx="642665" cy="267757"/>
          </a:xfrm>
        </p:spPr>
        <p:txBody>
          <a:bodyPr lIns="0" tIns="0" rIns="0" bIns="0">
            <a:normAutofit/>
          </a:bodyPr>
          <a:lstStyle>
            <a:lvl1pPr>
              <a:spcBef>
                <a:spcPts val="0"/>
              </a:spcBef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_tradnl" dirty="0"/>
              <a:t>000 min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532427" y="2706647"/>
            <a:ext cx="642665" cy="267757"/>
          </a:xfrm>
        </p:spPr>
        <p:txBody>
          <a:bodyPr lIns="0" tIns="0" rIns="0" bIns="0">
            <a:normAutofit/>
          </a:bodyPr>
          <a:lstStyle>
            <a:lvl1pPr>
              <a:spcBef>
                <a:spcPts val="0"/>
              </a:spcBef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_tradnl" dirty="0"/>
              <a:t>000 min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532427" y="3623824"/>
            <a:ext cx="642665" cy="267757"/>
          </a:xfrm>
        </p:spPr>
        <p:txBody>
          <a:bodyPr lIns="0" tIns="0" rIns="0" bIns="0">
            <a:normAutofit/>
          </a:bodyPr>
          <a:lstStyle>
            <a:lvl1pPr>
              <a:spcBef>
                <a:spcPts val="0"/>
              </a:spcBef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_tradnl" dirty="0"/>
              <a:t>000 min</a:t>
            </a:r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532427" y="4541002"/>
            <a:ext cx="642665" cy="267757"/>
          </a:xfrm>
        </p:spPr>
        <p:txBody>
          <a:bodyPr lIns="0" tIns="0" rIns="0" bIns="0">
            <a:normAutofit/>
          </a:bodyPr>
          <a:lstStyle>
            <a:lvl1pPr>
              <a:spcBef>
                <a:spcPts val="0"/>
              </a:spcBef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_tradnl" dirty="0"/>
              <a:t>000 min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532427" y="5458179"/>
            <a:ext cx="642665" cy="267757"/>
          </a:xfrm>
        </p:spPr>
        <p:txBody>
          <a:bodyPr lIns="0" tIns="0" rIns="0" bIns="0">
            <a:normAutofit/>
          </a:bodyPr>
          <a:lstStyle>
            <a:lvl1pPr>
              <a:spcBef>
                <a:spcPts val="0"/>
              </a:spcBef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_tradnl" dirty="0"/>
              <a:t>000 min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r>
              <a:rPr lang="es-PE"/>
              <a:t>7 de Enero 2019</a:t>
            </a: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0"/>
          </p:nvPr>
        </p:nvSpPr>
        <p:spPr>
          <a:xfrm>
            <a:off x="2007328" y="6346825"/>
            <a:ext cx="5315107" cy="175238"/>
          </a:xfrm>
        </p:spPr>
        <p:txBody>
          <a:bodyPr/>
          <a:lstStyle/>
          <a:p>
            <a:r>
              <a:rPr lang="pt-BR"/>
              <a:t>AFP Integra - AC Capitales Infra II - Informe 1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FCCBA4FA-5E5B-4F4D-B8F1-037A34F2DB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22" hasCustomPrompt="1"/>
          </p:nvPr>
        </p:nvSpPr>
        <p:spPr>
          <a:xfrm>
            <a:off x="1596782" y="1789468"/>
            <a:ext cx="3026366" cy="4383553"/>
          </a:xfrm>
        </p:spPr>
        <p:txBody>
          <a:bodyPr lIns="0" tIns="0" rIns="0" bIns="0"/>
          <a:lstStyle>
            <a:lvl1pPr>
              <a:spcBef>
                <a:spcPts val="1800"/>
              </a:spcBef>
              <a:spcAft>
                <a:spcPts val="300"/>
              </a:spcAft>
              <a:defRPr sz="1350"/>
            </a:lvl1pPr>
            <a:lvl2pPr marL="0">
              <a:spcBef>
                <a:spcPts val="0"/>
              </a:spcBef>
              <a:spcAft>
                <a:spcPts val="450"/>
              </a:spcAft>
              <a:defRPr sz="105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  <a:p>
            <a:pPr lvl="0"/>
            <a:r>
              <a:rPr lang="es-ES_tradnl" dirty="0"/>
              <a:t>Título tema B 14 – 20pt</a:t>
            </a:r>
          </a:p>
          <a:p>
            <a:pPr lvl="1"/>
            <a:r>
              <a:rPr lang="es-ES_tradnl" dirty="0"/>
              <a:t>Texto tema B 12 - 18pt</a:t>
            </a:r>
          </a:p>
          <a:p>
            <a:pPr lvl="0"/>
            <a:r>
              <a:rPr lang="es-ES_tradnl" dirty="0"/>
              <a:t>Título tema C 14 – 20pt</a:t>
            </a:r>
          </a:p>
          <a:p>
            <a:pPr lvl="1"/>
            <a:r>
              <a:rPr lang="es-ES_tradnl" dirty="0"/>
              <a:t>Texto tema C 12 - 18pt</a:t>
            </a:r>
          </a:p>
          <a:p>
            <a:pPr lvl="0"/>
            <a:r>
              <a:rPr lang="es-ES_tradnl" dirty="0"/>
              <a:t>Título tema D 14 – 20pt</a:t>
            </a:r>
          </a:p>
          <a:p>
            <a:pPr lvl="1"/>
            <a:r>
              <a:rPr lang="es-ES_tradnl" dirty="0"/>
              <a:t>Texto tema D 12 - 18pt</a:t>
            </a:r>
          </a:p>
          <a:p>
            <a:pPr lvl="0"/>
            <a:r>
              <a:rPr lang="es-ES_tradnl" dirty="0"/>
              <a:t>Título tema E 14 – 20pt</a:t>
            </a:r>
          </a:p>
          <a:p>
            <a:pPr lvl="1"/>
            <a:r>
              <a:rPr lang="es-ES_tradnl" dirty="0"/>
              <a:t>Texto tema E 12 - 18pt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040168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-Hora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 bwMode="auto">
          <a:xfrm>
            <a:off x="2553540" y="4233863"/>
            <a:ext cx="0" cy="133108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 bwMode="auto">
          <a:xfrm>
            <a:off x="4560883" y="4233863"/>
            <a:ext cx="0" cy="133108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 bwMode="auto">
          <a:xfrm>
            <a:off x="6568227" y="4233863"/>
            <a:ext cx="0" cy="133108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3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51687" y="4228051"/>
            <a:ext cx="1570977" cy="1336892"/>
          </a:xfrm>
        </p:spPr>
        <p:txBody>
          <a:bodyPr lIns="0" tIns="0" rIns="0" bIns="0"/>
          <a:lstStyle>
            <a:lvl1pPr>
              <a:defRPr sz="1350"/>
            </a:lvl1pPr>
            <a:lvl2pPr marL="0">
              <a:defRPr sz="105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</p:txBody>
      </p:sp>
      <p:sp>
        <p:nvSpPr>
          <p:cNvPr id="36" name="Text Placeholder 3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766631" y="4228051"/>
            <a:ext cx="1570977" cy="1336892"/>
          </a:xfrm>
        </p:spPr>
        <p:txBody>
          <a:bodyPr lIns="0" tIns="0" rIns="0" bIns="0"/>
          <a:lstStyle>
            <a:lvl1pPr>
              <a:defRPr sz="1350"/>
            </a:lvl1pPr>
            <a:lvl2pPr marL="0">
              <a:defRPr sz="105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</p:txBody>
      </p:sp>
      <p:sp>
        <p:nvSpPr>
          <p:cNvPr id="37" name="Text Placeholder 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781575" y="4228051"/>
            <a:ext cx="1570977" cy="1336892"/>
          </a:xfrm>
        </p:spPr>
        <p:txBody>
          <a:bodyPr lIns="0" tIns="0" rIns="0" bIns="0"/>
          <a:lstStyle>
            <a:lvl1pPr>
              <a:defRPr sz="1350"/>
            </a:lvl1pPr>
            <a:lvl2pPr marL="0">
              <a:defRPr sz="105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</p:txBody>
      </p:sp>
      <p:sp>
        <p:nvSpPr>
          <p:cNvPr id="38" name="Text Placeholder 3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796519" y="4228051"/>
            <a:ext cx="1570977" cy="1336892"/>
          </a:xfrm>
        </p:spPr>
        <p:txBody>
          <a:bodyPr lIns="0" tIns="0" rIns="0" bIns="0"/>
          <a:lstStyle>
            <a:lvl1pPr>
              <a:defRPr sz="1350"/>
            </a:lvl1pPr>
            <a:lvl2pPr marL="0">
              <a:defRPr sz="105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</p:txBody>
      </p:sp>
      <p:sp>
        <p:nvSpPr>
          <p:cNvPr id="26" name="Title Placeholder 35"/>
          <p:cNvSpPr>
            <a:spLocks noGrp="1"/>
          </p:cNvSpPr>
          <p:nvPr userDrawn="1">
            <p:ph type="title" hasCustomPrompt="1"/>
          </p:nvPr>
        </p:nvSpPr>
        <p:spPr>
          <a:xfrm>
            <a:off x="457319" y="636324"/>
            <a:ext cx="6854134" cy="9083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dirty="0"/>
              <a:t>Agenda o Índice 24 – 36 pt</a:t>
            </a:r>
            <a:br>
              <a:rPr lang="es-ES_tradnl" dirty="0"/>
            </a:b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 userDrawn="1">
            <p:ph type="dt" sz="half" idx="22"/>
          </p:nvPr>
        </p:nvSpPr>
        <p:spPr/>
        <p:txBody>
          <a:bodyPr/>
          <a:lstStyle/>
          <a:p>
            <a:r>
              <a:rPr lang="es-PE"/>
              <a:t>7 de Enero 2019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 userDrawn="1">
            <p:ph type="ftr" sz="quarter" idx="23"/>
          </p:nvPr>
        </p:nvSpPr>
        <p:spPr>
          <a:xfrm>
            <a:off x="2007328" y="6346825"/>
            <a:ext cx="5315107" cy="175238"/>
          </a:xfrm>
        </p:spPr>
        <p:txBody>
          <a:bodyPr/>
          <a:lstStyle/>
          <a:p>
            <a:r>
              <a:rPr lang="pt-BR"/>
              <a:t>AFP Integra - AC Capitales Infra II - Informe 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 userDrawn="1">
            <p:ph type="sldNum" sz="quarter" idx="24"/>
          </p:nvPr>
        </p:nvSpPr>
        <p:spPr/>
        <p:txBody>
          <a:bodyPr/>
          <a:lstStyle/>
          <a:p>
            <a:fld id="{FCCBA4FA-5E5B-4F4D-B8F1-037A34F2DB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Oval 26"/>
          <p:cNvSpPr/>
          <p:nvPr userDrawn="1"/>
        </p:nvSpPr>
        <p:spPr>
          <a:xfrm>
            <a:off x="1128675" y="2464605"/>
            <a:ext cx="851591" cy="1135156"/>
          </a:xfrm>
          <a:prstGeom prst="ellipse">
            <a:avLst/>
          </a:prstGeom>
          <a:noFill/>
          <a:ln w="190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lock Arc 27"/>
          <p:cNvSpPr>
            <a:spLocks noChangeAspect="1"/>
          </p:cNvSpPr>
          <p:nvPr userDrawn="1"/>
        </p:nvSpPr>
        <p:spPr>
          <a:xfrm rot="16200000">
            <a:off x="935044" y="2544161"/>
            <a:ext cx="1249063" cy="959716"/>
          </a:xfrm>
          <a:prstGeom prst="blockArc">
            <a:avLst>
              <a:gd name="adj1" fmla="val 16129587"/>
              <a:gd name="adj2" fmla="val 0"/>
              <a:gd name="adj3" fmla="val 9672"/>
            </a:avLst>
          </a:prstGeom>
          <a:solidFill>
            <a:srgbClr val="E3E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9" name="Oval 28"/>
          <p:cNvSpPr/>
          <p:nvPr userDrawn="1"/>
        </p:nvSpPr>
        <p:spPr>
          <a:xfrm>
            <a:off x="3120701" y="2464605"/>
            <a:ext cx="851591" cy="1135156"/>
          </a:xfrm>
          <a:prstGeom prst="ellipse">
            <a:avLst/>
          </a:prstGeom>
          <a:noFill/>
          <a:ln w="190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Block Arc 29"/>
          <p:cNvSpPr>
            <a:spLocks noChangeAspect="1"/>
          </p:cNvSpPr>
          <p:nvPr userDrawn="1"/>
        </p:nvSpPr>
        <p:spPr>
          <a:xfrm rot="16200000">
            <a:off x="2927070" y="2544161"/>
            <a:ext cx="1249063" cy="959716"/>
          </a:xfrm>
          <a:prstGeom prst="blockArc">
            <a:avLst>
              <a:gd name="adj1" fmla="val 16129587"/>
              <a:gd name="adj2" fmla="val 5481385"/>
              <a:gd name="adj3" fmla="val 11596"/>
            </a:avLst>
          </a:prstGeom>
          <a:solidFill>
            <a:srgbClr val="E3E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9" name="Oval 38"/>
          <p:cNvSpPr/>
          <p:nvPr userDrawn="1"/>
        </p:nvSpPr>
        <p:spPr>
          <a:xfrm>
            <a:off x="5119389" y="2464605"/>
            <a:ext cx="851591" cy="1135156"/>
          </a:xfrm>
          <a:prstGeom prst="ellipse">
            <a:avLst/>
          </a:prstGeom>
          <a:noFill/>
          <a:ln w="190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Block Arc 39"/>
          <p:cNvSpPr>
            <a:spLocks noChangeAspect="1"/>
          </p:cNvSpPr>
          <p:nvPr userDrawn="1"/>
        </p:nvSpPr>
        <p:spPr>
          <a:xfrm rot="16200000">
            <a:off x="4925758" y="2544161"/>
            <a:ext cx="1249063" cy="959716"/>
          </a:xfrm>
          <a:prstGeom prst="blockArc">
            <a:avLst>
              <a:gd name="adj1" fmla="val 10704313"/>
              <a:gd name="adj2" fmla="val 0"/>
              <a:gd name="adj3" fmla="val 9672"/>
            </a:avLst>
          </a:prstGeom>
          <a:solidFill>
            <a:srgbClr val="E3E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1" name="Oval 40"/>
          <p:cNvSpPr/>
          <p:nvPr userDrawn="1"/>
        </p:nvSpPr>
        <p:spPr>
          <a:xfrm>
            <a:off x="7124740" y="2464605"/>
            <a:ext cx="851591" cy="1135156"/>
          </a:xfrm>
          <a:prstGeom prst="ellipse">
            <a:avLst/>
          </a:prstGeom>
          <a:noFill/>
          <a:ln w="190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0" name="Block Arc 49"/>
          <p:cNvSpPr>
            <a:spLocks noChangeAspect="1"/>
          </p:cNvSpPr>
          <p:nvPr userDrawn="1"/>
        </p:nvSpPr>
        <p:spPr>
          <a:xfrm rot="16200000">
            <a:off x="6931109" y="2544161"/>
            <a:ext cx="1249063" cy="959716"/>
          </a:xfrm>
          <a:prstGeom prst="blockArc">
            <a:avLst>
              <a:gd name="adj1" fmla="val 13377884"/>
              <a:gd name="adj2" fmla="val 0"/>
              <a:gd name="adj3" fmla="val 9672"/>
            </a:avLst>
          </a:prstGeom>
          <a:solidFill>
            <a:srgbClr val="E3E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1290630" y="2878332"/>
            <a:ext cx="528304" cy="354245"/>
          </a:xfrm>
        </p:spPr>
        <p:txBody>
          <a:bodyPr lIns="0" tIns="0" rIns="0" bIns="0"/>
          <a:lstStyle>
            <a:lvl1pPr algn="ctr">
              <a:defRPr sz="1350">
                <a:solidFill>
                  <a:schemeClr val="accent1"/>
                </a:solidFill>
              </a:defRPr>
            </a:lvl1pPr>
            <a:lvl2pPr marL="0">
              <a:defRPr sz="105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0000</a:t>
            </a:r>
          </a:p>
        </p:txBody>
      </p:sp>
      <p:sp>
        <p:nvSpPr>
          <p:cNvPr id="52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3292421" y="2878332"/>
            <a:ext cx="528304" cy="354245"/>
          </a:xfrm>
        </p:spPr>
        <p:txBody>
          <a:bodyPr lIns="0" tIns="0" rIns="0" bIns="0"/>
          <a:lstStyle>
            <a:lvl1pPr algn="ctr">
              <a:defRPr sz="1350">
                <a:solidFill>
                  <a:schemeClr val="accent1"/>
                </a:solidFill>
              </a:defRPr>
            </a:lvl1pPr>
            <a:lvl2pPr marL="0">
              <a:defRPr sz="105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0000</a:t>
            </a:r>
          </a:p>
        </p:txBody>
      </p:sp>
      <p:sp>
        <p:nvSpPr>
          <p:cNvPr id="53" name="Text Placeholder 3"/>
          <p:cNvSpPr>
            <a:spLocks noGrp="1"/>
          </p:cNvSpPr>
          <p:nvPr>
            <p:ph type="body" sz="quarter" idx="27" hasCustomPrompt="1"/>
          </p:nvPr>
        </p:nvSpPr>
        <p:spPr>
          <a:xfrm>
            <a:off x="5284588" y="2878332"/>
            <a:ext cx="528304" cy="354245"/>
          </a:xfrm>
        </p:spPr>
        <p:txBody>
          <a:bodyPr lIns="0" tIns="0" rIns="0" bIns="0"/>
          <a:lstStyle>
            <a:lvl1pPr algn="ctr">
              <a:defRPr sz="1350">
                <a:solidFill>
                  <a:schemeClr val="accent1"/>
                </a:solidFill>
              </a:defRPr>
            </a:lvl1pPr>
            <a:lvl2pPr marL="0">
              <a:defRPr sz="105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0000</a:t>
            </a:r>
          </a:p>
        </p:txBody>
      </p:sp>
      <p:sp>
        <p:nvSpPr>
          <p:cNvPr id="54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7311453" y="2878332"/>
            <a:ext cx="528304" cy="354245"/>
          </a:xfrm>
        </p:spPr>
        <p:txBody>
          <a:bodyPr lIns="0" tIns="0" rIns="0" bIns="0"/>
          <a:lstStyle>
            <a:lvl1pPr algn="ctr">
              <a:defRPr sz="1350">
                <a:solidFill>
                  <a:schemeClr val="accent1"/>
                </a:solidFill>
              </a:defRPr>
            </a:lvl1pPr>
            <a:lvl2pPr marL="0">
              <a:defRPr sz="105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0000</a:t>
            </a:r>
          </a:p>
        </p:txBody>
      </p:sp>
    </p:spTree>
    <p:extLst>
      <p:ext uri="{BB962C8B-B14F-4D97-AF65-F5344CB8AC3E}">
        <p14:creationId xmlns:p14="http://schemas.microsoft.com/office/powerpoint/2010/main" val="24271212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o-Texto-Ho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0"/>
          <p:cNvGrpSpPr>
            <a:grpSpLocks/>
          </p:cNvGrpSpPr>
          <p:nvPr userDrawn="1"/>
        </p:nvGrpSpPr>
        <p:grpSpPr bwMode="auto">
          <a:xfrm>
            <a:off x="2615294" y="2274888"/>
            <a:ext cx="3970578" cy="2667000"/>
            <a:chOff x="3485710" y="4234352"/>
            <a:chExt cx="5292588" cy="919174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485710" y="4234352"/>
              <a:ext cx="0" cy="919174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132004" y="4234352"/>
              <a:ext cx="0" cy="919174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778298" y="4234352"/>
              <a:ext cx="0" cy="919174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48"/>
          <p:cNvSpPr>
            <a:spLocks noChangeArrowheads="1"/>
          </p:cNvSpPr>
          <p:nvPr userDrawn="1"/>
        </p:nvSpPr>
        <p:spPr bwMode="auto">
          <a:xfrm>
            <a:off x="753373" y="2381251"/>
            <a:ext cx="441146" cy="646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s-ES" sz="3601" b="1" dirty="0">
                <a:solidFill>
                  <a:srgbClr val="656867"/>
                </a:solidFill>
              </a:rPr>
              <a:t>_</a:t>
            </a:r>
            <a:endParaRPr lang="en-US" sz="3601" b="1" dirty="0">
              <a:solidFill>
                <a:srgbClr val="656867"/>
              </a:solidFill>
            </a:endParaRPr>
          </a:p>
        </p:txBody>
      </p:sp>
      <p:sp>
        <p:nvSpPr>
          <p:cNvPr id="19" name="Rectangle 49"/>
          <p:cNvSpPr>
            <a:spLocks noChangeArrowheads="1"/>
          </p:cNvSpPr>
          <p:nvPr userDrawn="1"/>
        </p:nvSpPr>
        <p:spPr bwMode="auto">
          <a:xfrm>
            <a:off x="2760581" y="2381251"/>
            <a:ext cx="441146" cy="646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s-ES" sz="3601" b="1" dirty="0">
                <a:solidFill>
                  <a:srgbClr val="656867"/>
                </a:solidFill>
              </a:rPr>
              <a:t>_</a:t>
            </a:r>
            <a:endParaRPr lang="en-US" sz="3601" b="1" dirty="0">
              <a:solidFill>
                <a:srgbClr val="656867"/>
              </a:solidFill>
            </a:endParaRPr>
          </a:p>
        </p:txBody>
      </p:sp>
      <p:sp>
        <p:nvSpPr>
          <p:cNvPr id="20" name="Rectangle 50"/>
          <p:cNvSpPr>
            <a:spLocks noChangeArrowheads="1"/>
          </p:cNvSpPr>
          <p:nvPr userDrawn="1"/>
        </p:nvSpPr>
        <p:spPr bwMode="auto">
          <a:xfrm>
            <a:off x="4748516" y="2381251"/>
            <a:ext cx="441146" cy="646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s-ES" sz="3601" b="1">
                <a:solidFill>
                  <a:srgbClr val="656867"/>
                </a:solidFill>
              </a:rPr>
              <a:t>_</a:t>
            </a:r>
            <a:endParaRPr lang="en-US" sz="3601" b="1">
              <a:solidFill>
                <a:srgbClr val="656867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6744391" y="2381251"/>
            <a:ext cx="441146" cy="646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s-ES" sz="3601" b="1" dirty="0">
                <a:solidFill>
                  <a:schemeClr val="tx1"/>
                </a:solidFill>
              </a:rPr>
              <a:t>_</a:t>
            </a:r>
            <a:endParaRPr lang="en-US" sz="3601" b="1" dirty="0">
              <a:solidFill>
                <a:schemeClr val="tx1"/>
              </a:solidFill>
            </a:endParaRP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09174" y="3393567"/>
            <a:ext cx="1570977" cy="1202247"/>
          </a:xfrm>
        </p:spPr>
        <p:txBody>
          <a:bodyPr lIns="0" tIns="0" rIns="0" bIns="0"/>
          <a:lstStyle>
            <a:lvl1pPr>
              <a:defRPr sz="1350"/>
            </a:lvl1pPr>
            <a:lvl2pPr marL="0">
              <a:defRPr sz="105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</p:txBody>
      </p:sp>
      <p:sp>
        <p:nvSpPr>
          <p:cNvPr id="37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801479" y="4595814"/>
            <a:ext cx="730461" cy="352779"/>
          </a:xfrm>
        </p:spPr>
        <p:txBody>
          <a:bodyPr lIns="0" tIns="0" rIns="0" bIns="0">
            <a:normAutofit/>
          </a:bodyPr>
          <a:lstStyle>
            <a:lvl1pPr algn="l">
              <a:defRPr sz="12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_tradnl" dirty="0"/>
              <a:t>00 min</a:t>
            </a:r>
          </a:p>
        </p:txBody>
      </p:sp>
      <p:sp>
        <p:nvSpPr>
          <p:cNvPr id="38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2806372" y="3393567"/>
            <a:ext cx="1570977" cy="1202247"/>
          </a:xfrm>
        </p:spPr>
        <p:txBody>
          <a:bodyPr lIns="0" tIns="0" rIns="0" bIns="0"/>
          <a:lstStyle>
            <a:lvl1pPr>
              <a:defRPr sz="1350"/>
            </a:lvl1pPr>
            <a:lvl2pPr marL="0">
              <a:defRPr sz="105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</p:txBody>
      </p:sp>
      <p:sp>
        <p:nvSpPr>
          <p:cNvPr id="39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2798676" y="4595814"/>
            <a:ext cx="730461" cy="352779"/>
          </a:xfrm>
        </p:spPr>
        <p:txBody>
          <a:bodyPr lIns="0" tIns="0" rIns="0" bIns="0">
            <a:normAutofit/>
          </a:bodyPr>
          <a:lstStyle>
            <a:lvl1pPr algn="l">
              <a:defRPr sz="12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_tradnl" dirty="0"/>
              <a:t>00 min</a:t>
            </a:r>
          </a:p>
        </p:txBody>
      </p:sp>
      <p:sp>
        <p:nvSpPr>
          <p:cNvPr id="40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803570" y="3393567"/>
            <a:ext cx="1570977" cy="1202247"/>
          </a:xfrm>
        </p:spPr>
        <p:txBody>
          <a:bodyPr lIns="0" tIns="0" rIns="0" bIns="0"/>
          <a:lstStyle>
            <a:lvl1pPr>
              <a:defRPr sz="1350"/>
            </a:lvl1pPr>
            <a:lvl2pPr marL="0">
              <a:defRPr sz="105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</p:txBody>
      </p:sp>
      <p:sp>
        <p:nvSpPr>
          <p:cNvPr id="41" name="Text Placeholder 3"/>
          <p:cNvSpPr>
            <a:spLocks noGrp="1"/>
          </p:cNvSpPr>
          <p:nvPr>
            <p:ph type="body" sz="quarter" idx="22" hasCustomPrompt="1"/>
          </p:nvPr>
        </p:nvSpPr>
        <p:spPr>
          <a:xfrm>
            <a:off x="4795875" y="4595814"/>
            <a:ext cx="730461" cy="352779"/>
          </a:xfrm>
        </p:spPr>
        <p:txBody>
          <a:bodyPr lIns="0" tIns="0" rIns="0" bIns="0">
            <a:normAutofit/>
          </a:bodyPr>
          <a:lstStyle>
            <a:lvl1pPr algn="l">
              <a:defRPr sz="12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_tradnl" dirty="0"/>
              <a:t>00 min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6800768" y="3393567"/>
            <a:ext cx="1570977" cy="1202247"/>
          </a:xfrm>
        </p:spPr>
        <p:txBody>
          <a:bodyPr lIns="0" tIns="0" rIns="0" bIns="0"/>
          <a:lstStyle>
            <a:lvl1pPr>
              <a:defRPr sz="1350"/>
            </a:lvl1pPr>
            <a:lvl2pPr marL="0">
              <a:defRPr sz="105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s-ES_tradnl" dirty="0"/>
              <a:t>Título tema A 14 – 20pt</a:t>
            </a:r>
          </a:p>
          <a:p>
            <a:pPr lvl="1"/>
            <a:r>
              <a:rPr lang="es-ES_tradnl" dirty="0"/>
              <a:t>Texto tema A 12 - 18pt</a:t>
            </a:r>
          </a:p>
        </p:txBody>
      </p:sp>
      <p:sp>
        <p:nvSpPr>
          <p:cNvPr id="43" name="Text Placeholder 3"/>
          <p:cNvSpPr>
            <a:spLocks noGrp="1"/>
          </p:cNvSpPr>
          <p:nvPr>
            <p:ph type="body" sz="quarter" idx="24" hasCustomPrompt="1"/>
          </p:nvPr>
        </p:nvSpPr>
        <p:spPr>
          <a:xfrm>
            <a:off x="6793073" y="4595814"/>
            <a:ext cx="730461" cy="352779"/>
          </a:xfrm>
        </p:spPr>
        <p:txBody>
          <a:bodyPr lIns="0" tIns="0" rIns="0" bIns="0">
            <a:normAutofit/>
          </a:bodyPr>
          <a:lstStyle>
            <a:lvl1pPr algn="l">
              <a:defRPr sz="12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_tradnl" dirty="0"/>
              <a:t>00 min</a:t>
            </a:r>
          </a:p>
        </p:txBody>
      </p:sp>
      <p:sp>
        <p:nvSpPr>
          <p:cNvPr id="44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803217" y="2381251"/>
            <a:ext cx="1252283" cy="579437"/>
          </a:xfrm>
        </p:spPr>
        <p:txBody>
          <a:bodyPr lIns="0" tIns="0" rIns="0" bIns="0">
            <a:noAutofit/>
          </a:bodyPr>
          <a:lstStyle>
            <a:lvl1pPr algn="l">
              <a:defRPr sz="3601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_tradnl" dirty="0"/>
              <a:t>00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2807715" y="2381251"/>
            <a:ext cx="1252283" cy="579437"/>
          </a:xfrm>
        </p:spPr>
        <p:txBody>
          <a:bodyPr lIns="0" tIns="0" rIns="0" bIns="0">
            <a:noAutofit/>
          </a:bodyPr>
          <a:lstStyle>
            <a:lvl1pPr algn="l">
              <a:defRPr sz="3601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_tradnl" dirty="0"/>
              <a:t>00</a:t>
            </a:r>
          </a:p>
        </p:txBody>
      </p:sp>
      <p:sp>
        <p:nvSpPr>
          <p:cNvPr id="46" name="Text Placeholder 3"/>
          <p:cNvSpPr>
            <a:spLocks noGrp="1"/>
          </p:cNvSpPr>
          <p:nvPr>
            <p:ph type="body" sz="quarter" idx="27" hasCustomPrompt="1"/>
          </p:nvPr>
        </p:nvSpPr>
        <p:spPr>
          <a:xfrm>
            <a:off x="4783740" y="2381251"/>
            <a:ext cx="1252283" cy="579437"/>
          </a:xfrm>
        </p:spPr>
        <p:txBody>
          <a:bodyPr lIns="0" tIns="0" rIns="0" bIns="0">
            <a:noAutofit/>
          </a:bodyPr>
          <a:lstStyle>
            <a:lvl1pPr algn="l">
              <a:defRPr sz="3601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_tradnl" dirty="0"/>
              <a:t>00</a:t>
            </a:r>
          </a:p>
        </p:txBody>
      </p:sp>
      <p:sp>
        <p:nvSpPr>
          <p:cNvPr id="47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6791525" y="2381251"/>
            <a:ext cx="1252283" cy="579437"/>
          </a:xfrm>
        </p:spPr>
        <p:txBody>
          <a:bodyPr lIns="0" tIns="0" rIns="0" bIns="0">
            <a:noAutofit/>
          </a:bodyPr>
          <a:lstStyle>
            <a:lvl1pPr algn="l">
              <a:defRPr sz="3601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_tradnl" dirty="0"/>
              <a:t>00</a:t>
            </a:r>
          </a:p>
        </p:txBody>
      </p:sp>
      <p:sp>
        <p:nvSpPr>
          <p:cNvPr id="26" name="Title Placeholder 35"/>
          <p:cNvSpPr>
            <a:spLocks noGrp="1"/>
          </p:cNvSpPr>
          <p:nvPr>
            <p:ph type="title" hasCustomPrompt="1"/>
          </p:nvPr>
        </p:nvSpPr>
        <p:spPr>
          <a:xfrm>
            <a:off x="457319" y="636324"/>
            <a:ext cx="6854134" cy="9083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dirty="0"/>
              <a:t>Agenda o Índice 24 – 36 pt</a:t>
            </a:r>
            <a:br>
              <a:rPr lang="es-ES_tradnl" dirty="0"/>
            </a:b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r>
              <a:rPr lang="es-PE"/>
              <a:t>7 de Enero 2019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0"/>
          </p:nvPr>
        </p:nvSpPr>
        <p:spPr>
          <a:xfrm>
            <a:off x="2007328" y="6346825"/>
            <a:ext cx="5315107" cy="175238"/>
          </a:xfrm>
        </p:spPr>
        <p:txBody>
          <a:bodyPr/>
          <a:lstStyle/>
          <a:p>
            <a:r>
              <a:rPr lang="pt-BR"/>
              <a:t>AFP Integra - AC Capitales Infra II - Informe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FCCBA4FA-5E5B-4F4D-B8F1-037A34F2DB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4052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-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5830819" y="1544638"/>
            <a:ext cx="2921584" cy="4581525"/>
          </a:xfrm>
        </p:spPr>
        <p:txBody>
          <a:bodyPr>
            <a:normAutofit/>
          </a:bodyPr>
          <a:lstStyle>
            <a:lvl1pPr>
              <a:defRPr sz="9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57319" y="1544638"/>
            <a:ext cx="5196381" cy="4581525"/>
          </a:xfrm>
        </p:spPr>
        <p:txBody>
          <a:bodyPr/>
          <a:lstStyle>
            <a:lvl1pPr marL="351094" indent="-351094">
              <a:spcBef>
                <a:spcPts val="18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romanUcPeriod"/>
              <a:defRPr baseline="0"/>
            </a:lvl1pPr>
            <a:lvl2pPr marL="351094" indent="0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None/>
              <a:defRPr b="0">
                <a:solidFill>
                  <a:schemeClr val="tx1"/>
                </a:solidFill>
              </a:defRPr>
            </a:lvl2pPr>
            <a:lvl3pPr marL="351094" indent="0">
              <a:buClr>
                <a:schemeClr val="accent1"/>
              </a:buClr>
              <a:buFont typeface="+mj-lt"/>
              <a:buNone/>
              <a:defRPr b="0">
                <a:solidFill>
                  <a:schemeClr val="tx1"/>
                </a:solidFill>
              </a:defRPr>
            </a:lvl3pPr>
            <a:lvl4pPr marL="351094" indent="0">
              <a:buClr>
                <a:schemeClr val="accent1"/>
              </a:buClr>
              <a:buFont typeface="+mj-lt"/>
              <a:buNone/>
              <a:defRPr b="0">
                <a:solidFill>
                  <a:schemeClr val="tx1"/>
                </a:solidFill>
              </a:defRPr>
            </a:lvl4pPr>
            <a:lvl5pPr marL="351094" indent="0">
              <a:buClr>
                <a:schemeClr val="accent1"/>
              </a:buClr>
              <a:buFont typeface="+mj-lt"/>
              <a:buNone/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s-ES_tradnl" dirty="0"/>
              <a:t>Título sección A 14 – 20 pt</a:t>
            </a:r>
          </a:p>
          <a:p>
            <a:pPr lvl="1"/>
            <a:r>
              <a:rPr lang="es-ES_tradnl" dirty="0"/>
              <a:t>Texto sección A 12 – 18 pt</a:t>
            </a:r>
          </a:p>
          <a:p>
            <a:pPr lvl="0"/>
            <a:r>
              <a:rPr lang="es-ES_tradnl" dirty="0"/>
              <a:t>Título sección B 14 – 20 pt</a:t>
            </a:r>
          </a:p>
          <a:p>
            <a:pPr lvl="1"/>
            <a:r>
              <a:rPr lang="es-ES_tradnl" dirty="0"/>
              <a:t>Texto sección B 12 – 18 pt</a:t>
            </a:r>
          </a:p>
          <a:p>
            <a:pPr lvl="0"/>
            <a:r>
              <a:rPr lang="es-ES_tradnl" dirty="0"/>
              <a:t>Título sección C 14 – 20 pt</a:t>
            </a:r>
          </a:p>
          <a:p>
            <a:pPr lvl="1"/>
            <a:r>
              <a:rPr lang="es-ES_tradnl" dirty="0"/>
              <a:t>Texto sección C 12 – 18 pt</a:t>
            </a:r>
          </a:p>
          <a:p>
            <a:pPr lvl="0"/>
            <a:r>
              <a:rPr lang="es-ES_tradnl" dirty="0"/>
              <a:t>Título sección D 14 – 20 pt</a:t>
            </a:r>
          </a:p>
          <a:p>
            <a:pPr lvl="1"/>
            <a:r>
              <a:rPr lang="es-ES_tradnl" dirty="0"/>
              <a:t>Texto sección D 12 – 18 pt</a:t>
            </a:r>
          </a:p>
          <a:p>
            <a:pPr lvl="0"/>
            <a:r>
              <a:rPr lang="es-ES_tradnl" dirty="0"/>
              <a:t>Título sección E 14 – 20 pt</a:t>
            </a:r>
          </a:p>
          <a:p>
            <a:pPr lvl="1"/>
            <a:r>
              <a:rPr lang="es-ES_tradnl" dirty="0"/>
              <a:t>Texto sección E 12 – 18 pt</a:t>
            </a:r>
          </a:p>
          <a:p>
            <a:pPr lvl="1"/>
            <a:endParaRPr lang="es-ES_tradnl" dirty="0"/>
          </a:p>
        </p:txBody>
      </p:sp>
      <p:sp>
        <p:nvSpPr>
          <p:cNvPr id="8" name="Title Placeholder 35"/>
          <p:cNvSpPr>
            <a:spLocks noGrp="1"/>
          </p:cNvSpPr>
          <p:nvPr>
            <p:ph type="title" hasCustomPrompt="1"/>
          </p:nvPr>
        </p:nvSpPr>
        <p:spPr>
          <a:xfrm>
            <a:off x="457319" y="636324"/>
            <a:ext cx="6854134" cy="9083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dirty="0"/>
              <a:t>Agenda o Índice 24 – 36 pt</a:t>
            </a:r>
            <a:br>
              <a:rPr lang="es-ES_tradnl" dirty="0"/>
            </a:b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s-PE"/>
              <a:t>7 de Enero 2019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7"/>
          </p:nvPr>
        </p:nvSpPr>
        <p:spPr>
          <a:xfrm>
            <a:off x="2007328" y="6346825"/>
            <a:ext cx="5315107" cy="175238"/>
          </a:xfrm>
        </p:spPr>
        <p:txBody>
          <a:bodyPr/>
          <a:lstStyle/>
          <a:p>
            <a:r>
              <a:rPr lang="pt-BR"/>
              <a:t>AFP Integra - AC Capitales Infra II - Informe 1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CCBA4FA-5E5B-4F4D-B8F1-037A34F2DB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5510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do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35"/>
          <p:cNvSpPr>
            <a:spLocks noGrp="1"/>
          </p:cNvSpPr>
          <p:nvPr>
            <p:ph type="title" hasCustomPrompt="1"/>
          </p:nvPr>
        </p:nvSpPr>
        <p:spPr>
          <a:xfrm>
            <a:off x="457319" y="636324"/>
            <a:ext cx="6854134" cy="9083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dirty="0"/>
              <a:t>Agenda o Índice 24 – 36 pt</a:t>
            </a:r>
            <a:br>
              <a:rPr lang="es-ES_tradnl" dirty="0"/>
            </a:b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57319" y="1544639"/>
            <a:ext cx="8421205" cy="4801597"/>
          </a:xfrm>
        </p:spPr>
        <p:txBody>
          <a:bodyPr numCol="2"/>
          <a:lstStyle>
            <a:lvl1pPr marL="351094" indent="-351094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romanUcPeriod"/>
              <a:defRPr baseline="0"/>
            </a:lvl1pPr>
            <a:lvl2pPr marL="351094" indent="0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None/>
              <a:defRPr b="0">
                <a:solidFill>
                  <a:schemeClr val="tx1"/>
                </a:solidFill>
              </a:defRPr>
            </a:lvl2pPr>
            <a:lvl3pPr marL="351094" indent="0">
              <a:buClr>
                <a:schemeClr val="accent1"/>
              </a:buClr>
              <a:buFont typeface="+mj-lt"/>
              <a:buNone/>
              <a:defRPr b="0">
                <a:solidFill>
                  <a:schemeClr val="tx1"/>
                </a:solidFill>
              </a:defRPr>
            </a:lvl3pPr>
            <a:lvl4pPr marL="351094" indent="0">
              <a:buClr>
                <a:schemeClr val="accent1"/>
              </a:buClr>
              <a:buFont typeface="+mj-lt"/>
              <a:buNone/>
              <a:defRPr b="0">
                <a:solidFill>
                  <a:schemeClr val="tx1"/>
                </a:solidFill>
              </a:defRPr>
            </a:lvl4pPr>
            <a:lvl5pPr marL="351094" indent="0">
              <a:buClr>
                <a:schemeClr val="accent1"/>
              </a:buClr>
              <a:buFont typeface="+mj-lt"/>
              <a:buNone/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s-ES_tradnl" dirty="0"/>
              <a:t>Título sección A 14 – 20 pt</a:t>
            </a:r>
          </a:p>
          <a:p>
            <a:pPr lvl="1"/>
            <a:r>
              <a:rPr lang="es-ES_tradnl" dirty="0"/>
              <a:t>Texto sección A 12 – 18 pt</a:t>
            </a:r>
          </a:p>
          <a:p>
            <a:pPr lvl="0"/>
            <a:r>
              <a:rPr lang="es-ES_tradnl" dirty="0"/>
              <a:t>Título sección B 14 – 20 pt</a:t>
            </a:r>
          </a:p>
          <a:p>
            <a:pPr lvl="1"/>
            <a:r>
              <a:rPr lang="es-ES_tradnl" dirty="0"/>
              <a:t>Texto sección B 12 – 18 pt</a:t>
            </a:r>
          </a:p>
          <a:p>
            <a:pPr lvl="0"/>
            <a:r>
              <a:rPr lang="es-ES_tradnl" dirty="0"/>
              <a:t>Título sección C 14 – 20 pt</a:t>
            </a:r>
          </a:p>
          <a:p>
            <a:pPr lvl="1"/>
            <a:r>
              <a:rPr lang="es-ES_tradnl" dirty="0"/>
              <a:t>Texto sección C 12 – 18 pt</a:t>
            </a:r>
          </a:p>
          <a:p>
            <a:pPr lvl="0"/>
            <a:r>
              <a:rPr lang="es-ES_tradnl" dirty="0"/>
              <a:t>Título sección D 14 – 20 pt</a:t>
            </a:r>
          </a:p>
          <a:p>
            <a:pPr lvl="1"/>
            <a:r>
              <a:rPr lang="es-ES_tradnl" dirty="0"/>
              <a:t>Texto sección D 12 – 18 pt</a:t>
            </a:r>
          </a:p>
          <a:p>
            <a:pPr lvl="0"/>
            <a:r>
              <a:rPr lang="es-ES_tradnl" dirty="0"/>
              <a:t>Título sección E 14 – 20 pt</a:t>
            </a:r>
          </a:p>
          <a:p>
            <a:pPr lvl="1"/>
            <a:r>
              <a:rPr lang="es-ES_tradnl" dirty="0"/>
              <a:t>Texto sección E 12 – 18 pt</a:t>
            </a:r>
          </a:p>
          <a:p>
            <a:pPr lvl="0"/>
            <a:r>
              <a:rPr lang="es-ES_tradnl" dirty="0"/>
              <a:t>Título sección F 14 – 20 pt</a:t>
            </a:r>
          </a:p>
          <a:p>
            <a:pPr lvl="1"/>
            <a:r>
              <a:rPr lang="es-ES_tradnl" dirty="0"/>
              <a:t>Texto sección F 12 – 18 pt</a:t>
            </a:r>
          </a:p>
          <a:p>
            <a:pPr lvl="0"/>
            <a:r>
              <a:rPr lang="es-ES_tradnl" dirty="0"/>
              <a:t>Título sección G 14 – 20 pt</a:t>
            </a:r>
          </a:p>
          <a:p>
            <a:pPr lvl="1"/>
            <a:r>
              <a:rPr lang="es-ES_tradnl" dirty="0"/>
              <a:t>Texto sección F 12 – 18 pt</a:t>
            </a:r>
          </a:p>
          <a:p>
            <a:pPr lvl="0"/>
            <a:r>
              <a:rPr lang="es-ES_tradnl" dirty="0"/>
              <a:t>Título sección H 14 – 20 pt</a:t>
            </a:r>
          </a:p>
          <a:p>
            <a:pPr lvl="1"/>
            <a:r>
              <a:rPr lang="es-ES_tradnl" dirty="0"/>
              <a:t>Texto sección F 12 – 18 pt</a:t>
            </a:r>
          </a:p>
          <a:p>
            <a:pPr lvl="0"/>
            <a:r>
              <a:rPr lang="es-ES_tradnl" dirty="0"/>
              <a:t>Título sección I 14 – 20 pt</a:t>
            </a:r>
          </a:p>
          <a:p>
            <a:pPr lvl="1"/>
            <a:r>
              <a:rPr lang="es-ES_tradnl" dirty="0"/>
              <a:t>Texto sección F 12 – 18 pt</a:t>
            </a:r>
          </a:p>
          <a:p>
            <a:pPr lvl="0"/>
            <a:r>
              <a:rPr lang="es-ES_tradnl" dirty="0"/>
              <a:t>Título sección J 14 – 20 pt</a:t>
            </a:r>
          </a:p>
          <a:p>
            <a:pPr lvl="1"/>
            <a:r>
              <a:rPr lang="es-ES_tradnl" dirty="0"/>
              <a:t>Texto sección F 12 – 18 pt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s-PE"/>
              <a:t>7 de Enero 2019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8"/>
          </p:nvPr>
        </p:nvSpPr>
        <p:spPr>
          <a:xfrm>
            <a:off x="2007328" y="6346235"/>
            <a:ext cx="5315107" cy="175828"/>
          </a:xfrm>
        </p:spPr>
        <p:txBody>
          <a:bodyPr/>
          <a:lstStyle/>
          <a:p>
            <a:r>
              <a:rPr lang="pt-BR"/>
              <a:t>AFP Integra - AC Capitales Infra II - Informe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CCBA4FA-5E5B-4F4D-B8F1-037A34F2DB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26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0857BFC-F8F3-48D4-960A-1ADE49D66D37}" type="datetime1">
              <a:rPr lang="es-PE"/>
              <a:pPr>
                <a:defRPr/>
              </a:pPr>
              <a:t>21/10/2026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BB4D816-E115-44C8-8FB3-F0D8946C69D7}" type="slidenum">
              <a:rPr lang="es-PE"/>
              <a:pPr>
                <a:defRPr/>
              </a:pPr>
              <a:t>‹#›</a:t>
            </a:fld>
            <a:endParaRPr lang="es-PE" dirty="0"/>
          </a:p>
        </p:txBody>
      </p:sp>
      <p:sp>
        <p:nvSpPr>
          <p:cNvPr id="9" name="Rectangle 8"/>
          <p:cNvSpPr/>
          <p:nvPr userDrawn="1"/>
        </p:nvSpPr>
        <p:spPr>
          <a:xfrm>
            <a:off x="-1765300" y="836613"/>
            <a:ext cx="1584325" cy="18716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PE" sz="1000" b="1" dirty="0">
                <a:solidFill>
                  <a:prstClr val="white"/>
                </a:solidFill>
              </a:rPr>
              <a:t>Guía de Colores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dirty="0">
                <a:solidFill>
                  <a:prstClr val="white"/>
                </a:solidFill>
              </a:rPr>
              <a:t>Azul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dirty="0">
                <a:solidFill>
                  <a:prstClr val="white"/>
                </a:solidFill>
              </a:rPr>
              <a:t>R: 30 G: 46 B: 110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dirty="0">
                <a:solidFill>
                  <a:prstClr val="white"/>
                </a:solidFill>
              </a:rPr>
              <a:t>Aqua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dirty="0">
                <a:solidFill>
                  <a:prstClr val="white"/>
                </a:solidFill>
              </a:rPr>
              <a:t>R: 0 G: 174 B: 203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dirty="0">
                <a:solidFill>
                  <a:prstClr val="white"/>
                </a:solidFill>
              </a:rPr>
              <a:t>Amarillo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dirty="0">
                <a:solidFill>
                  <a:prstClr val="white"/>
                </a:solidFill>
              </a:rPr>
              <a:t>R: 227 G: 232 B: 41</a:t>
            </a:r>
            <a:endParaRPr lang="es-PE" sz="1000" dirty="0">
              <a:solidFill>
                <a:prstClr val="white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PE" sz="1000" dirty="0">
                <a:solidFill>
                  <a:prstClr val="white"/>
                </a:solidFill>
              </a:rPr>
              <a:t>Gris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PE" sz="1000" dirty="0">
                <a:solidFill>
                  <a:prstClr val="white"/>
                </a:solidFill>
              </a:rPr>
              <a:t>R: 220 G: 221 B:222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PE" sz="1000" dirty="0">
                <a:solidFill>
                  <a:prstClr val="white"/>
                </a:solidFill>
              </a:rPr>
              <a:t>Plomo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PE" sz="1000" dirty="0">
                <a:solidFill>
                  <a:prstClr val="white"/>
                </a:solidFill>
              </a:rPr>
              <a:t>R: 126 G: 128 B:131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000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-541338" y="1196975"/>
            <a:ext cx="144463" cy="144463"/>
          </a:xfrm>
          <a:prstGeom prst="rect">
            <a:avLst/>
          </a:prstGeom>
          <a:solidFill>
            <a:srgbClr val="1E2E6E"/>
          </a:solidFill>
          <a:ln>
            <a:solidFill>
              <a:srgbClr val="1E2E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PE" sz="1000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-541338" y="1484313"/>
            <a:ext cx="144463" cy="144462"/>
          </a:xfrm>
          <a:prstGeom prst="rect">
            <a:avLst/>
          </a:prstGeom>
          <a:solidFill>
            <a:srgbClr val="00AECB"/>
          </a:solidFill>
          <a:ln>
            <a:solidFill>
              <a:srgbClr val="00AE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PE" sz="1000" dirty="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-541338" y="1773238"/>
            <a:ext cx="144463" cy="142875"/>
          </a:xfrm>
          <a:prstGeom prst="rect">
            <a:avLst/>
          </a:prstGeom>
          <a:solidFill>
            <a:srgbClr val="E3E829"/>
          </a:solidFill>
          <a:ln>
            <a:solidFill>
              <a:srgbClr val="E3E8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PE" sz="1000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541338" y="2060575"/>
            <a:ext cx="144463" cy="144463"/>
          </a:xfrm>
          <a:prstGeom prst="rect">
            <a:avLst/>
          </a:prstGeom>
          <a:solidFill>
            <a:srgbClr val="DCDDDE"/>
          </a:solidFill>
          <a:ln>
            <a:solidFill>
              <a:srgbClr val="DCDD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PE" sz="1000" dirty="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-541338" y="2349500"/>
            <a:ext cx="144463" cy="142875"/>
          </a:xfrm>
          <a:prstGeom prst="rect">
            <a:avLst/>
          </a:prstGeom>
          <a:solidFill>
            <a:srgbClr val="7E8083"/>
          </a:solidFill>
          <a:ln>
            <a:solidFill>
              <a:srgbClr val="7E80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PE" sz="1000" dirty="0">
              <a:solidFill>
                <a:prstClr val="white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4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07328" y="6346825"/>
            <a:ext cx="5315107" cy="175238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750" b="1">
                <a:solidFill>
                  <a:srgbClr val="656867"/>
                </a:solidFill>
              </a:defRPr>
            </a:lvl1pPr>
          </a:lstStyle>
          <a:p>
            <a:r>
              <a:rPr lang="pt-BR"/>
              <a:t>AFP Integra - AC Capitales Infra II - Informe 1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01" y="1558161"/>
            <a:ext cx="8251196" cy="4577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Tema 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1352" y="6346825"/>
            <a:ext cx="1461943" cy="175828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ctr">
              <a:defRPr sz="750">
                <a:solidFill>
                  <a:srgbClr val="656867"/>
                </a:solidFill>
              </a:defRPr>
            </a:lvl1pPr>
          </a:lstStyle>
          <a:p>
            <a:r>
              <a:rPr lang="es-PE"/>
              <a:t>7 de Enero 2019</a:t>
            </a:r>
            <a:endParaRPr lang="en-US" dirty="0"/>
          </a:p>
        </p:txBody>
      </p:sp>
      <p:sp>
        <p:nvSpPr>
          <p:cNvPr id="37" name="Title Placeholder 35"/>
          <p:cNvSpPr>
            <a:spLocks noGrp="1"/>
          </p:cNvSpPr>
          <p:nvPr>
            <p:ph type="title"/>
          </p:nvPr>
        </p:nvSpPr>
        <p:spPr>
          <a:xfrm>
            <a:off x="468301" y="636324"/>
            <a:ext cx="6854134" cy="9218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_tradnl" dirty="0"/>
              <a:t>Agenda o Índice 24 – 36 pt</a:t>
            </a:r>
            <a:br>
              <a:rPr lang="es-ES_tradnl" dirty="0"/>
            </a:b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96669" y="6347415"/>
            <a:ext cx="260650" cy="17464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50" b="1">
                <a:solidFill>
                  <a:srgbClr val="00AEC7"/>
                </a:solidFill>
              </a:defRPr>
            </a:lvl1pPr>
          </a:lstStyle>
          <a:p>
            <a:fld id="{FCCBA4FA-5E5B-4F4D-B8F1-037A34F2DB0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 afpintegra 2.pn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800" y="361871"/>
            <a:ext cx="891772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076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5" r:id="rId1"/>
    <p:sldLayoutId id="2147483996" r:id="rId2"/>
    <p:sldLayoutId id="2147483997" r:id="rId3"/>
    <p:sldLayoutId id="2147483998" r:id="rId4"/>
    <p:sldLayoutId id="2147483999" r:id="rId5"/>
    <p:sldLayoutId id="2147484000" r:id="rId6"/>
    <p:sldLayoutId id="2147484001" r:id="rId7"/>
    <p:sldLayoutId id="2147484002" r:id="rId8"/>
    <p:sldLayoutId id="2147484003" r:id="rId9"/>
    <p:sldLayoutId id="2147484004" r:id="rId10"/>
  </p:sldLayoutIdLst>
  <p:hf hdr="0"/>
  <p:txStyles>
    <p:titleStyle>
      <a:lvl1pPr algn="l" defTabSz="342991" rtl="0" eaLnBrk="1" latinLnBrk="0" hangingPunct="1">
        <a:spcBef>
          <a:spcPct val="0"/>
        </a:spcBef>
        <a:buNone/>
        <a:defRPr sz="1800" b="1" kern="1200" baseline="0">
          <a:solidFill>
            <a:schemeClr val="accent1"/>
          </a:solidFill>
          <a:latin typeface="Arial"/>
          <a:ea typeface="+mj-ea"/>
          <a:cs typeface="Arial"/>
        </a:defRPr>
      </a:lvl1pPr>
    </p:titleStyle>
    <p:bodyStyle>
      <a:lvl1pPr marL="0" indent="0" algn="l" defTabSz="342991" rtl="0" eaLnBrk="1" latinLnBrk="0" hangingPunct="1">
        <a:spcBef>
          <a:spcPct val="20000"/>
        </a:spcBef>
        <a:buFont typeface="Arial"/>
        <a:buNone/>
        <a:defRPr sz="1350" b="1" kern="1200">
          <a:solidFill>
            <a:schemeClr val="accent3"/>
          </a:solidFill>
          <a:latin typeface="Arial"/>
          <a:ea typeface="+mn-ea"/>
          <a:cs typeface="Arial"/>
        </a:defRPr>
      </a:lvl1pPr>
      <a:lvl2pPr marL="342991" indent="0" algn="l" defTabSz="342991" rtl="0" eaLnBrk="1" latinLnBrk="0" hangingPunct="1">
        <a:spcBef>
          <a:spcPct val="20000"/>
        </a:spcBef>
        <a:buFont typeface="Arial"/>
        <a:buNone/>
        <a:defRPr sz="1200" b="1" kern="1200">
          <a:solidFill>
            <a:schemeClr val="accent3"/>
          </a:solidFill>
          <a:latin typeface="Arial"/>
          <a:ea typeface="+mn-ea"/>
          <a:cs typeface="Arial"/>
        </a:defRPr>
      </a:lvl2pPr>
      <a:lvl3pPr marL="685983" indent="0" algn="l" defTabSz="342991" rtl="0" eaLnBrk="1" latinLnBrk="0" hangingPunct="1">
        <a:spcBef>
          <a:spcPct val="20000"/>
        </a:spcBef>
        <a:buFont typeface="Arial"/>
        <a:buNone/>
        <a:defRPr sz="1200" b="1" kern="1200">
          <a:solidFill>
            <a:schemeClr val="accent3"/>
          </a:solidFill>
          <a:latin typeface="Arial"/>
          <a:ea typeface="+mn-ea"/>
          <a:cs typeface="Arial"/>
        </a:defRPr>
      </a:lvl3pPr>
      <a:lvl4pPr marL="1028974" indent="0" algn="l" defTabSz="342991" rtl="0" eaLnBrk="1" latinLnBrk="0" hangingPunct="1">
        <a:spcBef>
          <a:spcPct val="20000"/>
        </a:spcBef>
        <a:buFont typeface="Arial"/>
        <a:buNone/>
        <a:defRPr sz="1200" b="1" kern="1200">
          <a:solidFill>
            <a:schemeClr val="accent3"/>
          </a:solidFill>
          <a:latin typeface="Arial"/>
          <a:ea typeface="+mn-ea"/>
          <a:cs typeface="Arial"/>
        </a:defRPr>
      </a:lvl4pPr>
      <a:lvl5pPr marL="1371966" indent="0" algn="l" defTabSz="342991" rtl="0" eaLnBrk="1" latinLnBrk="0" hangingPunct="1">
        <a:spcBef>
          <a:spcPct val="20000"/>
        </a:spcBef>
        <a:buFont typeface="Arial"/>
        <a:buNone/>
        <a:defRPr sz="1200" b="1" kern="1200">
          <a:solidFill>
            <a:schemeClr val="accent3"/>
          </a:solidFill>
          <a:latin typeface="Arial"/>
          <a:ea typeface="+mn-ea"/>
          <a:cs typeface="Arial"/>
        </a:defRPr>
      </a:lvl5pPr>
      <a:lvl6pPr marL="1886453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 descr="BCA Research - Ch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ADE2D4-7F56-490B-AC11-ED0B094449B6}"/>
              </a:ext>
            </a:extLst>
          </p:cNvPr>
          <p:cNvSpPr/>
          <p:nvPr/>
        </p:nvSpPr>
        <p:spPr>
          <a:xfrm>
            <a:off x="4559954" y="1307180"/>
            <a:ext cx="4609122" cy="23901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s-PE" sz="1100" b="1" u="sng" dirty="0">
                <a:solidFill>
                  <a:srgbClr val="00206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Movimiento de las principales curvas en Latam</a:t>
            </a:r>
            <a:endParaRPr lang="es-PE" sz="800" b="1" u="sng" dirty="0">
              <a:solidFill>
                <a:srgbClr val="002060"/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s-PE" sz="800" b="1" dirty="0">
                <a:solidFill>
                  <a:srgbClr val="00206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Cambios en el nivel de tasas para los tenors de 2Y, 5Y, 10Y y 15Y</a:t>
            </a:r>
            <a:endParaRPr lang="es-PE" sz="1100" b="1" dirty="0">
              <a:solidFill>
                <a:srgbClr val="002060"/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88DEEA-CB8A-424F-A7EF-B9596C24F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7" y="221739"/>
            <a:ext cx="792100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chemeClr val="bg1"/>
                </a:solidFill>
                <a:latin typeface="Trebuchet MS" pitchFamily="34" charset="0"/>
              </a:rPr>
              <a:t>2.5 Seguimiento de corto plazo - FI</a:t>
            </a:r>
          </a:p>
          <a:p>
            <a:r>
              <a:rPr lang="es-PE" sz="2000" b="1" dirty="0">
                <a:solidFill>
                  <a:schemeClr val="bg1"/>
                </a:solidFill>
                <a:latin typeface="Trebuchet MS" pitchFamily="34" charset="0"/>
              </a:rPr>
              <a:t>Brasil es el país con mejor rendimiento</a:t>
            </a:r>
            <a:endParaRPr lang="es-PE" sz="2800" dirty="0">
              <a:solidFill>
                <a:schemeClr val="bg1"/>
              </a:solidFill>
              <a:latin typeface="Trebuchet MS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AD8B427-5D1A-480E-8C22-A4B21DC2A775}"/>
              </a:ext>
            </a:extLst>
          </p:cNvPr>
          <p:cNvCxnSpPr/>
          <p:nvPr/>
        </p:nvCxnSpPr>
        <p:spPr>
          <a:xfrm>
            <a:off x="4427984" y="1556792"/>
            <a:ext cx="0" cy="496800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F753B8-BD81-4CDC-9968-697823BA956F}"/>
              </a:ext>
            </a:extLst>
          </p:cNvPr>
          <p:cNvSpPr/>
          <p:nvPr/>
        </p:nvSpPr>
        <p:spPr>
          <a:xfrm>
            <a:off x="83215" y="6595483"/>
            <a:ext cx="222050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800" dirty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Source: Bloomberg. Al 06/02/2022.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3248BD-2564-4C01-BA59-034FC314A415}"/>
              </a:ext>
            </a:extLst>
          </p:cNvPr>
          <p:cNvSpPr/>
          <p:nvPr/>
        </p:nvSpPr>
        <p:spPr>
          <a:xfrm>
            <a:off x="4496982" y="6567715"/>
            <a:ext cx="222050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800" dirty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Source: Bloomberg. Al 20/10/26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DF8781-66D4-319C-EC57-72D20633F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741225"/>
            <a:ext cx="3672408" cy="461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941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FD1CF-3B6E-0E10-C722-EAF3850C2DD7}"/>
              </a:ext>
            </a:extLst>
          </p:cNvPr>
          <p:cNvSpPr txBox="1">
            <a:spLocks/>
          </p:cNvSpPr>
          <p:nvPr/>
        </p:nvSpPr>
        <p:spPr bwMode="auto">
          <a:xfrm>
            <a:off x="158824" y="44624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PE" sz="3000" b="1" dirty="0">
                <a:solidFill>
                  <a:schemeClr val="bg1"/>
                </a:solidFill>
                <a:latin typeface="Trebuchet MS" pitchFamily="34" charset="0"/>
              </a:rPr>
              <a:t>2.7.0 Composición Fondo 0</a:t>
            </a:r>
          </a:p>
          <a:p>
            <a:pPr algn="l"/>
            <a:r>
              <a:rPr lang="es-PE" sz="2000" b="1" dirty="0">
                <a:solidFill>
                  <a:schemeClr val="bg1"/>
                </a:solidFill>
                <a:latin typeface="Trebuchet MS" pitchFamily="34" charset="0"/>
              </a:rPr>
              <a:t>(Octubre 2026)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1826286-E125-6A9E-8C9E-F22664B9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7216" y="6356350"/>
            <a:ext cx="2133600" cy="365125"/>
          </a:xfrm>
        </p:spPr>
        <p:txBody>
          <a:bodyPr/>
          <a:lstStyle/>
          <a:p>
            <a:pPr>
              <a:defRPr/>
            </a:pPr>
            <a:fld id="{BE0BCD36-3F3A-43DF-9DA5-CAB925C1ABF6}" type="slidenum">
              <a:rPr lang="es-PE" smtClean="0"/>
              <a:pPr>
                <a:defRPr/>
              </a:pPr>
              <a:t>2</a:t>
            </a:fld>
            <a:endParaRPr lang="es-P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699F86-9FCD-BC58-ACE2-5F880E7BB5AA}"/>
              </a:ext>
            </a:extLst>
          </p:cNvPr>
          <p:cNvSpPr txBox="1"/>
          <p:nvPr/>
        </p:nvSpPr>
        <p:spPr>
          <a:xfrm>
            <a:off x="6226284" y="2996908"/>
            <a:ext cx="261324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02060"/>
                </a:solidFill>
                <a:latin typeface="Trebuchet MS" panose="020B0603020202020204" pitchFamily="34" charset="0"/>
              </a:rPr>
              <a:t>La estrategia del fondo durante el mes fue aumentar la duración, a través de instrumentos o depósitos a 360 días para para proteger el </a:t>
            </a:r>
            <a:r>
              <a:rPr lang="es-MX" sz="1400" dirty="0" err="1">
                <a:solidFill>
                  <a:srgbClr val="002060"/>
                </a:solidFill>
                <a:latin typeface="Trebuchet MS" panose="020B0603020202020204" pitchFamily="34" charset="0"/>
              </a:rPr>
              <a:t>carry</a:t>
            </a:r>
            <a:r>
              <a:rPr lang="es-MX" sz="1400" dirty="0">
                <a:solidFill>
                  <a:srgbClr val="002060"/>
                </a:solidFill>
                <a:latin typeface="Trebuchet MS" panose="020B0603020202020204" pitchFamily="34" charset="0"/>
              </a:rPr>
              <a:t> del fondo ante la disminución de tasa de referencia del BCRP.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dirty="0">
              <a:solidFill>
                <a:srgbClr val="002060"/>
              </a:solidFill>
              <a:latin typeface="Trebuchet MS" panose="020B0603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02060"/>
                </a:solidFill>
                <a:latin typeface="Trebuchet MS" panose="020B0603020202020204" pitchFamily="34" charset="0"/>
              </a:rPr>
              <a:t>Asimismo, mantenemos un nivel alto de activos líquidos para afrontar las necesidades de caja.</a:t>
            </a:r>
            <a:endParaRPr lang="es-PE" sz="1400" dirty="0">
              <a:solidFill>
                <a:srgbClr val="002060"/>
              </a:solidFill>
              <a:latin typeface="Trebuchet MS" panose="020B0603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B122C7-49A2-84FB-853C-C526C44CF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590889"/>
              </p:ext>
            </p:extLst>
          </p:nvPr>
        </p:nvGraphicFramePr>
        <p:xfrm>
          <a:off x="6613748" y="1610710"/>
          <a:ext cx="1650865" cy="459486"/>
        </p:xfrm>
        <a:graphic>
          <a:graphicData uri="http://schemas.openxmlformats.org/drawingml/2006/table">
            <a:tbl>
              <a:tblPr/>
              <a:tblGrid>
                <a:gridCol w="858777">
                  <a:extLst>
                    <a:ext uri="{9D8B030D-6E8A-4147-A177-3AD203B41FA5}">
                      <a16:colId xmlns:a16="http://schemas.microsoft.com/office/drawing/2014/main" val="168940394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730630531"/>
                    </a:ext>
                  </a:extLst>
                </a:gridCol>
              </a:tblGrid>
              <a:tr h="15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PEN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IN-FONDO0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991322"/>
                  </a:ext>
                </a:extLst>
              </a:tr>
              <a:tr h="15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Tasa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4.50%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5014766"/>
                  </a:ext>
                </a:extLst>
              </a:tr>
              <a:tr h="15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Duration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17892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23E94ED-D9B3-A20B-6061-88B439FE4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50039"/>
              </p:ext>
            </p:extLst>
          </p:nvPr>
        </p:nvGraphicFramePr>
        <p:xfrm>
          <a:off x="6613747" y="2366012"/>
          <a:ext cx="1650865" cy="459486"/>
        </p:xfrm>
        <a:graphic>
          <a:graphicData uri="http://schemas.openxmlformats.org/drawingml/2006/table">
            <a:tbl>
              <a:tblPr/>
              <a:tblGrid>
                <a:gridCol w="858777">
                  <a:extLst>
                    <a:ext uri="{9D8B030D-6E8A-4147-A177-3AD203B41FA5}">
                      <a16:colId xmlns:a16="http://schemas.microsoft.com/office/drawing/2014/main" val="168940394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730630531"/>
                    </a:ext>
                  </a:extLst>
                </a:gridCol>
              </a:tblGrid>
              <a:tr h="15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PEN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IN-FONDO0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991322"/>
                  </a:ext>
                </a:extLst>
              </a:tr>
              <a:tr h="15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Tasa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4.48%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5014766"/>
                  </a:ext>
                </a:extLst>
              </a:tr>
              <a:tr h="15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Duration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178923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9972A27-4B7C-7326-0628-497FC771AE74}"/>
              </a:ext>
            </a:extLst>
          </p:cNvPr>
          <p:cNvSpPr/>
          <p:nvPr/>
        </p:nvSpPr>
        <p:spPr>
          <a:xfrm>
            <a:off x="6588224" y="1364489"/>
            <a:ext cx="124885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000" b="1" u="sng" dirty="0">
                <a:solidFill>
                  <a:srgbClr val="1E2E6E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Al 31/08/26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E04333-AD1D-D446-3203-9555E03E5DA1}"/>
              </a:ext>
            </a:extLst>
          </p:cNvPr>
          <p:cNvSpPr/>
          <p:nvPr/>
        </p:nvSpPr>
        <p:spPr>
          <a:xfrm>
            <a:off x="6588224" y="2141419"/>
            <a:ext cx="124885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000" b="1" u="sng" dirty="0">
                <a:solidFill>
                  <a:srgbClr val="1E2E6E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Al 31/08/26</a:t>
            </a:r>
          </a:p>
        </p:txBody>
      </p:sp>
      <p:graphicFrame>
        <p:nvGraphicFramePr>
          <p:cNvPr id="4" name="Gráfico 2">
            <a:extLst>
              <a:ext uri="{FF2B5EF4-FFF2-40B4-BE49-F238E27FC236}">
                <a16:creationId xmlns:a16="http://schemas.microsoft.com/office/drawing/2014/main" id="{00000000-0008-0000-02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483794"/>
              </p:ext>
            </p:extLst>
          </p:nvPr>
        </p:nvGraphicFramePr>
        <p:xfrm>
          <a:off x="231907" y="3789039"/>
          <a:ext cx="6068285" cy="2626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1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3358181"/>
              </p:ext>
            </p:extLst>
          </p:nvPr>
        </p:nvGraphicFramePr>
        <p:xfrm>
          <a:off x="189103" y="1285703"/>
          <a:ext cx="6327113" cy="274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33037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FB83718-938C-2531-03C5-1785C9344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473507"/>
              </p:ext>
            </p:extLst>
          </p:nvPr>
        </p:nvGraphicFramePr>
        <p:xfrm>
          <a:off x="4727612" y="2027249"/>
          <a:ext cx="4151901" cy="3887264"/>
        </p:xfrm>
        <a:graphic>
          <a:graphicData uri="http://schemas.openxmlformats.org/drawingml/2006/table">
            <a:tbl>
              <a:tblPr/>
              <a:tblGrid>
                <a:gridCol w="1821935">
                  <a:extLst>
                    <a:ext uri="{9D8B030D-6E8A-4147-A177-3AD203B41FA5}">
                      <a16:colId xmlns:a16="http://schemas.microsoft.com/office/drawing/2014/main" val="3267139722"/>
                    </a:ext>
                  </a:extLst>
                </a:gridCol>
                <a:gridCol w="899412">
                  <a:extLst>
                    <a:ext uri="{9D8B030D-6E8A-4147-A177-3AD203B41FA5}">
                      <a16:colId xmlns:a16="http://schemas.microsoft.com/office/drawing/2014/main" val="399154753"/>
                    </a:ext>
                  </a:extLst>
                </a:gridCol>
                <a:gridCol w="854490">
                  <a:extLst>
                    <a:ext uri="{9D8B030D-6E8A-4147-A177-3AD203B41FA5}">
                      <a16:colId xmlns:a16="http://schemas.microsoft.com/office/drawing/2014/main" val="270748221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84415742"/>
                    </a:ext>
                  </a:extLst>
                </a:gridCol>
              </a:tblGrid>
              <a:tr h="18212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IN-FONDO0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En % del </a:t>
                      </a:r>
                      <a:r>
                        <a:rPr lang="en-US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Fondo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124842"/>
                  </a:ext>
                </a:extLst>
              </a:tr>
              <a:tr h="1777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DEPÓSITO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CD / BONO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264793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BBVA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24.63%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24.63%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841396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INTERBANK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12.29%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1.78%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14.07%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712312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SCOTIABANK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6.79%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4.60%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11.38%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978879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MI BANCO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7.62%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2.32%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9.94%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424208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BCP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8.05%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8.05%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8145299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BIF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1.10%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5.70%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6.81%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051730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SANTANDER CONSUMER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4.80%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4.80%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068752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GNB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2.12%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2.63%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4.75%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96837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BANCO SANTANDER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3.03%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3.03%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834821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COFIDE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075647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ENEL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2.69%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2.69%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110624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SANTANDER CONS BANK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2.26%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2.26%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9931630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BANCO COMPARTAMOS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1.21%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1.21%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567253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LUZ DEL SUR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1.17%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1.17%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910877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BCI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0.96%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0.96%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323507"/>
                  </a:ext>
                </a:extLst>
              </a:tr>
              <a:tr h="18212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ICBC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0.68%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0.68%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22824"/>
                  </a:ext>
                </a:extLst>
              </a:tr>
              <a:tr h="91063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FALABELLA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0.57%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0.57%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257014"/>
                  </a:ext>
                </a:extLst>
              </a:tr>
              <a:tr h="94398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COMPARTAMOS FIN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b">
                    <a:lnT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0.00%</a:t>
                      </a:r>
                    </a:p>
                  </a:txBody>
                  <a:tcPr marL="9525" marR="9525" marT="9525" marB="0" anchor="b">
                    <a:lnT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985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TOTAL</a:t>
                      </a:r>
                      <a:endParaRPr lang="es-PE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63.28%</a:t>
                      </a:r>
                      <a:endParaRPr lang="es-PE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36.72%</a:t>
                      </a:r>
                      <a:endParaRPr lang="es-PE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100%</a:t>
                      </a:r>
                      <a:endParaRPr lang="es-PE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871147"/>
                  </a:ext>
                </a:extLst>
              </a:tr>
            </a:tbl>
          </a:graphicData>
        </a:graphic>
      </p:graphicFrame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97216" y="6356350"/>
            <a:ext cx="2133600" cy="365125"/>
          </a:xfrm>
        </p:spPr>
        <p:txBody>
          <a:bodyPr/>
          <a:lstStyle/>
          <a:p>
            <a:pPr>
              <a:defRPr/>
            </a:pPr>
            <a:fld id="{BE0BCD36-3F3A-43DF-9DA5-CAB925C1ABF6}" type="slidenum">
              <a:rPr lang="es-PE" smtClean="0"/>
              <a:pPr>
                <a:defRPr/>
              </a:pPr>
              <a:t>3</a:t>
            </a:fld>
            <a:endParaRPr lang="es-PE" dirty="0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58824" y="44624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PE" sz="3000" b="1" dirty="0">
                <a:solidFill>
                  <a:schemeClr val="bg1"/>
                </a:solidFill>
                <a:latin typeface="Trebuchet MS" pitchFamily="34" charset="0"/>
              </a:rPr>
              <a:t>Composición Fondo 0</a:t>
            </a:r>
          </a:p>
          <a:p>
            <a:pPr algn="l"/>
            <a:r>
              <a:rPr lang="es-PE" sz="2000" b="1" dirty="0">
                <a:solidFill>
                  <a:schemeClr val="bg1"/>
                </a:solidFill>
                <a:latin typeface="Trebuchet MS" pitchFamily="34" charset="0"/>
              </a:rPr>
              <a:t>(Octubre 2026)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23D88F-36B1-4871-9B67-DBBC80127E54}"/>
              </a:ext>
            </a:extLst>
          </p:cNvPr>
          <p:cNvSpPr/>
          <p:nvPr/>
        </p:nvSpPr>
        <p:spPr>
          <a:xfrm>
            <a:off x="5296521" y="1684115"/>
            <a:ext cx="248209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s-ES" sz="1000" b="1" u="sng" dirty="0">
                <a:solidFill>
                  <a:srgbClr val="1E2E6E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Composición por Emisor al 20/10/26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CFBF44-E5CD-4A70-A8AF-19D8570502CD}"/>
              </a:ext>
            </a:extLst>
          </p:cNvPr>
          <p:cNvSpPr/>
          <p:nvPr/>
        </p:nvSpPr>
        <p:spPr>
          <a:xfrm>
            <a:off x="539552" y="1310571"/>
            <a:ext cx="248209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000" b="1" u="sng" dirty="0">
                <a:solidFill>
                  <a:srgbClr val="1E2E6E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Al 31/08/26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E48128-85EB-4B2D-BFBA-35A217F55A27}"/>
              </a:ext>
            </a:extLst>
          </p:cNvPr>
          <p:cNvSpPr/>
          <p:nvPr/>
        </p:nvSpPr>
        <p:spPr>
          <a:xfrm>
            <a:off x="539552" y="3933056"/>
            <a:ext cx="248209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000" b="1" u="sng" dirty="0">
                <a:solidFill>
                  <a:srgbClr val="1E2E6E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Al 20/10/26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03A6283-4B30-3C21-9B70-9B4AAEF6D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570545"/>
              </p:ext>
            </p:extLst>
          </p:nvPr>
        </p:nvGraphicFramePr>
        <p:xfrm>
          <a:off x="539552" y="1628800"/>
          <a:ext cx="2819060" cy="394335"/>
        </p:xfrm>
        <a:graphic>
          <a:graphicData uri="http://schemas.openxmlformats.org/drawingml/2006/table">
            <a:tbl>
              <a:tblPr/>
              <a:tblGrid>
                <a:gridCol w="1578674">
                  <a:extLst>
                    <a:ext uri="{9D8B030D-6E8A-4147-A177-3AD203B41FA5}">
                      <a16:colId xmlns:a16="http://schemas.microsoft.com/office/drawing/2014/main" val="1730964720"/>
                    </a:ext>
                  </a:extLst>
                </a:gridCol>
                <a:gridCol w="1240386">
                  <a:extLst>
                    <a:ext uri="{9D8B030D-6E8A-4147-A177-3AD203B41FA5}">
                      <a16:colId xmlns:a16="http://schemas.microsoft.com/office/drawing/2014/main" val="3187234920"/>
                    </a:ext>
                  </a:extLst>
                </a:gridCol>
              </a:tblGrid>
              <a:tr h="8207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PEN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IN-FONDO0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297127"/>
                  </a:ext>
                </a:extLst>
              </a:tr>
              <a:tr h="820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Tasa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4.50%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27090"/>
                  </a:ext>
                </a:extLst>
              </a:tr>
              <a:tr h="820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PE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Duration</a:t>
                      </a:r>
                      <a:endParaRPr lang="es-PE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37694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530AD11-70DF-9711-1E2E-2FCC30E53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555952"/>
              </p:ext>
            </p:extLst>
          </p:nvPr>
        </p:nvGraphicFramePr>
        <p:xfrm>
          <a:off x="513186" y="2086398"/>
          <a:ext cx="2834678" cy="1736937"/>
        </p:xfrm>
        <a:graphic>
          <a:graphicData uri="http://schemas.openxmlformats.org/drawingml/2006/table">
            <a:tbl>
              <a:tblPr/>
              <a:tblGrid>
                <a:gridCol w="1587730">
                  <a:extLst>
                    <a:ext uri="{9D8B030D-6E8A-4147-A177-3AD203B41FA5}">
                      <a16:colId xmlns:a16="http://schemas.microsoft.com/office/drawing/2014/main" val="2677596009"/>
                    </a:ext>
                  </a:extLst>
                </a:gridCol>
                <a:gridCol w="1246948">
                  <a:extLst>
                    <a:ext uri="{9D8B030D-6E8A-4147-A177-3AD203B41FA5}">
                      <a16:colId xmlns:a16="http://schemas.microsoft.com/office/drawing/2014/main" val="596416307"/>
                    </a:ext>
                  </a:extLst>
                </a:gridCol>
              </a:tblGrid>
              <a:tr h="15648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PE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PEN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524889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PLAZO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IN-FONDO0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40064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 semana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2.11%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9447992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 semanas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0.94%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75960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 mes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6.32%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794455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 meses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8.18%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572900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3 meses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8.30%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897927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6 meses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27.58%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609614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9 meses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25.79%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921547"/>
                  </a:ext>
                </a:extLst>
              </a:tr>
              <a:tr h="16430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 año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20.79%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1318479"/>
                  </a:ext>
                </a:extLst>
              </a:tr>
              <a:tr h="16430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998902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ED4854-3DCA-4064-1F7B-A693533AB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439750"/>
              </p:ext>
            </p:extLst>
          </p:nvPr>
        </p:nvGraphicFramePr>
        <p:xfrm>
          <a:off x="528804" y="4226098"/>
          <a:ext cx="2819060" cy="394335"/>
        </p:xfrm>
        <a:graphic>
          <a:graphicData uri="http://schemas.openxmlformats.org/drawingml/2006/table">
            <a:tbl>
              <a:tblPr/>
              <a:tblGrid>
                <a:gridCol w="1578674">
                  <a:extLst>
                    <a:ext uri="{9D8B030D-6E8A-4147-A177-3AD203B41FA5}">
                      <a16:colId xmlns:a16="http://schemas.microsoft.com/office/drawing/2014/main" val="1730964720"/>
                    </a:ext>
                  </a:extLst>
                </a:gridCol>
                <a:gridCol w="1240386">
                  <a:extLst>
                    <a:ext uri="{9D8B030D-6E8A-4147-A177-3AD203B41FA5}">
                      <a16:colId xmlns:a16="http://schemas.microsoft.com/office/drawing/2014/main" val="3187234920"/>
                    </a:ext>
                  </a:extLst>
                </a:gridCol>
              </a:tblGrid>
              <a:tr h="128940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PEN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IN-FONDO0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297127"/>
                  </a:ext>
                </a:extLst>
              </a:tr>
              <a:tr h="820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PE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Tasa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4.48%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27090"/>
                  </a:ext>
                </a:extLst>
              </a:tr>
              <a:tr h="820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PE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Duration</a:t>
                      </a:r>
                      <a:endParaRPr lang="es-PE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37694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89672B-F0C6-5D17-4F50-86C6738DD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878848"/>
              </p:ext>
            </p:extLst>
          </p:nvPr>
        </p:nvGraphicFramePr>
        <p:xfrm>
          <a:off x="502438" y="4644391"/>
          <a:ext cx="2834678" cy="1740002"/>
        </p:xfrm>
        <a:graphic>
          <a:graphicData uri="http://schemas.openxmlformats.org/drawingml/2006/table">
            <a:tbl>
              <a:tblPr/>
              <a:tblGrid>
                <a:gridCol w="1587730">
                  <a:extLst>
                    <a:ext uri="{9D8B030D-6E8A-4147-A177-3AD203B41FA5}">
                      <a16:colId xmlns:a16="http://schemas.microsoft.com/office/drawing/2014/main" val="2677596009"/>
                    </a:ext>
                  </a:extLst>
                </a:gridCol>
                <a:gridCol w="1246948">
                  <a:extLst>
                    <a:ext uri="{9D8B030D-6E8A-4147-A177-3AD203B41FA5}">
                      <a16:colId xmlns:a16="http://schemas.microsoft.com/office/drawing/2014/main" val="596416307"/>
                    </a:ext>
                  </a:extLst>
                </a:gridCol>
              </a:tblGrid>
              <a:tr h="15648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PE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PEN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524889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PLAZO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P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IN-FONDO0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40064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 </a:t>
                      </a:r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semana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1.43%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9447992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 </a:t>
                      </a:r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semanas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1.55%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75960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 </a:t>
                      </a:r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mes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4.83%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794455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 meses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7.77%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572900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3 meses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10.13%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897927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6 meses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23.74%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609614"/>
                  </a:ext>
                </a:extLst>
              </a:tr>
              <a:tr h="15648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9 meses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26.69%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921547"/>
                  </a:ext>
                </a:extLst>
              </a:tr>
              <a:tr h="16430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 año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23.87%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1318479"/>
                  </a:ext>
                </a:extLst>
              </a:tr>
              <a:tr h="13749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PE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9989029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0AA18E-B1E5-28D3-C84C-CE564BAA45D2}"/>
              </a:ext>
            </a:extLst>
          </p:cNvPr>
          <p:cNvCxnSpPr>
            <a:cxnSpLocks/>
          </p:cNvCxnSpPr>
          <p:nvPr/>
        </p:nvCxnSpPr>
        <p:spPr>
          <a:xfrm>
            <a:off x="4687950" y="5914513"/>
            <a:ext cx="41519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489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97216" y="6356350"/>
            <a:ext cx="2133600" cy="365125"/>
          </a:xfrm>
        </p:spPr>
        <p:txBody>
          <a:bodyPr/>
          <a:lstStyle/>
          <a:p>
            <a:pPr>
              <a:defRPr/>
            </a:pPr>
            <a:fld id="{BE0BCD36-3F3A-43DF-9DA5-CAB925C1ABF6}" type="slidenum">
              <a:rPr lang="es-PE" smtClean="0"/>
              <a:pPr>
                <a:defRPr/>
              </a:pPr>
              <a:t>4</a:t>
            </a:fld>
            <a:endParaRPr lang="es-PE" dirty="0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58824" y="44624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PE" sz="3000" b="1" dirty="0">
                <a:solidFill>
                  <a:schemeClr val="bg1"/>
                </a:solidFill>
                <a:latin typeface="Trebuchet MS" pitchFamily="34" charset="0"/>
              </a:rPr>
              <a:t>Carry Gap Fondo 0 vs Sistema</a:t>
            </a:r>
          </a:p>
          <a:p>
            <a:pPr algn="l"/>
            <a:r>
              <a:rPr lang="es-PE" sz="2000" b="1" dirty="0">
                <a:solidFill>
                  <a:schemeClr val="bg1"/>
                </a:solidFill>
                <a:latin typeface="Trebuchet MS" pitchFamily="34" charset="0"/>
              </a:rPr>
              <a:t>(Octubre 2026)</a:t>
            </a:r>
          </a:p>
        </p:txBody>
      </p:sp>
      <p:graphicFrame>
        <p:nvGraphicFramePr>
          <p:cNvPr id="3" name="bb_RTk4MEM0REZGRjUwNEEwRU">
            <a:extLst>
              <a:ext uri="{FF2B5EF4-FFF2-40B4-BE49-F238E27FC236}">
                <a16:creationId xmlns:a16="http://schemas.microsoft.com/office/drawing/2014/main" id="{5CCFA35C-3348-0456-7426-C4907083B0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8331177"/>
              </p:ext>
            </p:extLst>
          </p:nvPr>
        </p:nvGraphicFramePr>
        <p:xfrm>
          <a:off x="144914" y="1556792"/>
          <a:ext cx="8804660" cy="4714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3069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58824" y="44624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PE" sz="3000" b="1" dirty="0">
                <a:solidFill>
                  <a:schemeClr val="bg1"/>
                </a:solidFill>
                <a:latin typeface="Trebuchet MS" pitchFamily="34" charset="0"/>
              </a:rPr>
              <a:t>Operaciones RV Relevantes </a:t>
            </a:r>
          </a:p>
          <a:p>
            <a:pPr algn="l"/>
            <a:r>
              <a:rPr lang="es-PE" sz="2000" b="1" dirty="0">
                <a:solidFill>
                  <a:schemeClr val="bg1"/>
                </a:solidFill>
                <a:latin typeface="Trebuchet MS" pitchFamily="34" charset="0"/>
              </a:rPr>
              <a:t>Octubre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057C5-98DC-88EE-515E-15FB8CE3A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700808"/>
            <a:ext cx="4038466" cy="39458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CF64D5-3898-CA6B-A000-D16DAFA53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2740074"/>
            <a:ext cx="3814778" cy="186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81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6D8C-CDD1-5B4D-0A89-90A79AFC9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2A032D5-7942-83FD-D690-B2D54533D197}"/>
              </a:ext>
            </a:extLst>
          </p:cNvPr>
          <p:cNvSpPr txBox="1">
            <a:spLocks/>
          </p:cNvSpPr>
          <p:nvPr/>
        </p:nvSpPr>
        <p:spPr bwMode="auto">
          <a:xfrm>
            <a:off x="158824" y="44624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PE" sz="3000" b="1" dirty="0">
                <a:solidFill>
                  <a:schemeClr val="bg1"/>
                </a:solidFill>
                <a:latin typeface="Trebuchet MS" pitchFamily="34" charset="0"/>
              </a:rPr>
              <a:t>Operaciones RF Relevantes </a:t>
            </a:r>
          </a:p>
          <a:p>
            <a:pPr algn="l"/>
            <a:r>
              <a:rPr lang="es-PE" sz="2000" b="1" dirty="0">
                <a:solidFill>
                  <a:schemeClr val="bg1"/>
                </a:solidFill>
                <a:latin typeface="Trebuchet MS" pitchFamily="34" charset="0"/>
              </a:rPr>
              <a:t>Octubre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13F23D-C204-0FE9-875F-F443398BC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1484784"/>
            <a:ext cx="4218979" cy="480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449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23A29-DAB0-741F-EE86-4414E6B0C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59CCC51-8297-F5ED-2555-50A9F627850D}"/>
              </a:ext>
            </a:extLst>
          </p:cNvPr>
          <p:cNvSpPr txBox="1">
            <a:spLocks/>
          </p:cNvSpPr>
          <p:nvPr/>
        </p:nvSpPr>
        <p:spPr bwMode="auto">
          <a:xfrm>
            <a:off x="158824" y="44624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PE" sz="3000" b="1" dirty="0">
                <a:solidFill>
                  <a:schemeClr val="bg1"/>
                </a:solidFill>
                <a:latin typeface="Trebuchet MS" pitchFamily="34" charset="0"/>
              </a:rPr>
              <a:t>Operaciones FX y Derivados</a:t>
            </a:r>
          </a:p>
          <a:p>
            <a:pPr algn="l"/>
            <a:r>
              <a:rPr lang="es-PE" sz="2000" b="1" dirty="0">
                <a:solidFill>
                  <a:schemeClr val="bg1"/>
                </a:solidFill>
                <a:latin typeface="Trebuchet MS" pitchFamily="34" charset="0"/>
              </a:rPr>
              <a:t>Octubre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4D1115-1557-F48A-5B62-83A7D5908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9" y="2420888"/>
            <a:ext cx="3903708" cy="2164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5D77A0-53B4-5821-BB40-614CC6114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1556792"/>
            <a:ext cx="4447929" cy="420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851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GENDA BLANCA">
  <a:themeElements>
    <a:clrScheme name="SURA">
      <a:dk1>
        <a:srgbClr val="656867"/>
      </a:dk1>
      <a:lt1>
        <a:sysClr val="window" lastClr="FFFFFF"/>
      </a:lt1>
      <a:dk2>
        <a:srgbClr val="768692"/>
      </a:dk2>
      <a:lt2>
        <a:srgbClr val="C7C9C7"/>
      </a:lt2>
      <a:accent1>
        <a:srgbClr val="0033A0"/>
      </a:accent1>
      <a:accent2>
        <a:srgbClr val="E3E829"/>
      </a:accent2>
      <a:accent3>
        <a:srgbClr val="00AEC7"/>
      </a:accent3>
      <a:accent4>
        <a:srgbClr val="707372"/>
      </a:accent4>
      <a:accent5>
        <a:srgbClr val="ED8B00"/>
      </a:accent5>
      <a:accent6>
        <a:srgbClr val="78BE20"/>
      </a:accent6>
      <a:hlink>
        <a:srgbClr val="4EC3FF"/>
      </a:hlink>
      <a:folHlink>
        <a:srgbClr val="F9423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00837B46-2033-C44C-BED1-EEC3B261BF63}" vid="{3B4187CB-186C-A145-9A00-FEF410F94C6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93303</TotalTime>
  <Words>423</Words>
  <Application>Microsoft Office PowerPoint</Application>
  <PresentationFormat>On-screen Show (4:3)</PresentationFormat>
  <Paragraphs>179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 Narrow</vt:lpstr>
      <vt:lpstr>Arial</vt:lpstr>
      <vt:lpstr>Calibri</vt:lpstr>
      <vt:lpstr>DINPro</vt:lpstr>
      <vt:lpstr>Trebuchet MS</vt:lpstr>
      <vt:lpstr>4_Office Theme</vt:lpstr>
      <vt:lpstr>AGENDA BLANCA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AFP INTEGRA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p043771</dc:creator>
  <cp:lastModifiedBy>Rafael Buckley Raffo</cp:lastModifiedBy>
  <cp:revision>6034</cp:revision>
  <cp:lastPrinted>2022-05-12T20:30:12Z</cp:lastPrinted>
  <dcterms:created xsi:type="dcterms:W3CDTF">2011-12-12T21:16:33Z</dcterms:created>
  <dcterms:modified xsi:type="dcterms:W3CDTF">2026-10-21T14:59:05Z</dcterms:modified>
</cp:coreProperties>
</file>