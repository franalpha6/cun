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1.xml" ContentType="application/vnd.openxmlformats-officedocument.themeOverride+xml"/>
  <Override PartName="/ppt/charts/chart9.xml" ContentType="application/vnd.openxmlformats-officedocument.drawingml.chart+xml"/>
  <Override PartName="/ppt/theme/themeOverride2.xml" ContentType="application/vnd.openxmlformats-officedocument.themeOverride+xml"/>
  <Override PartName="/ppt/charts/chart10.xml" ContentType="application/vnd.openxmlformats-officedocument.drawingml.chart+xml"/>
  <Override PartName="/ppt/theme/themeOverride3.xml" ContentType="application/vnd.openxmlformats-officedocument.themeOverride+xml"/>
  <Override PartName="/ppt/charts/chart11.xml" ContentType="application/vnd.openxmlformats-officedocument.drawingml.chart+xml"/>
  <Override PartName="/ppt/theme/themeOverride4.xml" ContentType="application/vnd.openxmlformats-officedocument.themeOverride+xml"/>
  <Override PartName="/ppt/charts/chart12.xml" ContentType="application/vnd.openxmlformats-officedocument.drawingml.chart+xml"/>
  <Override PartName="/ppt/theme/themeOverride5.xml" ContentType="application/vnd.openxmlformats-officedocument.themeOverride+xml"/>
  <Override PartName="/ppt/charts/chart13.xml" ContentType="application/vnd.openxmlformats-officedocument.drawingml.chart+xml"/>
  <Override PartName="/ppt/theme/themeOverride6.xml" ContentType="application/vnd.openxmlformats-officedocument.themeOverride+xml"/>
  <Override PartName="/ppt/charts/chart14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5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6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7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  <p:sldMasterId id="2147483667" r:id="rId2"/>
    <p:sldMasterId id="2147483686" r:id="rId3"/>
    <p:sldMasterId id="2147483689" r:id="rId4"/>
  </p:sldMasterIdLst>
  <p:notesMasterIdLst>
    <p:notesMasterId r:id="rId46"/>
  </p:notesMasterIdLst>
  <p:sldIdLst>
    <p:sldId id="257" r:id="rId5"/>
    <p:sldId id="281" r:id="rId6"/>
    <p:sldId id="259" r:id="rId7"/>
    <p:sldId id="270" r:id="rId8"/>
    <p:sldId id="302" r:id="rId9"/>
    <p:sldId id="283" r:id="rId10"/>
    <p:sldId id="303" r:id="rId11"/>
    <p:sldId id="287" r:id="rId12"/>
    <p:sldId id="304" r:id="rId13"/>
    <p:sldId id="288" r:id="rId14"/>
    <p:sldId id="289" r:id="rId15"/>
    <p:sldId id="305" r:id="rId16"/>
    <p:sldId id="290" r:id="rId17"/>
    <p:sldId id="306" r:id="rId18"/>
    <p:sldId id="307" r:id="rId19"/>
    <p:sldId id="291" r:id="rId20"/>
    <p:sldId id="308" r:id="rId21"/>
    <p:sldId id="292" r:id="rId22"/>
    <p:sldId id="293" r:id="rId23"/>
    <p:sldId id="296" r:id="rId24"/>
    <p:sldId id="309" r:id="rId25"/>
    <p:sldId id="297" r:id="rId26"/>
    <p:sldId id="310" r:id="rId27"/>
    <p:sldId id="294" r:id="rId28"/>
    <p:sldId id="298" r:id="rId29"/>
    <p:sldId id="311" r:id="rId30"/>
    <p:sldId id="300" r:id="rId31"/>
    <p:sldId id="312" r:id="rId32"/>
    <p:sldId id="299" r:id="rId33"/>
    <p:sldId id="313" r:id="rId34"/>
    <p:sldId id="315" r:id="rId35"/>
    <p:sldId id="301" r:id="rId36"/>
    <p:sldId id="314" r:id="rId37"/>
    <p:sldId id="316" r:id="rId38"/>
    <p:sldId id="317" r:id="rId39"/>
    <p:sldId id="284" r:id="rId40"/>
    <p:sldId id="282" r:id="rId41"/>
    <p:sldId id="286" r:id="rId42"/>
    <p:sldId id="295" r:id="rId43"/>
    <p:sldId id="285" r:id="rId44"/>
    <p:sldId id="262" r:id="rId4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da Ibañez Mario" initials="RIM" lastIdx="0" clrIdx="0">
    <p:extLst>
      <p:ext uri="{19B8F6BF-5375-455C-9EA6-DF929625EA0E}">
        <p15:presenceInfo xmlns:p15="http://schemas.microsoft.com/office/powerpoint/2012/main" userId="S-1-5-21-291807029-118641816-3885112711-38834" providerId="AD"/>
      </p:ext>
    </p:extLst>
  </p:cmAuthor>
  <p:cmAuthor id="2" name="Rada Ibañez Mario" initials="RIM [2]" lastIdx="0" clrIdx="1">
    <p:extLst>
      <p:ext uri="{19B8F6BF-5375-455C-9EA6-DF929625EA0E}">
        <p15:presenceInfo xmlns:p15="http://schemas.microsoft.com/office/powerpoint/2012/main" userId="Rada Ibañez Mari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A0"/>
    <a:srgbClr val="FF5050"/>
    <a:srgbClr val="3399FF"/>
    <a:srgbClr val="000000"/>
    <a:srgbClr val="418731"/>
    <a:srgbClr val="070B1B"/>
    <a:srgbClr val="99FF66"/>
    <a:srgbClr val="66FFFF"/>
    <a:srgbClr val="CCFF66"/>
    <a:srgbClr val="A977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86" autoAdjust="0"/>
    <p:restoredTop sz="91332" autoAdjust="0"/>
  </p:normalViewPr>
  <p:slideViewPr>
    <p:cSldViewPr snapToGrid="0">
      <p:cViewPr varScale="1">
        <p:scale>
          <a:sx n="112" d="100"/>
          <a:sy n="112" d="100"/>
        </p:scale>
        <p:origin x="480" y="102"/>
      </p:cViewPr>
      <p:guideLst/>
    </p:cSldViewPr>
  </p:slideViewPr>
  <p:outlineViewPr>
    <p:cViewPr>
      <p:scale>
        <a:sx n="33" d="100"/>
        <a:sy n="33" d="100"/>
      </p:scale>
      <p:origin x="0" y="-134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838"/>
    </p:cViewPr>
  </p:sorterViewPr>
  <p:notesViewPr>
    <p:cSldViewPr snapToGrid="0">
      <p:cViewPr varScale="1">
        <p:scale>
          <a:sx n="96" d="100"/>
          <a:sy n="96" d="100"/>
        </p:scale>
        <p:origin x="364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\\SPPEAPP00023\Inversiones\Mesa%20de%20Inversiones\Archivos%20Top%20down\Joaquin\3.%20FFMM\Semestrales\2026%20-%201\Book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\\SPPEAPP00023\Inversiones\Mesa%20de%20Inversiones\Archivos%20Top%20down\Joaquin\3.%20FFMM\Semestrales\2026%20-%201\Book1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\\SPPEAPP00023\Inversiones\Mesa%20de%20Inversiones\Archivos%20Top%20down\Joaquin\3.%20FFMM\Semestrales\2026%20-%201\Book1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\\SPPEAPP00023\Inversiones\Mesa%20de%20Inversiones\Archivos%20Top%20down\Joaquin\3.%20FFMM\Semestrales\2026%20-%201\Book1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\\SPPEAPP00023\Inversiones\Mesa%20de%20Inversiones\Archivos%20Top%20down\Joaquin\3.%20FFMM\Semestrales\2026%20-%201\Book1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\\SPPEAPP00023\Inversiones\Mesa%20de%20Inversiones\Archivos%20Top%20down\Joaquin\3.%20FFMM\Semestrales\2026%20-%201\Book1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\\SPPEAPP00023\Inversiones\Mesa%20de%20Inversiones\Archivos%20Top%20down\Joaquin\3.%20FFMM\Semestrales\2026%20-%201\Book1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oleObject" Target="file:///\\SPPEAPP00023\Inversiones\Mesa%20de%20Inversiones\Archivos%20Top%20down\Joaquin\3.%20FFMM\Semestrales\2026%20-%201\Book1.xlsx" TargetMode="External"/></Relationships>
</file>

<file path=ppt/charts/_rels/chart9.xml.rels><?xml version="1.0" encoding="UTF-8" standalone="yes"?>
<Relationships xmlns="http://schemas.openxmlformats.org/package/2006/relationships"><Relationship Id="rId2" Type="http://schemas.openxmlformats.org/officeDocument/2006/relationships/oleObject" Target="file:///\\SPPEAPP00023\Inversiones\Mesa%20de%20Inversiones\Archivos%20Top%20down\Joaquin\3.%20FFMM\Semestrales\2026%20-%201\Book1.xlsx" TargetMode="External"/><Relationship Id="rId1" Type="http://schemas.openxmlformats.org/officeDocument/2006/relationships/themeOverride" Target="../theme/themeOverride2.xml"/></Relationships>
</file>

<file path=ppt/charts/_rels/chart10.xml.rels><?xml version="1.0" encoding="UTF-8" standalone="yes"?>
<Relationships xmlns="http://schemas.openxmlformats.org/package/2006/relationships"><Relationship Id="rId2" Type="http://schemas.openxmlformats.org/officeDocument/2006/relationships/oleObject" Target="file:///\\SPPEAPP00023\Inversiones\Mesa%20de%20Inversiones\Archivos%20Top%20down\Joaquin\3.%20FFMM\Semestrales\2026%20-%201\Book1.xlsx" TargetMode="External"/><Relationship Id="rId1" Type="http://schemas.openxmlformats.org/officeDocument/2006/relationships/themeOverride" Target="../theme/themeOverride3.xml"/></Relationships>
</file>

<file path=ppt/charts/_rels/chart11.xml.rels><?xml version="1.0" encoding="UTF-8" standalone="yes"?>
<Relationships xmlns="http://schemas.openxmlformats.org/package/2006/relationships"><Relationship Id="rId2" Type="http://schemas.openxmlformats.org/officeDocument/2006/relationships/oleObject" Target="file:///\\SPPEAPP00023\Inversiones\Mesa%20de%20Inversiones\Archivos%20Top%20down\Joaquin\3.%20FFMM\Semestrales\2026%20-%201\Book1.xlsx" TargetMode="External"/><Relationship Id="rId1" Type="http://schemas.openxmlformats.org/officeDocument/2006/relationships/themeOverride" Target="../theme/themeOverride4.xml"/></Relationships>
</file>

<file path=ppt/charts/_rels/chart12.xml.rels><?xml version="1.0" encoding="UTF-8" standalone="yes"?>
<Relationships xmlns="http://schemas.openxmlformats.org/package/2006/relationships"><Relationship Id="rId2" Type="http://schemas.openxmlformats.org/officeDocument/2006/relationships/oleObject" Target="file:///\\SPPEAPP00023\Inversiones\Mesa%20de%20Inversiones\Archivos%20Top%20down\Joaquin\3.%20FFMM\Semestrales\2026%20-%201\Book1.xlsx" TargetMode="External"/><Relationship Id="rId1" Type="http://schemas.openxmlformats.org/officeDocument/2006/relationships/themeOverride" Target="../theme/themeOverride5.xml"/></Relationships>
</file>

<file path=ppt/charts/_rels/chart13.xml.rels><?xml version="1.0" encoding="UTF-8" standalone="yes"?>
<Relationships xmlns="http://schemas.openxmlformats.org/package/2006/relationships"><Relationship Id="rId2" Type="http://schemas.openxmlformats.org/officeDocument/2006/relationships/oleObject" Target="file:///\\SPPEAPP00023\Inversiones\Mesa%20de%20Inversiones\Archivos%20Top%20down\Joaquin\3.%20FFMM\Semestrales\2026%20-%201\Book1.xlsx" TargetMode="External"/><Relationship Id="rId1" Type="http://schemas.openxmlformats.org/officeDocument/2006/relationships/themeOverride" Target="../theme/themeOverride6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\\SPPEAPP00023\Inversiones\Mesa%20de%20Inversiones\Archivos%20Top%20down\Joaquin\3.%20FFMM\Semestrales\2026%20-%201\Book1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\\SPPEAPP00023\Inversiones\Mesa%20de%20Inversiones\Archivos%20Top%20down\Joaquin\3.%20FFMM\Semestrales\2026%20-%201\Book1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\\SPPEAPP00023\Inversiones\Mesa%20de%20Inversiones\Archivos%20Top%20down\Joaquin\3.%20FFMM\Semestrales\2026%20-%201\Book1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file:///\\SPPEAPP00023\Inversiones\Mesa%20de%20Inversiones\Archivos%20Top%20down\Joaquin\3.%20FFMM\Semestrales\2026%20-%201\Book1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RF!$H$11</c:f>
              <c:strCache>
                <c:ptCount val="1"/>
                <c:pt idx="0">
                  <c:v>PIMINIA ID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RF!$I$11:$FT$11</c:f>
              <c:numCache>
                <c:formatCode>General</c:formatCode>
                <c:ptCount val="168"/>
                <c:pt idx="0">
                  <c:v>100</c:v>
                </c:pt>
                <c:pt idx="1">
                  <c:v>99.900149775336999</c:v>
                </c:pt>
                <c:pt idx="2">
                  <c:v>99.900149775336999</c:v>
                </c:pt>
                <c:pt idx="3">
                  <c:v>100.099850224663</c:v>
                </c:pt>
                <c:pt idx="4">
                  <c:v>100.14977533699449</c:v>
                </c:pt>
                <c:pt idx="5">
                  <c:v>100.199700449326</c:v>
                </c:pt>
                <c:pt idx="6">
                  <c:v>100.099850224663</c:v>
                </c:pt>
                <c:pt idx="7">
                  <c:v>100.34947578632051</c:v>
                </c:pt>
                <c:pt idx="8">
                  <c:v>100.299550673989</c:v>
                </c:pt>
                <c:pt idx="9">
                  <c:v>100.299550673989</c:v>
                </c:pt>
                <c:pt idx="10">
                  <c:v>100.49925112331501</c:v>
                </c:pt>
                <c:pt idx="11">
                  <c:v>100.399400898652</c:v>
                </c:pt>
                <c:pt idx="12">
                  <c:v>100.299550673989</c:v>
                </c:pt>
                <c:pt idx="13">
                  <c:v>100.299550673989</c:v>
                </c:pt>
                <c:pt idx="14">
                  <c:v>99.999999999999986</c:v>
                </c:pt>
                <c:pt idx="15">
                  <c:v>100.2496255616575</c:v>
                </c:pt>
                <c:pt idx="16">
                  <c:v>100.299550673989</c:v>
                </c:pt>
                <c:pt idx="17">
                  <c:v>100.34947578632051</c:v>
                </c:pt>
                <c:pt idx="18">
                  <c:v>100.54917623564651</c:v>
                </c:pt>
                <c:pt idx="19">
                  <c:v>100.54917623564651</c:v>
                </c:pt>
                <c:pt idx="20">
                  <c:v>100.54917623564651</c:v>
                </c:pt>
                <c:pt idx="21">
                  <c:v>100.59910134797802</c:v>
                </c:pt>
                <c:pt idx="22">
                  <c:v>100.49925112331502</c:v>
                </c:pt>
                <c:pt idx="23">
                  <c:v>100.39940089865202</c:v>
                </c:pt>
                <c:pt idx="24">
                  <c:v>100.49925112331503</c:v>
                </c:pt>
                <c:pt idx="25">
                  <c:v>100.39940089865203</c:v>
                </c:pt>
                <c:pt idx="26">
                  <c:v>100.54917623564656</c:v>
                </c:pt>
                <c:pt idx="27">
                  <c:v>100.74887668497257</c:v>
                </c:pt>
                <c:pt idx="28">
                  <c:v>100.79880179730409</c:v>
                </c:pt>
                <c:pt idx="29">
                  <c:v>101.04842735896159</c:v>
                </c:pt>
                <c:pt idx="30">
                  <c:v>100.94857713429859</c:v>
                </c:pt>
                <c:pt idx="31">
                  <c:v>101.24812780828762</c:v>
                </c:pt>
                <c:pt idx="32">
                  <c:v>101.44782825761364</c:v>
                </c:pt>
                <c:pt idx="33">
                  <c:v>101.44782825761364</c:v>
                </c:pt>
                <c:pt idx="34">
                  <c:v>101.39790314528213</c:v>
                </c:pt>
                <c:pt idx="35">
                  <c:v>101.34797803295064</c:v>
                </c:pt>
                <c:pt idx="36">
                  <c:v>101.24812780828763</c:v>
                </c:pt>
                <c:pt idx="37">
                  <c:v>101.34797803295064</c:v>
                </c:pt>
                <c:pt idx="38">
                  <c:v>101.49775336994514</c:v>
                </c:pt>
                <c:pt idx="39">
                  <c:v>101.39790314528214</c:v>
                </c:pt>
                <c:pt idx="40">
                  <c:v>101.39790314528214</c:v>
                </c:pt>
                <c:pt idx="41">
                  <c:v>101.54767848227667</c:v>
                </c:pt>
                <c:pt idx="42">
                  <c:v>101.59760359460817</c:v>
                </c:pt>
                <c:pt idx="43">
                  <c:v>101.14827758362465</c:v>
                </c:pt>
                <c:pt idx="44">
                  <c:v>100.69895157264112</c:v>
                </c:pt>
                <c:pt idx="45">
                  <c:v>100.84872690963563</c:v>
                </c:pt>
                <c:pt idx="46">
                  <c:v>100.4992511233151</c:v>
                </c:pt>
                <c:pt idx="47">
                  <c:v>100.24962556165758</c:v>
                </c:pt>
                <c:pt idx="48">
                  <c:v>100.34947578632061</c:v>
                </c:pt>
                <c:pt idx="49">
                  <c:v>100.4992511233151</c:v>
                </c:pt>
                <c:pt idx="50">
                  <c:v>99.950074887668578</c:v>
                </c:pt>
                <c:pt idx="51">
                  <c:v>99.40089865202205</c:v>
                </c:pt>
                <c:pt idx="52">
                  <c:v>99.201198202696034</c:v>
                </c:pt>
                <c:pt idx="53">
                  <c:v>99.600599101348052</c:v>
                </c:pt>
                <c:pt idx="54">
                  <c:v>99.900149775337084</c:v>
                </c:pt>
                <c:pt idx="55">
                  <c:v>99.500748876685051</c:v>
                </c:pt>
                <c:pt idx="56">
                  <c:v>99.350973539690528</c:v>
                </c:pt>
                <c:pt idx="57">
                  <c:v>98.452321517723476</c:v>
                </c:pt>
                <c:pt idx="58">
                  <c:v>98.901647528707002</c:v>
                </c:pt>
                <c:pt idx="59">
                  <c:v>98.602096854717985</c:v>
                </c:pt>
                <c:pt idx="60">
                  <c:v>99.151273090364512</c:v>
                </c:pt>
                <c:pt idx="61">
                  <c:v>98.452321517723476</c:v>
                </c:pt>
                <c:pt idx="62">
                  <c:v>98.302546180728982</c:v>
                </c:pt>
                <c:pt idx="63">
                  <c:v>98.751872191712508</c:v>
                </c:pt>
                <c:pt idx="64">
                  <c:v>99.151273090364512</c:v>
                </c:pt>
                <c:pt idx="65">
                  <c:v>99.500748876685037</c:v>
                </c:pt>
                <c:pt idx="66">
                  <c:v>99.65052421367956</c:v>
                </c:pt>
                <c:pt idx="67">
                  <c:v>99.65052421367956</c:v>
                </c:pt>
                <c:pt idx="68">
                  <c:v>99.600599101348052</c:v>
                </c:pt>
                <c:pt idx="69">
                  <c:v>99.550673989016559</c:v>
                </c:pt>
                <c:pt idx="70">
                  <c:v>100.34947578632061</c:v>
                </c:pt>
                <c:pt idx="71">
                  <c:v>100.2995506739891</c:v>
                </c:pt>
                <c:pt idx="72">
                  <c:v>100.2995506739891</c:v>
                </c:pt>
                <c:pt idx="73">
                  <c:v>100.39940089865212</c:v>
                </c:pt>
                <c:pt idx="74">
                  <c:v>100.84872690963564</c:v>
                </c:pt>
                <c:pt idx="75">
                  <c:v>100.74887668497264</c:v>
                </c:pt>
                <c:pt idx="76">
                  <c:v>100.59910134797812</c:v>
                </c:pt>
                <c:pt idx="77">
                  <c:v>101.14827758362466</c:v>
                </c:pt>
                <c:pt idx="78">
                  <c:v>100.94857713429863</c:v>
                </c:pt>
                <c:pt idx="79">
                  <c:v>100.64902646030961</c:v>
                </c:pt>
                <c:pt idx="80">
                  <c:v>100.64902646030961</c:v>
                </c:pt>
                <c:pt idx="81">
                  <c:v>100.4493260109836</c:v>
                </c:pt>
                <c:pt idx="82">
                  <c:v>100.5491762356466</c:v>
                </c:pt>
                <c:pt idx="83">
                  <c:v>100.49925112331509</c:v>
                </c:pt>
                <c:pt idx="84">
                  <c:v>100.3494757863206</c:v>
                </c:pt>
                <c:pt idx="85">
                  <c:v>99.90014977533707</c:v>
                </c:pt>
                <c:pt idx="86">
                  <c:v>100.09985022466307</c:v>
                </c:pt>
                <c:pt idx="87">
                  <c:v>100.34947578632058</c:v>
                </c:pt>
                <c:pt idx="88">
                  <c:v>100.00000000000006</c:v>
                </c:pt>
                <c:pt idx="89">
                  <c:v>100.09985022466307</c:v>
                </c:pt>
                <c:pt idx="90">
                  <c:v>100.69895157264111</c:v>
                </c:pt>
                <c:pt idx="91">
                  <c:v>100.54917623564658</c:v>
                </c:pt>
                <c:pt idx="92">
                  <c:v>100.79880179730409</c:v>
                </c:pt>
                <c:pt idx="93">
                  <c:v>100.49925112331506</c:v>
                </c:pt>
                <c:pt idx="94">
                  <c:v>100.04992511233154</c:v>
                </c:pt>
                <c:pt idx="95">
                  <c:v>100.09985022466304</c:v>
                </c:pt>
                <c:pt idx="96">
                  <c:v>100.09985022466304</c:v>
                </c:pt>
                <c:pt idx="97">
                  <c:v>99.301048427358992</c:v>
                </c:pt>
                <c:pt idx="98">
                  <c:v>99.251123315027485</c:v>
                </c:pt>
                <c:pt idx="99">
                  <c:v>98.851722416375466</c:v>
                </c:pt>
                <c:pt idx="100">
                  <c:v>99.550673989016502</c:v>
                </c:pt>
                <c:pt idx="101">
                  <c:v>99.700449326010997</c:v>
                </c:pt>
                <c:pt idx="102">
                  <c:v>99.950074887668507</c:v>
                </c:pt>
                <c:pt idx="103">
                  <c:v>99.950074887668507</c:v>
                </c:pt>
                <c:pt idx="104">
                  <c:v>100.34947578632054</c:v>
                </c:pt>
                <c:pt idx="105">
                  <c:v>100.34947578632054</c:v>
                </c:pt>
                <c:pt idx="106">
                  <c:v>100.59910134797803</c:v>
                </c:pt>
                <c:pt idx="107">
                  <c:v>100.79880179730405</c:v>
                </c:pt>
                <c:pt idx="108">
                  <c:v>100.64902646030953</c:v>
                </c:pt>
                <c:pt idx="109">
                  <c:v>100.79880179730405</c:v>
                </c:pt>
                <c:pt idx="110">
                  <c:v>100.54917623564654</c:v>
                </c:pt>
                <c:pt idx="111">
                  <c:v>100.64902646030954</c:v>
                </c:pt>
                <c:pt idx="112">
                  <c:v>100.19970044932602</c:v>
                </c:pt>
                <c:pt idx="113">
                  <c:v>100.09985022466302</c:v>
                </c:pt>
                <c:pt idx="114">
                  <c:v>100.29955067398903</c:v>
                </c:pt>
                <c:pt idx="115">
                  <c:v>100.29955067398903</c:v>
                </c:pt>
                <c:pt idx="116">
                  <c:v>100.84872690963557</c:v>
                </c:pt>
                <c:pt idx="117">
                  <c:v>101.04842735896159</c:v>
                </c:pt>
                <c:pt idx="118">
                  <c:v>101.29805292061911</c:v>
                </c:pt>
                <c:pt idx="119">
                  <c:v>101.39790314528211</c:v>
                </c:pt>
                <c:pt idx="120">
                  <c:v>100.99850224663011</c:v>
                </c:pt>
                <c:pt idx="121">
                  <c:v>101.14827758362463</c:v>
                </c:pt>
                <c:pt idx="122">
                  <c:v>101.14827758362463</c:v>
                </c:pt>
                <c:pt idx="123">
                  <c:v>100.89865202196711</c:v>
                </c:pt>
                <c:pt idx="124">
                  <c:v>100.99850224663011</c:v>
                </c:pt>
                <c:pt idx="125">
                  <c:v>101.39790314528213</c:v>
                </c:pt>
                <c:pt idx="126">
                  <c:v>101.54767848227665</c:v>
                </c:pt>
                <c:pt idx="127">
                  <c:v>101.64752870693965</c:v>
                </c:pt>
                <c:pt idx="128">
                  <c:v>101.64752870693965</c:v>
                </c:pt>
                <c:pt idx="129">
                  <c:v>101.29805292061913</c:v>
                </c:pt>
                <c:pt idx="130">
                  <c:v>101.14827758362463</c:v>
                </c:pt>
                <c:pt idx="131">
                  <c:v>101.34797803295065</c:v>
                </c:pt>
                <c:pt idx="132">
                  <c:v>101.34797803295065</c:v>
                </c:pt>
                <c:pt idx="133">
                  <c:v>101.44782825761366</c:v>
                </c:pt>
                <c:pt idx="134">
                  <c:v>101.09835247129314</c:v>
                </c:pt>
                <c:pt idx="135">
                  <c:v>100.69895157264112</c:v>
                </c:pt>
                <c:pt idx="136">
                  <c:v>100.89865202196712</c:v>
                </c:pt>
                <c:pt idx="137">
                  <c:v>100.94857713429862</c:v>
                </c:pt>
                <c:pt idx="138">
                  <c:v>100.49925112331509</c:v>
                </c:pt>
                <c:pt idx="139">
                  <c:v>100.74887668497261</c:v>
                </c:pt>
                <c:pt idx="140">
                  <c:v>100.94857713429863</c:v>
                </c:pt>
                <c:pt idx="141">
                  <c:v>100.79880179730414</c:v>
                </c:pt>
                <c:pt idx="142">
                  <c:v>100.79880179730414</c:v>
                </c:pt>
                <c:pt idx="143">
                  <c:v>100.4992511233151</c:v>
                </c:pt>
                <c:pt idx="144">
                  <c:v>100.34947578632061</c:v>
                </c:pt>
                <c:pt idx="145">
                  <c:v>100.09985022466309</c:v>
                </c:pt>
                <c:pt idx="146">
                  <c:v>99.65052421367956</c:v>
                </c:pt>
                <c:pt idx="147">
                  <c:v>99.800299550674069</c:v>
                </c:pt>
                <c:pt idx="148">
                  <c:v>100.09985022466309</c:v>
                </c:pt>
                <c:pt idx="149">
                  <c:v>100.39940089865209</c:v>
                </c:pt>
                <c:pt idx="150">
                  <c:v>100.09985022466309</c:v>
                </c:pt>
                <c:pt idx="151">
                  <c:v>100.2995506739891</c:v>
                </c:pt>
                <c:pt idx="152">
                  <c:v>100.04992511233159</c:v>
                </c:pt>
                <c:pt idx="153">
                  <c:v>100.49925112331512</c:v>
                </c:pt>
                <c:pt idx="154">
                  <c:v>100.89865202196715</c:v>
                </c:pt>
                <c:pt idx="155">
                  <c:v>100.94857713429865</c:v>
                </c:pt>
                <c:pt idx="156">
                  <c:v>100.69895157264115</c:v>
                </c:pt>
                <c:pt idx="157">
                  <c:v>100.94857713429865</c:v>
                </c:pt>
                <c:pt idx="158">
                  <c:v>100.54917623564664</c:v>
                </c:pt>
                <c:pt idx="159">
                  <c:v>100.59910134797815</c:v>
                </c:pt>
                <c:pt idx="160">
                  <c:v>100.74887668497267</c:v>
                </c:pt>
                <c:pt idx="161">
                  <c:v>101.09835247129318</c:v>
                </c:pt>
                <c:pt idx="162">
                  <c:v>100.84872690963566</c:v>
                </c:pt>
                <c:pt idx="163">
                  <c:v>100.59910134797815</c:v>
                </c:pt>
                <c:pt idx="164">
                  <c:v>100.54917623564666</c:v>
                </c:pt>
                <c:pt idx="165">
                  <c:v>101.04842735896166</c:v>
                </c:pt>
                <c:pt idx="166">
                  <c:v>100.79880179730417</c:v>
                </c:pt>
                <c:pt idx="167">
                  <c:v>100.79880179730417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102-4969-B541-3B963A75C94A}"/>
            </c:ext>
          </c:extLst>
        </c:ser>
        <c:ser>
          <c:idx val="1"/>
          <c:order val="1"/>
          <c:tx>
            <c:strRef>
              <c:f>RF!$H$12</c:f>
              <c:strCache>
                <c:ptCount val="1"/>
                <c:pt idx="0">
                  <c:v>HWIUSDS LX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RF!$I$12:$FT$12</c:f>
              <c:numCache>
                <c:formatCode>General</c:formatCode>
                <c:ptCount val="168"/>
                <c:pt idx="0">
                  <c:v>100</c:v>
                </c:pt>
                <c:pt idx="1">
                  <c:v>100.01801152737752</c:v>
                </c:pt>
                <c:pt idx="2">
                  <c:v>100.00000000000001</c:v>
                </c:pt>
                <c:pt idx="3">
                  <c:v>100.13508645533142</c:v>
                </c:pt>
                <c:pt idx="4">
                  <c:v>100.2071325648415</c:v>
                </c:pt>
                <c:pt idx="5">
                  <c:v>100.23414985590777</c:v>
                </c:pt>
                <c:pt idx="6">
                  <c:v>100.3872478386167</c:v>
                </c:pt>
                <c:pt idx="7">
                  <c:v>100.48631123919307</c:v>
                </c:pt>
                <c:pt idx="8">
                  <c:v>100.52233429394812</c:v>
                </c:pt>
                <c:pt idx="9">
                  <c:v>100.44128242074927</c:v>
                </c:pt>
                <c:pt idx="10">
                  <c:v>100.51332853025936</c:v>
                </c:pt>
                <c:pt idx="11">
                  <c:v>100.639409221902</c:v>
                </c:pt>
                <c:pt idx="12">
                  <c:v>100.64841498559078</c:v>
                </c:pt>
                <c:pt idx="13">
                  <c:v>100.49531700288185</c:v>
                </c:pt>
                <c:pt idx="14">
                  <c:v>100.09906340057637</c:v>
                </c:pt>
                <c:pt idx="15">
                  <c:v>100.37824207492794</c:v>
                </c:pt>
                <c:pt idx="16">
                  <c:v>100.41426512968299</c:v>
                </c:pt>
                <c:pt idx="17">
                  <c:v>100.44128242074927</c:v>
                </c:pt>
                <c:pt idx="18">
                  <c:v>100.5043227665706</c:v>
                </c:pt>
                <c:pt idx="19">
                  <c:v>100.47730547550431</c:v>
                </c:pt>
                <c:pt idx="20">
                  <c:v>100.5943804034582</c:v>
                </c:pt>
                <c:pt idx="21">
                  <c:v>100.63040345821324</c:v>
                </c:pt>
                <c:pt idx="22">
                  <c:v>100.66642651296827</c:v>
                </c:pt>
                <c:pt idx="23">
                  <c:v>100.65742074927951</c:v>
                </c:pt>
                <c:pt idx="24">
                  <c:v>100.6844380403458</c:v>
                </c:pt>
                <c:pt idx="25">
                  <c:v>100.6844380403458</c:v>
                </c:pt>
                <c:pt idx="26">
                  <c:v>100.70244956772331</c:v>
                </c:pt>
                <c:pt idx="27">
                  <c:v>100.70244956772331</c:v>
                </c:pt>
                <c:pt idx="28">
                  <c:v>100.81051873198844</c:v>
                </c:pt>
                <c:pt idx="29">
                  <c:v>100.94560518731984</c:v>
                </c:pt>
                <c:pt idx="30">
                  <c:v>101.11671469740629</c:v>
                </c:pt>
                <c:pt idx="31">
                  <c:v>101.16174351585009</c:v>
                </c:pt>
                <c:pt idx="32">
                  <c:v>101.19776657060515</c:v>
                </c:pt>
                <c:pt idx="33">
                  <c:v>101.2337896253602</c:v>
                </c:pt>
                <c:pt idx="34">
                  <c:v>101.29682997118154</c:v>
                </c:pt>
                <c:pt idx="35">
                  <c:v>101.4409221902017</c:v>
                </c:pt>
                <c:pt idx="36">
                  <c:v>101.45893371757923</c:v>
                </c:pt>
                <c:pt idx="37">
                  <c:v>101.53998559077807</c:v>
                </c:pt>
                <c:pt idx="38">
                  <c:v>101.53097982708931</c:v>
                </c:pt>
                <c:pt idx="39">
                  <c:v>101.69308357348702</c:v>
                </c:pt>
                <c:pt idx="40">
                  <c:v>101.68407780979825</c:v>
                </c:pt>
                <c:pt idx="41">
                  <c:v>101.73811239193081</c:v>
                </c:pt>
                <c:pt idx="42">
                  <c:v>101.76512968299708</c:v>
                </c:pt>
                <c:pt idx="43">
                  <c:v>101.67507204610948</c:v>
                </c:pt>
                <c:pt idx="44">
                  <c:v>101.21577809798266</c:v>
                </c:pt>
                <c:pt idx="45">
                  <c:v>101.33285302593656</c:v>
                </c:pt>
                <c:pt idx="46">
                  <c:v>101.01765129682994</c:v>
                </c:pt>
                <c:pt idx="47">
                  <c:v>100.7744956772334</c:v>
                </c:pt>
                <c:pt idx="48">
                  <c:v>100.76548991354464</c:v>
                </c:pt>
                <c:pt idx="49">
                  <c:v>101.20677233429392</c:v>
                </c:pt>
                <c:pt idx="50">
                  <c:v>100.90958213256482</c:v>
                </c:pt>
                <c:pt idx="51">
                  <c:v>100.67543227665705</c:v>
                </c:pt>
                <c:pt idx="52">
                  <c:v>100.45028818443802</c:v>
                </c:pt>
                <c:pt idx="53">
                  <c:v>100.60338616714694</c:v>
                </c:pt>
                <c:pt idx="54">
                  <c:v>100.94560518731986</c:v>
                </c:pt>
                <c:pt idx="55">
                  <c:v>100.82853025936595</c:v>
                </c:pt>
                <c:pt idx="56">
                  <c:v>100.46829971181552</c:v>
                </c:pt>
                <c:pt idx="57">
                  <c:v>99.837896253602253</c:v>
                </c:pt>
                <c:pt idx="58">
                  <c:v>99.936959654178622</c:v>
                </c:pt>
                <c:pt idx="59">
                  <c:v>99.74783861671466</c:v>
                </c:pt>
                <c:pt idx="60">
                  <c:v>100.17110951008641</c:v>
                </c:pt>
                <c:pt idx="61">
                  <c:v>99.792867435158456</c:v>
                </c:pt>
                <c:pt idx="62">
                  <c:v>99.594740634005717</c:v>
                </c:pt>
                <c:pt idx="63">
                  <c:v>99.78386167146968</c:v>
                </c:pt>
                <c:pt idx="64">
                  <c:v>100.02701729106623</c:v>
                </c:pt>
                <c:pt idx="65">
                  <c:v>100.4052593659942</c:v>
                </c:pt>
                <c:pt idx="66">
                  <c:v>100.4052593659942</c:v>
                </c:pt>
                <c:pt idx="67">
                  <c:v>100.4052593659942</c:v>
                </c:pt>
                <c:pt idx="68">
                  <c:v>100.45929394812677</c:v>
                </c:pt>
                <c:pt idx="69">
                  <c:v>100.35122478386165</c:v>
                </c:pt>
                <c:pt idx="70">
                  <c:v>101.01765129682995</c:v>
                </c:pt>
                <c:pt idx="71">
                  <c:v>101.06268011527375</c:v>
                </c:pt>
                <c:pt idx="72">
                  <c:v>100.92759365994233</c:v>
                </c:pt>
                <c:pt idx="73">
                  <c:v>100.92759365994233</c:v>
                </c:pt>
                <c:pt idx="74">
                  <c:v>101.2337896253602</c:v>
                </c:pt>
                <c:pt idx="75">
                  <c:v>101.2337896253602</c:v>
                </c:pt>
                <c:pt idx="76">
                  <c:v>101.20677233429392</c:v>
                </c:pt>
                <c:pt idx="77">
                  <c:v>101.49495677233426</c:v>
                </c:pt>
                <c:pt idx="78">
                  <c:v>101.45893371757921</c:v>
                </c:pt>
                <c:pt idx="79">
                  <c:v>101.38688760806913</c:v>
                </c:pt>
                <c:pt idx="80">
                  <c:v>101.37788184438037</c:v>
                </c:pt>
                <c:pt idx="81">
                  <c:v>101.37788184438037</c:v>
                </c:pt>
                <c:pt idx="82">
                  <c:v>101.43191642651293</c:v>
                </c:pt>
                <c:pt idx="83">
                  <c:v>101.41390489913542</c:v>
                </c:pt>
                <c:pt idx="84">
                  <c:v>101.3508645533141</c:v>
                </c:pt>
                <c:pt idx="85">
                  <c:v>101.12572046109507</c:v>
                </c:pt>
                <c:pt idx="86">
                  <c:v>101.12572046109507</c:v>
                </c:pt>
                <c:pt idx="87">
                  <c:v>101.42291066282418</c:v>
                </c:pt>
                <c:pt idx="88">
                  <c:v>101.4409221902017</c:v>
                </c:pt>
                <c:pt idx="89">
                  <c:v>101.5579971181556</c:v>
                </c:pt>
                <c:pt idx="90">
                  <c:v>101.79214697406339</c:v>
                </c:pt>
                <c:pt idx="91">
                  <c:v>101.81015850144091</c:v>
                </c:pt>
                <c:pt idx="92">
                  <c:v>101.88220461095099</c:v>
                </c:pt>
                <c:pt idx="93">
                  <c:v>101.77413544668588</c:v>
                </c:pt>
                <c:pt idx="94">
                  <c:v>101.57600864553314</c:v>
                </c:pt>
                <c:pt idx="95">
                  <c:v>101.57600864553314</c:v>
                </c:pt>
                <c:pt idx="96">
                  <c:v>101.65706051873198</c:v>
                </c:pt>
                <c:pt idx="97">
                  <c:v>101.29682997118155</c:v>
                </c:pt>
                <c:pt idx="98">
                  <c:v>101.40489913544668</c:v>
                </c:pt>
                <c:pt idx="99">
                  <c:v>101.20677233429394</c:v>
                </c:pt>
                <c:pt idx="100">
                  <c:v>101.5129682997118</c:v>
                </c:pt>
                <c:pt idx="101">
                  <c:v>101.58501440922188</c:v>
                </c:pt>
                <c:pt idx="102">
                  <c:v>101.58501440922188</c:v>
                </c:pt>
                <c:pt idx="103">
                  <c:v>101.67507204610949</c:v>
                </c:pt>
                <c:pt idx="104">
                  <c:v>101.98126801152735</c:v>
                </c:pt>
                <c:pt idx="105">
                  <c:v>101.99927953890489</c:v>
                </c:pt>
                <c:pt idx="106">
                  <c:v>102.09834293948124</c:v>
                </c:pt>
                <c:pt idx="107">
                  <c:v>102.23342939481266</c:v>
                </c:pt>
                <c:pt idx="108">
                  <c:v>102.12536023054754</c:v>
                </c:pt>
                <c:pt idx="109">
                  <c:v>102.21541786743515</c:v>
                </c:pt>
                <c:pt idx="110">
                  <c:v>101.92723342939482</c:v>
                </c:pt>
                <c:pt idx="111">
                  <c:v>101.96325648414985</c:v>
                </c:pt>
                <c:pt idx="112">
                  <c:v>101.73811239193083</c:v>
                </c:pt>
                <c:pt idx="113">
                  <c:v>101.62103746397695</c:v>
                </c:pt>
                <c:pt idx="114">
                  <c:v>101.75612391930835</c:v>
                </c:pt>
                <c:pt idx="115">
                  <c:v>101.69308357348703</c:v>
                </c:pt>
                <c:pt idx="116">
                  <c:v>101.86419308357348</c:v>
                </c:pt>
                <c:pt idx="117">
                  <c:v>102.1793948126801</c:v>
                </c:pt>
                <c:pt idx="118">
                  <c:v>102.37752161383284</c:v>
                </c:pt>
                <c:pt idx="119">
                  <c:v>102.31448126801152</c:v>
                </c:pt>
                <c:pt idx="120">
                  <c:v>102.24243515850144</c:v>
                </c:pt>
                <c:pt idx="121">
                  <c:v>102.12536023054754</c:v>
                </c:pt>
                <c:pt idx="122">
                  <c:v>102.08033141210373</c:v>
                </c:pt>
                <c:pt idx="123">
                  <c:v>102.08033141210373</c:v>
                </c:pt>
                <c:pt idx="124">
                  <c:v>102.08933717579249</c:v>
                </c:pt>
                <c:pt idx="125">
                  <c:v>102.11635446685877</c:v>
                </c:pt>
                <c:pt idx="126">
                  <c:v>102.19740634005761</c:v>
                </c:pt>
                <c:pt idx="127">
                  <c:v>102.26044668587893</c:v>
                </c:pt>
                <c:pt idx="128">
                  <c:v>102.24243515850142</c:v>
                </c:pt>
                <c:pt idx="129">
                  <c:v>102.17038904899132</c:v>
                </c:pt>
                <c:pt idx="130">
                  <c:v>102.26044668587893</c:v>
                </c:pt>
                <c:pt idx="131">
                  <c:v>102.17038904899132</c:v>
                </c:pt>
                <c:pt idx="132">
                  <c:v>102.25144092219018</c:v>
                </c:pt>
                <c:pt idx="133">
                  <c:v>102.33249279538902</c:v>
                </c:pt>
                <c:pt idx="134">
                  <c:v>102.32348703170027</c:v>
                </c:pt>
                <c:pt idx="135">
                  <c:v>102.14337175792505</c:v>
                </c:pt>
                <c:pt idx="136">
                  <c:v>102.20641210374637</c:v>
                </c:pt>
                <c:pt idx="137">
                  <c:v>102.45857348703167</c:v>
                </c:pt>
                <c:pt idx="138">
                  <c:v>102.32348703170027</c:v>
                </c:pt>
                <c:pt idx="139">
                  <c:v>102.39553314121035</c:v>
                </c:pt>
                <c:pt idx="140">
                  <c:v>102.39553314121035</c:v>
                </c:pt>
                <c:pt idx="141">
                  <c:v>102.42255043227664</c:v>
                </c:pt>
                <c:pt idx="142">
                  <c:v>102.32348703170027</c:v>
                </c:pt>
                <c:pt idx="143">
                  <c:v>102.41354466858787</c:v>
                </c:pt>
                <c:pt idx="144">
                  <c:v>102.41354466858787</c:v>
                </c:pt>
                <c:pt idx="145">
                  <c:v>102.35951008645532</c:v>
                </c:pt>
                <c:pt idx="146">
                  <c:v>102.17939481268009</c:v>
                </c:pt>
                <c:pt idx="147">
                  <c:v>102.296469740634</c:v>
                </c:pt>
                <c:pt idx="148">
                  <c:v>102.28746397694523</c:v>
                </c:pt>
                <c:pt idx="149">
                  <c:v>102.37752161383284</c:v>
                </c:pt>
                <c:pt idx="150">
                  <c:v>102.32348703170028</c:v>
                </c:pt>
                <c:pt idx="151">
                  <c:v>102.52161383285301</c:v>
                </c:pt>
                <c:pt idx="152">
                  <c:v>102.51260806916424</c:v>
                </c:pt>
                <c:pt idx="153">
                  <c:v>102.65670028818441</c:v>
                </c:pt>
                <c:pt idx="154">
                  <c:v>102.75576368876079</c:v>
                </c:pt>
                <c:pt idx="155">
                  <c:v>102.71974063400576</c:v>
                </c:pt>
                <c:pt idx="156">
                  <c:v>102.67471181556196</c:v>
                </c:pt>
                <c:pt idx="157">
                  <c:v>102.85482708933716</c:v>
                </c:pt>
                <c:pt idx="158">
                  <c:v>102.74675792507203</c:v>
                </c:pt>
                <c:pt idx="159">
                  <c:v>102.72874639769451</c:v>
                </c:pt>
                <c:pt idx="160">
                  <c:v>102.73775216138327</c:v>
                </c:pt>
                <c:pt idx="161">
                  <c:v>102.81880403458213</c:v>
                </c:pt>
                <c:pt idx="162">
                  <c:v>102.710734870317</c:v>
                </c:pt>
                <c:pt idx="163">
                  <c:v>102.71974063400576</c:v>
                </c:pt>
                <c:pt idx="164">
                  <c:v>102.64769452449568</c:v>
                </c:pt>
                <c:pt idx="165">
                  <c:v>102.71073487031701</c:v>
                </c:pt>
                <c:pt idx="166">
                  <c:v>102.71974063400577</c:v>
                </c:pt>
                <c:pt idx="167">
                  <c:v>102.71974063400577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102-4969-B541-3B963A75C94A}"/>
            </c:ext>
          </c:extLst>
        </c:ser>
        <c:ser>
          <c:idx val="2"/>
          <c:order val="2"/>
          <c:tx>
            <c:strRef>
              <c:f>RF!$H$13</c:f>
              <c:strCache>
                <c:ptCount val="1"/>
                <c:pt idx="0">
                  <c:v>VOTFGGG LX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RF!$I$13:$FT$13</c:f>
              <c:numCache>
                <c:formatCode>General</c:formatCode>
                <c:ptCount val="168"/>
                <c:pt idx="0">
                  <c:v>100</c:v>
                </c:pt>
                <c:pt idx="1">
                  <c:v>99.93717530347827</c:v>
                </c:pt>
                <c:pt idx="2">
                  <c:v>100.52427154445773</c:v>
                </c:pt>
                <c:pt idx="3">
                  <c:v>100.36613554012382</c:v>
                </c:pt>
                <c:pt idx="4">
                  <c:v>100.24624820041561</c:v>
                </c:pt>
                <c:pt idx="5">
                  <c:v>100.0718510840023</c:v>
                </c:pt>
                <c:pt idx="6">
                  <c:v>99.845577954225348</c:v>
                </c:pt>
                <c:pt idx="7">
                  <c:v>100.31869267810762</c:v>
                </c:pt>
                <c:pt idx="8">
                  <c:v>100.14923589462765</c:v>
                </c:pt>
                <c:pt idx="9">
                  <c:v>100.16475532087368</c:v>
                </c:pt>
                <c:pt idx="10">
                  <c:v>100.01122793704202</c:v>
                </c:pt>
                <c:pt idx="11">
                  <c:v>99.958036847658022</c:v>
                </c:pt>
                <c:pt idx="12">
                  <c:v>100.22716504294057</c:v>
                </c:pt>
                <c:pt idx="13">
                  <c:v>100.24722052233672</c:v>
                </c:pt>
                <c:pt idx="14">
                  <c:v>99.998206644700616</c:v>
                </c:pt>
                <c:pt idx="15">
                  <c:v>100.67991188269747</c:v>
                </c:pt>
                <c:pt idx="16">
                  <c:v>101.64901651628507</c:v>
                </c:pt>
                <c:pt idx="17">
                  <c:v>102.20450780943095</c:v>
                </c:pt>
                <c:pt idx="18">
                  <c:v>103.03006116890562</c:v>
                </c:pt>
                <c:pt idx="19">
                  <c:v>102.94490926099937</c:v>
                </c:pt>
                <c:pt idx="20">
                  <c:v>103.19376409752016</c:v>
                </c:pt>
                <c:pt idx="21">
                  <c:v>102.61859671089204</c:v>
                </c:pt>
                <c:pt idx="22">
                  <c:v>102.24044689603288</c:v>
                </c:pt>
                <c:pt idx="23">
                  <c:v>102.46460924397419</c:v>
                </c:pt>
                <c:pt idx="24">
                  <c:v>102.258040160235</c:v>
                </c:pt>
                <c:pt idx="25">
                  <c:v>101.47701960637107</c:v>
                </c:pt>
                <c:pt idx="26">
                  <c:v>102.07276544620815</c:v>
                </c:pt>
                <c:pt idx="27">
                  <c:v>102.62382430669423</c:v>
                </c:pt>
                <c:pt idx="28">
                  <c:v>102.35341385662267</c:v>
                </c:pt>
                <c:pt idx="29">
                  <c:v>102.41404888679089</c:v>
                </c:pt>
                <c:pt idx="30">
                  <c:v>102.18070743407597</c:v>
                </c:pt>
                <c:pt idx="31">
                  <c:v>102.60639770322578</c:v>
                </c:pt>
                <c:pt idx="32">
                  <c:v>102.48103305124211</c:v>
                </c:pt>
                <c:pt idx="33">
                  <c:v>102.01897785950149</c:v>
                </c:pt>
                <c:pt idx="34">
                  <c:v>101.65956418202826</c:v>
                </c:pt>
                <c:pt idx="35">
                  <c:v>101.33210326279506</c:v>
                </c:pt>
                <c:pt idx="36">
                  <c:v>101.43789981760656</c:v>
                </c:pt>
                <c:pt idx="37">
                  <c:v>101.52721026087836</c:v>
                </c:pt>
                <c:pt idx="38">
                  <c:v>101.75002918778381</c:v>
                </c:pt>
                <c:pt idx="39">
                  <c:v>102.03974110477387</c:v>
                </c:pt>
                <c:pt idx="40">
                  <c:v>101.5184198878256</c:v>
                </c:pt>
                <c:pt idx="41">
                  <c:v>101.56388299293086</c:v>
                </c:pt>
                <c:pt idx="42">
                  <c:v>101.00655375119429</c:v>
                </c:pt>
                <c:pt idx="43">
                  <c:v>100.15986293244816</c:v>
                </c:pt>
                <c:pt idx="44">
                  <c:v>99.770908564835537</c:v>
                </c:pt>
                <c:pt idx="45">
                  <c:v>99.809577875765015</c:v>
                </c:pt>
                <c:pt idx="46">
                  <c:v>100.01105148382753</c:v>
                </c:pt>
                <c:pt idx="47">
                  <c:v>99.67655971069415</c:v>
                </c:pt>
                <c:pt idx="48">
                  <c:v>99.835405230936573</c:v>
                </c:pt>
                <c:pt idx="49">
                  <c:v>100.00421767343015</c:v>
                </c:pt>
                <c:pt idx="50">
                  <c:v>99.131276675174604</c:v>
                </c:pt>
                <c:pt idx="51">
                  <c:v>98.095377543343005</c:v>
                </c:pt>
                <c:pt idx="52">
                  <c:v>98.553203927912236</c:v>
                </c:pt>
                <c:pt idx="53">
                  <c:v>98.874375766357346</c:v>
                </c:pt>
                <c:pt idx="54">
                  <c:v>98.646612492066538</c:v>
                </c:pt>
                <c:pt idx="55">
                  <c:v>99.449000351457371</c:v>
                </c:pt>
                <c:pt idx="56">
                  <c:v>98.414433425223223</c:v>
                </c:pt>
                <c:pt idx="57">
                  <c:v>98.748670156090526</c:v>
                </c:pt>
                <c:pt idx="58">
                  <c:v>98.446280258223354</c:v>
                </c:pt>
                <c:pt idx="59">
                  <c:v>98.227627049164184</c:v>
                </c:pt>
                <c:pt idx="60">
                  <c:v>98.330596020235333</c:v>
                </c:pt>
                <c:pt idx="61">
                  <c:v>97.511643618876377</c:v>
                </c:pt>
                <c:pt idx="62">
                  <c:v>96.598182695489001</c:v>
                </c:pt>
                <c:pt idx="63">
                  <c:v>97.008479990486364</c:v>
                </c:pt>
                <c:pt idx="64">
                  <c:v>97.786637271396117</c:v>
                </c:pt>
                <c:pt idx="65">
                  <c:v>97.55709909669352</c:v>
                </c:pt>
                <c:pt idx="66">
                  <c:v>97.290852752297909</c:v>
                </c:pt>
                <c:pt idx="67">
                  <c:v>97.606969767443417</c:v>
                </c:pt>
                <c:pt idx="68">
                  <c:v>97.710474615379127</c:v>
                </c:pt>
                <c:pt idx="69">
                  <c:v>98.633366441147871</c:v>
                </c:pt>
                <c:pt idx="70">
                  <c:v>99.728476798451595</c:v>
                </c:pt>
                <c:pt idx="71">
                  <c:v>99.901092444030184</c:v>
                </c:pt>
                <c:pt idx="72">
                  <c:v>100.11067455735666</c:v>
                </c:pt>
                <c:pt idx="73">
                  <c:v>100.55583897793039</c:v>
                </c:pt>
                <c:pt idx="74">
                  <c:v>100.98431622923944</c:v>
                </c:pt>
                <c:pt idx="75">
                  <c:v>100.65089281698624</c:v>
                </c:pt>
                <c:pt idx="76">
                  <c:v>100.61792731724907</c:v>
                </c:pt>
                <c:pt idx="77">
                  <c:v>101.01176592283147</c:v>
                </c:pt>
                <c:pt idx="78">
                  <c:v>100.74665588005101</c:v>
                </c:pt>
                <c:pt idx="79">
                  <c:v>100.65880557250243</c:v>
                </c:pt>
                <c:pt idx="80">
                  <c:v>100.49859671619949</c:v>
                </c:pt>
                <c:pt idx="81">
                  <c:v>100.85257312888972</c:v>
                </c:pt>
                <c:pt idx="82">
                  <c:v>100.92223510354334</c:v>
                </c:pt>
                <c:pt idx="83">
                  <c:v>100.75544110386465</c:v>
                </c:pt>
                <c:pt idx="84">
                  <c:v>100.30836161607354</c:v>
                </c:pt>
                <c:pt idx="85">
                  <c:v>101.12969335481044</c:v>
                </c:pt>
                <c:pt idx="86">
                  <c:v>100.90625169914361</c:v>
                </c:pt>
                <c:pt idx="87">
                  <c:v>100.76129958451611</c:v>
                </c:pt>
                <c:pt idx="88">
                  <c:v>100.82080891861001</c:v>
                </c:pt>
                <c:pt idx="89">
                  <c:v>101.12729880262641</c:v>
                </c:pt>
                <c:pt idx="90">
                  <c:v>101.3390283635367</c:v>
                </c:pt>
                <c:pt idx="91">
                  <c:v>101.69921949915361</c:v>
                </c:pt>
                <c:pt idx="92">
                  <c:v>101.84500242975435</c:v>
                </c:pt>
                <c:pt idx="93">
                  <c:v>101.02051588911281</c:v>
                </c:pt>
                <c:pt idx="94">
                  <c:v>100.68938004051505</c:v>
                </c:pt>
                <c:pt idx="95">
                  <c:v>99.817805014041312</c:v>
                </c:pt>
                <c:pt idx="96">
                  <c:v>99.272854545342355</c:v>
                </c:pt>
                <c:pt idx="97">
                  <c:v>99.774683637999871</c:v>
                </c:pt>
                <c:pt idx="98">
                  <c:v>99.586830369187638</c:v>
                </c:pt>
                <c:pt idx="99">
                  <c:v>99.760767809143289</c:v>
                </c:pt>
                <c:pt idx="100">
                  <c:v>100.04337516414719</c:v>
                </c:pt>
                <c:pt idx="101">
                  <c:v>100.19110673025661</c:v>
                </c:pt>
                <c:pt idx="102">
                  <c:v>100.6288168596224</c:v>
                </c:pt>
                <c:pt idx="103">
                  <c:v>100.34263109784651</c:v>
                </c:pt>
                <c:pt idx="104">
                  <c:v>100.5196891146429</c:v>
                </c:pt>
                <c:pt idx="105">
                  <c:v>100.66959923313223</c:v>
                </c:pt>
                <c:pt idx="106">
                  <c:v>101.0371595405163</c:v>
                </c:pt>
                <c:pt idx="107">
                  <c:v>101.17143181076614</c:v>
                </c:pt>
                <c:pt idx="108">
                  <c:v>101.07389531131159</c:v>
                </c:pt>
                <c:pt idx="109">
                  <c:v>100.79363438381803</c:v>
                </c:pt>
                <c:pt idx="110">
                  <c:v>100.66566744601101</c:v>
                </c:pt>
                <c:pt idx="111">
                  <c:v>100.09654142855113</c:v>
                </c:pt>
                <c:pt idx="112">
                  <c:v>100.03780991469203</c:v>
                </c:pt>
                <c:pt idx="113">
                  <c:v>100.26567504330779</c:v>
                </c:pt>
                <c:pt idx="114">
                  <c:v>100.29671818299593</c:v>
                </c:pt>
                <c:pt idx="115">
                  <c:v>100.48061674144417</c:v>
                </c:pt>
                <c:pt idx="116">
                  <c:v>100.7154696740342</c:v>
                </c:pt>
                <c:pt idx="117">
                  <c:v>100.88280327465546</c:v>
                </c:pt>
                <c:pt idx="118">
                  <c:v>101.20061267084087</c:v>
                </c:pt>
                <c:pt idx="119">
                  <c:v>100.304694603817</c:v>
                </c:pt>
                <c:pt idx="120">
                  <c:v>99.428217234295914</c:v>
                </c:pt>
                <c:pt idx="121">
                  <c:v>99.787989931381304</c:v>
                </c:pt>
                <c:pt idx="122">
                  <c:v>99.737888815793497</c:v>
                </c:pt>
                <c:pt idx="123">
                  <c:v>99.367508941385125</c:v>
                </c:pt>
                <c:pt idx="124">
                  <c:v>99.229503754451613</c:v>
                </c:pt>
                <c:pt idx="125">
                  <c:v>99.789668053645059</c:v>
                </c:pt>
                <c:pt idx="126">
                  <c:v>99.860882534812802</c:v>
                </c:pt>
                <c:pt idx="127">
                  <c:v>100.35914960286088</c:v>
                </c:pt>
                <c:pt idx="128">
                  <c:v>100.37982394453837</c:v>
                </c:pt>
                <c:pt idx="129">
                  <c:v>100.53525545397909</c:v>
                </c:pt>
                <c:pt idx="130">
                  <c:v>101.00288946734436</c:v>
                </c:pt>
                <c:pt idx="131">
                  <c:v>101.11677668433015</c:v>
                </c:pt>
                <c:pt idx="132">
                  <c:v>101.39416744643398</c:v>
                </c:pt>
                <c:pt idx="133">
                  <c:v>101.17682320695795</c:v>
                </c:pt>
                <c:pt idx="134">
                  <c:v>101.39250676603326</c:v>
                </c:pt>
                <c:pt idx="135">
                  <c:v>101.09961807348104</c:v>
                </c:pt>
                <c:pt idx="136">
                  <c:v>101.14909660756666</c:v>
                </c:pt>
                <c:pt idx="137">
                  <c:v>100.85522465334209</c:v>
                </c:pt>
                <c:pt idx="138">
                  <c:v>100.93818610315026</c:v>
                </c:pt>
                <c:pt idx="139">
                  <c:v>102.09791267687061</c:v>
                </c:pt>
                <c:pt idx="140">
                  <c:v>101.6583789405513</c:v>
                </c:pt>
                <c:pt idx="141">
                  <c:v>101.49593552359904</c:v>
                </c:pt>
                <c:pt idx="142">
                  <c:v>101.40146983229313</c:v>
                </c:pt>
                <c:pt idx="143">
                  <c:v>100.88484529365657</c:v>
                </c:pt>
                <c:pt idx="144">
                  <c:v>100.71752687500945</c:v>
                </c:pt>
                <c:pt idx="145">
                  <c:v>100.20972533455067</c:v>
                </c:pt>
                <c:pt idx="146">
                  <c:v>100.04232839145213</c:v>
                </c:pt>
                <c:pt idx="147">
                  <c:v>99.860307617193257</c:v>
                </c:pt>
                <c:pt idx="148">
                  <c:v>100.07343658512454</c:v>
                </c:pt>
                <c:pt idx="149">
                  <c:v>100.71598580195361</c:v>
                </c:pt>
                <c:pt idx="150">
                  <c:v>101.33780201162249</c:v>
                </c:pt>
                <c:pt idx="151">
                  <c:v>101.44508404588581</c:v>
                </c:pt>
                <c:pt idx="152">
                  <c:v>100.99945989396832</c:v>
                </c:pt>
                <c:pt idx="153">
                  <c:v>101.41124708442788</c:v>
                </c:pt>
                <c:pt idx="154">
                  <c:v>101.78894648765198</c:v>
                </c:pt>
                <c:pt idx="155">
                  <c:v>101.79446698387815</c:v>
                </c:pt>
                <c:pt idx="156">
                  <c:v>102.02061061396077</c:v>
                </c:pt>
                <c:pt idx="157">
                  <c:v>102.17463506119051</c:v>
                </c:pt>
                <c:pt idx="158">
                  <c:v>101.96172809470077</c:v>
                </c:pt>
                <c:pt idx="159">
                  <c:v>101.8880622912921</c:v>
                </c:pt>
                <c:pt idx="160">
                  <c:v>101.89940621867275</c:v>
                </c:pt>
                <c:pt idx="161">
                  <c:v>102.45261878856144</c:v>
                </c:pt>
                <c:pt idx="162">
                  <c:v>102.34056342637665</c:v>
                </c:pt>
                <c:pt idx="163">
                  <c:v>102.21272939283382</c:v>
                </c:pt>
                <c:pt idx="164">
                  <c:v>102.65162649992135</c:v>
                </c:pt>
                <c:pt idx="165">
                  <c:v>102.92155298251218</c:v>
                </c:pt>
                <c:pt idx="166">
                  <c:v>102.97794140560154</c:v>
                </c:pt>
                <c:pt idx="167">
                  <c:v>102.97794140560154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102-4969-B541-3B963A75C9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8475984"/>
        <c:axId val="1575775599"/>
      </c:lineChart>
      <c:dateAx>
        <c:axId val="78475984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33A0"/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1575775599"/>
        <c:crosses val="autoZero"/>
        <c:auto val="1"/>
        <c:lblOffset val="100"/>
        <c:baseTimeUnit val="days"/>
      </c:dateAx>
      <c:valAx>
        <c:axId val="15757755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33A0"/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784759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0033A0"/>
              </a:solidFill>
              <a:latin typeface="+mn-lt"/>
              <a:ea typeface="+mn-ea"/>
              <a:cs typeface="+mn-cs"/>
            </a:defRPr>
          </a:pPr>
          <a:endParaRPr lang="es-P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rgbClr val="0033A0"/>
          </a:solidFill>
        </a:defRPr>
      </a:pPr>
      <a:endParaRPr lang="es-P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RF!$H$17</c:f>
              <c:strCache>
                <c:ptCount val="1"/>
                <c:pt idx="0">
                  <c:v>HYG US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RF!$I$17:$FT$17</c:f>
              <c:numCache>
                <c:formatCode>General</c:formatCode>
                <c:ptCount val="168"/>
                <c:pt idx="0">
                  <c:v>100</c:v>
                </c:pt>
                <c:pt idx="1">
                  <c:v>100.04960932655339</c:v>
                </c:pt>
                <c:pt idx="2">
                  <c:v>100.31005829095869</c:v>
                </c:pt>
                <c:pt idx="3">
                  <c:v>100.3348629542354</c:v>
                </c:pt>
                <c:pt idx="4">
                  <c:v>100.31005829095869</c:v>
                </c:pt>
                <c:pt idx="5">
                  <c:v>100.38447228078878</c:v>
                </c:pt>
                <c:pt idx="6">
                  <c:v>100.45888627061886</c:v>
                </c:pt>
                <c:pt idx="7">
                  <c:v>100.50849559717227</c:v>
                </c:pt>
                <c:pt idx="8">
                  <c:v>100.50849559717227</c:v>
                </c:pt>
                <c:pt idx="9">
                  <c:v>100.50849559717227</c:v>
                </c:pt>
                <c:pt idx="10">
                  <c:v>100.50849559717227</c:v>
                </c:pt>
                <c:pt idx="11">
                  <c:v>100.57050725536401</c:v>
                </c:pt>
                <c:pt idx="12">
                  <c:v>100.57050725536401</c:v>
                </c:pt>
                <c:pt idx="13">
                  <c:v>100.31005829095869</c:v>
                </c:pt>
                <c:pt idx="14">
                  <c:v>100.60771425027907</c:v>
                </c:pt>
                <c:pt idx="15">
                  <c:v>100.68212824010917</c:v>
                </c:pt>
                <c:pt idx="16">
                  <c:v>100.63251891355577</c:v>
                </c:pt>
                <c:pt idx="17">
                  <c:v>100.68212824010918</c:v>
                </c:pt>
                <c:pt idx="18">
                  <c:v>100.66972590847082</c:v>
                </c:pt>
                <c:pt idx="19">
                  <c:v>100.50849559717231</c:v>
                </c:pt>
                <c:pt idx="20">
                  <c:v>100.49609326553396</c:v>
                </c:pt>
                <c:pt idx="21">
                  <c:v>100.60771425027909</c:v>
                </c:pt>
                <c:pt idx="22">
                  <c:v>100.66839696553794</c:v>
                </c:pt>
                <c:pt idx="23">
                  <c:v>100.60607902758726</c:v>
                </c:pt>
                <c:pt idx="24">
                  <c:v>100.48144315168589</c:v>
                </c:pt>
                <c:pt idx="25">
                  <c:v>100.36927086337465</c:v>
                </c:pt>
                <c:pt idx="26">
                  <c:v>100.7182513158985</c:v>
                </c:pt>
                <c:pt idx="27">
                  <c:v>100.85535077938999</c:v>
                </c:pt>
                <c:pt idx="28">
                  <c:v>100.7556420786689</c:v>
                </c:pt>
                <c:pt idx="29">
                  <c:v>100.74317849107877</c:v>
                </c:pt>
                <c:pt idx="30">
                  <c:v>100.69332414071822</c:v>
                </c:pt>
                <c:pt idx="31">
                  <c:v>100.76810566625902</c:v>
                </c:pt>
                <c:pt idx="32">
                  <c:v>100.76810566625902</c:v>
                </c:pt>
                <c:pt idx="33">
                  <c:v>100.71825131589847</c:v>
                </c:pt>
                <c:pt idx="34">
                  <c:v>100.84288719179983</c:v>
                </c:pt>
                <c:pt idx="35">
                  <c:v>100.88027795457025</c:v>
                </c:pt>
                <c:pt idx="36">
                  <c:v>100.95505948011106</c:v>
                </c:pt>
                <c:pt idx="37">
                  <c:v>100.79303284143928</c:v>
                </c:pt>
                <c:pt idx="38">
                  <c:v>100.71825131589846</c:v>
                </c:pt>
                <c:pt idx="39">
                  <c:v>100.85535077938995</c:v>
                </c:pt>
                <c:pt idx="40">
                  <c:v>100.76810566625899</c:v>
                </c:pt>
                <c:pt idx="41">
                  <c:v>100.60607902758721</c:v>
                </c:pt>
                <c:pt idx="42">
                  <c:v>100.54813484584197</c:v>
                </c:pt>
                <c:pt idx="43">
                  <c:v>100.34773995825684</c:v>
                </c:pt>
                <c:pt idx="44">
                  <c:v>100.69843101153083</c:v>
                </c:pt>
                <c:pt idx="45">
                  <c:v>100.29764123636055</c:v>
                </c:pt>
                <c:pt idx="46">
                  <c:v>99.809178697871772</c:v>
                </c:pt>
                <c:pt idx="47">
                  <c:v>100.41036336062719</c:v>
                </c:pt>
                <c:pt idx="48">
                  <c:v>100.24754251446427</c:v>
                </c:pt>
                <c:pt idx="49">
                  <c:v>100.02209826593098</c:v>
                </c:pt>
                <c:pt idx="50">
                  <c:v>99.38333956175336</c:v>
                </c:pt>
                <c:pt idx="51">
                  <c:v>99.195469354642299</c:v>
                </c:pt>
                <c:pt idx="52">
                  <c:v>99.508586366494086</c:v>
                </c:pt>
                <c:pt idx="53">
                  <c:v>99.959474863560644</c:v>
                </c:pt>
                <c:pt idx="54">
                  <c:v>99.445962964123737</c:v>
                </c:pt>
                <c:pt idx="55">
                  <c:v>99.771604656449568</c:v>
                </c:pt>
                <c:pt idx="56">
                  <c:v>98.844778301368322</c:v>
                </c:pt>
                <c:pt idx="57">
                  <c:v>99.496061686020013</c:v>
                </c:pt>
                <c:pt idx="58">
                  <c:v>99.157895313220095</c:v>
                </c:pt>
                <c:pt idx="59">
                  <c:v>99.471012325071882</c:v>
                </c:pt>
                <c:pt idx="60">
                  <c:v>98.844778301368336</c:v>
                </c:pt>
                <c:pt idx="61">
                  <c:v>98.594284691886912</c:v>
                </c:pt>
                <c:pt idx="62">
                  <c:v>98.707006816153552</c:v>
                </c:pt>
                <c:pt idx="63">
                  <c:v>99.646357851708871</c:v>
                </c:pt>
                <c:pt idx="64">
                  <c:v>99.890175712752168</c:v>
                </c:pt>
                <c:pt idx="65">
                  <c:v>100.12929796782868</c:v>
                </c:pt>
                <c:pt idx="66">
                  <c:v>100.12929796782868</c:v>
                </c:pt>
                <c:pt idx="67">
                  <c:v>100.30549331367453</c:v>
                </c:pt>
                <c:pt idx="68">
                  <c:v>100.33066407736681</c:v>
                </c:pt>
                <c:pt idx="69">
                  <c:v>100.92217702413502</c:v>
                </c:pt>
                <c:pt idx="70">
                  <c:v>101.03544546075022</c:v>
                </c:pt>
                <c:pt idx="71">
                  <c:v>100.63271324167398</c:v>
                </c:pt>
                <c:pt idx="72">
                  <c:v>101.01027469705797</c:v>
                </c:pt>
                <c:pt idx="73">
                  <c:v>101.31232386136514</c:v>
                </c:pt>
                <c:pt idx="74">
                  <c:v>101.26198233398061</c:v>
                </c:pt>
                <c:pt idx="75">
                  <c:v>101.12354313367315</c:v>
                </c:pt>
                <c:pt idx="76">
                  <c:v>101.50110458905715</c:v>
                </c:pt>
                <c:pt idx="77">
                  <c:v>101.41300691613421</c:v>
                </c:pt>
                <c:pt idx="78">
                  <c:v>101.14871389736544</c:v>
                </c:pt>
                <c:pt idx="79">
                  <c:v>101.31232386136516</c:v>
                </c:pt>
                <c:pt idx="80">
                  <c:v>101.14871389736545</c:v>
                </c:pt>
                <c:pt idx="81">
                  <c:v>101.28715309767291</c:v>
                </c:pt>
                <c:pt idx="82">
                  <c:v>101.32490924321132</c:v>
                </c:pt>
                <c:pt idx="83">
                  <c:v>101.18647004290388</c:v>
                </c:pt>
                <c:pt idx="84">
                  <c:v>100.84666473305829</c:v>
                </c:pt>
                <c:pt idx="85">
                  <c:v>101.16129927921159</c:v>
                </c:pt>
                <c:pt idx="86">
                  <c:v>101.28618517082978</c:v>
                </c:pt>
                <c:pt idx="87">
                  <c:v>100.9572517690759</c:v>
                </c:pt>
                <c:pt idx="88">
                  <c:v>101.10906718527001</c:v>
                </c:pt>
                <c:pt idx="89">
                  <c:v>101.41269801765822</c:v>
                </c:pt>
                <c:pt idx="90">
                  <c:v>101.03315947717297</c:v>
                </c:pt>
                <c:pt idx="91">
                  <c:v>101.38739544829255</c:v>
                </c:pt>
                <c:pt idx="92">
                  <c:v>101.1849748933671</c:v>
                </c:pt>
                <c:pt idx="93">
                  <c:v>101.04581076185585</c:v>
                </c:pt>
                <c:pt idx="94">
                  <c:v>101.0964159005872</c:v>
                </c:pt>
                <c:pt idx="95">
                  <c:v>101.02050819249015</c:v>
                </c:pt>
                <c:pt idx="96">
                  <c:v>100.52710808985933</c:v>
                </c:pt>
                <c:pt idx="97">
                  <c:v>100.62831836732208</c:v>
                </c:pt>
                <c:pt idx="98">
                  <c:v>100.38794395834807</c:v>
                </c:pt>
                <c:pt idx="99">
                  <c:v>101.03315947717299</c:v>
                </c:pt>
                <c:pt idx="100">
                  <c:v>101.08376461590436</c:v>
                </c:pt>
                <c:pt idx="101">
                  <c:v>101.09641590058719</c:v>
                </c:pt>
                <c:pt idx="102">
                  <c:v>101.09641590058719</c:v>
                </c:pt>
                <c:pt idx="103">
                  <c:v>101.43800058702394</c:v>
                </c:pt>
                <c:pt idx="104">
                  <c:v>101.37474416360972</c:v>
                </c:pt>
                <c:pt idx="105">
                  <c:v>101.50125701043815</c:v>
                </c:pt>
                <c:pt idx="106">
                  <c:v>101.60246728790088</c:v>
                </c:pt>
                <c:pt idx="107">
                  <c:v>101.52485748545963</c:v>
                </c:pt>
                <c:pt idx="108">
                  <c:v>101.60115372104491</c:v>
                </c:pt>
                <c:pt idx="109">
                  <c:v>101.32140085723228</c:v>
                </c:pt>
                <c:pt idx="110">
                  <c:v>101.51214144619544</c:v>
                </c:pt>
                <c:pt idx="111">
                  <c:v>101.00349987562701</c:v>
                </c:pt>
                <c:pt idx="112">
                  <c:v>101.14337630753333</c:v>
                </c:pt>
                <c:pt idx="113">
                  <c:v>101.245104621647</c:v>
                </c:pt>
                <c:pt idx="114">
                  <c:v>101.05436403268382</c:v>
                </c:pt>
                <c:pt idx="115">
                  <c:v>101.65201787810172</c:v>
                </c:pt>
                <c:pt idx="116">
                  <c:v>101.65201787810172</c:v>
                </c:pt>
                <c:pt idx="117">
                  <c:v>101.77917827074383</c:v>
                </c:pt>
                <c:pt idx="118">
                  <c:v>101.76646223147961</c:v>
                </c:pt>
                <c:pt idx="119">
                  <c:v>101.38498105355329</c:v>
                </c:pt>
                <c:pt idx="120">
                  <c:v>101.7410301529512</c:v>
                </c:pt>
                <c:pt idx="121">
                  <c:v>101.7410301529512</c:v>
                </c:pt>
                <c:pt idx="122">
                  <c:v>101.6520178781017</c:v>
                </c:pt>
                <c:pt idx="123">
                  <c:v>101.56300560325224</c:v>
                </c:pt>
                <c:pt idx="124">
                  <c:v>101.5375735247238</c:v>
                </c:pt>
                <c:pt idx="125">
                  <c:v>101.57572164251643</c:v>
                </c:pt>
                <c:pt idx="126">
                  <c:v>101.51214144619537</c:v>
                </c:pt>
                <c:pt idx="127">
                  <c:v>101.74103015295118</c:v>
                </c:pt>
                <c:pt idx="128">
                  <c:v>101.69016599589433</c:v>
                </c:pt>
                <c:pt idx="129">
                  <c:v>101.67584655169283</c:v>
                </c:pt>
                <c:pt idx="130">
                  <c:v>101.82914598109605</c:v>
                </c:pt>
                <c:pt idx="131">
                  <c:v>101.82914598109605</c:v>
                </c:pt>
                <c:pt idx="132">
                  <c:v>102.03354522030038</c:v>
                </c:pt>
                <c:pt idx="133">
                  <c:v>101.89302074334742</c:v>
                </c:pt>
                <c:pt idx="134">
                  <c:v>101.76527121884472</c:v>
                </c:pt>
                <c:pt idx="135">
                  <c:v>101.88024579089715</c:v>
                </c:pt>
                <c:pt idx="136">
                  <c:v>101.82914598109606</c:v>
                </c:pt>
                <c:pt idx="137">
                  <c:v>101.58642188454095</c:v>
                </c:pt>
                <c:pt idx="138">
                  <c:v>101.79082112374527</c:v>
                </c:pt>
                <c:pt idx="139">
                  <c:v>101.95689550559877</c:v>
                </c:pt>
                <c:pt idx="140">
                  <c:v>101.94412055314849</c:v>
                </c:pt>
                <c:pt idx="141">
                  <c:v>101.75249626639447</c:v>
                </c:pt>
                <c:pt idx="142">
                  <c:v>101.79082112374529</c:v>
                </c:pt>
                <c:pt idx="143">
                  <c:v>101.75249626639447</c:v>
                </c:pt>
                <c:pt idx="144">
                  <c:v>101.58642188454097</c:v>
                </c:pt>
                <c:pt idx="145">
                  <c:v>101.21594826348317</c:v>
                </c:pt>
                <c:pt idx="146">
                  <c:v>101.21594826348317</c:v>
                </c:pt>
                <c:pt idx="147">
                  <c:v>101.26704807328423</c:v>
                </c:pt>
                <c:pt idx="148">
                  <c:v>101.45867236003829</c:v>
                </c:pt>
                <c:pt idx="149">
                  <c:v>101.22872321593344</c:v>
                </c:pt>
                <c:pt idx="150">
                  <c:v>101.52254712228964</c:v>
                </c:pt>
                <c:pt idx="151">
                  <c:v>101.53532207473991</c:v>
                </c:pt>
                <c:pt idx="152">
                  <c:v>101.81040529173094</c:v>
                </c:pt>
                <c:pt idx="153">
                  <c:v>102.11849377073756</c:v>
                </c:pt>
                <c:pt idx="154">
                  <c:v>102.07998271086173</c:v>
                </c:pt>
                <c:pt idx="155">
                  <c:v>102.00296059111007</c:v>
                </c:pt>
                <c:pt idx="156">
                  <c:v>102.19551589048922</c:v>
                </c:pt>
                <c:pt idx="157">
                  <c:v>102.0286346310273</c:v>
                </c:pt>
                <c:pt idx="158">
                  <c:v>102.06714569090313</c:v>
                </c:pt>
                <c:pt idx="159">
                  <c:v>102.19551589048923</c:v>
                </c:pt>
                <c:pt idx="160">
                  <c:v>102.4265822497442</c:v>
                </c:pt>
                <c:pt idx="161">
                  <c:v>102.32388609007532</c:v>
                </c:pt>
                <c:pt idx="162">
                  <c:v>102.19551589048923</c:v>
                </c:pt>
                <c:pt idx="163">
                  <c:v>102.09281973082035</c:v>
                </c:pt>
                <c:pt idx="164">
                  <c:v>102.32388609007531</c:v>
                </c:pt>
                <c:pt idx="165">
                  <c:v>102.13133079069618</c:v>
                </c:pt>
                <c:pt idx="166">
                  <c:v>102.19551589048923</c:v>
                </c:pt>
                <c:pt idx="167">
                  <c:v>102.19551589048923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7BF-4BD6-A870-A038F68D2A1E}"/>
            </c:ext>
          </c:extLst>
        </c:ser>
        <c:ser>
          <c:idx val="1"/>
          <c:order val="1"/>
          <c:tx>
            <c:strRef>
              <c:f>RF!$H$18</c:f>
              <c:strCache>
                <c:ptCount val="1"/>
                <c:pt idx="0">
                  <c:v>BBFCBIU LX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RF!$I$18:$FT$18</c:f>
              <c:numCache>
                <c:formatCode>General</c:formatCode>
                <c:ptCount val="168"/>
                <c:pt idx="0">
                  <c:v>100</c:v>
                </c:pt>
                <c:pt idx="1">
                  <c:v>100.03164843114205</c:v>
                </c:pt>
                <c:pt idx="2">
                  <c:v>100.0632968622841</c:v>
                </c:pt>
                <c:pt idx="3">
                  <c:v>100.10398770232389</c:v>
                </c:pt>
                <c:pt idx="4">
                  <c:v>100.18989058685234</c:v>
                </c:pt>
                <c:pt idx="5">
                  <c:v>100.24414504023872</c:v>
                </c:pt>
                <c:pt idx="6">
                  <c:v>100.43855683153993</c:v>
                </c:pt>
                <c:pt idx="7">
                  <c:v>100.71035519929622</c:v>
                </c:pt>
                <c:pt idx="8">
                  <c:v>100.9096740023175</c:v>
                </c:pt>
                <c:pt idx="9">
                  <c:v>100.95950370307283</c:v>
                </c:pt>
                <c:pt idx="10">
                  <c:v>100.99121351264438</c:v>
                </c:pt>
                <c:pt idx="11">
                  <c:v>101.03198326780782</c:v>
                </c:pt>
                <c:pt idx="12">
                  <c:v>101.09993285974689</c:v>
                </c:pt>
                <c:pt idx="13">
                  <c:v>101.11805275093063</c:v>
                </c:pt>
                <c:pt idx="14">
                  <c:v>100.95497373027686</c:v>
                </c:pt>
                <c:pt idx="15">
                  <c:v>100.71941514488807</c:v>
                </c:pt>
                <c:pt idx="16">
                  <c:v>100.87796419274589</c:v>
                </c:pt>
                <c:pt idx="17">
                  <c:v>101.20865220684937</c:v>
                </c:pt>
                <c:pt idx="18">
                  <c:v>101.25395193480875</c:v>
                </c:pt>
                <c:pt idx="19">
                  <c:v>101.35361133631939</c:v>
                </c:pt>
                <c:pt idx="20">
                  <c:v>101.50310043858535</c:v>
                </c:pt>
                <c:pt idx="21">
                  <c:v>101.58463994891223</c:v>
                </c:pt>
                <c:pt idx="22">
                  <c:v>101.5801099761163</c:v>
                </c:pt>
                <c:pt idx="23">
                  <c:v>101.65258954085131</c:v>
                </c:pt>
                <c:pt idx="24">
                  <c:v>101.71600915999443</c:v>
                </c:pt>
                <c:pt idx="25">
                  <c:v>101.92438790860759</c:v>
                </c:pt>
                <c:pt idx="26">
                  <c:v>101.95156774538322</c:v>
                </c:pt>
                <c:pt idx="27">
                  <c:v>101.77942877913758</c:v>
                </c:pt>
                <c:pt idx="28">
                  <c:v>101.81566856150506</c:v>
                </c:pt>
                <c:pt idx="29">
                  <c:v>101.89267809903603</c:v>
                </c:pt>
                <c:pt idx="30">
                  <c:v>101.93344785419949</c:v>
                </c:pt>
                <c:pt idx="31">
                  <c:v>101.87002823505635</c:v>
                </c:pt>
                <c:pt idx="32">
                  <c:v>102.00592741893449</c:v>
                </c:pt>
                <c:pt idx="33">
                  <c:v>101.96062769097512</c:v>
                </c:pt>
                <c:pt idx="34">
                  <c:v>102.06934703807762</c:v>
                </c:pt>
                <c:pt idx="35">
                  <c:v>102.13276665722076</c:v>
                </c:pt>
                <c:pt idx="36">
                  <c:v>102.31396556905828</c:v>
                </c:pt>
                <c:pt idx="37">
                  <c:v>102.36379526981361</c:v>
                </c:pt>
                <c:pt idx="38">
                  <c:v>102.39097510658924</c:v>
                </c:pt>
                <c:pt idx="39">
                  <c:v>102.45439472573237</c:v>
                </c:pt>
                <c:pt idx="40">
                  <c:v>102.41815494336488</c:v>
                </c:pt>
                <c:pt idx="41">
                  <c:v>102.43627483454864</c:v>
                </c:pt>
                <c:pt idx="42">
                  <c:v>102.48610453530397</c:v>
                </c:pt>
                <c:pt idx="43">
                  <c:v>102.08293695646546</c:v>
                </c:pt>
                <c:pt idx="44">
                  <c:v>101.58010997611633</c:v>
                </c:pt>
                <c:pt idx="45">
                  <c:v>100.80548462801092</c:v>
                </c:pt>
                <c:pt idx="46">
                  <c:v>101.49857046578944</c:v>
                </c:pt>
                <c:pt idx="47">
                  <c:v>101.34002141793161</c:v>
                </c:pt>
                <c:pt idx="48">
                  <c:v>100.90061405672562</c:v>
                </c:pt>
                <c:pt idx="49">
                  <c:v>100.38872713078462</c:v>
                </c:pt>
                <c:pt idx="50">
                  <c:v>100.67864538972465</c:v>
                </c:pt>
                <c:pt idx="51">
                  <c:v>100.67864538972465</c:v>
                </c:pt>
                <c:pt idx="52">
                  <c:v>99.66846145623046</c:v>
                </c:pt>
                <c:pt idx="53">
                  <c:v>99.36948325169854</c:v>
                </c:pt>
                <c:pt idx="54">
                  <c:v>99.94025982398675</c:v>
                </c:pt>
                <c:pt idx="55">
                  <c:v>100.32530751164148</c:v>
                </c:pt>
                <c:pt idx="56">
                  <c:v>100.18487835496741</c:v>
                </c:pt>
                <c:pt idx="57">
                  <c:v>99.600511864291406</c:v>
                </c:pt>
                <c:pt idx="58">
                  <c:v>99.124864720717895</c:v>
                </c:pt>
                <c:pt idx="59">
                  <c:v>98.893836108125058</c:v>
                </c:pt>
                <c:pt idx="60">
                  <c:v>99.025205319207259</c:v>
                </c:pt>
                <c:pt idx="61">
                  <c:v>99.50085246278077</c:v>
                </c:pt>
                <c:pt idx="62">
                  <c:v>99.088624938350392</c:v>
                </c:pt>
                <c:pt idx="63">
                  <c:v>98.490668529286552</c:v>
                </c:pt>
                <c:pt idx="64">
                  <c:v>98.354769345408414</c:v>
                </c:pt>
                <c:pt idx="65">
                  <c:v>98.776056815430664</c:v>
                </c:pt>
                <c:pt idx="66">
                  <c:v>99.709231211393927</c:v>
                </c:pt>
                <c:pt idx="67">
                  <c:v>99.709231211393927</c:v>
                </c:pt>
                <c:pt idx="68">
                  <c:v>99.709231211393927</c:v>
                </c:pt>
                <c:pt idx="69">
                  <c:v>99.392133115678249</c:v>
                </c:pt>
                <c:pt idx="70">
                  <c:v>99.609571809883263</c:v>
                </c:pt>
                <c:pt idx="71">
                  <c:v>101.11805275093067</c:v>
                </c:pt>
                <c:pt idx="72">
                  <c:v>100.92326392070534</c:v>
                </c:pt>
                <c:pt idx="73">
                  <c:v>101.14976256050224</c:v>
                </c:pt>
                <c:pt idx="74">
                  <c:v>100.99121351264441</c:v>
                </c:pt>
                <c:pt idx="75">
                  <c:v>101.31284158115602</c:v>
                </c:pt>
                <c:pt idx="76">
                  <c:v>101.34002141793167</c:v>
                </c:pt>
                <c:pt idx="77">
                  <c:v>101.41250098266669</c:v>
                </c:pt>
                <c:pt idx="78">
                  <c:v>101.72959907838235</c:v>
                </c:pt>
                <c:pt idx="79">
                  <c:v>101.70241924160672</c:v>
                </c:pt>
                <c:pt idx="80">
                  <c:v>101.78848872472955</c:v>
                </c:pt>
                <c:pt idx="81">
                  <c:v>101.76583886074987</c:v>
                </c:pt>
                <c:pt idx="82">
                  <c:v>101.68429935042298</c:v>
                </c:pt>
                <c:pt idx="83">
                  <c:v>101.63446964966766</c:v>
                </c:pt>
                <c:pt idx="84">
                  <c:v>101.66164948644328</c:v>
                </c:pt>
                <c:pt idx="85">
                  <c:v>101.54836988057944</c:v>
                </c:pt>
                <c:pt idx="86">
                  <c:v>101.5030580382339</c:v>
                </c:pt>
                <c:pt idx="87">
                  <c:v>101.5030580382339</c:v>
                </c:pt>
                <c:pt idx="88">
                  <c:v>101.5030580382339</c:v>
                </c:pt>
                <c:pt idx="89">
                  <c:v>101.42149672201195</c:v>
                </c:pt>
                <c:pt idx="90">
                  <c:v>101.512120406703</c:v>
                </c:pt>
                <c:pt idx="91">
                  <c:v>101.92898935628193</c:v>
                </c:pt>
                <c:pt idx="92">
                  <c:v>101.98789475133114</c:v>
                </c:pt>
                <c:pt idx="93">
                  <c:v>101.87914632970185</c:v>
                </c:pt>
                <c:pt idx="94">
                  <c:v>101.82477211888721</c:v>
                </c:pt>
                <c:pt idx="95">
                  <c:v>101.57102580175221</c:v>
                </c:pt>
                <c:pt idx="96">
                  <c:v>101.57102580175221</c:v>
                </c:pt>
                <c:pt idx="97">
                  <c:v>101.54383869634489</c:v>
                </c:pt>
                <c:pt idx="98">
                  <c:v>101.30821711614811</c:v>
                </c:pt>
                <c:pt idx="99">
                  <c:v>101.25837408956802</c:v>
                </c:pt>
                <c:pt idx="100">
                  <c:v>101.09072027288954</c:v>
                </c:pt>
                <c:pt idx="101">
                  <c:v>101.2900923792099</c:v>
                </c:pt>
                <c:pt idx="102">
                  <c:v>101.48040211706116</c:v>
                </c:pt>
                <c:pt idx="103">
                  <c:v>101.48040211706116</c:v>
                </c:pt>
                <c:pt idx="104">
                  <c:v>101.69336777608517</c:v>
                </c:pt>
                <c:pt idx="105">
                  <c:v>102.07851843602221</c:v>
                </c:pt>
                <c:pt idx="106">
                  <c:v>102.48786953254415</c:v>
                </c:pt>
                <c:pt idx="107">
                  <c:v>102.36051585807066</c:v>
                </c:pt>
                <c:pt idx="108">
                  <c:v>102.51970795116252</c:v>
                </c:pt>
                <c:pt idx="109">
                  <c:v>102.3377741304861</c:v>
                </c:pt>
                <c:pt idx="110">
                  <c:v>102.46057945944268</c:v>
                </c:pt>
                <c:pt idx="111">
                  <c:v>102.38780593117212</c:v>
                </c:pt>
                <c:pt idx="112">
                  <c:v>102.4196443497905</c:v>
                </c:pt>
                <c:pt idx="113">
                  <c:v>102.43328938634124</c:v>
                </c:pt>
                <c:pt idx="114">
                  <c:v>102.30138736635084</c:v>
                </c:pt>
                <c:pt idx="115">
                  <c:v>102.39690262220597</c:v>
                </c:pt>
                <c:pt idx="116">
                  <c:v>102.25135556566484</c:v>
                </c:pt>
                <c:pt idx="117">
                  <c:v>102.2331621835972</c:v>
                </c:pt>
                <c:pt idx="118">
                  <c:v>102.56519140633166</c:v>
                </c:pt>
                <c:pt idx="119">
                  <c:v>103.0154776125058</c:v>
                </c:pt>
                <c:pt idx="120">
                  <c:v>103.11554121387785</c:v>
                </c:pt>
                <c:pt idx="121">
                  <c:v>103.17466970559769</c:v>
                </c:pt>
                <c:pt idx="122">
                  <c:v>103.12008955939477</c:v>
                </c:pt>
                <c:pt idx="123">
                  <c:v>103.12008955939477</c:v>
                </c:pt>
                <c:pt idx="124">
                  <c:v>103.12008955939477</c:v>
                </c:pt>
                <c:pt idx="125">
                  <c:v>103.16557301456388</c:v>
                </c:pt>
                <c:pt idx="126">
                  <c:v>103.20650812421606</c:v>
                </c:pt>
                <c:pt idx="127">
                  <c:v>103.38389359937557</c:v>
                </c:pt>
                <c:pt idx="128">
                  <c:v>103.36115187179101</c:v>
                </c:pt>
                <c:pt idx="129">
                  <c:v>103.45211878212922</c:v>
                </c:pt>
                <c:pt idx="130">
                  <c:v>103.76140627727914</c:v>
                </c:pt>
                <c:pt idx="131">
                  <c:v>103.76140627727914</c:v>
                </c:pt>
                <c:pt idx="132">
                  <c:v>103.96153348002319</c:v>
                </c:pt>
                <c:pt idx="133">
                  <c:v>104.08888715449669</c:v>
                </c:pt>
                <c:pt idx="134">
                  <c:v>104.31175608482532</c:v>
                </c:pt>
                <c:pt idx="135">
                  <c:v>104.2571759386224</c:v>
                </c:pt>
                <c:pt idx="136">
                  <c:v>103.83417980554972</c:v>
                </c:pt>
                <c:pt idx="137">
                  <c:v>103.8569215331343</c:v>
                </c:pt>
                <c:pt idx="138">
                  <c:v>103.99337189864161</c:v>
                </c:pt>
                <c:pt idx="139">
                  <c:v>103.90695333382031</c:v>
                </c:pt>
                <c:pt idx="140">
                  <c:v>103.89330829726957</c:v>
                </c:pt>
                <c:pt idx="141">
                  <c:v>103.86146987865121</c:v>
                </c:pt>
                <c:pt idx="142">
                  <c:v>103.88875995175266</c:v>
                </c:pt>
                <c:pt idx="143">
                  <c:v>103.92059837037102</c:v>
                </c:pt>
                <c:pt idx="144">
                  <c:v>103.88875995175266</c:v>
                </c:pt>
                <c:pt idx="145">
                  <c:v>103.88875995175266</c:v>
                </c:pt>
                <c:pt idx="146">
                  <c:v>103.820534768999</c:v>
                </c:pt>
                <c:pt idx="147">
                  <c:v>103.39753863592632</c:v>
                </c:pt>
                <c:pt idx="148">
                  <c:v>103.30657172558811</c:v>
                </c:pt>
                <c:pt idx="149">
                  <c:v>103.7795996593468</c:v>
                </c:pt>
                <c:pt idx="150">
                  <c:v>103.72956785866079</c:v>
                </c:pt>
                <c:pt idx="151">
                  <c:v>103.54308569246746</c:v>
                </c:pt>
                <c:pt idx="152">
                  <c:v>103.63860094832259</c:v>
                </c:pt>
                <c:pt idx="153">
                  <c:v>103.90240498830339</c:v>
                </c:pt>
                <c:pt idx="154">
                  <c:v>104.35723953999444</c:v>
                </c:pt>
                <c:pt idx="155">
                  <c:v>104.68017207169508</c:v>
                </c:pt>
                <c:pt idx="156">
                  <c:v>104.80297740065166</c:v>
                </c:pt>
                <c:pt idx="157">
                  <c:v>104.8621058923715</c:v>
                </c:pt>
                <c:pt idx="158">
                  <c:v>104.88484761995603</c:v>
                </c:pt>
                <c:pt idx="159">
                  <c:v>104.89849265650676</c:v>
                </c:pt>
                <c:pt idx="160">
                  <c:v>104.7802356730671</c:v>
                </c:pt>
                <c:pt idx="161">
                  <c:v>104.68482809603313</c:v>
                </c:pt>
                <c:pt idx="162">
                  <c:v>104.7756924551131</c:v>
                </c:pt>
                <c:pt idx="163">
                  <c:v>104.7529763653431</c:v>
                </c:pt>
                <c:pt idx="164">
                  <c:v>104.68028487807912</c:v>
                </c:pt>
                <c:pt idx="165">
                  <c:v>104.38951892902323</c:v>
                </c:pt>
                <c:pt idx="166">
                  <c:v>104.28048169812725</c:v>
                </c:pt>
                <c:pt idx="167">
                  <c:v>104.28048169812725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7BF-4BD6-A870-A038F68D2A1E}"/>
            </c:ext>
          </c:extLst>
        </c:ser>
        <c:ser>
          <c:idx val="2"/>
          <c:order val="2"/>
          <c:tx>
            <c:strRef>
              <c:f>RF!$H$19</c:f>
              <c:strCache>
                <c:ptCount val="1"/>
                <c:pt idx="0">
                  <c:v>JUHYBIH LX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RF!$I$19:$FT$19</c:f>
              <c:numCache>
                <c:formatCode>General</c:formatCode>
                <c:ptCount val="168"/>
                <c:pt idx="0">
                  <c:v>100</c:v>
                </c:pt>
                <c:pt idx="1">
                  <c:v>100.06337135614703</c:v>
                </c:pt>
                <c:pt idx="2">
                  <c:v>100.15842839036758</c:v>
                </c:pt>
                <c:pt idx="3">
                  <c:v>100.41191381495568</c:v>
                </c:pt>
                <c:pt idx="4">
                  <c:v>100.48320659062108</c:v>
                </c:pt>
                <c:pt idx="5">
                  <c:v>100.53073510773135</c:v>
                </c:pt>
                <c:pt idx="6">
                  <c:v>100.48320659062108</c:v>
                </c:pt>
                <c:pt idx="7">
                  <c:v>100.58618504435999</c:v>
                </c:pt>
                <c:pt idx="8">
                  <c:v>100.53865652724973</c:v>
                </c:pt>
                <c:pt idx="9">
                  <c:v>100.68124207858051</c:v>
                </c:pt>
                <c:pt idx="10">
                  <c:v>100.67332065906214</c:v>
                </c:pt>
                <c:pt idx="11">
                  <c:v>100.75253485424592</c:v>
                </c:pt>
                <c:pt idx="12">
                  <c:v>100.75253485424592</c:v>
                </c:pt>
                <c:pt idx="13">
                  <c:v>100.75253485424592</c:v>
                </c:pt>
                <c:pt idx="14">
                  <c:v>100.67332065906214</c:v>
                </c:pt>
                <c:pt idx="15">
                  <c:v>100.87135614702157</c:v>
                </c:pt>
                <c:pt idx="16">
                  <c:v>100.9664131812421</c:v>
                </c:pt>
                <c:pt idx="17">
                  <c:v>101.0377059569075</c:v>
                </c:pt>
                <c:pt idx="18">
                  <c:v>101.0773130544994</c:v>
                </c:pt>
                <c:pt idx="19">
                  <c:v>101.10899873257291</c:v>
                </c:pt>
                <c:pt idx="20">
                  <c:v>101.14860583016481</c:v>
                </c:pt>
                <c:pt idx="21">
                  <c:v>101.08523447401778</c:v>
                </c:pt>
                <c:pt idx="22">
                  <c:v>101.21989860583021</c:v>
                </c:pt>
                <c:pt idx="23">
                  <c:v>101.26742712294048</c:v>
                </c:pt>
                <c:pt idx="24">
                  <c:v>101.34664131812426</c:v>
                </c:pt>
                <c:pt idx="25">
                  <c:v>101.3704055766794</c:v>
                </c:pt>
                <c:pt idx="26">
                  <c:v>101.299112801014</c:v>
                </c:pt>
                <c:pt idx="27">
                  <c:v>101.34664131812427</c:v>
                </c:pt>
                <c:pt idx="28">
                  <c:v>101.36248415716102</c:v>
                </c:pt>
                <c:pt idx="29">
                  <c:v>101.32287705956912</c:v>
                </c:pt>
                <c:pt idx="30">
                  <c:v>101.27534854245886</c:v>
                </c:pt>
                <c:pt idx="31">
                  <c:v>101.22782002534859</c:v>
                </c:pt>
                <c:pt idx="32">
                  <c:v>101.31495564005074</c:v>
                </c:pt>
                <c:pt idx="33">
                  <c:v>101.31495564005074</c:v>
                </c:pt>
                <c:pt idx="34">
                  <c:v>101.1486058301648</c:v>
                </c:pt>
                <c:pt idx="35">
                  <c:v>101.2515842839037</c:v>
                </c:pt>
                <c:pt idx="36">
                  <c:v>101.33079847908749</c:v>
                </c:pt>
                <c:pt idx="37">
                  <c:v>101.41001267427127</c:v>
                </c:pt>
                <c:pt idx="38">
                  <c:v>101.42585551330801</c:v>
                </c:pt>
                <c:pt idx="39">
                  <c:v>101.37040557667937</c:v>
                </c:pt>
                <c:pt idx="40">
                  <c:v>101.44961977186315</c:v>
                </c:pt>
                <c:pt idx="41">
                  <c:v>101.50506970849179</c:v>
                </c:pt>
                <c:pt idx="42">
                  <c:v>101.26742712294046</c:v>
                </c:pt>
                <c:pt idx="43">
                  <c:v>100.97433460076049</c:v>
                </c:pt>
                <c:pt idx="44">
                  <c:v>100.91096324461347</c:v>
                </c:pt>
                <c:pt idx="45">
                  <c:v>101.21197718631181</c:v>
                </c:pt>
                <c:pt idx="46">
                  <c:v>101.12484157160966</c:v>
                </c:pt>
                <c:pt idx="47">
                  <c:v>100.52281368821296</c:v>
                </c:pt>
                <c:pt idx="48">
                  <c:v>100.98225602027885</c:v>
                </c:pt>
                <c:pt idx="49">
                  <c:v>101.02978453738912</c:v>
                </c:pt>
                <c:pt idx="50">
                  <c:v>100.83174904942967</c:v>
                </c:pt>
                <c:pt idx="51">
                  <c:v>100.4673637515843</c:v>
                </c:pt>
                <c:pt idx="52">
                  <c:v>100.30893536121674</c:v>
                </c:pt>
                <c:pt idx="53">
                  <c:v>100.54657794676808</c:v>
                </c:pt>
                <c:pt idx="54">
                  <c:v>100.87927756653993</c:v>
                </c:pt>
                <c:pt idx="55">
                  <c:v>100.4277566539924</c:v>
                </c:pt>
                <c:pt idx="56">
                  <c:v>100.22179974651459</c:v>
                </c:pt>
                <c:pt idx="57">
                  <c:v>99.738593155893554</c:v>
                </c:pt>
                <c:pt idx="58">
                  <c:v>100.01584283903679</c:v>
                </c:pt>
                <c:pt idx="59">
                  <c:v>100.1901140684411</c:v>
                </c:pt>
                <c:pt idx="60">
                  <c:v>100.07129277566544</c:v>
                </c:pt>
                <c:pt idx="61">
                  <c:v>99.66730038022817</c:v>
                </c:pt>
                <c:pt idx="62">
                  <c:v>99.469264892268725</c:v>
                </c:pt>
                <c:pt idx="63">
                  <c:v>99.611850443599522</c:v>
                </c:pt>
                <c:pt idx="64">
                  <c:v>100.31685678073512</c:v>
                </c:pt>
                <c:pt idx="65">
                  <c:v>100.38022813688215</c:v>
                </c:pt>
                <c:pt idx="66">
                  <c:v>100.38022813688215</c:v>
                </c:pt>
                <c:pt idx="67">
                  <c:v>100.38022813688215</c:v>
                </c:pt>
                <c:pt idx="68">
                  <c:v>100.76045627376429</c:v>
                </c:pt>
                <c:pt idx="69">
                  <c:v>101.27534854245884</c:v>
                </c:pt>
                <c:pt idx="70">
                  <c:v>101.66349809885935</c:v>
                </c:pt>
                <c:pt idx="71">
                  <c:v>101.8219264892269</c:v>
                </c:pt>
                <c:pt idx="72">
                  <c:v>101.8219264892269</c:v>
                </c:pt>
                <c:pt idx="73">
                  <c:v>101.98035487959447</c:v>
                </c:pt>
                <c:pt idx="74">
                  <c:v>102.3288973384031</c:v>
                </c:pt>
                <c:pt idx="75">
                  <c:v>102.49524714828901</c:v>
                </c:pt>
                <c:pt idx="76">
                  <c:v>102.49524714828901</c:v>
                </c:pt>
                <c:pt idx="77">
                  <c:v>102.82794676806088</c:v>
                </c:pt>
                <c:pt idx="78">
                  <c:v>102.80418250950575</c:v>
                </c:pt>
                <c:pt idx="79">
                  <c:v>102.6774397972117</c:v>
                </c:pt>
                <c:pt idx="80">
                  <c:v>102.66159695817494</c:v>
                </c:pt>
                <c:pt idx="81">
                  <c:v>102.59030418250954</c:v>
                </c:pt>
                <c:pt idx="82">
                  <c:v>102.72496831432198</c:v>
                </c:pt>
                <c:pt idx="83">
                  <c:v>102.66159695817495</c:v>
                </c:pt>
                <c:pt idx="84">
                  <c:v>102.47940430925227</c:v>
                </c:pt>
                <c:pt idx="85">
                  <c:v>102.1314804057332</c:v>
                </c:pt>
                <c:pt idx="86">
                  <c:v>102.1314804057332</c:v>
                </c:pt>
                <c:pt idx="87">
                  <c:v>102.1314804057332</c:v>
                </c:pt>
                <c:pt idx="88">
                  <c:v>102.1314804057332</c:v>
                </c:pt>
                <c:pt idx="89">
                  <c:v>102.54266320080119</c:v>
                </c:pt>
                <c:pt idx="90">
                  <c:v>102.74825459833518</c:v>
                </c:pt>
                <c:pt idx="91">
                  <c:v>102.67708834534264</c:v>
                </c:pt>
                <c:pt idx="92">
                  <c:v>102.62964417668096</c:v>
                </c:pt>
                <c:pt idx="93">
                  <c:v>102.55057056224481</c:v>
                </c:pt>
                <c:pt idx="94">
                  <c:v>102.40823805625973</c:v>
                </c:pt>
                <c:pt idx="95">
                  <c:v>102.40823805625973</c:v>
                </c:pt>
                <c:pt idx="96">
                  <c:v>102.42405277914698</c:v>
                </c:pt>
                <c:pt idx="97">
                  <c:v>102.24218346594384</c:v>
                </c:pt>
                <c:pt idx="98">
                  <c:v>102.23427610450021</c:v>
                </c:pt>
                <c:pt idx="99">
                  <c:v>102.00496262263538</c:v>
                </c:pt>
                <c:pt idx="100">
                  <c:v>102.21055402016935</c:v>
                </c:pt>
                <c:pt idx="101">
                  <c:v>102.31334971893635</c:v>
                </c:pt>
                <c:pt idx="102">
                  <c:v>102.31334971893635</c:v>
                </c:pt>
                <c:pt idx="103">
                  <c:v>102.49521903213952</c:v>
                </c:pt>
                <c:pt idx="104">
                  <c:v>102.73243987544797</c:v>
                </c:pt>
                <c:pt idx="105">
                  <c:v>102.71662515256075</c:v>
                </c:pt>
                <c:pt idx="106">
                  <c:v>102.88265418028581</c:v>
                </c:pt>
                <c:pt idx="107">
                  <c:v>103.14355693813945</c:v>
                </c:pt>
                <c:pt idx="108">
                  <c:v>102.96171562205963</c:v>
                </c:pt>
                <c:pt idx="109">
                  <c:v>103.01705863130132</c:v>
                </c:pt>
                <c:pt idx="110">
                  <c:v>102.9300910453501</c:v>
                </c:pt>
                <c:pt idx="111">
                  <c:v>102.99334019876916</c:v>
                </c:pt>
                <c:pt idx="112">
                  <c:v>102.77987430597982</c:v>
                </c:pt>
                <c:pt idx="113">
                  <c:v>102.81940502686673</c:v>
                </c:pt>
                <c:pt idx="114">
                  <c:v>102.83521731522148</c:v>
                </c:pt>
                <c:pt idx="115">
                  <c:v>102.81940502686673</c:v>
                </c:pt>
                <c:pt idx="116">
                  <c:v>103.06449549636559</c:v>
                </c:pt>
                <c:pt idx="117">
                  <c:v>103.34911668675137</c:v>
                </c:pt>
                <c:pt idx="118">
                  <c:v>103.51514571447643</c:v>
                </c:pt>
                <c:pt idx="119">
                  <c:v>103.48352113776689</c:v>
                </c:pt>
                <c:pt idx="120">
                  <c:v>103.37283511928354</c:v>
                </c:pt>
                <c:pt idx="121">
                  <c:v>103.341210542574</c:v>
                </c:pt>
                <c:pt idx="122">
                  <c:v>103.40445969599304</c:v>
                </c:pt>
                <c:pt idx="123">
                  <c:v>103.40445969599304</c:v>
                </c:pt>
                <c:pt idx="124">
                  <c:v>103.29377367750969</c:v>
                </c:pt>
                <c:pt idx="125">
                  <c:v>103.39655355181567</c:v>
                </c:pt>
                <c:pt idx="126">
                  <c:v>103.41236584017044</c:v>
                </c:pt>
                <c:pt idx="127">
                  <c:v>103.40445969599304</c:v>
                </c:pt>
                <c:pt idx="128">
                  <c:v>103.44399041687997</c:v>
                </c:pt>
                <c:pt idx="129">
                  <c:v>103.25424295662276</c:v>
                </c:pt>
                <c:pt idx="130">
                  <c:v>103.15146308231679</c:v>
                </c:pt>
                <c:pt idx="131">
                  <c:v>103.30167982168707</c:v>
                </c:pt>
                <c:pt idx="132">
                  <c:v>103.40445969599304</c:v>
                </c:pt>
                <c:pt idx="133">
                  <c:v>103.54677029118594</c:v>
                </c:pt>
                <c:pt idx="134">
                  <c:v>103.46770884941211</c:v>
                </c:pt>
                <c:pt idx="135">
                  <c:v>103.34911668675136</c:v>
                </c:pt>
                <c:pt idx="136">
                  <c:v>103.41236584017044</c:v>
                </c:pt>
                <c:pt idx="137">
                  <c:v>103.44399041687997</c:v>
                </c:pt>
                <c:pt idx="138">
                  <c:v>103.30167982168707</c:v>
                </c:pt>
                <c:pt idx="139">
                  <c:v>103.33330439839661</c:v>
                </c:pt>
                <c:pt idx="140">
                  <c:v>103.45189656105735</c:v>
                </c:pt>
                <c:pt idx="141">
                  <c:v>103.53886414700858</c:v>
                </c:pt>
                <c:pt idx="142">
                  <c:v>103.53886414700858</c:v>
                </c:pt>
                <c:pt idx="143">
                  <c:v>103.53095800283118</c:v>
                </c:pt>
                <c:pt idx="144">
                  <c:v>103.41236584017047</c:v>
                </c:pt>
                <c:pt idx="145">
                  <c:v>103.36492897510617</c:v>
                </c:pt>
                <c:pt idx="146">
                  <c:v>103.17518151484897</c:v>
                </c:pt>
                <c:pt idx="147">
                  <c:v>103.1672753706716</c:v>
                </c:pt>
                <c:pt idx="148">
                  <c:v>103.12774464978469</c:v>
                </c:pt>
                <c:pt idx="149">
                  <c:v>103.01705863130134</c:v>
                </c:pt>
                <c:pt idx="150">
                  <c:v>103.00915248712394</c:v>
                </c:pt>
                <c:pt idx="151">
                  <c:v>103.26214910080022</c:v>
                </c:pt>
                <c:pt idx="152">
                  <c:v>103.33330439839665</c:v>
                </c:pt>
                <c:pt idx="153">
                  <c:v>103.41236584017049</c:v>
                </c:pt>
                <c:pt idx="154">
                  <c:v>103.68908088637889</c:v>
                </c:pt>
                <c:pt idx="155">
                  <c:v>103.62583173295981</c:v>
                </c:pt>
                <c:pt idx="156">
                  <c:v>103.68908088637887</c:v>
                </c:pt>
                <c:pt idx="157">
                  <c:v>103.90254677916819</c:v>
                </c:pt>
                <c:pt idx="158">
                  <c:v>103.81557919321699</c:v>
                </c:pt>
                <c:pt idx="159">
                  <c:v>103.9025467791682</c:v>
                </c:pt>
                <c:pt idx="160">
                  <c:v>104.0527635185385</c:v>
                </c:pt>
                <c:pt idx="161">
                  <c:v>104.36946649683264</c:v>
                </c:pt>
                <c:pt idx="162">
                  <c:v>104.33779619900324</c:v>
                </c:pt>
                <c:pt idx="163">
                  <c:v>104.21903258214293</c:v>
                </c:pt>
                <c:pt idx="164">
                  <c:v>104.20319743322824</c:v>
                </c:pt>
                <c:pt idx="165">
                  <c:v>104.29029075225912</c:v>
                </c:pt>
                <c:pt idx="166">
                  <c:v>104.25070287997235</c:v>
                </c:pt>
                <c:pt idx="167">
                  <c:v>104.25070287997235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7BF-4BD6-A870-A038F68D2A1E}"/>
            </c:ext>
          </c:extLst>
        </c:ser>
        <c:ser>
          <c:idx val="3"/>
          <c:order val="3"/>
          <c:tx>
            <c:strRef>
              <c:f>RF!$H$20</c:f>
              <c:strCache>
                <c:ptCount val="1"/>
                <c:pt idx="0">
                  <c:v>LAZOBDH FP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RF!$I$20:$FT$20</c:f>
              <c:numCache>
                <c:formatCode>General</c:formatCode>
                <c:ptCount val="168"/>
                <c:pt idx="0">
                  <c:v>100</c:v>
                </c:pt>
                <c:pt idx="1">
                  <c:v>100.03592590641061</c:v>
                </c:pt>
                <c:pt idx="2">
                  <c:v>100.0895752599838</c:v>
                </c:pt>
                <c:pt idx="3">
                  <c:v>100.14753572232627</c:v>
                </c:pt>
                <c:pt idx="4">
                  <c:v>100.21507642637823</c:v>
                </c:pt>
                <c:pt idx="5">
                  <c:v>100.37794053543971</c:v>
                </c:pt>
                <c:pt idx="6">
                  <c:v>100.47853307338944</c:v>
                </c:pt>
                <c:pt idx="7">
                  <c:v>100.76574885425033</c:v>
                </c:pt>
                <c:pt idx="8">
                  <c:v>100.80602619246787</c:v>
                </c:pt>
                <c:pt idx="9">
                  <c:v>100.86883966040237</c:v>
                </c:pt>
                <c:pt idx="10">
                  <c:v>100.89808867982227</c:v>
                </c:pt>
                <c:pt idx="11">
                  <c:v>100.99015116717669</c:v>
                </c:pt>
                <c:pt idx="12">
                  <c:v>101.00885135992056</c:v>
                </c:pt>
                <c:pt idx="13">
                  <c:v>100.84150860946907</c:v>
                </c:pt>
                <c:pt idx="14">
                  <c:v>100.67032992204447</c:v>
                </c:pt>
                <c:pt idx="15">
                  <c:v>100.80746466883281</c:v>
                </c:pt>
                <c:pt idx="16">
                  <c:v>101.13783474064105</c:v>
                </c:pt>
                <c:pt idx="17">
                  <c:v>101.17859157098025</c:v>
                </c:pt>
                <c:pt idx="18">
                  <c:v>101.2581872631721</c:v>
                </c:pt>
                <c:pt idx="19">
                  <c:v>101.39532200996042</c:v>
                </c:pt>
                <c:pt idx="20">
                  <c:v>101.45861497001658</c:v>
                </c:pt>
                <c:pt idx="21">
                  <c:v>101.48019211549025</c:v>
                </c:pt>
                <c:pt idx="22">
                  <c:v>101.50656418218033</c:v>
                </c:pt>
                <c:pt idx="23">
                  <c:v>101.54348507554641</c:v>
                </c:pt>
                <c:pt idx="24">
                  <c:v>101.68685321991603</c:v>
                </c:pt>
                <c:pt idx="25">
                  <c:v>101.69596357022714</c:v>
                </c:pt>
                <c:pt idx="26">
                  <c:v>101.60917549621074</c:v>
                </c:pt>
                <c:pt idx="27">
                  <c:v>101.6494528344283</c:v>
                </c:pt>
                <c:pt idx="28">
                  <c:v>101.72233563691719</c:v>
                </c:pt>
                <c:pt idx="29">
                  <c:v>101.76453094362131</c:v>
                </c:pt>
                <c:pt idx="30">
                  <c:v>101.7515846563371</c:v>
                </c:pt>
                <c:pt idx="31">
                  <c:v>101.88008854493594</c:v>
                </c:pt>
                <c:pt idx="32">
                  <c:v>101.86330632067863</c:v>
                </c:pt>
                <c:pt idx="33">
                  <c:v>101.94721744196521</c:v>
                </c:pt>
                <c:pt idx="34">
                  <c:v>101.99276919352076</c:v>
                </c:pt>
                <c:pt idx="35">
                  <c:v>102.12175257424126</c:v>
                </c:pt>
                <c:pt idx="36">
                  <c:v>102.15052210153949</c:v>
                </c:pt>
                <c:pt idx="37">
                  <c:v>102.19799182158162</c:v>
                </c:pt>
                <c:pt idx="38">
                  <c:v>102.24162560465064</c:v>
                </c:pt>
                <c:pt idx="39">
                  <c:v>102.21573303008221</c:v>
                </c:pt>
                <c:pt idx="40">
                  <c:v>102.25601036829977</c:v>
                </c:pt>
                <c:pt idx="41">
                  <c:v>102.30779551743662</c:v>
                </c:pt>
                <c:pt idx="42">
                  <c:v>102.03112856325177</c:v>
                </c:pt>
                <c:pt idx="43">
                  <c:v>101.57081612647974</c:v>
                </c:pt>
                <c:pt idx="44">
                  <c:v>100.94603789198602</c:v>
                </c:pt>
                <c:pt idx="45">
                  <c:v>101.46868430457094</c:v>
                </c:pt>
                <c:pt idx="46">
                  <c:v>101.35024975052646</c:v>
                </c:pt>
                <c:pt idx="47">
                  <c:v>101.00885135992054</c:v>
                </c:pt>
                <c:pt idx="48">
                  <c:v>100.53942857283739</c:v>
                </c:pt>
                <c:pt idx="49">
                  <c:v>101.10762673697788</c:v>
                </c:pt>
                <c:pt idx="50">
                  <c:v>100.76526936212868</c:v>
                </c:pt>
                <c:pt idx="51">
                  <c:v>100.37304480662918</c:v>
                </c:pt>
                <c:pt idx="52">
                  <c:v>100.1347372221753</c:v>
                </c:pt>
                <c:pt idx="53">
                  <c:v>100.18748135555543</c:v>
                </c:pt>
                <c:pt idx="54">
                  <c:v>100.47421764429468</c:v>
                </c:pt>
                <c:pt idx="55">
                  <c:v>100.40373230241397</c:v>
                </c:pt>
                <c:pt idx="56">
                  <c:v>99.937665960182272</c:v>
                </c:pt>
                <c:pt idx="57">
                  <c:v>99.582362298048864</c:v>
                </c:pt>
                <c:pt idx="58">
                  <c:v>99.257746131700259</c:v>
                </c:pt>
                <c:pt idx="59">
                  <c:v>99.358918969365789</c:v>
                </c:pt>
                <c:pt idx="60">
                  <c:v>99.751623016986926</c:v>
                </c:pt>
                <c:pt idx="61">
                  <c:v>99.346931666324849</c:v>
                </c:pt>
                <c:pt idx="62">
                  <c:v>98.907237390783223</c:v>
                </c:pt>
                <c:pt idx="63">
                  <c:v>98.66269640874809</c:v>
                </c:pt>
                <c:pt idx="64">
                  <c:v>98.914909264729417</c:v>
                </c:pt>
                <c:pt idx="65">
                  <c:v>99.642298813253561</c:v>
                </c:pt>
                <c:pt idx="66">
                  <c:v>99.642298813253561</c:v>
                </c:pt>
                <c:pt idx="67">
                  <c:v>99.642298813253561</c:v>
                </c:pt>
                <c:pt idx="68">
                  <c:v>99.451460948841813</c:v>
                </c:pt>
                <c:pt idx="69">
                  <c:v>99.505643558586868</c:v>
                </c:pt>
                <c:pt idx="70">
                  <c:v>100.74369221665501</c:v>
                </c:pt>
                <c:pt idx="71">
                  <c:v>100.6746453511392</c:v>
                </c:pt>
                <c:pt idx="72">
                  <c:v>100.85829083372637</c:v>
                </c:pt>
                <c:pt idx="73">
                  <c:v>100.70533284692399</c:v>
                </c:pt>
                <c:pt idx="74">
                  <c:v>101.09611892605858</c:v>
                </c:pt>
                <c:pt idx="75">
                  <c:v>101.14742458307379</c:v>
                </c:pt>
                <c:pt idx="76">
                  <c:v>101.23996656254985</c:v>
                </c:pt>
                <c:pt idx="77">
                  <c:v>101.57033663435811</c:v>
                </c:pt>
                <c:pt idx="78">
                  <c:v>101.51423605612652</c:v>
                </c:pt>
                <c:pt idx="79">
                  <c:v>101.53869015433006</c:v>
                </c:pt>
                <c:pt idx="80">
                  <c:v>101.55786983919556</c:v>
                </c:pt>
                <c:pt idx="81">
                  <c:v>101.51327707188325</c:v>
                </c:pt>
                <c:pt idx="82">
                  <c:v>101.49841281611249</c:v>
                </c:pt>
                <c:pt idx="83">
                  <c:v>101.55403390222244</c:v>
                </c:pt>
                <c:pt idx="84">
                  <c:v>101.41594017119085</c:v>
                </c:pt>
                <c:pt idx="85">
                  <c:v>101.25888061654533</c:v>
                </c:pt>
                <c:pt idx="86">
                  <c:v>101.25888061654533</c:v>
                </c:pt>
                <c:pt idx="87">
                  <c:v>101.24930381443278</c:v>
                </c:pt>
                <c:pt idx="88">
                  <c:v>101.40588452897268</c:v>
                </c:pt>
                <c:pt idx="89">
                  <c:v>101.3450718355581</c:v>
                </c:pt>
                <c:pt idx="90">
                  <c:v>101.79949109579779</c:v>
                </c:pt>
                <c:pt idx="91">
                  <c:v>101.79949109579779</c:v>
                </c:pt>
                <c:pt idx="92">
                  <c:v>101.8392348245648</c:v>
                </c:pt>
                <c:pt idx="93">
                  <c:v>101.77554909051646</c:v>
                </c:pt>
                <c:pt idx="94">
                  <c:v>101.54953656066068</c:v>
                </c:pt>
                <c:pt idx="95">
                  <c:v>101.54953656066068</c:v>
                </c:pt>
                <c:pt idx="96">
                  <c:v>101.59263217016709</c:v>
                </c:pt>
                <c:pt idx="97">
                  <c:v>101.49830066935866</c:v>
                </c:pt>
                <c:pt idx="98">
                  <c:v>101.42982653425403</c:v>
                </c:pt>
                <c:pt idx="99">
                  <c:v>101.27707654055916</c:v>
                </c:pt>
                <c:pt idx="100">
                  <c:v>101.51170819231619</c:v>
                </c:pt>
                <c:pt idx="101">
                  <c:v>101.60699737333591</c:v>
                </c:pt>
                <c:pt idx="102">
                  <c:v>101.60699737333591</c:v>
                </c:pt>
                <c:pt idx="103">
                  <c:v>101.81960238023414</c:v>
                </c:pt>
                <c:pt idx="104">
                  <c:v>102.11983512646204</c:v>
                </c:pt>
                <c:pt idx="105">
                  <c:v>102.19213998241163</c:v>
                </c:pt>
                <c:pt idx="106">
                  <c:v>102.29564267735078</c:v>
                </c:pt>
                <c:pt idx="107">
                  <c:v>102.39195768514141</c:v>
                </c:pt>
                <c:pt idx="108">
                  <c:v>102.25826670417831</c:v>
                </c:pt>
                <c:pt idx="109">
                  <c:v>102.3933952225711</c:v>
                </c:pt>
                <c:pt idx="110">
                  <c:v>102.33253947138002</c:v>
                </c:pt>
                <c:pt idx="111">
                  <c:v>102.39483276000081</c:v>
                </c:pt>
                <c:pt idx="112">
                  <c:v>102.37566559427133</c:v>
                </c:pt>
                <c:pt idx="113">
                  <c:v>102.26832946618626</c:v>
                </c:pt>
                <c:pt idx="114">
                  <c:v>102.3569776076851</c:v>
                </c:pt>
                <c:pt idx="115">
                  <c:v>102.26114177903773</c:v>
                </c:pt>
                <c:pt idx="116">
                  <c:v>102.29947611049667</c:v>
                </c:pt>
                <c:pt idx="117">
                  <c:v>102.58267098414969</c:v>
                </c:pt>
                <c:pt idx="118">
                  <c:v>102.91953392184519</c:v>
                </c:pt>
                <c:pt idx="119">
                  <c:v>102.91953392184519</c:v>
                </c:pt>
                <c:pt idx="120">
                  <c:v>102.93630519185847</c:v>
                </c:pt>
                <c:pt idx="121">
                  <c:v>102.92336735499107</c:v>
                </c:pt>
                <c:pt idx="122">
                  <c:v>102.89749168125628</c:v>
                </c:pt>
                <c:pt idx="123">
                  <c:v>102.93582601271524</c:v>
                </c:pt>
                <c:pt idx="124">
                  <c:v>102.92288817584785</c:v>
                </c:pt>
                <c:pt idx="125">
                  <c:v>103.02974512478966</c:v>
                </c:pt>
                <c:pt idx="126">
                  <c:v>103.21327073664938</c:v>
                </c:pt>
                <c:pt idx="127">
                  <c:v>103.23004200666266</c:v>
                </c:pt>
                <c:pt idx="128">
                  <c:v>103.31581507330205</c:v>
                </c:pt>
                <c:pt idx="129">
                  <c:v>103.50173658087797</c:v>
                </c:pt>
                <c:pt idx="130">
                  <c:v>103.49646561030237</c:v>
                </c:pt>
                <c:pt idx="131">
                  <c:v>103.6124269629657</c:v>
                </c:pt>
                <c:pt idx="132">
                  <c:v>103.72647159905608</c:v>
                </c:pt>
                <c:pt idx="133">
                  <c:v>103.84818310143825</c:v>
                </c:pt>
                <c:pt idx="134">
                  <c:v>103.78732735024718</c:v>
                </c:pt>
                <c:pt idx="135">
                  <c:v>103.51084098459951</c:v>
                </c:pt>
                <c:pt idx="136">
                  <c:v>103.61242696296571</c:v>
                </c:pt>
                <c:pt idx="137">
                  <c:v>103.67903286387565</c:v>
                </c:pt>
                <c:pt idx="138">
                  <c:v>103.67903286387565</c:v>
                </c:pt>
                <c:pt idx="139">
                  <c:v>103.59038472237684</c:v>
                </c:pt>
                <c:pt idx="140">
                  <c:v>103.56402986949882</c:v>
                </c:pt>
                <c:pt idx="141">
                  <c:v>103.59038472237685</c:v>
                </c:pt>
                <c:pt idx="142">
                  <c:v>103.57984278122565</c:v>
                </c:pt>
                <c:pt idx="143">
                  <c:v>103.54198762890994</c:v>
                </c:pt>
                <c:pt idx="144">
                  <c:v>103.54198762890994</c:v>
                </c:pt>
                <c:pt idx="145">
                  <c:v>103.38865030307413</c:v>
                </c:pt>
                <c:pt idx="146">
                  <c:v>103.10449707113467</c:v>
                </c:pt>
                <c:pt idx="147">
                  <c:v>103.02064072106822</c:v>
                </c:pt>
                <c:pt idx="148">
                  <c:v>103.31341917758596</c:v>
                </c:pt>
                <c:pt idx="149">
                  <c:v>103.34456582189634</c:v>
                </c:pt>
                <c:pt idx="150">
                  <c:v>103.21374991579268</c:v>
                </c:pt>
                <c:pt idx="151">
                  <c:v>103.26789715897846</c:v>
                </c:pt>
                <c:pt idx="152">
                  <c:v>103.42267202224396</c:v>
                </c:pt>
                <c:pt idx="153">
                  <c:v>103.65411554842737</c:v>
                </c:pt>
                <c:pt idx="154">
                  <c:v>103.88076728317841</c:v>
                </c:pt>
                <c:pt idx="155">
                  <c:v>103.96558199153132</c:v>
                </c:pt>
                <c:pt idx="156">
                  <c:v>103.99864535241466</c:v>
                </c:pt>
                <c:pt idx="157">
                  <c:v>104.04225065444922</c:v>
                </c:pt>
                <c:pt idx="158">
                  <c:v>104.01733333900087</c:v>
                </c:pt>
                <c:pt idx="159">
                  <c:v>103.9641444541016</c:v>
                </c:pt>
                <c:pt idx="160">
                  <c:v>103.97564475353929</c:v>
                </c:pt>
                <c:pt idx="161">
                  <c:v>104.10982975527224</c:v>
                </c:pt>
                <c:pt idx="162">
                  <c:v>104.0925773979066</c:v>
                </c:pt>
                <c:pt idx="163">
                  <c:v>104.05519729028097</c:v>
                </c:pt>
                <c:pt idx="164">
                  <c:v>103.86446289496052</c:v>
                </c:pt>
                <c:pt idx="165">
                  <c:v>103.91861612780278</c:v>
                </c:pt>
                <c:pt idx="166">
                  <c:v>103.91238610986518</c:v>
                </c:pt>
                <c:pt idx="167">
                  <c:v>103.91238610986518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7BF-4BD6-A870-A038F68D2A1E}"/>
            </c:ext>
          </c:extLst>
        </c:ser>
        <c:ser>
          <c:idx val="4"/>
          <c:order val="4"/>
          <c:tx>
            <c:strRef>
              <c:f>RF!$H$21</c:f>
              <c:strCache>
                <c:ptCount val="1"/>
                <c:pt idx="0">
                  <c:v>SGLBUSD LE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RF!$I$21:$FT$21</c:f>
              <c:numCache>
                <c:formatCode>General</c:formatCode>
                <c:ptCount val="168"/>
                <c:pt idx="0">
                  <c:v>100</c:v>
                </c:pt>
                <c:pt idx="1">
                  <c:v>100</c:v>
                </c:pt>
                <c:pt idx="2">
                  <c:v>99.986392309711036</c:v>
                </c:pt>
                <c:pt idx="3">
                  <c:v>99.986392309711036</c:v>
                </c:pt>
                <c:pt idx="4">
                  <c:v>100.17932991845106</c:v>
                </c:pt>
                <c:pt idx="5">
                  <c:v>100.44322191226929</c:v>
                </c:pt>
                <c:pt idx="6">
                  <c:v>100.35574390326877</c:v>
                </c:pt>
                <c:pt idx="7">
                  <c:v>100.42129527025965</c:v>
                </c:pt>
                <c:pt idx="8">
                  <c:v>100.45285703955155</c:v>
                </c:pt>
                <c:pt idx="9">
                  <c:v>100.56453714627676</c:v>
                </c:pt>
                <c:pt idx="10">
                  <c:v>100.67573168732055</c:v>
                </c:pt>
                <c:pt idx="11">
                  <c:v>100.83936732195706</c:v>
                </c:pt>
                <c:pt idx="12">
                  <c:v>101.22296421027406</c:v>
                </c:pt>
                <c:pt idx="13">
                  <c:v>101.22296421027406</c:v>
                </c:pt>
                <c:pt idx="14">
                  <c:v>100.68544300094884</c:v>
                </c:pt>
                <c:pt idx="15">
                  <c:v>100.94473507482388</c:v>
                </c:pt>
                <c:pt idx="16">
                  <c:v>101.20888280551307</c:v>
                </c:pt>
                <c:pt idx="17">
                  <c:v>101.28123209204375</c:v>
                </c:pt>
                <c:pt idx="18">
                  <c:v>101.43515641305197</c:v>
                </c:pt>
                <c:pt idx="19">
                  <c:v>101.48031402142345</c:v>
                </c:pt>
                <c:pt idx="20">
                  <c:v>101.47400166756508</c:v>
                </c:pt>
                <c:pt idx="21">
                  <c:v>101.5128469220782</c:v>
                </c:pt>
                <c:pt idx="22">
                  <c:v>101.56043235885674</c:v>
                </c:pt>
                <c:pt idx="23">
                  <c:v>101.56043235885674</c:v>
                </c:pt>
                <c:pt idx="24">
                  <c:v>102.09649687113772</c:v>
                </c:pt>
                <c:pt idx="25">
                  <c:v>101.69299178988273</c:v>
                </c:pt>
                <c:pt idx="26">
                  <c:v>101.69153509283849</c:v>
                </c:pt>
                <c:pt idx="27">
                  <c:v>101.68910726443143</c:v>
                </c:pt>
                <c:pt idx="28">
                  <c:v>101.73329374144009</c:v>
                </c:pt>
                <c:pt idx="29">
                  <c:v>101.85322846474934</c:v>
                </c:pt>
                <c:pt idx="30">
                  <c:v>101.90518399266062</c:v>
                </c:pt>
                <c:pt idx="31">
                  <c:v>102.00423939166906</c:v>
                </c:pt>
                <c:pt idx="32">
                  <c:v>102.08192990069529</c:v>
                </c:pt>
                <c:pt idx="33">
                  <c:v>102.08192990069529</c:v>
                </c:pt>
                <c:pt idx="34">
                  <c:v>102.08192990069529</c:v>
                </c:pt>
                <c:pt idx="35">
                  <c:v>102.29800662892447</c:v>
                </c:pt>
                <c:pt idx="36">
                  <c:v>102.29266540642891</c:v>
                </c:pt>
                <c:pt idx="37">
                  <c:v>102.42910936290623</c:v>
                </c:pt>
                <c:pt idx="38">
                  <c:v>102.46164226356095</c:v>
                </c:pt>
                <c:pt idx="39">
                  <c:v>102.41697022087087</c:v>
                </c:pt>
                <c:pt idx="40">
                  <c:v>102.48397828490599</c:v>
                </c:pt>
                <c:pt idx="41">
                  <c:v>102.45241651561409</c:v>
                </c:pt>
                <c:pt idx="42">
                  <c:v>102.25673354600426</c:v>
                </c:pt>
                <c:pt idx="43">
                  <c:v>101.91975096310298</c:v>
                </c:pt>
                <c:pt idx="44">
                  <c:v>101.54926434818415</c:v>
                </c:pt>
                <c:pt idx="45">
                  <c:v>101.79738841138666</c:v>
                </c:pt>
                <c:pt idx="46">
                  <c:v>101.68473717329863</c:v>
                </c:pt>
                <c:pt idx="47">
                  <c:v>101.32153404360101</c:v>
                </c:pt>
                <c:pt idx="48">
                  <c:v>101.07826563721262</c:v>
                </c:pt>
                <c:pt idx="49">
                  <c:v>101.33415875131776</c:v>
                </c:pt>
                <c:pt idx="50">
                  <c:v>101.09283260765503</c:v>
                </c:pt>
                <c:pt idx="51">
                  <c:v>100.6563090600639</c:v>
                </c:pt>
                <c:pt idx="52">
                  <c:v>100.3324367505608</c:v>
                </c:pt>
                <c:pt idx="53">
                  <c:v>100.44266016024177</c:v>
                </c:pt>
                <c:pt idx="54">
                  <c:v>100.68447186958591</c:v>
                </c:pt>
                <c:pt idx="55">
                  <c:v>100.61406484578089</c:v>
                </c:pt>
                <c:pt idx="56">
                  <c:v>100.61406484578089</c:v>
                </c:pt>
                <c:pt idx="57">
                  <c:v>99.905624516597953</c:v>
                </c:pt>
                <c:pt idx="58">
                  <c:v>99.887658586385626</c:v>
                </c:pt>
                <c:pt idx="59">
                  <c:v>99.744416710368526</c:v>
                </c:pt>
                <c:pt idx="60">
                  <c:v>100.15569084252613</c:v>
                </c:pt>
                <c:pt idx="61">
                  <c:v>100.13141255845544</c:v>
                </c:pt>
                <c:pt idx="62">
                  <c:v>99.615256239112426</c:v>
                </c:pt>
                <c:pt idx="63">
                  <c:v>99.280701484618234</c:v>
                </c:pt>
                <c:pt idx="64">
                  <c:v>99.611371713661114</c:v>
                </c:pt>
                <c:pt idx="65">
                  <c:v>100.09305286962373</c:v>
                </c:pt>
                <c:pt idx="66">
                  <c:v>100.09305286962373</c:v>
                </c:pt>
                <c:pt idx="67">
                  <c:v>100.09305286962373</c:v>
                </c:pt>
                <c:pt idx="68">
                  <c:v>100.16831555024289</c:v>
                </c:pt>
                <c:pt idx="69">
                  <c:v>100.35234494349876</c:v>
                </c:pt>
                <c:pt idx="70">
                  <c:v>101.36911948037952</c:v>
                </c:pt>
                <c:pt idx="71">
                  <c:v>101.45409347462697</c:v>
                </c:pt>
                <c:pt idx="72">
                  <c:v>101.67211246558183</c:v>
                </c:pt>
                <c:pt idx="73">
                  <c:v>101.79884510843087</c:v>
                </c:pt>
                <c:pt idx="74">
                  <c:v>102.31791482186235</c:v>
                </c:pt>
                <c:pt idx="75">
                  <c:v>102.40094655338412</c:v>
                </c:pt>
                <c:pt idx="76">
                  <c:v>102.3858940172603</c:v>
                </c:pt>
                <c:pt idx="77">
                  <c:v>102.7966825837365</c:v>
                </c:pt>
                <c:pt idx="78">
                  <c:v>102.86466177913444</c:v>
                </c:pt>
                <c:pt idx="79">
                  <c:v>102.83455670688677</c:v>
                </c:pt>
                <c:pt idx="80">
                  <c:v>102.88991119456797</c:v>
                </c:pt>
                <c:pt idx="81">
                  <c:v>102.78308674465691</c:v>
                </c:pt>
                <c:pt idx="82">
                  <c:v>102.86563291049728</c:v>
                </c:pt>
                <c:pt idx="83">
                  <c:v>102.83795566665668</c:v>
                </c:pt>
                <c:pt idx="84">
                  <c:v>102.6534407077194</c:v>
                </c:pt>
                <c:pt idx="85">
                  <c:v>102.37377200150874</c:v>
                </c:pt>
                <c:pt idx="86">
                  <c:v>102.37377200150874</c:v>
                </c:pt>
                <c:pt idx="87">
                  <c:v>102.50560889594428</c:v>
                </c:pt>
                <c:pt idx="88">
                  <c:v>102.50560889594428</c:v>
                </c:pt>
                <c:pt idx="89">
                  <c:v>102.83035418738471</c:v>
                </c:pt>
                <c:pt idx="90">
                  <c:v>103.21083934228135</c:v>
                </c:pt>
                <c:pt idx="91">
                  <c:v>103.13571170023168</c:v>
                </c:pt>
                <c:pt idx="92">
                  <c:v>103.19678320280107</c:v>
                </c:pt>
                <c:pt idx="93">
                  <c:v>103.13716578362619</c:v>
                </c:pt>
                <c:pt idx="94">
                  <c:v>102.85604299402102</c:v>
                </c:pt>
                <c:pt idx="95">
                  <c:v>102.85604299402102</c:v>
                </c:pt>
                <c:pt idx="96">
                  <c:v>102.8676756611771</c:v>
                </c:pt>
                <c:pt idx="97">
                  <c:v>102.52257320221352</c:v>
                </c:pt>
                <c:pt idx="98">
                  <c:v>102.45035372695288</c:v>
                </c:pt>
                <c:pt idx="99">
                  <c:v>102.16923093734772</c:v>
                </c:pt>
                <c:pt idx="100">
                  <c:v>102.44453739337486</c:v>
                </c:pt>
                <c:pt idx="101">
                  <c:v>102.56231814833012</c:v>
                </c:pt>
                <c:pt idx="102">
                  <c:v>102.56231814833012</c:v>
                </c:pt>
                <c:pt idx="103">
                  <c:v>102.69706320955466</c:v>
                </c:pt>
                <c:pt idx="104">
                  <c:v>103.0775483644513</c:v>
                </c:pt>
                <c:pt idx="105">
                  <c:v>103.23168120426931</c:v>
                </c:pt>
                <c:pt idx="106">
                  <c:v>103.60254149834714</c:v>
                </c:pt>
                <c:pt idx="107">
                  <c:v>104.32921409027712</c:v>
                </c:pt>
                <c:pt idx="108">
                  <c:v>103.86855123807835</c:v>
                </c:pt>
                <c:pt idx="109">
                  <c:v>104.07631066983924</c:v>
                </c:pt>
                <c:pt idx="110">
                  <c:v>104.07631066983924</c:v>
                </c:pt>
                <c:pt idx="111">
                  <c:v>103.98699353095139</c:v>
                </c:pt>
                <c:pt idx="112">
                  <c:v>103.92631612681562</c:v>
                </c:pt>
                <c:pt idx="113">
                  <c:v>103.84330943795788</c:v>
                </c:pt>
                <c:pt idx="114">
                  <c:v>103.95592670003388</c:v>
                </c:pt>
                <c:pt idx="115">
                  <c:v>103.84719279182258</c:v>
                </c:pt>
                <c:pt idx="116">
                  <c:v>104.0996107930274</c:v>
                </c:pt>
                <c:pt idx="117">
                  <c:v>104.32824325181097</c:v>
                </c:pt>
                <c:pt idx="118">
                  <c:v>104.69667644972338</c:v>
                </c:pt>
                <c:pt idx="119">
                  <c:v>104.68502638812932</c:v>
                </c:pt>
                <c:pt idx="120">
                  <c:v>104.59376757230912</c:v>
                </c:pt>
                <c:pt idx="121">
                  <c:v>104.61852395319652</c:v>
                </c:pt>
                <c:pt idx="122">
                  <c:v>104.61852395319652</c:v>
                </c:pt>
                <c:pt idx="123">
                  <c:v>104.51415881808299</c:v>
                </c:pt>
                <c:pt idx="124">
                  <c:v>104.36028092119469</c:v>
                </c:pt>
                <c:pt idx="125">
                  <c:v>104.50979004498522</c:v>
                </c:pt>
                <c:pt idx="126">
                  <c:v>104.55396319519606</c:v>
                </c:pt>
                <c:pt idx="127">
                  <c:v>104.49231495259411</c:v>
                </c:pt>
                <c:pt idx="128">
                  <c:v>104.57435080298568</c:v>
                </c:pt>
                <c:pt idx="129">
                  <c:v>104.32290364024705</c:v>
                </c:pt>
                <c:pt idx="130">
                  <c:v>104.16125903562936</c:v>
                </c:pt>
                <c:pt idx="131">
                  <c:v>104.33940789417197</c:v>
                </c:pt>
                <c:pt idx="132">
                  <c:v>104.33940789417197</c:v>
                </c:pt>
                <c:pt idx="133">
                  <c:v>104.46901482940596</c:v>
                </c:pt>
                <c:pt idx="134">
                  <c:v>104.30105977475814</c:v>
                </c:pt>
                <c:pt idx="135">
                  <c:v>104.11999840081701</c:v>
                </c:pt>
                <c:pt idx="136">
                  <c:v>104.21125721663719</c:v>
                </c:pt>
                <c:pt idx="137">
                  <c:v>104.20543218584015</c:v>
                </c:pt>
                <c:pt idx="138">
                  <c:v>104.06126267361357</c:v>
                </c:pt>
                <c:pt idx="139">
                  <c:v>104.02825416576373</c:v>
                </c:pt>
                <c:pt idx="140">
                  <c:v>104.13844433167426</c:v>
                </c:pt>
                <c:pt idx="141">
                  <c:v>104.56464241832393</c:v>
                </c:pt>
                <c:pt idx="142">
                  <c:v>104.12582343161404</c:v>
                </c:pt>
                <c:pt idx="143">
                  <c:v>104.0952420199296</c:v>
                </c:pt>
                <c:pt idx="144">
                  <c:v>103.99961443101164</c:v>
                </c:pt>
                <c:pt idx="145">
                  <c:v>103.90010348822896</c:v>
                </c:pt>
                <c:pt idx="146">
                  <c:v>103.54186409421138</c:v>
                </c:pt>
                <c:pt idx="147">
                  <c:v>103.50303055556448</c:v>
                </c:pt>
                <c:pt idx="148">
                  <c:v>103.67147102944539</c:v>
                </c:pt>
                <c:pt idx="149">
                  <c:v>103.76175900679942</c:v>
                </c:pt>
                <c:pt idx="150">
                  <c:v>103.55205789810618</c:v>
                </c:pt>
                <c:pt idx="151">
                  <c:v>103.61953117150517</c:v>
                </c:pt>
                <c:pt idx="152">
                  <c:v>103.67875231794169</c:v>
                </c:pt>
                <c:pt idx="153">
                  <c:v>103.96612050392869</c:v>
                </c:pt>
                <c:pt idx="154">
                  <c:v>104.31804944791615</c:v>
                </c:pt>
                <c:pt idx="155">
                  <c:v>104.51998384888</c:v>
                </c:pt>
                <c:pt idx="156">
                  <c:v>104.43600632155609</c:v>
                </c:pt>
                <c:pt idx="157">
                  <c:v>104.56561325679012</c:v>
                </c:pt>
                <c:pt idx="158">
                  <c:v>104.51755675271457</c:v>
                </c:pt>
                <c:pt idx="159">
                  <c:v>104.53163391047406</c:v>
                </c:pt>
                <c:pt idx="160">
                  <c:v>104.59473841077526</c:v>
                </c:pt>
                <c:pt idx="161">
                  <c:v>104.88228007750779</c:v>
                </c:pt>
                <c:pt idx="162">
                  <c:v>104.65545244513602</c:v>
                </c:pt>
                <c:pt idx="163">
                  <c:v>104.48593886120081</c:v>
                </c:pt>
                <c:pt idx="164">
                  <c:v>104.34896799968296</c:v>
                </c:pt>
                <c:pt idx="165">
                  <c:v>104.6777952097808</c:v>
                </c:pt>
                <c:pt idx="166">
                  <c:v>104.50731020129581</c:v>
                </c:pt>
                <c:pt idx="167">
                  <c:v>104.50731020129581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97BF-4BD6-A870-A038F68D2A1E}"/>
            </c:ext>
          </c:extLst>
        </c:ser>
        <c:ser>
          <c:idx val="5"/>
          <c:order val="5"/>
          <c:tx>
            <c:strRef>
              <c:f>RF!$H$22</c:f>
              <c:strCache>
                <c:ptCount val="1"/>
                <c:pt idx="0">
                  <c:v>VOVCOIU LX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RF!$I$22:$FT$22</c:f>
              <c:numCache>
                <c:formatCode>General</c:formatCode>
                <c:ptCount val="168"/>
                <c:pt idx="0">
                  <c:v>100</c:v>
                </c:pt>
                <c:pt idx="1">
                  <c:v>100.0265058644225</c:v>
                </c:pt>
                <c:pt idx="2">
                  <c:v>100.05963819495064</c:v>
                </c:pt>
                <c:pt idx="3">
                  <c:v>100.39758796633755</c:v>
                </c:pt>
                <c:pt idx="4">
                  <c:v>100.27168511033067</c:v>
                </c:pt>
                <c:pt idx="5">
                  <c:v>100.60300841561195</c:v>
                </c:pt>
                <c:pt idx="6">
                  <c:v>100.60300841561195</c:v>
                </c:pt>
                <c:pt idx="7">
                  <c:v>100.49035849181632</c:v>
                </c:pt>
                <c:pt idx="8">
                  <c:v>100.54337022066132</c:v>
                </c:pt>
                <c:pt idx="9">
                  <c:v>100.60300841561195</c:v>
                </c:pt>
                <c:pt idx="10">
                  <c:v>100.8481876615201</c:v>
                </c:pt>
                <c:pt idx="11">
                  <c:v>100.94095818699888</c:v>
                </c:pt>
                <c:pt idx="12">
                  <c:v>100.74879066993573</c:v>
                </c:pt>
                <c:pt idx="13">
                  <c:v>100.74879066993573</c:v>
                </c:pt>
                <c:pt idx="14">
                  <c:v>100.70240540719635</c:v>
                </c:pt>
                <c:pt idx="15">
                  <c:v>100.63614074614009</c:v>
                </c:pt>
                <c:pt idx="16">
                  <c:v>100.9475846531045</c:v>
                </c:pt>
                <c:pt idx="17">
                  <c:v>101.23914916175204</c:v>
                </c:pt>
                <c:pt idx="18">
                  <c:v>101.12649923795641</c:v>
                </c:pt>
                <c:pt idx="19">
                  <c:v>101.24577562785765</c:v>
                </c:pt>
                <c:pt idx="20">
                  <c:v>101.26565502617454</c:v>
                </c:pt>
                <c:pt idx="21">
                  <c:v>101.26565502617454</c:v>
                </c:pt>
                <c:pt idx="22">
                  <c:v>101.33191968723079</c:v>
                </c:pt>
                <c:pt idx="23">
                  <c:v>101.38493141607582</c:v>
                </c:pt>
                <c:pt idx="24">
                  <c:v>101.70300178914586</c:v>
                </c:pt>
                <c:pt idx="25">
                  <c:v>101.69637532304023</c:v>
                </c:pt>
                <c:pt idx="26">
                  <c:v>101.37167848386456</c:v>
                </c:pt>
                <c:pt idx="27">
                  <c:v>101.45782254323771</c:v>
                </c:pt>
                <c:pt idx="28">
                  <c:v>101.56384600092771</c:v>
                </c:pt>
                <c:pt idx="29">
                  <c:v>101.70962825525147</c:v>
                </c:pt>
                <c:pt idx="30">
                  <c:v>101.63011066198396</c:v>
                </c:pt>
                <c:pt idx="31">
                  <c:v>101.63011066198396</c:v>
                </c:pt>
                <c:pt idx="32">
                  <c:v>101.75601351799085</c:v>
                </c:pt>
                <c:pt idx="33">
                  <c:v>101.75601351799085</c:v>
                </c:pt>
                <c:pt idx="34">
                  <c:v>101.77589291630773</c:v>
                </c:pt>
                <c:pt idx="35">
                  <c:v>101.70962825525146</c:v>
                </c:pt>
                <c:pt idx="36">
                  <c:v>101.70962825525146</c:v>
                </c:pt>
                <c:pt idx="37">
                  <c:v>101.97468689947648</c:v>
                </c:pt>
                <c:pt idx="38">
                  <c:v>101.82227817904709</c:v>
                </c:pt>
                <c:pt idx="39">
                  <c:v>101.68974885693457</c:v>
                </c:pt>
                <c:pt idx="40">
                  <c:v>101.78251938241331</c:v>
                </c:pt>
                <c:pt idx="41">
                  <c:v>101.97468689947647</c:v>
                </c:pt>
                <c:pt idx="42">
                  <c:v>101.45119607713202</c:v>
                </c:pt>
                <c:pt idx="43">
                  <c:v>101.23252269564638</c:v>
                </c:pt>
                <c:pt idx="44">
                  <c:v>100.31144390696437</c:v>
                </c:pt>
                <c:pt idx="45">
                  <c:v>100.88794645815382</c:v>
                </c:pt>
                <c:pt idx="46">
                  <c:v>100.72228480551317</c:v>
                </c:pt>
                <c:pt idx="47">
                  <c:v>100.19216751706308</c:v>
                </c:pt>
                <c:pt idx="48">
                  <c:v>99.635544364190523</c:v>
                </c:pt>
                <c:pt idx="49">
                  <c:v>100.55662315287252</c:v>
                </c:pt>
                <c:pt idx="50">
                  <c:v>100.07289112716184</c:v>
                </c:pt>
                <c:pt idx="51">
                  <c:v>99.655423762507397</c:v>
                </c:pt>
                <c:pt idx="52">
                  <c:v>99.198197601219206</c:v>
                </c:pt>
                <c:pt idx="53">
                  <c:v>99.31084752501485</c:v>
                </c:pt>
                <c:pt idx="54">
                  <c:v>99.827711881253677</c:v>
                </c:pt>
                <c:pt idx="55">
                  <c:v>99.496388575972375</c:v>
                </c:pt>
                <c:pt idx="56">
                  <c:v>98.986150685839178</c:v>
                </c:pt>
                <c:pt idx="57">
                  <c:v>98.250612948114707</c:v>
                </c:pt>
                <c:pt idx="58">
                  <c:v>98.581936253396009</c:v>
                </c:pt>
                <c:pt idx="59">
                  <c:v>98.548803922867876</c:v>
                </c:pt>
                <c:pt idx="60">
                  <c:v>99.178318202902332</c:v>
                </c:pt>
                <c:pt idx="61">
                  <c:v>98.528924524551002</c:v>
                </c:pt>
                <c:pt idx="62">
                  <c:v>97.793386786826545</c:v>
                </c:pt>
                <c:pt idx="63">
                  <c:v>97.833145583460279</c:v>
                </c:pt>
                <c:pt idx="64">
                  <c:v>98.389768736332854</c:v>
                </c:pt>
                <c:pt idx="65">
                  <c:v>99.324100457226095</c:v>
                </c:pt>
                <c:pt idx="66">
                  <c:v>99.324100457226095</c:v>
                </c:pt>
                <c:pt idx="67">
                  <c:v>99.324100457226095</c:v>
                </c:pt>
                <c:pt idx="68">
                  <c:v>99.171691736796717</c:v>
                </c:pt>
                <c:pt idx="69">
                  <c:v>99.343979855542983</c:v>
                </c:pt>
                <c:pt idx="70">
                  <c:v>100.96746405142133</c:v>
                </c:pt>
                <c:pt idx="71">
                  <c:v>100.89457292425944</c:v>
                </c:pt>
                <c:pt idx="72">
                  <c:v>101.00059638194945</c:v>
                </c:pt>
                <c:pt idx="73">
                  <c:v>100.90119939036508</c:v>
                </c:pt>
                <c:pt idx="74">
                  <c:v>101.62348419587829</c:v>
                </c:pt>
                <c:pt idx="75">
                  <c:v>101.71625472135705</c:v>
                </c:pt>
                <c:pt idx="76">
                  <c:v>101.43131667881514</c:v>
                </c:pt>
                <c:pt idx="77">
                  <c:v>101.91504870452583</c:v>
                </c:pt>
                <c:pt idx="78">
                  <c:v>101.84215757736393</c:v>
                </c:pt>
                <c:pt idx="79">
                  <c:v>101.78914584851894</c:v>
                </c:pt>
                <c:pt idx="80">
                  <c:v>101.76263998409642</c:v>
                </c:pt>
                <c:pt idx="81">
                  <c:v>101.68974885693456</c:v>
                </c:pt>
                <c:pt idx="82">
                  <c:v>101.63673712808954</c:v>
                </c:pt>
                <c:pt idx="83">
                  <c:v>101.88191637399768</c:v>
                </c:pt>
                <c:pt idx="84">
                  <c:v>101.74276058577954</c:v>
                </c:pt>
                <c:pt idx="85">
                  <c:v>101.32529322112511</c:v>
                </c:pt>
                <c:pt idx="86">
                  <c:v>101.32529322112511</c:v>
                </c:pt>
                <c:pt idx="87">
                  <c:v>101.32529322112511</c:v>
                </c:pt>
                <c:pt idx="88">
                  <c:v>101.6036047975614</c:v>
                </c:pt>
                <c:pt idx="89">
                  <c:v>101.5505930687164</c:v>
                </c:pt>
                <c:pt idx="90">
                  <c:v>102.17348088264524</c:v>
                </c:pt>
                <c:pt idx="91">
                  <c:v>102.25962494201836</c:v>
                </c:pt>
                <c:pt idx="92">
                  <c:v>102.25962494201836</c:v>
                </c:pt>
                <c:pt idx="93">
                  <c:v>102.20661321317337</c:v>
                </c:pt>
                <c:pt idx="94">
                  <c:v>101.90842223842019</c:v>
                </c:pt>
                <c:pt idx="95">
                  <c:v>101.90842223842019</c:v>
                </c:pt>
                <c:pt idx="96">
                  <c:v>101.95480750115958</c:v>
                </c:pt>
                <c:pt idx="97">
                  <c:v>101.80239878073017</c:v>
                </c:pt>
                <c:pt idx="98">
                  <c:v>101.82890464515268</c:v>
                </c:pt>
                <c:pt idx="99">
                  <c:v>101.53071367039952</c:v>
                </c:pt>
                <c:pt idx="100">
                  <c:v>101.84215757736393</c:v>
                </c:pt>
                <c:pt idx="101">
                  <c:v>102.02769862832146</c:v>
                </c:pt>
                <c:pt idx="102">
                  <c:v>102.02769862832146</c:v>
                </c:pt>
                <c:pt idx="103">
                  <c:v>102.26625140812401</c:v>
                </c:pt>
                <c:pt idx="104">
                  <c:v>102.71022463720092</c:v>
                </c:pt>
                <c:pt idx="105">
                  <c:v>102.87588628984157</c:v>
                </c:pt>
                <c:pt idx="106">
                  <c:v>103.00841561195408</c:v>
                </c:pt>
                <c:pt idx="107">
                  <c:v>103.30660658670726</c:v>
                </c:pt>
                <c:pt idx="108">
                  <c:v>103.18070373070037</c:v>
                </c:pt>
                <c:pt idx="109">
                  <c:v>103.37949771386913</c:v>
                </c:pt>
                <c:pt idx="110">
                  <c:v>103.21383606122848</c:v>
                </c:pt>
                <c:pt idx="111">
                  <c:v>103.2668477900735</c:v>
                </c:pt>
                <c:pt idx="112">
                  <c:v>103.18070373070037</c:v>
                </c:pt>
                <c:pt idx="113">
                  <c:v>103.08130673911599</c:v>
                </c:pt>
                <c:pt idx="114">
                  <c:v>103.23371545954538</c:v>
                </c:pt>
                <c:pt idx="115">
                  <c:v>103.08793320522162</c:v>
                </c:pt>
                <c:pt idx="116">
                  <c:v>103.18733019680602</c:v>
                </c:pt>
                <c:pt idx="117">
                  <c:v>103.5650387648267</c:v>
                </c:pt>
                <c:pt idx="118">
                  <c:v>104.002385527798</c:v>
                </c:pt>
                <c:pt idx="119">
                  <c:v>104.055397256643</c:v>
                </c:pt>
                <c:pt idx="120">
                  <c:v>103.96925319726986</c:v>
                </c:pt>
                <c:pt idx="121">
                  <c:v>104.16804718043863</c:v>
                </c:pt>
                <c:pt idx="122">
                  <c:v>104.16804718043863</c:v>
                </c:pt>
                <c:pt idx="123">
                  <c:v>104.16804718043863</c:v>
                </c:pt>
                <c:pt idx="124">
                  <c:v>104.09515605327675</c:v>
                </c:pt>
                <c:pt idx="125">
                  <c:v>104.19455304486114</c:v>
                </c:pt>
                <c:pt idx="126">
                  <c:v>104.32708236697366</c:v>
                </c:pt>
                <c:pt idx="127">
                  <c:v>104.24756477370613</c:v>
                </c:pt>
                <c:pt idx="128">
                  <c:v>104.3403352991849</c:v>
                </c:pt>
                <c:pt idx="129">
                  <c:v>104.33370883307926</c:v>
                </c:pt>
                <c:pt idx="130">
                  <c:v>104.14816778212173</c:v>
                </c:pt>
                <c:pt idx="131">
                  <c:v>104.39997349413552</c:v>
                </c:pt>
                <c:pt idx="132">
                  <c:v>104.39997349413552</c:v>
                </c:pt>
                <c:pt idx="133">
                  <c:v>104.53912928235364</c:v>
                </c:pt>
                <c:pt idx="134">
                  <c:v>104.43310582466364</c:v>
                </c:pt>
                <c:pt idx="135">
                  <c:v>104.08190312106547</c:v>
                </c:pt>
                <c:pt idx="136">
                  <c:v>104.22105890928361</c:v>
                </c:pt>
                <c:pt idx="137">
                  <c:v>104.28069710423425</c:v>
                </c:pt>
                <c:pt idx="138">
                  <c:v>104.06202372274859</c:v>
                </c:pt>
                <c:pt idx="139">
                  <c:v>103.95600026505858</c:v>
                </c:pt>
                <c:pt idx="140">
                  <c:v>104.05539725664296</c:v>
                </c:pt>
                <c:pt idx="141">
                  <c:v>104.06202372274858</c:v>
                </c:pt>
                <c:pt idx="142">
                  <c:v>103.90298853621357</c:v>
                </c:pt>
                <c:pt idx="143">
                  <c:v>103.94937379895295</c:v>
                </c:pt>
                <c:pt idx="144">
                  <c:v>103.94937379895295</c:v>
                </c:pt>
                <c:pt idx="145">
                  <c:v>103.84997680736855</c:v>
                </c:pt>
                <c:pt idx="146">
                  <c:v>103.40600357829162</c:v>
                </c:pt>
                <c:pt idx="147">
                  <c:v>103.34636538334099</c:v>
                </c:pt>
                <c:pt idx="148">
                  <c:v>103.76383274799541</c:v>
                </c:pt>
                <c:pt idx="149">
                  <c:v>103.80359154462916</c:v>
                </c:pt>
                <c:pt idx="150">
                  <c:v>103.54515936650974</c:v>
                </c:pt>
                <c:pt idx="151">
                  <c:v>103.66443575641101</c:v>
                </c:pt>
                <c:pt idx="152">
                  <c:v>103.66443575641101</c:v>
                </c:pt>
                <c:pt idx="153">
                  <c:v>104.16142071433295</c:v>
                </c:pt>
                <c:pt idx="154">
                  <c:v>104.55238221456487</c:v>
                </c:pt>
                <c:pt idx="155">
                  <c:v>104.61864687562112</c:v>
                </c:pt>
                <c:pt idx="156">
                  <c:v>104.49274401961424</c:v>
                </c:pt>
                <c:pt idx="157">
                  <c:v>104.57226161288175</c:v>
                </c:pt>
                <c:pt idx="158">
                  <c:v>104.49274401961424</c:v>
                </c:pt>
                <c:pt idx="159">
                  <c:v>104.48611755350861</c:v>
                </c:pt>
                <c:pt idx="160">
                  <c:v>104.61202040951549</c:v>
                </c:pt>
                <c:pt idx="161">
                  <c:v>104.78430852826175</c:v>
                </c:pt>
                <c:pt idx="162">
                  <c:v>104.63189980783235</c:v>
                </c:pt>
                <c:pt idx="163">
                  <c:v>104.4397322907692</c:v>
                </c:pt>
                <c:pt idx="164">
                  <c:v>104.20117951096667</c:v>
                </c:pt>
                <c:pt idx="165">
                  <c:v>104.41985289245233</c:v>
                </c:pt>
                <c:pt idx="166">
                  <c:v>104.35358823139605</c:v>
                </c:pt>
                <c:pt idx="167">
                  <c:v>104.35358823139605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97BF-4BD6-A870-A038F68D2A1E}"/>
            </c:ext>
          </c:extLst>
        </c:ser>
        <c:ser>
          <c:idx val="6"/>
          <c:order val="6"/>
          <c:tx>
            <c:strRef>
              <c:f>RF!$H$23</c:f>
              <c:strCache>
                <c:ptCount val="1"/>
                <c:pt idx="0">
                  <c:v>AUDHYBI LX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RF!$I$23:$FT$23</c:f>
              <c:numCache>
                <c:formatCode>General</c:formatCode>
                <c:ptCount val="168"/>
                <c:pt idx="0">
                  <c:v>100</c:v>
                </c:pt>
                <c:pt idx="1">
                  <c:v>100.00936812028665</c:v>
                </c:pt>
                <c:pt idx="2">
                  <c:v>100.0187362405733</c:v>
                </c:pt>
                <c:pt idx="3">
                  <c:v>100.17799428544659</c:v>
                </c:pt>
                <c:pt idx="4">
                  <c:v>100.29977984917323</c:v>
                </c:pt>
                <c:pt idx="5">
                  <c:v>100.34193639046323</c:v>
                </c:pt>
                <c:pt idx="6">
                  <c:v>100.27167548831325</c:v>
                </c:pt>
                <c:pt idx="7">
                  <c:v>100.40282917232655</c:v>
                </c:pt>
                <c:pt idx="8">
                  <c:v>100.37472481146655</c:v>
                </c:pt>
                <c:pt idx="9">
                  <c:v>100.55740315705653</c:v>
                </c:pt>
                <c:pt idx="10">
                  <c:v>100.46840601433321</c:v>
                </c:pt>
                <c:pt idx="11">
                  <c:v>100.44498571361655</c:v>
                </c:pt>
                <c:pt idx="12">
                  <c:v>100.45435383390321</c:v>
                </c:pt>
                <c:pt idx="13">
                  <c:v>100.45435383390321</c:v>
                </c:pt>
                <c:pt idx="14">
                  <c:v>100.18267834558993</c:v>
                </c:pt>
                <c:pt idx="15">
                  <c:v>100.54335097662653</c:v>
                </c:pt>
                <c:pt idx="16">
                  <c:v>100.68855684106981</c:v>
                </c:pt>
                <c:pt idx="17">
                  <c:v>100.63234811934983</c:v>
                </c:pt>
                <c:pt idx="18">
                  <c:v>100.55271909691318</c:v>
                </c:pt>
                <c:pt idx="19">
                  <c:v>100.45435383390321</c:v>
                </c:pt>
                <c:pt idx="20">
                  <c:v>100.17331022530328</c:v>
                </c:pt>
                <c:pt idx="21">
                  <c:v>99.887582556560005</c:v>
                </c:pt>
                <c:pt idx="22">
                  <c:v>99.882898496416686</c:v>
                </c:pt>
                <c:pt idx="23">
                  <c:v>100.13583774415663</c:v>
                </c:pt>
                <c:pt idx="24">
                  <c:v>99.962527518853335</c:v>
                </c:pt>
                <c:pt idx="25">
                  <c:v>99.765796992833387</c:v>
                </c:pt>
                <c:pt idx="26">
                  <c:v>99.648695489250088</c:v>
                </c:pt>
                <c:pt idx="27">
                  <c:v>100.05152466157666</c:v>
                </c:pt>
                <c:pt idx="28">
                  <c:v>100.24825518759663</c:v>
                </c:pt>
                <c:pt idx="29">
                  <c:v>100.28104360859996</c:v>
                </c:pt>
                <c:pt idx="30">
                  <c:v>100.14988992458666</c:v>
                </c:pt>
                <c:pt idx="31">
                  <c:v>99.892266616703381</c:v>
                </c:pt>
                <c:pt idx="32">
                  <c:v>99.798585413836747</c:v>
                </c:pt>
                <c:pt idx="33">
                  <c:v>99.798585413836747</c:v>
                </c:pt>
                <c:pt idx="34">
                  <c:v>99.723640451543432</c:v>
                </c:pt>
                <c:pt idx="35">
                  <c:v>100.11241744343999</c:v>
                </c:pt>
                <c:pt idx="36">
                  <c:v>100.14052180429998</c:v>
                </c:pt>
                <c:pt idx="37">
                  <c:v>100.2014145861633</c:v>
                </c:pt>
                <c:pt idx="38">
                  <c:v>99.882898496416715</c:v>
                </c:pt>
                <c:pt idx="39">
                  <c:v>99.578434587100119</c:v>
                </c:pt>
                <c:pt idx="40">
                  <c:v>100.02342030071668</c:v>
                </c:pt>
                <c:pt idx="41">
                  <c:v>99.976579699283363</c:v>
                </c:pt>
                <c:pt idx="42">
                  <c:v>99.442596842943487</c:v>
                </c:pt>
                <c:pt idx="43">
                  <c:v>99.348915640076839</c:v>
                </c:pt>
                <c:pt idx="44">
                  <c:v>99.250550377066858</c:v>
                </c:pt>
                <c:pt idx="45">
                  <c:v>99.859478195700063</c:v>
                </c:pt>
                <c:pt idx="46">
                  <c:v>99.6908520305401</c:v>
                </c:pt>
                <c:pt idx="47">
                  <c:v>99.236498196636873</c:v>
                </c:pt>
                <c:pt idx="48">
                  <c:v>99.236498196636873</c:v>
                </c:pt>
                <c:pt idx="49">
                  <c:v>99.733008571830084</c:v>
                </c:pt>
                <c:pt idx="50">
                  <c:v>99.653379549393435</c:v>
                </c:pt>
                <c:pt idx="51">
                  <c:v>98.899245866316946</c:v>
                </c:pt>
                <c:pt idx="52">
                  <c:v>98.782144362733632</c:v>
                </c:pt>
                <c:pt idx="53">
                  <c:v>98.866457445313614</c:v>
                </c:pt>
                <c:pt idx="54">
                  <c:v>99.306759098786856</c:v>
                </c:pt>
                <c:pt idx="55">
                  <c:v>99.119396693053574</c:v>
                </c:pt>
                <c:pt idx="56">
                  <c:v>98.618202257717016</c:v>
                </c:pt>
                <c:pt idx="57">
                  <c:v>98.285633987540436</c:v>
                </c:pt>
                <c:pt idx="58">
                  <c:v>98.641622558433667</c:v>
                </c:pt>
                <c:pt idx="59">
                  <c:v>98.491732633847036</c:v>
                </c:pt>
                <c:pt idx="60">
                  <c:v>98.810248723593617</c:v>
                </c:pt>
                <c:pt idx="61">
                  <c:v>98.271581807110422</c:v>
                </c:pt>
                <c:pt idx="62">
                  <c:v>97.611129326900567</c:v>
                </c:pt>
                <c:pt idx="63">
                  <c:v>97.686074289193897</c:v>
                </c:pt>
                <c:pt idx="64">
                  <c:v>98.369947070120404</c:v>
                </c:pt>
                <c:pt idx="65">
                  <c:v>99.114712632910226</c:v>
                </c:pt>
                <c:pt idx="66">
                  <c:v>99.189657595203528</c:v>
                </c:pt>
                <c:pt idx="67">
                  <c:v>99.189657595203528</c:v>
                </c:pt>
                <c:pt idx="68">
                  <c:v>99.189657595203528</c:v>
                </c:pt>
                <c:pt idx="69">
                  <c:v>99.433228722656821</c:v>
                </c:pt>
                <c:pt idx="70">
                  <c:v>100.57145533748655</c:v>
                </c:pt>
                <c:pt idx="71">
                  <c:v>100.45903789404657</c:v>
                </c:pt>
                <c:pt idx="72">
                  <c:v>100.07962902243666</c:v>
                </c:pt>
                <c:pt idx="73">
                  <c:v>100.01873624057335</c:v>
                </c:pt>
                <c:pt idx="74">
                  <c:v>100.66982060049652</c:v>
                </c:pt>
                <c:pt idx="75">
                  <c:v>100.57613939762989</c:v>
                </c:pt>
                <c:pt idx="76">
                  <c:v>100.66982060049654</c:v>
                </c:pt>
                <c:pt idx="77">
                  <c:v>101.23659187783974</c:v>
                </c:pt>
                <c:pt idx="78">
                  <c:v>101.17569909597643</c:v>
                </c:pt>
                <c:pt idx="79">
                  <c:v>100.94618014895313</c:v>
                </c:pt>
                <c:pt idx="80">
                  <c:v>101.01644105110312</c:v>
                </c:pt>
                <c:pt idx="81">
                  <c:v>100.79160616422317</c:v>
                </c:pt>
                <c:pt idx="82">
                  <c:v>100.99770481052978</c:v>
                </c:pt>
                <c:pt idx="83">
                  <c:v>101.14759473511641</c:v>
                </c:pt>
                <c:pt idx="84">
                  <c:v>100.95086420909647</c:v>
                </c:pt>
                <c:pt idx="85">
                  <c:v>100.67450466063985</c:v>
                </c:pt>
                <c:pt idx="86">
                  <c:v>100.83844676565649</c:v>
                </c:pt>
                <c:pt idx="87">
                  <c:v>100.83844676565649</c:v>
                </c:pt>
                <c:pt idx="88">
                  <c:v>101.03517729167643</c:v>
                </c:pt>
                <c:pt idx="89">
                  <c:v>101.13354255468641</c:v>
                </c:pt>
                <c:pt idx="90">
                  <c:v>101.49889924586633</c:v>
                </c:pt>
                <c:pt idx="91">
                  <c:v>101.45674270457633</c:v>
                </c:pt>
                <c:pt idx="92">
                  <c:v>101.452058644433</c:v>
                </c:pt>
                <c:pt idx="93">
                  <c:v>101.40053398285633</c:v>
                </c:pt>
                <c:pt idx="94">
                  <c:v>100.9321279685231</c:v>
                </c:pt>
                <c:pt idx="95">
                  <c:v>100.93681202866645</c:v>
                </c:pt>
                <c:pt idx="96">
                  <c:v>100.93681202866645</c:v>
                </c:pt>
                <c:pt idx="97">
                  <c:v>100.74476556278982</c:v>
                </c:pt>
                <c:pt idx="98">
                  <c:v>100.67918872078317</c:v>
                </c:pt>
                <c:pt idx="99">
                  <c:v>100.44966977375989</c:v>
                </c:pt>
                <c:pt idx="100">
                  <c:v>100.96491638952645</c:v>
                </c:pt>
                <c:pt idx="101">
                  <c:v>101.0773338329664</c:v>
                </c:pt>
                <c:pt idx="102">
                  <c:v>101.26001217855635</c:v>
                </c:pt>
                <c:pt idx="103">
                  <c:v>101.26001217855635</c:v>
                </c:pt>
                <c:pt idx="104">
                  <c:v>101.67689353131291</c:v>
                </c:pt>
                <c:pt idx="105">
                  <c:v>101.70968195231625</c:v>
                </c:pt>
                <c:pt idx="106">
                  <c:v>101.81741533561291</c:v>
                </c:pt>
                <c:pt idx="107">
                  <c:v>102.06098646306617</c:v>
                </c:pt>
                <c:pt idx="108">
                  <c:v>102.0937748840695</c:v>
                </c:pt>
                <c:pt idx="109">
                  <c:v>102.17808796664949</c:v>
                </c:pt>
                <c:pt idx="110">
                  <c:v>101.94388495948287</c:v>
                </c:pt>
                <c:pt idx="111">
                  <c:v>102.08909082392617</c:v>
                </c:pt>
                <c:pt idx="112">
                  <c:v>101.70031383202961</c:v>
                </c:pt>
                <c:pt idx="113">
                  <c:v>101.72373413274626</c:v>
                </c:pt>
                <c:pt idx="114">
                  <c:v>101.82678345589956</c:v>
                </c:pt>
                <c:pt idx="115">
                  <c:v>101.65815729073961</c:v>
                </c:pt>
                <c:pt idx="116">
                  <c:v>101.93920089933953</c:v>
                </c:pt>
                <c:pt idx="117">
                  <c:v>102.23898074851279</c:v>
                </c:pt>
                <c:pt idx="118">
                  <c:v>102.59965337954935</c:v>
                </c:pt>
                <c:pt idx="119">
                  <c:v>102.65117804112602</c:v>
                </c:pt>
                <c:pt idx="120">
                  <c:v>102.22961262822611</c:v>
                </c:pt>
                <c:pt idx="121">
                  <c:v>102.33734601152274</c:v>
                </c:pt>
                <c:pt idx="122">
                  <c:v>102.33734601152274</c:v>
                </c:pt>
                <c:pt idx="123">
                  <c:v>102.27176916951609</c:v>
                </c:pt>
                <c:pt idx="124">
                  <c:v>102.27176916951609</c:v>
                </c:pt>
                <c:pt idx="125">
                  <c:v>102.16871984636279</c:v>
                </c:pt>
                <c:pt idx="126">
                  <c:v>102.21087638765279</c:v>
                </c:pt>
                <c:pt idx="127">
                  <c:v>102.05161834277949</c:v>
                </c:pt>
                <c:pt idx="128">
                  <c:v>102.19682420722279</c:v>
                </c:pt>
                <c:pt idx="129">
                  <c:v>102.31860977094944</c:v>
                </c:pt>
                <c:pt idx="130">
                  <c:v>102.39355473324275</c:v>
                </c:pt>
                <c:pt idx="131">
                  <c:v>102.59496931940603</c:v>
                </c:pt>
                <c:pt idx="132">
                  <c:v>102.59496931940603</c:v>
                </c:pt>
                <c:pt idx="133">
                  <c:v>102.90411728886596</c:v>
                </c:pt>
                <c:pt idx="134">
                  <c:v>102.89474916857928</c:v>
                </c:pt>
                <c:pt idx="135">
                  <c:v>102.64649398098267</c:v>
                </c:pt>
                <c:pt idx="136">
                  <c:v>102.80106796571263</c:v>
                </c:pt>
                <c:pt idx="137">
                  <c:v>102.84322450700263</c:v>
                </c:pt>
                <c:pt idx="138">
                  <c:v>102.65117804112602</c:v>
                </c:pt>
                <c:pt idx="139">
                  <c:v>102.61370555997935</c:v>
                </c:pt>
                <c:pt idx="140">
                  <c:v>102.96969413087263</c:v>
                </c:pt>
                <c:pt idx="141">
                  <c:v>103.00248255187594</c:v>
                </c:pt>
                <c:pt idx="142">
                  <c:v>103.03995503302258</c:v>
                </c:pt>
                <c:pt idx="143">
                  <c:v>102.9977984917326</c:v>
                </c:pt>
                <c:pt idx="144">
                  <c:v>102.9977984917326</c:v>
                </c:pt>
                <c:pt idx="145">
                  <c:v>102.77296360485265</c:v>
                </c:pt>
                <c:pt idx="146">
                  <c:v>102.4029228535294</c:v>
                </c:pt>
                <c:pt idx="147">
                  <c:v>102.42634315424606</c:v>
                </c:pt>
                <c:pt idx="148">
                  <c:v>102.59028525926269</c:v>
                </c:pt>
                <c:pt idx="149">
                  <c:v>102.69333458241599</c:v>
                </c:pt>
                <c:pt idx="150">
                  <c:v>102.67459834184265</c:v>
                </c:pt>
                <c:pt idx="151">
                  <c:v>102.78701578528263</c:v>
                </c:pt>
                <c:pt idx="152">
                  <c:v>102.83385638671595</c:v>
                </c:pt>
                <c:pt idx="153">
                  <c:v>103.23200149889918</c:v>
                </c:pt>
                <c:pt idx="154">
                  <c:v>103.58799006979243</c:v>
                </c:pt>
                <c:pt idx="155">
                  <c:v>103.59267412993574</c:v>
                </c:pt>
                <c:pt idx="156">
                  <c:v>103.58330600964908</c:v>
                </c:pt>
                <c:pt idx="157">
                  <c:v>103.77066841538236</c:v>
                </c:pt>
                <c:pt idx="158">
                  <c:v>103.67230315237239</c:v>
                </c:pt>
                <c:pt idx="159">
                  <c:v>103.60204225022241</c:v>
                </c:pt>
                <c:pt idx="160">
                  <c:v>103.71914375380572</c:v>
                </c:pt>
                <c:pt idx="161">
                  <c:v>103.87371773853567</c:v>
                </c:pt>
                <c:pt idx="162">
                  <c:v>104.04234390369564</c:v>
                </c:pt>
                <c:pt idx="163">
                  <c:v>103.95803082111566</c:v>
                </c:pt>
                <c:pt idx="164">
                  <c:v>103.80814089652903</c:v>
                </c:pt>
                <c:pt idx="165">
                  <c:v>104.01892360297896</c:v>
                </c:pt>
                <c:pt idx="166">
                  <c:v>103.89245397910899</c:v>
                </c:pt>
                <c:pt idx="167">
                  <c:v>103.89245397910899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97BF-4BD6-A870-A038F68D2A1E}"/>
            </c:ext>
          </c:extLst>
        </c:ser>
        <c:ser>
          <c:idx val="7"/>
          <c:order val="7"/>
          <c:tx>
            <c:strRef>
              <c:f>RF!$H$24</c:f>
              <c:strCache>
                <c:ptCount val="1"/>
                <c:pt idx="0">
                  <c:v>KHYGBXU ID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RF!$I$24:$FT$24</c:f>
              <c:numCache>
                <c:formatCode>General</c:formatCode>
                <c:ptCount val="168"/>
                <c:pt idx="0">
                  <c:v>100</c:v>
                </c:pt>
                <c:pt idx="1">
                  <c:v>100.04806256872583</c:v>
                </c:pt>
                <c:pt idx="2">
                  <c:v>100.14637236839229</c:v>
                </c:pt>
                <c:pt idx="3">
                  <c:v>100.18496806752063</c:v>
                </c:pt>
                <c:pt idx="4">
                  <c:v>100.25196437544147</c:v>
                </c:pt>
                <c:pt idx="5">
                  <c:v>100.28327786718711</c:v>
                </c:pt>
                <c:pt idx="6">
                  <c:v>100.32114534557715</c:v>
                </c:pt>
                <c:pt idx="7">
                  <c:v>100.44207563478899</c:v>
                </c:pt>
                <c:pt idx="8">
                  <c:v>100.50764024942194</c:v>
                </c:pt>
                <c:pt idx="9">
                  <c:v>100.56446291543716</c:v>
                </c:pt>
                <c:pt idx="10">
                  <c:v>100.60598717137135</c:v>
                </c:pt>
                <c:pt idx="11">
                  <c:v>100.66645231597728</c:v>
                </c:pt>
                <c:pt idx="12">
                  <c:v>100.63731248725152</c:v>
                </c:pt>
                <c:pt idx="13">
                  <c:v>100.60307318849877</c:v>
                </c:pt>
                <c:pt idx="14">
                  <c:v>100.6285705386338</c:v>
                </c:pt>
                <c:pt idx="15">
                  <c:v>100.78956809234357</c:v>
                </c:pt>
                <c:pt idx="16">
                  <c:v>100.8682456299031</c:v>
                </c:pt>
                <c:pt idx="17">
                  <c:v>100.94838015889893</c:v>
                </c:pt>
                <c:pt idx="18">
                  <c:v>100.98990441483312</c:v>
                </c:pt>
                <c:pt idx="19">
                  <c:v>101.0030173377597</c:v>
                </c:pt>
                <c:pt idx="20">
                  <c:v>100.94692316746264</c:v>
                </c:pt>
                <c:pt idx="21">
                  <c:v>100.89082899716558</c:v>
                </c:pt>
                <c:pt idx="22">
                  <c:v>100.89082899716558</c:v>
                </c:pt>
                <c:pt idx="23">
                  <c:v>101.07513841385597</c:v>
                </c:pt>
                <c:pt idx="24">
                  <c:v>101.08242337103741</c:v>
                </c:pt>
                <c:pt idx="25">
                  <c:v>101.09699328540027</c:v>
                </c:pt>
                <c:pt idx="26">
                  <c:v>101.03361415792178</c:v>
                </c:pt>
                <c:pt idx="27">
                  <c:v>101.12759010556232</c:v>
                </c:pt>
                <c:pt idx="28">
                  <c:v>101.15308745569733</c:v>
                </c:pt>
                <c:pt idx="29">
                  <c:v>101.15163046426105</c:v>
                </c:pt>
                <c:pt idx="30">
                  <c:v>101.11302019119942</c:v>
                </c:pt>
                <c:pt idx="31">
                  <c:v>101.02997167933104</c:v>
                </c:pt>
                <c:pt idx="32">
                  <c:v>101.08533735390998</c:v>
                </c:pt>
                <c:pt idx="33">
                  <c:v>101.09335080680957</c:v>
                </c:pt>
                <c:pt idx="34">
                  <c:v>101.10282125114541</c:v>
                </c:pt>
                <c:pt idx="35">
                  <c:v>101.05546902946608</c:v>
                </c:pt>
                <c:pt idx="36">
                  <c:v>101.10864921689057</c:v>
                </c:pt>
                <c:pt idx="37">
                  <c:v>101.16037241287879</c:v>
                </c:pt>
                <c:pt idx="38">
                  <c:v>101.12321913125345</c:v>
                </c:pt>
                <c:pt idx="39">
                  <c:v>101.14070302848889</c:v>
                </c:pt>
                <c:pt idx="40">
                  <c:v>101.20262516453111</c:v>
                </c:pt>
                <c:pt idx="41">
                  <c:v>101.19315472019525</c:v>
                </c:pt>
                <c:pt idx="42">
                  <c:v>101.01030229494117</c:v>
                </c:pt>
                <c:pt idx="43">
                  <c:v>100.79903853667949</c:v>
                </c:pt>
                <c:pt idx="44">
                  <c:v>100.83473482686853</c:v>
                </c:pt>
                <c:pt idx="45">
                  <c:v>101.02705769645848</c:v>
                </c:pt>
                <c:pt idx="46">
                  <c:v>100.91049838155548</c:v>
                </c:pt>
                <c:pt idx="47">
                  <c:v>100.34445720855778</c:v>
                </c:pt>
                <c:pt idx="48">
                  <c:v>100.72108949483811</c:v>
                </c:pt>
                <c:pt idx="49">
                  <c:v>100.72837445201955</c:v>
                </c:pt>
                <c:pt idx="50">
                  <c:v>100.54479353104733</c:v>
                </c:pt>
                <c:pt idx="51">
                  <c:v>100.25193825235354</c:v>
                </c:pt>
                <c:pt idx="52">
                  <c:v>100.21697045788264</c:v>
                </c:pt>
                <c:pt idx="53">
                  <c:v>100.21697045788264</c:v>
                </c:pt>
                <c:pt idx="54">
                  <c:v>100.15796230471298</c:v>
                </c:pt>
                <c:pt idx="55">
                  <c:v>100.07782777571717</c:v>
                </c:pt>
                <c:pt idx="56">
                  <c:v>99.898617829053791</c:v>
                </c:pt>
                <c:pt idx="57">
                  <c:v>99.371186929117698</c:v>
                </c:pt>
                <c:pt idx="58">
                  <c:v>99.736163283907729</c:v>
                </c:pt>
                <c:pt idx="59">
                  <c:v>99.867292513173609</c:v>
                </c:pt>
                <c:pt idx="60">
                  <c:v>99.859279060274019</c:v>
                </c:pt>
                <c:pt idx="61">
                  <c:v>99.589735644560832</c:v>
                </c:pt>
                <c:pt idx="62">
                  <c:v>99.447678979522806</c:v>
                </c:pt>
                <c:pt idx="63">
                  <c:v>99.476090312530417</c:v>
                </c:pt>
                <c:pt idx="64">
                  <c:v>99.857093573119613</c:v>
                </c:pt>
                <c:pt idx="65">
                  <c:v>99.854179590247028</c:v>
                </c:pt>
                <c:pt idx="66">
                  <c:v>99.854179590247028</c:v>
                </c:pt>
                <c:pt idx="67">
                  <c:v>99.854179590247028</c:v>
                </c:pt>
                <c:pt idx="68">
                  <c:v>100.07928476715347</c:v>
                </c:pt>
                <c:pt idx="69">
                  <c:v>100.52075317234861</c:v>
                </c:pt>
                <c:pt idx="70">
                  <c:v>100.69996311901197</c:v>
                </c:pt>
                <c:pt idx="71">
                  <c:v>100.75460029787274</c:v>
                </c:pt>
                <c:pt idx="72">
                  <c:v>100.7487723321276</c:v>
                </c:pt>
                <c:pt idx="73">
                  <c:v>100.9782484833429</c:v>
                </c:pt>
                <c:pt idx="74">
                  <c:v>101.13196107987125</c:v>
                </c:pt>
                <c:pt idx="75">
                  <c:v>101.18951224160459</c:v>
                </c:pt>
                <c:pt idx="76">
                  <c:v>101.23686446328392</c:v>
                </c:pt>
                <c:pt idx="77">
                  <c:v>101.5326337248503</c:v>
                </c:pt>
                <c:pt idx="78">
                  <c:v>101.55594558783089</c:v>
                </c:pt>
                <c:pt idx="79">
                  <c:v>101.4845530074528</c:v>
                </c:pt>
                <c:pt idx="80">
                  <c:v>101.46342663162663</c:v>
                </c:pt>
                <c:pt idx="81">
                  <c:v>101.33739687238777</c:v>
                </c:pt>
                <c:pt idx="82">
                  <c:v>101.44011476864603</c:v>
                </c:pt>
                <c:pt idx="83">
                  <c:v>101.31554200084345</c:v>
                </c:pt>
                <c:pt idx="84">
                  <c:v>101.23395048041135</c:v>
                </c:pt>
                <c:pt idx="85">
                  <c:v>101.03450340198869</c:v>
                </c:pt>
                <c:pt idx="86">
                  <c:v>101.13932230451741</c:v>
                </c:pt>
                <c:pt idx="87">
                  <c:v>101.13932230451741</c:v>
                </c:pt>
                <c:pt idx="88">
                  <c:v>101.18590848341906</c:v>
                </c:pt>
                <c:pt idx="89">
                  <c:v>101.34968801862017</c:v>
                </c:pt>
                <c:pt idx="90">
                  <c:v>101.4341254678794</c:v>
                </c:pt>
                <c:pt idx="91">
                  <c:v>101.43630919501541</c:v>
                </c:pt>
                <c:pt idx="92">
                  <c:v>101.49090237341579</c:v>
                </c:pt>
                <c:pt idx="93">
                  <c:v>101.4166556507913</c:v>
                </c:pt>
                <c:pt idx="94">
                  <c:v>101.35769501811889</c:v>
                </c:pt>
                <c:pt idx="95">
                  <c:v>101.34168101912144</c:v>
                </c:pt>
                <c:pt idx="96">
                  <c:v>101.27544129599566</c:v>
                </c:pt>
                <c:pt idx="97">
                  <c:v>101.1560642125602</c:v>
                </c:pt>
                <c:pt idx="98">
                  <c:v>101.20847366382455</c:v>
                </c:pt>
                <c:pt idx="99">
                  <c:v>101.10802221556789</c:v>
                </c:pt>
                <c:pt idx="100">
                  <c:v>101.2950948402198</c:v>
                </c:pt>
                <c:pt idx="101">
                  <c:v>101.31693211157994</c:v>
                </c:pt>
                <c:pt idx="102">
                  <c:v>101.31693211157994</c:v>
                </c:pt>
                <c:pt idx="103">
                  <c:v>101.48071164678105</c:v>
                </c:pt>
                <c:pt idx="104">
                  <c:v>101.61027945685126</c:v>
                </c:pt>
                <c:pt idx="105">
                  <c:v>101.70781926892657</c:v>
                </c:pt>
                <c:pt idx="106">
                  <c:v>101.90818641245167</c:v>
                </c:pt>
                <c:pt idx="107">
                  <c:v>101.90818641245167</c:v>
                </c:pt>
                <c:pt idx="108">
                  <c:v>102.06920873506638</c:v>
                </c:pt>
                <c:pt idx="109">
                  <c:v>102.09179557670011</c:v>
                </c:pt>
                <c:pt idx="110">
                  <c:v>102.04443607004872</c:v>
                </c:pt>
                <c:pt idx="111">
                  <c:v>102.07868063639663</c:v>
                </c:pt>
                <c:pt idx="112">
                  <c:v>101.88195653184472</c:v>
                </c:pt>
                <c:pt idx="113">
                  <c:v>101.95263148792449</c:v>
                </c:pt>
                <c:pt idx="114">
                  <c:v>101.95991756587085</c:v>
                </c:pt>
                <c:pt idx="115">
                  <c:v>101.92421578393365</c:v>
                </c:pt>
                <c:pt idx="116">
                  <c:v>102.09616722346792</c:v>
                </c:pt>
                <c:pt idx="117">
                  <c:v>102.28123360330565</c:v>
                </c:pt>
                <c:pt idx="118">
                  <c:v>102.38469591014405</c:v>
                </c:pt>
                <c:pt idx="119">
                  <c:v>102.37158096984058</c:v>
                </c:pt>
                <c:pt idx="120">
                  <c:v>102.33879361908193</c:v>
                </c:pt>
                <c:pt idx="121">
                  <c:v>102.34680830482293</c:v>
                </c:pt>
                <c:pt idx="122">
                  <c:v>102.42622655443833</c:v>
                </c:pt>
                <c:pt idx="123">
                  <c:v>102.42404073105442</c:v>
                </c:pt>
                <c:pt idx="124">
                  <c:v>102.45901390519698</c:v>
                </c:pt>
                <c:pt idx="125">
                  <c:v>102.48888682477708</c:v>
                </c:pt>
                <c:pt idx="126">
                  <c:v>102.51365948979473</c:v>
                </c:pt>
                <c:pt idx="127">
                  <c:v>102.56029038865147</c:v>
                </c:pt>
                <c:pt idx="128">
                  <c:v>102.53770354701773</c:v>
                </c:pt>
                <c:pt idx="129">
                  <c:v>102.37085236204592</c:v>
                </c:pt>
                <c:pt idx="130">
                  <c:v>102.45537086622379</c:v>
                </c:pt>
                <c:pt idx="131">
                  <c:v>102.6003638173565</c:v>
                </c:pt>
                <c:pt idx="132">
                  <c:v>102.68488232153436</c:v>
                </c:pt>
                <c:pt idx="133">
                  <c:v>102.7351562593643</c:v>
                </c:pt>
                <c:pt idx="134">
                  <c:v>102.71985549567695</c:v>
                </c:pt>
                <c:pt idx="135">
                  <c:v>102.68561092932903</c:v>
                </c:pt>
                <c:pt idx="136">
                  <c:v>102.81530311677436</c:v>
                </c:pt>
                <c:pt idx="137">
                  <c:v>102.84736185973837</c:v>
                </c:pt>
                <c:pt idx="138">
                  <c:v>102.80364539206016</c:v>
                </c:pt>
                <c:pt idx="139">
                  <c:v>102.8378899584081</c:v>
                </c:pt>
                <c:pt idx="140">
                  <c:v>102.8757775637292</c:v>
                </c:pt>
                <c:pt idx="141">
                  <c:v>102.89909301315757</c:v>
                </c:pt>
                <c:pt idx="142">
                  <c:v>102.87650617152383</c:v>
                </c:pt>
                <c:pt idx="143">
                  <c:v>102.9296945405323</c:v>
                </c:pt>
                <c:pt idx="144">
                  <c:v>102.9158509924342</c:v>
                </c:pt>
                <c:pt idx="145">
                  <c:v>102.83570413502417</c:v>
                </c:pt>
                <c:pt idx="146">
                  <c:v>102.64845193180254</c:v>
                </c:pt>
                <c:pt idx="147">
                  <c:v>102.77960133483714</c:v>
                </c:pt>
                <c:pt idx="148">
                  <c:v>102.76430057114978</c:v>
                </c:pt>
                <c:pt idx="149">
                  <c:v>102.78178715822105</c:v>
                </c:pt>
                <c:pt idx="150">
                  <c:v>102.69071118389145</c:v>
                </c:pt>
                <c:pt idx="151">
                  <c:v>103.09581711770947</c:v>
                </c:pt>
                <c:pt idx="152">
                  <c:v>103.09581711770947</c:v>
                </c:pt>
                <c:pt idx="153">
                  <c:v>103.06302976695083</c:v>
                </c:pt>
                <c:pt idx="154">
                  <c:v>103.19126473880689</c:v>
                </c:pt>
                <c:pt idx="155">
                  <c:v>103.20000803234252</c:v>
                </c:pt>
                <c:pt idx="156">
                  <c:v>103.20656550249426</c:v>
                </c:pt>
                <c:pt idx="157">
                  <c:v>103.29254122226139</c:v>
                </c:pt>
                <c:pt idx="158">
                  <c:v>103.22769512853871</c:v>
                </c:pt>
                <c:pt idx="159">
                  <c:v>103.27214020401155</c:v>
                </c:pt>
                <c:pt idx="160">
                  <c:v>103.28379792872572</c:v>
                </c:pt>
                <c:pt idx="161">
                  <c:v>103.35302348275975</c:v>
                </c:pt>
                <c:pt idx="162">
                  <c:v>103.37925632428843</c:v>
                </c:pt>
                <c:pt idx="163">
                  <c:v>103.30492993995716</c:v>
                </c:pt>
                <c:pt idx="164">
                  <c:v>103.28088316855587</c:v>
                </c:pt>
                <c:pt idx="165">
                  <c:v>103.38508584462814</c:v>
                </c:pt>
                <c:pt idx="166">
                  <c:v>103.3799850143309</c:v>
                </c:pt>
                <c:pt idx="167">
                  <c:v>103.3799850143309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97BF-4BD6-A870-A038F68D2A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8475984"/>
        <c:axId val="1575775599"/>
      </c:lineChart>
      <c:dateAx>
        <c:axId val="78475984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33A0"/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1575775599"/>
        <c:crosses val="autoZero"/>
        <c:auto val="1"/>
        <c:lblOffset val="100"/>
        <c:baseTimeUnit val="days"/>
      </c:dateAx>
      <c:valAx>
        <c:axId val="15757755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33A0"/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784759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0033A0"/>
              </a:solidFill>
              <a:latin typeface="+mn-lt"/>
              <a:ea typeface="+mn-ea"/>
              <a:cs typeface="+mn-cs"/>
            </a:defRPr>
          </a:pPr>
          <a:endParaRPr lang="es-P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rgbClr val="0033A0"/>
          </a:solidFill>
        </a:defRPr>
      </a:pPr>
      <a:endParaRPr lang="es-PE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RF!$H$35</c:f>
              <c:strCache>
                <c:ptCount val="1"/>
                <c:pt idx="0">
                  <c:v>PEDFGIS KY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RF!$I$35:$FT$35</c:f>
              <c:numCache>
                <c:formatCode>General</c:formatCode>
                <c:ptCount val="168"/>
                <c:pt idx="0">
                  <c:v>100</c:v>
                </c:pt>
                <c:pt idx="1">
                  <c:v>100</c:v>
                </c:pt>
                <c:pt idx="2">
                  <c:v>100.37624062101325</c:v>
                </c:pt>
                <c:pt idx="3">
                  <c:v>100.37624062101325</c:v>
                </c:pt>
                <c:pt idx="4">
                  <c:v>100.37624062101325</c:v>
                </c:pt>
                <c:pt idx="5">
                  <c:v>100.37624062101325</c:v>
                </c:pt>
                <c:pt idx="6">
                  <c:v>100.37624062101325</c:v>
                </c:pt>
                <c:pt idx="7">
                  <c:v>100.63787921378683</c:v>
                </c:pt>
                <c:pt idx="8">
                  <c:v>100.63787921378683</c:v>
                </c:pt>
                <c:pt idx="9">
                  <c:v>100.63787921378683</c:v>
                </c:pt>
                <c:pt idx="10">
                  <c:v>100.63787921378683</c:v>
                </c:pt>
                <c:pt idx="11">
                  <c:v>100.63787921378683</c:v>
                </c:pt>
                <c:pt idx="12">
                  <c:v>100.9108698942634</c:v>
                </c:pt>
                <c:pt idx="13">
                  <c:v>100.9108698942634</c:v>
                </c:pt>
                <c:pt idx="14">
                  <c:v>100.9108698942634</c:v>
                </c:pt>
                <c:pt idx="15">
                  <c:v>100.9108698942634</c:v>
                </c:pt>
                <c:pt idx="16">
                  <c:v>100.9108698942634</c:v>
                </c:pt>
                <c:pt idx="17">
                  <c:v>101.16007524812419</c:v>
                </c:pt>
                <c:pt idx="18">
                  <c:v>101.16007524812419</c:v>
                </c:pt>
                <c:pt idx="19">
                  <c:v>101.16007524812419</c:v>
                </c:pt>
                <c:pt idx="20">
                  <c:v>101.2957597249551</c:v>
                </c:pt>
                <c:pt idx="21">
                  <c:v>101.2957597249551</c:v>
                </c:pt>
                <c:pt idx="22">
                  <c:v>101.29570566739461</c:v>
                </c:pt>
                <c:pt idx="23">
                  <c:v>101.29570566739461</c:v>
                </c:pt>
                <c:pt idx="24">
                  <c:v>101.29570566739461</c:v>
                </c:pt>
                <c:pt idx="25">
                  <c:v>101.29570566739461</c:v>
                </c:pt>
                <c:pt idx="26">
                  <c:v>101.29570566739461</c:v>
                </c:pt>
                <c:pt idx="27">
                  <c:v>101.29570566739461</c:v>
                </c:pt>
                <c:pt idx="28">
                  <c:v>101.29570566739461</c:v>
                </c:pt>
                <c:pt idx="29">
                  <c:v>100.89865288559255</c:v>
                </c:pt>
                <c:pt idx="30">
                  <c:v>100.89865288559255</c:v>
                </c:pt>
                <c:pt idx="31">
                  <c:v>100.89865288559255</c:v>
                </c:pt>
                <c:pt idx="32">
                  <c:v>100.89865288559255</c:v>
                </c:pt>
                <c:pt idx="33">
                  <c:v>100.89865288559255</c:v>
                </c:pt>
                <c:pt idx="34">
                  <c:v>100.89865288559255</c:v>
                </c:pt>
                <c:pt idx="35">
                  <c:v>100.73664237680281</c:v>
                </c:pt>
                <c:pt idx="36">
                  <c:v>100.73664237680281</c:v>
                </c:pt>
                <c:pt idx="37">
                  <c:v>100.73664237680281</c:v>
                </c:pt>
                <c:pt idx="38">
                  <c:v>100.73664237680281</c:v>
                </c:pt>
                <c:pt idx="39">
                  <c:v>99.992323826410356</c:v>
                </c:pt>
                <c:pt idx="40">
                  <c:v>99.992323826410356</c:v>
                </c:pt>
                <c:pt idx="41">
                  <c:v>99.992323826410356</c:v>
                </c:pt>
                <c:pt idx="42">
                  <c:v>99.696466797846341</c:v>
                </c:pt>
                <c:pt idx="43">
                  <c:v>99.696466797846341</c:v>
                </c:pt>
                <c:pt idx="44">
                  <c:v>99.696466797846341</c:v>
                </c:pt>
                <c:pt idx="45">
                  <c:v>99.696466797846341</c:v>
                </c:pt>
                <c:pt idx="46">
                  <c:v>99.696466797846341</c:v>
                </c:pt>
                <c:pt idx="47">
                  <c:v>99.696466797846341</c:v>
                </c:pt>
                <c:pt idx="48">
                  <c:v>99.696466797846341</c:v>
                </c:pt>
                <c:pt idx="49">
                  <c:v>99.696466797846341</c:v>
                </c:pt>
                <c:pt idx="50">
                  <c:v>99.696466797846341</c:v>
                </c:pt>
                <c:pt idx="51">
                  <c:v>99.696466797846341</c:v>
                </c:pt>
                <c:pt idx="52">
                  <c:v>97.807209116266989</c:v>
                </c:pt>
                <c:pt idx="53">
                  <c:v>97.807209116266989</c:v>
                </c:pt>
                <c:pt idx="54">
                  <c:v>97.429130538197057</c:v>
                </c:pt>
                <c:pt idx="55">
                  <c:v>97.429130538197057</c:v>
                </c:pt>
                <c:pt idx="56">
                  <c:v>97.429130538197057</c:v>
                </c:pt>
                <c:pt idx="57">
                  <c:v>97.429130538197057</c:v>
                </c:pt>
                <c:pt idx="58">
                  <c:v>97.429130538197057</c:v>
                </c:pt>
                <c:pt idx="59">
                  <c:v>97.429130538197057</c:v>
                </c:pt>
                <c:pt idx="60">
                  <c:v>97.429130538197057</c:v>
                </c:pt>
                <c:pt idx="61">
                  <c:v>97.429130538197057</c:v>
                </c:pt>
                <c:pt idx="62">
                  <c:v>97.429130538197057</c:v>
                </c:pt>
                <c:pt idx="63">
                  <c:v>97.429130538197057</c:v>
                </c:pt>
                <c:pt idx="64">
                  <c:v>97.619250978441826</c:v>
                </c:pt>
                <c:pt idx="65">
                  <c:v>97.744826691461057</c:v>
                </c:pt>
                <c:pt idx="66">
                  <c:v>97.744826691461057</c:v>
                </c:pt>
                <c:pt idx="67">
                  <c:v>97.744826691461057</c:v>
                </c:pt>
                <c:pt idx="68">
                  <c:v>97.744826691461057</c:v>
                </c:pt>
                <c:pt idx="69">
                  <c:v>97.744826691461057</c:v>
                </c:pt>
                <c:pt idx="70">
                  <c:v>97.744826691461057</c:v>
                </c:pt>
                <c:pt idx="71">
                  <c:v>97.744826691461057</c:v>
                </c:pt>
                <c:pt idx="72">
                  <c:v>97.744826691461057</c:v>
                </c:pt>
                <c:pt idx="73">
                  <c:v>97.744826691461057</c:v>
                </c:pt>
                <c:pt idx="74">
                  <c:v>97.744826691461057</c:v>
                </c:pt>
                <c:pt idx="75">
                  <c:v>97.744826691461057</c:v>
                </c:pt>
                <c:pt idx="76">
                  <c:v>98.635370942980074</c:v>
                </c:pt>
                <c:pt idx="77">
                  <c:v>98.635370942980074</c:v>
                </c:pt>
                <c:pt idx="78">
                  <c:v>98.635370942980074</c:v>
                </c:pt>
                <c:pt idx="79">
                  <c:v>98.635370942980074</c:v>
                </c:pt>
                <c:pt idx="80">
                  <c:v>98.635370942980074</c:v>
                </c:pt>
                <c:pt idx="81">
                  <c:v>98.635370942980074</c:v>
                </c:pt>
                <c:pt idx="82">
                  <c:v>98.635370942980074</c:v>
                </c:pt>
                <c:pt idx="83">
                  <c:v>98.635370942980074</c:v>
                </c:pt>
                <c:pt idx="84">
                  <c:v>98.635370942980074</c:v>
                </c:pt>
                <c:pt idx="85">
                  <c:v>98.635370942980074</c:v>
                </c:pt>
                <c:pt idx="86">
                  <c:v>100.75961684001123</c:v>
                </c:pt>
                <c:pt idx="87">
                  <c:v>100.75961684001123</c:v>
                </c:pt>
                <c:pt idx="88">
                  <c:v>100.75961684001123</c:v>
                </c:pt>
                <c:pt idx="89">
                  <c:v>101.27727203926742</c:v>
                </c:pt>
                <c:pt idx="90">
                  <c:v>101.27727203926742</c:v>
                </c:pt>
                <c:pt idx="91">
                  <c:v>101.27727203926742</c:v>
                </c:pt>
                <c:pt idx="92">
                  <c:v>101.27727203926742</c:v>
                </c:pt>
                <c:pt idx="93">
                  <c:v>101.27727203926742</c:v>
                </c:pt>
                <c:pt idx="94">
                  <c:v>101.79103509416827</c:v>
                </c:pt>
                <c:pt idx="95">
                  <c:v>101.79103509416827</c:v>
                </c:pt>
                <c:pt idx="96">
                  <c:v>101.79103509416827</c:v>
                </c:pt>
                <c:pt idx="97">
                  <c:v>101.79103509416827</c:v>
                </c:pt>
                <c:pt idx="98">
                  <c:v>101.79103509416827</c:v>
                </c:pt>
                <c:pt idx="99">
                  <c:v>102.3433411896988</c:v>
                </c:pt>
                <c:pt idx="100">
                  <c:v>102.3433411896988</c:v>
                </c:pt>
                <c:pt idx="101">
                  <c:v>102.3433411896988</c:v>
                </c:pt>
                <c:pt idx="102">
                  <c:v>102.3433411896988</c:v>
                </c:pt>
                <c:pt idx="103">
                  <c:v>102.3433411896988</c:v>
                </c:pt>
                <c:pt idx="104">
                  <c:v>102.4317793586611</c:v>
                </c:pt>
                <c:pt idx="105">
                  <c:v>102.4317793586611</c:v>
                </c:pt>
                <c:pt idx="106">
                  <c:v>102.4317793586611</c:v>
                </c:pt>
                <c:pt idx="107">
                  <c:v>102.45064544727227</c:v>
                </c:pt>
                <c:pt idx="108">
                  <c:v>102.45064544727227</c:v>
                </c:pt>
                <c:pt idx="109">
                  <c:v>102.45064544727227</c:v>
                </c:pt>
                <c:pt idx="110">
                  <c:v>102.45064544727227</c:v>
                </c:pt>
                <c:pt idx="111">
                  <c:v>102.45064544727227</c:v>
                </c:pt>
                <c:pt idx="112">
                  <c:v>102.45064544727227</c:v>
                </c:pt>
                <c:pt idx="113">
                  <c:v>102.45064544727227</c:v>
                </c:pt>
                <c:pt idx="114">
                  <c:v>102.71968992583304</c:v>
                </c:pt>
                <c:pt idx="115">
                  <c:v>102.71968992583304</c:v>
                </c:pt>
                <c:pt idx="116">
                  <c:v>102.71968992583304</c:v>
                </c:pt>
                <c:pt idx="117">
                  <c:v>102.71968992583304</c:v>
                </c:pt>
                <c:pt idx="118">
                  <c:v>102.71968992583304</c:v>
                </c:pt>
                <c:pt idx="119">
                  <c:v>102.65092870888924</c:v>
                </c:pt>
                <c:pt idx="120">
                  <c:v>102.65092870888924</c:v>
                </c:pt>
                <c:pt idx="121">
                  <c:v>102.65092870888924</c:v>
                </c:pt>
                <c:pt idx="122">
                  <c:v>102.65092870888924</c:v>
                </c:pt>
                <c:pt idx="123">
                  <c:v>102.65092870888924</c:v>
                </c:pt>
                <c:pt idx="124">
                  <c:v>102.65092870888924</c:v>
                </c:pt>
                <c:pt idx="125">
                  <c:v>102.65092870888924</c:v>
                </c:pt>
                <c:pt idx="126">
                  <c:v>102.65092870888924</c:v>
                </c:pt>
                <c:pt idx="127">
                  <c:v>102.65092870888924</c:v>
                </c:pt>
                <c:pt idx="128">
                  <c:v>102.65092870888924</c:v>
                </c:pt>
                <c:pt idx="129">
                  <c:v>102.65092870888924</c:v>
                </c:pt>
                <c:pt idx="130">
                  <c:v>102.79661383441091</c:v>
                </c:pt>
                <c:pt idx="131">
                  <c:v>102.79661383441091</c:v>
                </c:pt>
                <c:pt idx="132">
                  <c:v>102.79661383441091</c:v>
                </c:pt>
                <c:pt idx="133">
                  <c:v>102.79661383441091</c:v>
                </c:pt>
                <c:pt idx="134">
                  <c:v>102.99759984431427</c:v>
                </c:pt>
                <c:pt idx="135">
                  <c:v>102.99759984431427</c:v>
                </c:pt>
                <c:pt idx="136">
                  <c:v>102.99759984431427</c:v>
                </c:pt>
                <c:pt idx="137">
                  <c:v>102.99759984431427</c:v>
                </c:pt>
                <c:pt idx="138">
                  <c:v>102.99759984431427</c:v>
                </c:pt>
                <c:pt idx="139">
                  <c:v>103.00073518282271</c:v>
                </c:pt>
                <c:pt idx="140">
                  <c:v>103.00073518282271</c:v>
                </c:pt>
                <c:pt idx="141">
                  <c:v>103.00073518282271</c:v>
                </c:pt>
                <c:pt idx="142">
                  <c:v>103.00073518282271</c:v>
                </c:pt>
                <c:pt idx="143">
                  <c:v>103.00073518282271</c:v>
                </c:pt>
                <c:pt idx="144">
                  <c:v>103.25761671027314</c:v>
                </c:pt>
                <c:pt idx="145">
                  <c:v>103.25761671027314</c:v>
                </c:pt>
                <c:pt idx="146">
                  <c:v>103.25761671027314</c:v>
                </c:pt>
                <c:pt idx="147">
                  <c:v>103.25761671027314</c:v>
                </c:pt>
                <c:pt idx="148">
                  <c:v>103.25761671027314</c:v>
                </c:pt>
                <c:pt idx="149">
                  <c:v>103.25761671027314</c:v>
                </c:pt>
                <c:pt idx="150">
                  <c:v>103.25761671027314</c:v>
                </c:pt>
                <c:pt idx="151">
                  <c:v>103.25761671027314</c:v>
                </c:pt>
                <c:pt idx="152">
                  <c:v>103.3530283045387</c:v>
                </c:pt>
                <c:pt idx="153">
                  <c:v>103.31383657318315</c:v>
                </c:pt>
                <c:pt idx="154">
                  <c:v>103.31383657318315</c:v>
                </c:pt>
                <c:pt idx="155">
                  <c:v>103.31383657318315</c:v>
                </c:pt>
                <c:pt idx="156">
                  <c:v>103.31383657318315</c:v>
                </c:pt>
                <c:pt idx="157">
                  <c:v>103.31383657318315</c:v>
                </c:pt>
                <c:pt idx="158">
                  <c:v>103.31383657318315</c:v>
                </c:pt>
                <c:pt idx="159">
                  <c:v>103.75689233896256</c:v>
                </c:pt>
                <c:pt idx="160">
                  <c:v>103.75689233896256</c:v>
                </c:pt>
                <c:pt idx="161">
                  <c:v>103.75689233896256</c:v>
                </c:pt>
                <c:pt idx="162">
                  <c:v>103.75689233896256</c:v>
                </c:pt>
                <c:pt idx="163">
                  <c:v>103.75689233896256</c:v>
                </c:pt>
                <c:pt idx="164">
                  <c:v>104.3339567971977</c:v>
                </c:pt>
                <c:pt idx="165">
                  <c:v>104.3339567971977</c:v>
                </c:pt>
                <c:pt idx="166">
                  <c:v>104.3339567971977</c:v>
                </c:pt>
                <c:pt idx="167">
                  <c:v>104.3339567971977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661-4534-B979-3223C7EB547C}"/>
            </c:ext>
          </c:extLst>
        </c:ser>
        <c:ser>
          <c:idx val="1"/>
          <c:order val="1"/>
          <c:tx>
            <c:strRef>
              <c:f>RF!$H$36</c:f>
              <c:strCache>
                <c:ptCount val="1"/>
                <c:pt idx="0">
                  <c:v>MONCRSB KY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RF!$I$36:$FT$36</c:f>
              <c:numCache>
                <c:formatCode>General</c:formatCode>
                <c:ptCount val="168"/>
                <c:pt idx="0">
                  <c:v>100</c:v>
                </c:pt>
                <c:pt idx="1">
                  <c:v>100.02857077821621</c:v>
                </c:pt>
                <c:pt idx="2">
                  <c:v>100.05682759183661</c:v>
                </c:pt>
                <c:pt idx="3">
                  <c:v>100.09473881677734</c:v>
                </c:pt>
                <c:pt idx="4">
                  <c:v>100.16153478453002</c:v>
                </c:pt>
                <c:pt idx="5">
                  <c:v>100.16875597023302</c:v>
                </c:pt>
                <c:pt idx="6">
                  <c:v>100.38743231119541</c:v>
                </c:pt>
                <c:pt idx="7">
                  <c:v>100.61240706505831</c:v>
                </c:pt>
                <c:pt idx="8">
                  <c:v>100.80355694334044</c:v>
                </c:pt>
                <c:pt idx="9">
                  <c:v>100.90731278262197</c:v>
                </c:pt>
                <c:pt idx="10">
                  <c:v>100.92752904546909</c:v>
                </c:pt>
                <c:pt idx="11">
                  <c:v>101.06628969785164</c:v>
                </c:pt>
                <c:pt idx="12">
                  <c:v>101.17869841228175</c:v>
                </c:pt>
                <c:pt idx="13">
                  <c:v>101.2219627880246</c:v>
                </c:pt>
                <c:pt idx="14">
                  <c:v>101.2884326016659</c:v>
                </c:pt>
                <c:pt idx="15">
                  <c:v>101.2884326016659</c:v>
                </c:pt>
                <c:pt idx="16">
                  <c:v>101.32965175237364</c:v>
                </c:pt>
                <c:pt idx="17">
                  <c:v>101.35671165283827</c:v>
                </c:pt>
                <c:pt idx="18">
                  <c:v>101.44064454177943</c:v>
                </c:pt>
                <c:pt idx="19">
                  <c:v>101.48902198011011</c:v>
                </c:pt>
                <c:pt idx="20">
                  <c:v>101.58617016927816</c:v>
                </c:pt>
                <c:pt idx="21">
                  <c:v>101.59781221947809</c:v>
                </c:pt>
                <c:pt idx="22">
                  <c:v>101.6228268949076</c:v>
                </c:pt>
                <c:pt idx="23">
                  <c:v>101.53598349341645</c:v>
                </c:pt>
                <c:pt idx="24">
                  <c:v>101.66719254566937</c:v>
                </c:pt>
                <c:pt idx="25">
                  <c:v>101.66719254566937</c:v>
                </c:pt>
                <c:pt idx="26">
                  <c:v>101.66719254566937</c:v>
                </c:pt>
                <c:pt idx="27">
                  <c:v>101.66719254566937</c:v>
                </c:pt>
                <c:pt idx="28">
                  <c:v>101.30739026449139</c:v>
                </c:pt>
                <c:pt idx="29">
                  <c:v>101.30739026449139</c:v>
                </c:pt>
                <c:pt idx="30">
                  <c:v>101.38219830327587</c:v>
                </c:pt>
                <c:pt idx="31">
                  <c:v>101.38219830327587</c:v>
                </c:pt>
                <c:pt idx="32">
                  <c:v>101.38243429077991</c:v>
                </c:pt>
                <c:pt idx="33">
                  <c:v>101.30149057689007</c:v>
                </c:pt>
                <c:pt idx="34">
                  <c:v>101.4106741287648</c:v>
                </c:pt>
                <c:pt idx="35">
                  <c:v>101.10436234850529</c:v>
                </c:pt>
                <c:pt idx="36">
                  <c:v>101.10247444847289</c:v>
                </c:pt>
                <c:pt idx="37">
                  <c:v>100.89865990747332</c:v>
                </c:pt>
                <c:pt idx="38">
                  <c:v>100.86806019444789</c:v>
                </c:pt>
                <c:pt idx="39">
                  <c:v>100.86806019444789</c:v>
                </c:pt>
                <c:pt idx="40">
                  <c:v>100.93688988312974</c:v>
                </c:pt>
                <c:pt idx="41">
                  <c:v>100.78617253054186</c:v>
                </c:pt>
                <c:pt idx="42">
                  <c:v>100.82975155629012</c:v>
                </c:pt>
                <c:pt idx="43">
                  <c:v>99.600649972685915</c:v>
                </c:pt>
                <c:pt idx="44">
                  <c:v>99.48603870821799</c:v>
                </c:pt>
                <c:pt idx="45">
                  <c:v>98.2411259618423</c:v>
                </c:pt>
                <c:pt idx="46">
                  <c:v>98.296976337801283</c:v>
                </c:pt>
                <c:pt idx="47">
                  <c:v>98.358411751356158</c:v>
                </c:pt>
                <c:pt idx="48">
                  <c:v>98.306809150470116</c:v>
                </c:pt>
                <c:pt idx="49">
                  <c:v>98.255757187093522</c:v>
                </c:pt>
                <c:pt idx="50">
                  <c:v>96.515034694704582</c:v>
                </c:pt>
                <c:pt idx="51">
                  <c:v>97.58893516314393</c:v>
                </c:pt>
                <c:pt idx="52">
                  <c:v>97.58893516314393</c:v>
                </c:pt>
                <c:pt idx="53">
                  <c:v>97.58893516314393</c:v>
                </c:pt>
                <c:pt idx="54">
                  <c:v>97.914361931231639</c:v>
                </c:pt>
                <c:pt idx="55">
                  <c:v>97.9509399943597</c:v>
                </c:pt>
                <c:pt idx="56">
                  <c:v>97.898314780956113</c:v>
                </c:pt>
                <c:pt idx="57">
                  <c:v>97.898314780956113</c:v>
                </c:pt>
                <c:pt idx="58">
                  <c:v>98.116288572198812</c:v>
                </c:pt>
                <c:pt idx="59">
                  <c:v>98.116288572198812</c:v>
                </c:pt>
                <c:pt idx="60">
                  <c:v>98.426376152523147</c:v>
                </c:pt>
                <c:pt idx="61">
                  <c:v>98.403013389622004</c:v>
                </c:pt>
                <c:pt idx="62">
                  <c:v>98.471764415802497</c:v>
                </c:pt>
                <c:pt idx="63">
                  <c:v>98.456661215543164</c:v>
                </c:pt>
                <c:pt idx="64">
                  <c:v>98.528794729281728</c:v>
                </c:pt>
                <c:pt idx="65">
                  <c:v>98.56230495485714</c:v>
                </c:pt>
                <c:pt idx="66">
                  <c:v>98.56899126747193</c:v>
                </c:pt>
                <c:pt idx="67">
                  <c:v>98.56899126747193</c:v>
                </c:pt>
                <c:pt idx="68">
                  <c:v>98.534222441874931</c:v>
                </c:pt>
                <c:pt idx="69">
                  <c:v>98.734575832815082</c:v>
                </c:pt>
                <c:pt idx="70">
                  <c:v>98.760691783263511</c:v>
                </c:pt>
                <c:pt idx="71">
                  <c:v>98.698312419692428</c:v>
                </c:pt>
                <c:pt idx="72">
                  <c:v>99.167927552755913</c:v>
                </c:pt>
                <c:pt idx="73">
                  <c:v>99.142834214825058</c:v>
                </c:pt>
                <c:pt idx="74">
                  <c:v>99.355222968471878</c:v>
                </c:pt>
                <c:pt idx="75">
                  <c:v>99.355222968471878</c:v>
                </c:pt>
                <c:pt idx="76">
                  <c:v>99.502872483507076</c:v>
                </c:pt>
                <c:pt idx="77">
                  <c:v>100.27927137183818</c:v>
                </c:pt>
                <c:pt idx="78">
                  <c:v>100.27927137183818</c:v>
                </c:pt>
                <c:pt idx="79">
                  <c:v>100.34149341040656</c:v>
                </c:pt>
                <c:pt idx="80">
                  <c:v>100.34149341040656</c:v>
                </c:pt>
                <c:pt idx="81">
                  <c:v>100.37775682352921</c:v>
                </c:pt>
                <c:pt idx="82">
                  <c:v>100.40725526153571</c:v>
                </c:pt>
                <c:pt idx="83">
                  <c:v>100.47561297520943</c:v>
                </c:pt>
                <c:pt idx="84">
                  <c:v>100.99816797168192</c:v>
                </c:pt>
                <c:pt idx="85">
                  <c:v>101.5727813645029</c:v>
                </c:pt>
                <c:pt idx="86">
                  <c:v>101.63493165028207</c:v>
                </c:pt>
                <c:pt idx="87">
                  <c:v>101.63493165028207</c:v>
                </c:pt>
                <c:pt idx="88">
                  <c:v>101.63493165028207</c:v>
                </c:pt>
                <c:pt idx="89">
                  <c:v>101.83656425681757</c:v>
                </c:pt>
                <c:pt idx="90">
                  <c:v>101.96284161863606</c:v>
                </c:pt>
                <c:pt idx="91">
                  <c:v>102.00530307342412</c:v>
                </c:pt>
                <c:pt idx="92">
                  <c:v>102.01455445184162</c:v>
                </c:pt>
                <c:pt idx="93">
                  <c:v>102.06176020325404</c:v>
                </c:pt>
                <c:pt idx="94">
                  <c:v>102.5270175588834</c:v>
                </c:pt>
                <c:pt idx="95">
                  <c:v>102.54765524919938</c:v>
                </c:pt>
                <c:pt idx="96">
                  <c:v>102.59233070907882</c:v>
                </c:pt>
                <c:pt idx="97">
                  <c:v>102.72018950310544</c:v>
                </c:pt>
                <c:pt idx="98">
                  <c:v>102.74723199386433</c:v>
                </c:pt>
                <c:pt idx="99">
                  <c:v>102.7741163414024</c:v>
                </c:pt>
                <c:pt idx="100">
                  <c:v>102.7741163414024</c:v>
                </c:pt>
                <c:pt idx="101">
                  <c:v>102.7741163414024</c:v>
                </c:pt>
                <c:pt idx="102">
                  <c:v>102.77253490919429</c:v>
                </c:pt>
                <c:pt idx="103">
                  <c:v>102.77799085031232</c:v>
                </c:pt>
                <c:pt idx="104">
                  <c:v>102.84828551196334</c:v>
                </c:pt>
                <c:pt idx="105">
                  <c:v>102.83713641489608</c:v>
                </c:pt>
                <c:pt idx="106">
                  <c:v>102.87500761047161</c:v>
                </c:pt>
                <c:pt idx="107">
                  <c:v>102.90078216111385</c:v>
                </c:pt>
                <c:pt idx="108">
                  <c:v>102.90078216111385</c:v>
                </c:pt>
                <c:pt idx="109">
                  <c:v>103.01320980225883</c:v>
                </c:pt>
                <c:pt idx="110">
                  <c:v>103.01320980225883</c:v>
                </c:pt>
                <c:pt idx="111">
                  <c:v>103.06365202100038</c:v>
                </c:pt>
                <c:pt idx="112">
                  <c:v>103.08128307864828</c:v>
                </c:pt>
                <c:pt idx="113">
                  <c:v>103.11480580709095</c:v>
                </c:pt>
                <c:pt idx="114">
                  <c:v>103.19133882862987</c:v>
                </c:pt>
                <c:pt idx="115">
                  <c:v>103.25079423379233</c:v>
                </c:pt>
                <c:pt idx="116">
                  <c:v>103.23925103013048</c:v>
                </c:pt>
                <c:pt idx="117">
                  <c:v>103.23925103013048</c:v>
                </c:pt>
                <c:pt idx="118">
                  <c:v>103.12381899351186</c:v>
                </c:pt>
                <c:pt idx="119">
                  <c:v>103.24968735124941</c:v>
                </c:pt>
                <c:pt idx="120">
                  <c:v>103.19798012388738</c:v>
                </c:pt>
                <c:pt idx="121">
                  <c:v>103.26399776126857</c:v>
                </c:pt>
                <c:pt idx="122">
                  <c:v>103.26716028281976</c:v>
                </c:pt>
                <c:pt idx="123">
                  <c:v>103.26716028281976</c:v>
                </c:pt>
                <c:pt idx="124">
                  <c:v>103.32693194013734</c:v>
                </c:pt>
                <c:pt idx="125">
                  <c:v>103.39840492719435</c:v>
                </c:pt>
                <c:pt idx="126">
                  <c:v>103.40789249184792</c:v>
                </c:pt>
                <c:pt idx="127">
                  <c:v>103.34606519552206</c:v>
                </c:pt>
                <c:pt idx="128">
                  <c:v>103.34606519552206</c:v>
                </c:pt>
                <c:pt idx="129">
                  <c:v>103.12516306517109</c:v>
                </c:pt>
                <c:pt idx="130">
                  <c:v>103.17151483030807</c:v>
                </c:pt>
                <c:pt idx="131">
                  <c:v>103.17902919496338</c:v>
                </c:pt>
                <c:pt idx="132">
                  <c:v>103.21280428662465</c:v>
                </c:pt>
                <c:pt idx="133">
                  <c:v>103.23613836634377</c:v>
                </c:pt>
                <c:pt idx="134">
                  <c:v>103.30566601404928</c:v>
                </c:pt>
                <c:pt idx="135">
                  <c:v>103.35866205951309</c:v>
                </c:pt>
                <c:pt idx="136">
                  <c:v>103.21335797665186</c:v>
                </c:pt>
                <c:pt idx="137">
                  <c:v>103.16162750839317</c:v>
                </c:pt>
                <c:pt idx="138">
                  <c:v>103.13679055574298</c:v>
                </c:pt>
                <c:pt idx="139">
                  <c:v>103.22411538289529</c:v>
                </c:pt>
                <c:pt idx="140">
                  <c:v>103.2072673863523</c:v>
                </c:pt>
                <c:pt idx="141">
                  <c:v>103.2072673863523</c:v>
                </c:pt>
                <c:pt idx="142">
                  <c:v>103.2072673863523</c:v>
                </c:pt>
                <c:pt idx="143">
                  <c:v>103.37266250734457</c:v>
                </c:pt>
                <c:pt idx="144">
                  <c:v>103.5060227053326</c:v>
                </c:pt>
                <c:pt idx="145">
                  <c:v>103.5060227053326</c:v>
                </c:pt>
                <c:pt idx="146">
                  <c:v>103.57436387440831</c:v>
                </c:pt>
                <c:pt idx="147">
                  <c:v>103.57436387440831</c:v>
                </c:pt>
                <c:pt idx="148">
                  <c:v>103.51844118165771</c:v>
                </c:pt>
                <c:pt idx="149">
                  <c:v>103.60236477007128</c:v>
                </c:pt>
                <c:pt idx="150">
                  <c:v>103.61027462760318</c:v>
                </c:pt>
                <c:pt idx="151">
                  <c:v>103.63258042584317</c:v>
                </c:pt>
                <c:pt idx="152">
                  <c:v>103.6090881489734</c:v>
                </c:pt>
                <c:pt idx="153">
                  <c:v>103.59176556097852</c:v>
                </c:pt>
                <c:pt idx="154">
                  <c:v>103.69451461031804</c:v>
                </c:pt>
                <c:pt idx="155">
                  <c:v>103.71998435157079</c:v>
                </c:pt>
                <c:pt idx="156">
                  <c:v>103.78698084486608</c:v>
                </c:pt>
                <c:pt idx="157">
                  <c:v>103.7643586523248</c:v>
                </c:pt>
                <c:pt idx="158">
                  <c:v>103.68968959722356</c:v>
                </c:pt>
                <c:pt idx="159">
                  <c:v>103.79963661691711</c:v>
                </c:pt>
                <c:pt idx="160">
                  <c:v>103.86149170281666</c:v>
                </c:pt>
                <c:pt idx="161">
                  <c:v>103.95243012456334</c:v>
                </c:pt>
                <c:pt idx="162">
                  <c:v>103.9011437039438</c:v>
                </c:pt>
                <c:pt idx="163">
                  <c:v>103.916656263267</c:v>
                </c:pt>
                <c:pt idx="164">
                  <c:v>104.02492759568599</c:v>
                </c:pt>
                <c:pt idx="165">
                  <c:v>104.13272405384001</c:v>
                </c:pt>
                <c:pt idx="166">
                  <c:v>104.15836726414976</c:v>
                </c:pt>
                <c:pt idx="167">
                  <c:v>104.15836726414976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661-4534-B979-3223C7EB547C}"/>
            </c:ext>
          </c:extLst>
        </c:ser>
        <c:ser>
          <c:idx val="2"/>
          <c:order val="2"/>
          <c:tx>
            <c:strRef>
              <c:f>RF!$H$37</c:f>
              <c:strCache>
                <c:ptCount val="1"/>
                <c:pt idx="0">
                  <c:v>NBCUI2D ID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RF!$I$37:$FT$37</c:f>
              <c:numCache>
                <c:formatCode>General</c:formatCode>
                <c:ptCount val="168"/>
                <c:pt idx="0">
                  <c:v>100</c:v>
                </c:pt>
                <c:pt idx="1">
                  <c:v>100</c:v>
                </c:pt>
                <c:pt idx="2">
                  <c:v>100.09242144177448</c:v>
                </c:pt>
                <c:pt idx="3">
                  <c:v>100.09242144177448</c:v>
                </c:pt>
                <c:pt idx="4">
                  <c:v>100.09242144177448</c:v>
                </c:pt>
                <c:pt idx="5">
                  <c:v>100.18484288354897</c:v>
                </c:pt>
                <c:pt idx="6">
                  <c:v>100.18484288354897</c:v>
                </c:pt>
                <c:pt idx="7">
                  <c:v>100.18484288354897</c:v>
                </c:pt>
                <c:pt idx="8">
                  <c:v>100.27726432532346</c:v>
                </c:pt>
                <c:pt idx="9">
                  <c:v>100.27726432532346</c:v>
                </c:pt>
                <c:pt idx="10">
                  <c:v>100.36968576709795</c:v>
                </c:pt>
                <c:pt idx="11">
                  <c:v>100.46210720887244</c:v>
                </c:pt>
                <c:pt idx="12">
                  <c:v>100.46210720887244</c:v>
                </c:pt>
                <c:pt idx="13">
                  <c:v>102.2827399805258</c:v>
                </c:pt>
                <c:pt idx="14">
                  <c:v>100.6831019127531</c:v>
                </c:pt>
                <c:pt idx="15">
                  <c:v>100.6831019127531</c:v>
                </c:pt>
                <c:pt idx="16">
                  <c:v>100.6831019127531</c:v>
                </c:pt>
                <c:pt idx="17">
                  <c:v>100.6831019127531</c:v>
                </c:pt>
                <c:pt idx="18">
                  <c:v>100.87129462660872</c:v>
                </c:pt>
                <c:pt idx="19">
                  <c:v>100.87129462660872</c:v>
                </c:pt>
                <c:pt idx="20">
                  <c:v>100.96539098353652</c:v>
                </c:pt>
                <c:pt idx="21">
                  <c:v>101.34177641124774</c:v>
                </c:pt>
                <c:pt idx="22">
                  <c:v>101.34177641124774</c:v>
                </c:pt>
                <c:pt idx="23">
                  <c:v>101.34177641124774</c:v>
                </c:pt>
                <c:pt idx="24">
                  <c:v>101.24768005431993</c:v>
                </c:pt>
                <c:pt idx="25">
                  <c:v>101.24768005431993</c:v>
                </c:pt>
                <c:pt idx="26">
                  <c:v>101.24768005431993</c:v>
                </c:pt>
                <c:pt idx="27">
                  <c:v>101.24768005431993</c:v>
                </c:pt>
                <c:pt idx="28">
                  <c:v>101.34177641124774</c:v>
                </c:pt>
                <c:pt idx="29">
                  <c:v>101.34177641124774</c:v>
                </c:pt>
                <c:pt idx="30">
                  <c:v>101.05948734046432</c:v>
                </c:pt>
                <c:pt idx="31">
                  <c:v>101.05948734046432</c:v>
                </c:pt>
                <c:pt idx="32">
                  <c:v>101.05948734046432</c:v>
                </c:pt>
                <c:pt idx="33">
                  <c:v>101.05948734046432</c:v>
                </c:pt>
                <c:pt idx="34">
                  <c:v>101.05948734046432</c:v>
                </c:pt>
                <c:pt idx="35">
                  <c:v>100.77719826968091</c:v>
                </c:pt>
                <c:pt idx="36">
                  <c:v>100.30671648504186</c:v>
                </c:pt>
                <c:pt idx="37">
                  <c:v>100.11852377118625</c:v>
                </c:pt>
                <c:pt idx="38">
                  <c:v>100.11852377118625</c:v>
                </c:pt>
                <c:pt idx="39">
                  <c:v>99.930331057330619</c:v>
                </c:pt>
                <c:pt idx="40">
                  <c:v>99.74213834347502</c:v>
                </c:pt>
                <c:pt idx="41">
                  <c:v>99.74213834347502</c:v>
                </c:pt>
                <c:pt idx="42">
                  <c:v>99.083463844980372</c:v>
                </c:pt>
                <c:pt idx="43">
                  <c:v>98.801174774196951</c:v>
                </c:pt>
                <c:pt idx="44">
                  <c:v>98.142500275702304</c:v>
                </c:pt>
                <c:pt idx="45">
                  <c:v>98.048403918774497</c:v>
                </c:pt>
                <c:pt idx="46">
                  <c:v>97.95430756184669</c:v>
                </c:pt>
                <c:pt idx="47">
                  <c:v>97.295633063352042</c:v>
                </c:pt>
                <c:pt idx="48">
                  <c:v>97.201536706424235</c:v>
                </c:pt>
                <c:pt idx="49">
                  <c:v>97.201536706424235</c:v>
                </c:pt>
                <c:pt idx="50">
                  <c:v>97.860211204918897</c:v>
                </c:pt>
                <c:pt idx="51">
                  <c:v>97.860211204918897</c:v>
                </c:pt>
                <c:pt idx="52">
                  <c:v>97.954307561846704</c:v>
                </c:pt>
                <c:pt idx="53">
                  <c:v>98.048403918774511</c:v>
                </c:pt>
                <c:pt idx="54">
                  <c:v>98.048403918774511</c:v>
                </c:pt>
                <c:pt idx="55">
                  <c:v>98.142500275702304</c:v>
                </c:pt>
                <c:pt idx="56">
                  <c:v>98.142500275702304</c:v>
                </c:pt>
                <c:pt idx="57">
                  <c:v>98.142500275702304</c:v>
                </c:pt>
                <c:pt idx="58">
                  <c:v>98.142500275702304</c:v>
                </c:pt>
                <c:pt idx="59">
                  <c:v>98.330692989557917</c:v>
                </c:pt>
                <c:pt idx="60">
                  <c:v>98.518885703413545</c:v>
                </c:pt>
                <c:pt idx="61">
                  <c:v>98.518885703413545</c:v>
                </c:pt>
                <c:pt idx="62">
                  <c:v>98.518885703413545</c:v>
                </c:pt>
                <c:pt idx="63">
                  <c:v>98.518885703413545</c:v>
                </c:pt>
                <c:pt idx="64">
                  <c:v>98.612982060341338</c:v>
                </c:pt>
                <c:pt idx="65">
                  <c:v>98.801174774196937</c:v>
                </c:pt>
                <c:pt idx="66">
                  <c:v>98.801174774196937</c:v>
                </c:pt>
                <c:pt idx="67">
                  <c:v>98.801174774196937</c:v>
                </c:pt>
                <c:pt idx="68">
                  <c:v>98.801174774196937</c:v>
                </c:pt>
                <c:pt idx="69">
                  <c:v>98.895271131124758</c:v>
                </c:pt>
                <c:pt idx="70">
                  <c:v>99.177560201908165</c:v>
                </c:pt>
                <c:pt idx="71">
                  <c:v>99.177560201908165</c:v>
                </c:pt>
                <c:pt idx="72">
                  <c:v>99.459849272691585</c:v>
                </c:pt>
                <c:pt idx="73">
                  <c:v>101.15736946270552</c:v>
                </c:pt>
                <c:pt idx="74">
                  <c:v>99.817536754590208</c:v>
                </c:pt>
                <c:pt idx="75">
                  <c:v>99.913239090884161</c:v>
                </c:pt>
                <c:pt idx="76">
                  <c:v>99.913239090884161</c:v>
                </c:pt>
                <c:pt idx="77">
                  <c:v>100.0089414271781</c:v>
                </c:pt>
                <c:pt idx="78">
                  <c:v>100.10464376347207</c:v>
                </c:pt>
                <c:pt idx="79">
                  <c:v>100.20034609976602</c:v>
                </c:pt>
                <c:pt idx="80">
                  <c:v>100.29604843605996</c:v>
                </c:pt>
                <c:pt idx="81">
                  <c:v>100.48745310864786</c:v>
                </c:pt>
                <c:pt idx="82">
                  <c:v>100.48745310864786</c:v>
                </c:pt>
                <c:pt idx="83">
                  <c:v>100.67885778123575</c:v>
                </c:pt>
                <c:pt idx="84">
                  <c:v>100.96596479011762</c:v>
                </c:pt>
                <c:pt idx="85">
                  <c:v>101.06166712641156</c:v>
                </c:pt>
                <c:pt idx="86">
                  <c:v>101.06166712641156</c:v>
                </c:pt>
                <c:pt idx="87">
                  <c:v>101.3487741352934</c:v>
                </c:pt>
                <c:pt idx="88">
                  <c:v>101.3487741352934</c:v>
                </c:pt>
                <c:pt idx="89">
                  <c:v>101.44447647158735</c:v>
                </c:pt>
                <c:pt idx="90">
                  <c:v>101.5401788078813</c:v>
                </c:pt>
                <c:pt idx="91">
                  <c:v>101.5401788078813</c:v>
                </c:pt>
                <c:pt idx="92">
                  <c:v>101.5401788078813</c:v>
                </c:pt>
                <c:pt idx="93">
                  <c:v>101.63588114417524</c:v>
                </c:pt>
                <c:pt idx="94">
                  <c:v>101.73158348046921</c:v>
                </c:pt>
                <c:pt idx="95">
                  <c:v>101.73158348046921</c:v>
                </c:pt>
                <c:pt idx="96">
                  <c:v>101.73158348046921</c:v>
                </c:pt>
                <c:pt idx="97">
                  <c:v>101.73158348046921</c:v>
                </c:pt>
                <c:pt idx="98">
                  <c:v>101.9229881530571</c:v>
                </c:pt>
                <c:pt idx="99">
                  <c:v>101.9229881530571</c:v>
                </c:pt>
                <c:pt idx="100">
                  <c:v>101.9229881530571</c:v>
                </c:pt>
                <c:pt idx="101">
                  <c:v>102.01869048935104</c:v>
                </c:pt>
                <c:pt idx="102">
                  <c:v>102.01869048935104</c:v>
                </c:pt>
                <c:pt idx="103">
                  <c:v>102.01869048935104</c:v>
                </c:pt>
                <c:pt idx="104">
                  <c:v>102.11439282564498</c:v>
                </c:pt>
                <c:pt idx="105">
                  <c:v>102.11439282564498</c:v>
                </c:pt>
                <c:pt idx="106">
                  <c:v>102.21009516193892</c:v>
                </c:pt>
                <c:pt idx="107">
                  <c:v>102.40149983452682</c:v>
                </c:pt>
                <c:pt idx="108">
                  <c:v>102.40149983452682</c:v>
                </c:pt>
                <c:pt idx="109">
                  <c:v>102.49720217082078</c:v>
                </c:pt>
                <c:pt idx="110">
                  <c:v>102.40149983452682</c:v>
                </c:pt>
                <c:pt idx="111">
                  <c:v>102.49720217082078</c:v>
                </c:pt>
                <c:pt idx="112">
                  <c:v>102.49720217082078</c:v>
                </c:pt>
                <c:pt idx="113">
                  <c:v>102.49720217082078</c:v>
                </c:pt>
                <c:pt idx="114">
                  <c:v>102.49720217082078</c:v>
                </c:pt>
                <c:pt idx="115">
                  <c:v>102.49720217082078</c:v>
                </c:pt>
                <c:pt idx="116">
                  <c:v>102.40149983452682</c:v>
                </c:pt>
                <c:pt idx="117">
                  <c:v>102.49720217082078</c:v>
                </c:pt>
                <c:pt idx="118">
                  <c:v>102.59290450711474</c:v>
                </c:pt>
                <c:pt idx="119">
                  <c:v>102.68860684340869</c:v>
                </c:pt>
                <c:pt idx="120">
                  <c:v>102.68860684340869</c:v>
                </c:pt>
                <c:pt idx="121">
                  <c:v>102.59290450711475</c:v>
                </c:pt>
                <c:pt idx="122">
                  <c:v>102.59290450711475</c:v>
                </c:pt>
                <c:pt idx="123">
                  <c:v>102.68860684340871</c:v>
                </c:pt>
                <c:pt idx="124">
                  <c:v>102.59290450711477</c:v>
                </c:pt>
                <c:pt idx="125">
                  <c:v>102.59290450711477</c:v>
                </c:pt>
                <c:pt idx="126">
                  <c:v>102.59290450711477</c:v>
                </c:pt>
                <c:pt idx="127">
                  <c:v>102.59290450711477</c:v>
                </c:pt>
                <c:pt idx="128">
                  <c:v>102.68860684340872</c:v>
                </c:pt>
                <c:pt idx="129">
                  <c:v>102.68860684340872</c:v>
                </c:pt>
                <c:pt idx="130">
                  <c:v>102.68860684340872</c:v>
                </c:pt>
                <c:pt idx="131">
                  <c:v>102.68860684340872</c:v>
                </c:pt>
                <c:pt idx="132">
                  <c:v>102.68860684340872</c:v>
                </c:pt>
                <c:pt idx="133">
                  <c:v>102.78430917970266</c:v>
                </c:pt>
                <c:pt idx="134">
                  <c:v>102.78430917970266</c:v>
                </c:pt>
                <c:pt idx="135">
                  <c:v>102.78430917970266</c:v>
                </c:pt>
                <c:pt idx="136">
                  <c:v>102.68860684340871</c:v>
                </c:pt>
                <c:pt idx="137">
                  <c:v>102.68860684340871</c:v>
                </c:pt>
                <c:pt idx="138">
                  <c:v>102.78430917970265</c:v>
                </c:pt>
                <c:pt idx="139">
                  <c:v>102.78430917970265</c:v>
                </c:pt>
                <c:pt idx="140">
                  <c:v>102.8800115159966</c:v>
                </c:pt>
                <c:pt idx="141">
                  <c:v>102.97571385229055</c:v>
                </c:pt>
                <c:pt idx="142">
                  <c:v>102.97571385229055</c:v>
                </c:pt>
                <c:pt idx="143">
                  <c:v>104.89570457033695</c:v>
                </c:pt>
                <c:pt idx="144">
                  <c:v>102.94778062288408</c:v>
                </c:pt>
                <c:pt idx="145">
                  <c:v>103.04517682025673</c:v>
                </c:pt>
                <c:pt idx="146">
                  <c:v>103.04517682025673</c:v>
                </c:pt>
                <c:pt idx="147">
                  <c:v>103.04517682025673</c:v>
                </c:pt>
                <c:pt idx="148">
                  <c:v>103.04517682025673</c:v>
                </c:pt>
                <c:pt idx="149">
                  <c:v>103.14257301762936</c:v>
                </c:pt>
                <c:pt idx="150">
                  <c:v>103.14257301762936</c:v>
                </c:pt>
                <c:pt idx="151">
                  <c:v>103.23996921500201</c:v>
                </c:pt>
                <c:pt idx="152">
                  <c:v>103.23996921500201</c:v>
                </c:pt>
                <c:pt idx="153">
                  <c:v>103.33736541237465</c:v>
                </c:pt>
                <c:pt idx="154">
                  <c:v>103.33736541237465</c:v>
                </c:pt>
                <c:pt idx="155">
                  <c:v>103.43476160974728</c:v>
                </c:pt>
                <c:pt idx="156">
                  <c:v>103.43476160974728</c:v>
                </c:pt>
                <c:pt idx="157">
                  <c:v>103.43476160974728</c:v>
                </c:pt>
                <c:pt idx="158">
                  <c:v>103.53215780711994</c:v>
                </c:pt>
                <c:pt idx="159">
                  <c:v>103.53215780711994</c:v>
                </c:pt>
                <c:pt idx="160">
                  <c:v>103.62955400449258</c:v>
                </c:pt>
                <c:pt idx="161">
                  <c:v>103.62955400449258</c:v>
                </c:pt>
                <c:pt idx="162">
                  <c:v>103.62955400449258</c:v>
                </c:pt>
                <c:pt idx="163">
                  <c:v>103.72695020186522</c:v>
                </c:pt>
                <c:pt idx="164">
                  <c:v>103.72695020186522</c:v>
                </c:pt>
                <c:pt idx="165">
                  <c:v>103.82434639923785</c:v>
                </c:pt>
                <c:pt idx="166">
                  <c:v>103.92174259661049</c:v>
                </c:pt>
                <c:pt idx="167">
                  <c:v>103.92174259661049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661-4534-B979-3223C7EB547C}"/>
            </c:ext>
          </c:extLst>
        </c:ser>
        <c:ser>
          <c:idx val="3"/>
          <c:order val="3"/>
          <c:tx>
            <c:strRef>
              <c:f>RF!$H$38</c:f>
              <c:strCache>
                <c:ptCount val="1"/>
                <c:pt idx="0">
                  <c:v>SRLN US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RF!$I$38:$FT$38</c:f>
              <c:numCache>
                <c:formatCode>General</c:formatCode>
                <c:ptCount val="168"/>
                <c:pt idx="0">
                  <c:v>100</c:v>
                </c:pt>
                <c:pt idx="1">
                  <c:v>100.07269202810758</c:v>
                </c:pt>
                <c:pt idx="2">
                  <c:v>100.16961473225105</c:v>
                </c:pt>
                <c:pt idx="3">
                  <c:v>100.21807608432276</c:v>
                </c:pt>
                <c:pt idx="4">
                  <c:v>100.21807608432276</c:v>
                </c:pt>
                <c:pt idx="5">
                  <c:v>100.29076811243034</c:v>
                </c:pt>
                <c:pt idx="6">
                  <c:v>100.36346014053792</c:v>
                </c:pt>
                <c:pt idx="7">
                  <c:v>100.36346014053792</c:v>
                </c:pt>
                <c:pt idx="8">
                  <c:v>100.33922946450205</c:v>
                </c:pt>
                <c:pt idx="9">
                  <c:v>100.3149987884662</c:v>
                </c:pt>
                <c:pt idx="10">
                  <c:v>100.3149987884662</c:v>
                </c:pt>
                <c:pt idx="11">
                  <c:v>100.36346014053792</c:v>
                </c:pt>
                <c:pt idx="12">
                  <c:v>100.36346014053792</c:v>
                </c:pt>
                <c:pt idx="13">
                  <c:v>100.14538405621516</c:v>
                </c:pt>
                <c:pt idx="14">
                  <c:v>100.09692270414345</c:v>
                </c:pt>
                <c:pt idx="15">
                  <c:v>100.1938454082869</c:v>
                </c:pt>
                <c:pt idx="16">
                  <c:v>100.12115338017932</c:v>
                </c:pt>
                <c:pt idx="17">
                  <c:v>99.975769323964144</c:v>
                </c:pt>
                <c:pt idx="18">
                  <c:v>99.951538647928288</c:v>
                </c:pt>
                <c:pt idx="19">
                  <c:v>99.85461594378485</c:v>
                </c:pt>
                <c:pt idx="20">
                  <c:v>99.49115580324694</c:v>
                </c:pt>
                <c:pt idx="21">
                  <c:v>99.248849042888324</c:v>
                </c:pt>
                <c:pt idx="22">
                  <c:v>99.682346578552099</c:v>
                </c:pt>
                <c:pt idx="23">
                  <c:v>99.438564855444852</c:v>
                </c:pt>
                <c:pt idx="24">
                  <c:v>99.072892270783996</c:v>
                </c:pt>
                <c:pt idx="25">
                  <c:v>98.90224506460892</c:v>
                </c:pt>
                <c:pt idx="26">
                  <c:v>99.219161304648338</c:v>
                </c:pt>
                <c:pt idx="27">
                  <c:v>99.243539476959057</c:v>
                </c:pt>
                <c:pt idx="28">
                  <c:v>99.121648615405434</c:v>
                </c:pt>
                <c:pt idx="29">
                  <c:v>99.243539476959072</c:v>
                </c:pt>
                <c:pt idx="30">
                  <c:v>98.902245064608934</c:v>
                </c:pt>
                <c:pt idx="31">
                  <c:v>99.024135926162543</c:v>
                </c:pt>
                <c:pt idx="32">
                  <c:v>99.024135926162543</c:v>
                </c:pt>
                <c:pt idx="33">
                  <c:v>98.999757753851824</c:v>
                </c:pt>
                <c:pt idx="34">
                  <c:v>99.146026787716167</c:v>
                </c:pt>
                <c:pt idx="35">
                  <c:v>98.975379581541105</c:v>
                </c:pt>
                <c:pt idx="36">
                  <c:v>99.024135926162543</c:v>
                </c:pt>
                <c:pt idx="37">
                  <c:v>98.268412584530097</c:v>
                </c:pt>
                <c:pt idx="38">
                  <c:v>97.902739999869212</c:v>
                </c:pt>
                <c:pt idx="39">
                  <c:v>98.219656239908645</c:v>
                </c:pt>
                <c:pt idx="40">
                  <c:v>97.951496344490678</c:v>
                </c:pt>
                <c:pt idx="41">
                  <c:v>97.24452934747967</c:v>
                </c:pt>
                <c:pt idx="42">
                  <c:v>97.09189892092347</c:v>
                </c:pt>
                <c:pt idx="43">
                  <c:v>97.189971546096103</c:v>
                </c:pt>
                <c:pt idx="44">
                  <c:v>98.07262517264995</c:v>
                </c:pt>
                <c:pt idx="45">
                  <c:v>98.097143328943105</c:v>
                </c:pt>
                <c:pt idx="46">
                  <c:v>97.484189421614047</c:v>
                </c:pt>
                <c:pt idx="47">
                  <c:v>98.146179641529443</c:v>
                </c:pt>
                <c:pt idx="48">
                  <c:v>98.293288579288429</c:v>
                </c:pt>
                <c:pt idx="49">
                  <c:v>98.366843048167894</c:v>
                </c:pt>
                <c:pt idx="50">
                  <c:v>98.048107016356795</c:v>
                </c:pt>
                <c:pt idx="51">
                  <c:v>97.925516234890964</c:v>
                </c:pt>
                <c:pt idx="52">
                  <c:v>98.07262517264995</c:v>
                </c:pt>
                <c:pt idx="53">
                  <c:v>98.464915673340556</c:v>
                </c:pt>
                <c:pt idx="54">
                  <c:v>98.26877042299526</c:v>
                </c:pt>
                <c:pt idx="55">
                  <c:v>98.317806735581598</c:v>
                </c:pt>
                <c:pt idx="56">
                  <c:v>98.170697797822612</c:v>
                </c:pt>
                <c:pt idx="57">
                  <c:v>98.636542767392697</c:v>
                </c:pt>
                <c:pt idx="58">
                  <c:v>98.415879360754246</c:v>
                </c:pt>
                <c:pt idx="59">
                  <c:v>98.636542767392697</c:v>
                </c:pt>
                <c:pt idx="60">
                  <c:v>98.366843048167908</c:v>
                </c:pt>
                <c:pt idx="61">
                  <c:v>97.82744360971833</c:v>
                </c:pt>
                <c:pt idx="62">
                  <c:v>97.876479922304654</c:v>
                </c:pt>
                <c:pt idx="63">
                  <c:v>98.415879360754232</c:v>
                </c:pt>
                <c:pt idx="64">
                  <c:v>98.608356853708173</c:v>
                </c:pt>
                <c:pt idx="65">
                  <c:v>98.756380406653449</c:v>
                </c:pt>
                <c:pt idx="66">
                  <c:v>98.756380406653449</c:v>
                </c:pt>
                <c:pt idx="67">
                  <c:v>98.805721590968531</c:v>
                </c:pt>
                <c:pt idx="68">
                  <c:v>98.830392183126094</c:v>
                </c:pt>
                <c:pt idx="69">
                  <c:v>99.373145210592085</c:v>
                </c:pt>
                <c:pt idx="70">
                  <c:v>99.274462841961906</c:v>
                </c:pt>
                <c:pt idx="71">
                  <c:v>99.052427512543986</c:v>
                </c:pt>
                <c:pt idx="72">
                  <c:v>99.126439289016631</c:v>
                </c:pt>
                <c:pt idx="73">
                  <c:v>99.348474618434551</c:v>
                </c:pt>
                <c:pt idx="74">
                  <c:v>99.595180540009991</c:v>
                </c:pt>
                <c:pt idx="75">
                  <c:v>99.496498171379812</c:v>
                </c:pt>
                <c:pt idx="76">
                  <c:v>99.965239422373173</c:v>
                </c:pt>
                <c:pt idx="77">
                  <c:v>99.989910014530722</c:v>
                </c:pt>
                <c:pt idx="78">
                  <c:v>99.891227645900543</c:v>
                </c:pt>
                <c:pt idx="79">
                  <c:v>99.940568830215639</c:v>
                </c:pt>
                <c:pt idx="80">
                  <c:v>99.669192316482636</c:v>
                </c:pt>
                <c:pt idx="81">
                  <c:v>99.69386290864017</c:v>
                </c:pt>
                <c:pt idx="82">
                  <c:v>99.989910014530722</c:v>
                </c:pt>
                <c:pt idx="83">
                  <c:v>100.11326297531845</c:v>
                </c:pt>
                <c:pt idx="84">
                  <c:v>100.11326297531845</c:v>
                </c:pt>
                <c:pt idx="85">
                  <c:v>100.16260415963355</c:v>
                </c:pt>
                <c:pt idx="86">
                  <c:v>100.41886824922715</c:v>
                </c:pt>
                <c:pt idx="87">
                  <c:v>100.41886824922715</c:v>
                </c:pt>
                <c:pt idx="88">
                  <c:v>100.39406121655689</c:v>
                </c:pt>
                <c:pt idx="89">
                  <c:v>100.54290341257848</c:v>
                </c:pt>
                <c:pt idx="90">
                  <c:v>100.56771044524874</c:v>
                </c:pt>
                <c:pt idx="91">
                  <c:v>100.66693857592979</c:v>
                </c:pt>
                <c:pt idx="92">
                  <c:v>100.74135967394058</c:v>
                </c:pt>
                <c:pt idx="93">
                  <c:v>100.66693857592979</c:v>
                </c:pt>
                <c:pt idx="94">
                  <c:v>100.69174560860007</c:v>
                </c:pt>
                <c:pt idx="95">
                  <c:v>100.66693857592981</c:v>
                </c:pt>
                <c:pt idx="96">
                  <c:v>100.49328934723796</c:v>
                </c:pt>
                <c:pt idx="97">
                  <c:v>100.49328934723796</c:v>
                </c:pt>
                <c:pt idx="98">
                  <c:v>100.44367528189744</c:v>
                </c:pt>
                <c:pt idx="99">
                  <c:v>100.46848231456769</c:v>
                </c:pt>
                <c:pt idx="100">
                  <c:v>100.46848231456769</c:v>
                </c:pt>
                <c:pt idx="101">
                  <c:v>100.36925418388664</c:v>
                </c:pt>
                <c:pt idx="102">
                  <c:v>100.36925418388664</c:v>
                </c:pt>
                <c:pt idx="103">
                  <c:v>100.59251747791902</c:v>
                </c:pt>
                <c:pt idx="104">
                  <c:v>100.66693857592981</c:v>
                </c:pt>
                <c:pt idx="105">
                  <c:v>100.64213154325955</c:v>
                </c:pt>
                <c:pt idx="106">
                  <c:v>100.59251747791902</c:v>
                </c:pt>
                <c:pt idx="107">
                  <c:v>100.72567147617686</c:v>
                </c:pt>
                <c:pt idx="108">
                  <c:v>100.80052334995158</c:v>
                </c:pt>
                <c:pt idx="109">
                  <c:v>100.67577022699372</c:v>
                </c:pt>
                <c:pt idx="110">
                  <c:v>100.72567147617684</c:v>
                </c:pt>
                <c:pt idx="111">
                  <c:v>100.55101710403584</c:v>
                </c:pt>
                <c:pt idx="112">
                  <c:v>100.62586897781055</c:v>
                </c:pt>
                <c:pt idx="113">
                  <c:v>100.65081960240214</c:v>
                </c:pt>
                <c:pt idx="114">
                  <c:v>100.37636273189483</c:v>
                </c:pt>
                <c:pt idx="115">
                  <c:v>100.5011158548527</c:v>
                </c:pt>
                <c:pt idx="116">
                  <c:v>100.5011158548527</c:v>
                </c:pt>
                <c:pt idx="117">
                  <c:v>100.77557272535999</c:v>
                </c:pt>
                <c:pt idx="118">
                  <c:v>100.70072085158527</c:v>
                </c:pt>
                <c:pt idx="119">
                  <c:v>100.65081960240214</c:v>
                </c:pt>
                <c:pt idx="120">
                  <c:v>100.75062210076844</c:v>
                </c:pt>
                <c:pt idx="121">
                  <c:v>100.75062210076844</c:v>
                </c:pt>
                <c:pt idx="122">
                  <c:v>100.62586897781057</c:v>
                </c:pt>
                <c:pt idx="123">
                  <c:v>100.47616523026115</c:v>
                </c:pt>
                <c:pt idx="124">
                  <c:v>100.27656023352856</c:v>
                </c:pt>
                <c:pt idx="125">
                  <c:v>100.27656023352856</c:v>
                </c:pt>
                <c:pt idx="126">
                  <c:v>100.22665898434542</c:v>
                </c:pt>
                <c:pt idx="127">
                  <c:v>100.27656023352857</c:v>
                </c:pt>
                <c:pt idx="128">
                  <c:v>100.5260664794443</c:v>
                </c:pt>
                <c:pt idx="129">
                  <c:v>99.984610742134365</c:v>
                </c:pt>
                <c:pt idx="130">
                  <c:v>100.23426020715843</c:v>
                </c:pt>
                <c:pt idx="131">
                  <c:v>100.23426020715843</c:v>
                </c:pt>
                <c:pt idx="132">
                  <c:v>100.50887461868487</c:v>
                </c:pt>
                <c:pt idx="133">
                  <c:v>100.55880451168969</c:v>
                </c:pt>
                <c:pt idx="134">
                  <c:v>100.45894472568007</c:v>
                </c:pt>
                <c:pt idx="135">
                  <c:v>100.6586642976993</c:v>
                </c:pt>
                <c:pt idx="136">
                  <c:v>100.73355913720653</c:v>
                </c:pt>
                <c:pt idx="137">
                  <c:v>100.70859419070413</c:v>
                </c:pt>
                <c:pt idx="138">
                  <c:v>100.68362924420171</c:v>
                </c:pt>
                <c:pt idx="139">
                  <c:v>100.68362924420171</c:v>
                </c:pt>
                <c:pt idx="140">
                  <c:v>100.73355913720653</c:v>
                </c:pt>
                <c:pt idx="141">
                  <c:v>100.75852408370893</c:v>
                </c:pt>
                <c:pt idx="142">
                  <c:v>100.80845397671376</c:v>
                </c:pt>
                <c:pt idx="143">
                  <c:v>100.88334881622096</c:v>
                </c:pt>
                <c:pt idx="144">
                  <c:v>100.78348903021134</c:v>
                </c:pt>
                <c:pt idx="145">
                  <c:v>100.58376945819211</c:v>
                </c:pt>
                <c:pt idx="146">
                  <c:v>100.68362924420173</c:v>
                </c:pt>
                <c:pt idx="147">
                  <c:v>100.80845397671376</c:v>
                </c:pt>
                <c:pt idx="148">
                  <c:v>100.80845397671376</c:v>
                </c:pt>
                <c:pt idx="149">
                  <c:v>100.73355913720654</c:v>
                </c:pt>
                <c:pt idx="150">
                  <c:v>100.83341892321617</c:v>
                </c:pt>
                <c:pt idx="151">
                  <c:v>100.85838386971857</c:v>
                </c:pt>
                <c:pt idx="152">
                  <c:v>101.08324826432955</c:v>
                </c:pt>
                <c:pt idx="153">
                  <c:v>101.20881751683183</c:v>
                </c:pt>
                <c:pt idx="154">
                  <c:v>101.48506987233682</c:v>
                </c:pt>
                <c:pt idx="155">
                  <c:v>101.45995602183638</c:v>
                </c:pt>
                <c:pt idx="156">
                  <c:v>101.56041142383819</c:v>
                </c:pt>
                <c:pt idx="157">
                  <c:v>101.48506987233682</c:v>
                </c:pt>
                <c:pt idx="158">
                  <c:v>101.5604114238382</c:v>
                </c:pt>
                <c:pt idx="159">
                  <c:v>101.76132222784186</c:v>
                </c:pt>
                <c:pt idx="160">
                  <c:v>101.9622330318455</c:v>
                </c:pt>
                <c:pt idx="161">
                  <c:v>101.88689148034413</c:v>
                </c:pt>
                <c:pt idx="162">
                  <c:v>101.81154992884277</c:v>
                </c:pt>
                <c:pt idx="163">
                  <c:v>101.7362083773414</c:v>
                </c:pt>
                <c:pt idx="164">
                  <c:v>101.88689148034413</c:v>
                </c:pt>
                <c:pt idx="165">
                  <c:v>101.83666377934321</c:v>
                </c:pt>
                <c:pt idx="166">
                  <c:v>102.01246073284639</c:v>
                </c:pt>
                <c:pt idx="167">
                  <c:v>102.01246073284639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661-4534-B979-3223C7EB547C}"/>
            </c:ext>
          </c:extLst>
        </c:ser>
        <c:ser>
          <c:idx val="4"/>
          <c:order val="4"/>
          <c:tx>
            <c:strRef>
              <c:f>RF!$H$39</c:f>
              <c:strCache>
                <c:ptCount val="1"/>
                <c:pt idx="0">
                  <c:v>MGRUCIA LX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RF!$I$39:$FT$39</c:f>
              <c:numCache>
                <c:formatCode>General</c:formatCode>
                <c:ptCount val="168"/>
                <c:pt idx="0">
                  <c:v>100</c:v>
                </c:pt>
                <c:pt idx="1">
                  <c:v>100.03321530827127</c:v>
                </c:pt>
                <c:pt idx="2">
                  <c:v>100.12090372210744</c:v>
                </c:pt>
                <c:pt idx="3">
                  <c:v>100.17869835849945</c:v>
                </c:pt>
                <c:pt idx="4">
                  <c:v>100.26372954767392</c:v>
                </c:pt>
                <c:pt idx="5">
                  <c:v>100.27701567098242</c:v>
                </c:pt>
                <c:pt idx="6">
                  <c:v>100.3182026532388</c:v>
                </c:pt>
                <c:pt idx="7">
                  <c:v>100.45111845668794</c:v>
                </c:pt>
                <c:pt idx="8">
                  <c:v>100.46906209015356</c:v>
                </c:pt>
                <c:pt idx="9">
                  <c:v>100.51558262136076</c:v>
                </c:pt>
                <c:pt idx="10">
                  <c:v>100.51358888430902</c:v>
                </c:pt>
                <c:pt idx="11">
                  <c:v>100.516247200378</c:v>
                </c:pt>
                <c:pt idx="12">
                  <c:v>100.45709966784312</c:v>
                </c:pt>
                <c:pt idx="13">
                  <c:v>100.40725624154969</c:v>
                </c:pt>
                <c:pt idx="14">
                  <c:v>100.40127503039447</c:v>
                </c:pt>
                <c:pt idx="15">
                  <c:v>100.46241629998107</c:v>
                </c:pt>
                <c:pt idx="16">
                  <c:v>100.42387071698083</c:v>
                </c:pt>
                <c:pt idx="17">
                  <c:v>100.42918734911881</c:v>
                </c:pt>
                <c:pt idx="18">
                  <c:v>100.40061045137723</c:v>
                </c:pt>
                <c:pt idx="19">
                  <c:v>100.3826668179116</c:v>
                </c:pt>
                <c:pt idx="20">
                  <c:v>100.2823153863075</c:v>
                </c:pt>
                <c:pt idx="21">
                  <c:v>100.1892743238931</c:v>
                </c:pt>
                <c:pt idx="22">
                  <c:v>100.17265984846196</c:v>
                </c:pt>
                <c:pt idx="23">
                  <c:v>100.1906034819276</c:v>
                </c:pt>
                <c:pt idx="24">
                  <c:v>100.09158120835799</c:v>
                </c:pt>
                <c:pt idx="25">
                  <c:v>99.722739853786621</c:v>
                </c:pt>
                <c:pt idx="26">
                  <c:v>100.05237104634048</c:v>
                </c:pt>
                <c:pt idx="27">
                  <c:v>100.11949352708228</c:v>
                </c:pt>
                <c:pt idx="28">
                  <c:v>100.14408295072037</c:v>
                </c:pt>
                <c:pt idx="29">
                  <c:v>100.15604537303081</c:v>
                </c:pt>
                <c:pt idx="30">
                  <c:v>100.10354363066838</c:v>
                </c:pt>
                <c:pt idx="31">
                  <c:v>99.899517872373949</c:v>
                </c:pt>
                <c:pt idx="32">
                  <c:v>99.79384980863189</c:v>
                </c:pt>
                <c:pt idx="33">
                  <c:v>99.747329277424683</c:v>
                </c:pt>
                <c:pt idx="34">
                  <c:v>99.814451758166484</c:v>
                </c:pt>
                <c:pt idx="35">
                  <c:v>99.911480294684367</c:v>
                </c:pt>
                <c:pt idx="36">
                  <c:v>99.979931933460691</c:v>
                </c:pt>
                <c:pt idx="37">
                  <c:v>100.10487278870288</c:v>
                </c:pt>
                <c:pt idx="38">
                  <c:v>99.966640353115764</c:v>
                </c:pt>
                <c:pt idx="39">
                  <c:v>99.97328614328822</c:v>
                </c:pt>
                <c:pt idx="40">
                  <c:v>100.03309825484034</c:v>
                </c:pt>
                <c:pt idx="41">
                  <c:v>100.03775030796106</c:v>
                </c:pt>
                <c:pt idx="42">
                  <c:v>99.820432969321715</c:v>
                </c:pt>
                <c:pt idx="43">
                  <c:v>99.64033205564813</c:v>
                </c:pt>
                <c:pt idx="44">
                  <c:v>99.670902690441437</c:v>
                </c:pt>
                <c:pt idx="45">
                  <c:v>99.383139975974046</c:v>
                </c:pt>
                <c:pt idx="46">
                  <c:v>99.761950015804103</c:v>
                </c:pt>
                <c:pt idx="47">
                  <c:v>99.353898499215234</c:v>
                </c:pt>
                <c:pt idx="48">
                  <c:v>99.670902690441437</c:v>
                </c:pt>
                <c:pt idx="49">
                  <c:v>99.668244374372449</c:v>
                </c:pt>
                <c:pt idx="50">
                  <c:v>99.260857436800848</c:v>
                </c:pt>
                <c:pt idx="51">
                  <c:v>99.525359885664628</c:v>
                </c:pt>
                <c:pt idx="52">
                  <c:v>99.518049516474932</c:v>
                </c:pt>
                <c:pt idx="53">
                  <c:v>99.593811524440937</c:v>
                </c:pt>
                <c:pt idx="54">
                  <c:v>99.802489335856094</c:v>
                </c:pt>
                <c:pt idx="55">
                  <c:v>99.673561006510425</c:v>
                </c:pt>
                <c:pt idx="56">
                  <c:v>99.676219322579399</c:v>
                </c:pt>
                <c:pt idx="57">
                  <c:v>99.427666770129505</c:v>
                </c:pt>
                <c:pt idx="58">
                  <c:v>99.560582573578642</c:v>
                </c:pt>
                <c:pt idx="59">
                  <c:v>99.724733590838326</c:v>
                </c:pt>
                <c:pt idx="60">
                  <c:v>99.831730812614907</c:v>
                </c:pt>
                <c:pt idx="61">
                  <c:v>99.719416958700378</c:v>
                </c:pt>
                <c:pt idx="62">
                  <c:v>99.629034212354966</c:v>
                </c:pt>
                <c:pt idx="63">
                  <c:v>99.659604847148273</c:v>
                </c:pt>
                <c:pt idx="64">
                  <c:v>99.964646616064044</c:v>
                </c:pt>
                <c:pt idx="65">
                  <c:v>99.989236039702149</c:v>
                </c:pt>
                <c:pt idx="66">
                  <c:v>99.989236039702149</c:v>
                </c:pt>
                <c:pt idx="67">
                  <c:v>99.989236039702149</c:v>
                </c:pt>
                <c:pt idx="68">
                  <c:v>100.0962332614787</c:v>
                </c:pt>
                <c:pt idx="69">
                  <c:v>100.37801476479086</c:v>
                </c:pt>
                <c:pt idx="70">
                  <c:v>100.44380808749818</c:v>
                </c:pt>
                <c:pt idx="71">
                  <c:v>100.4816890914812</c:v>
                </c:pt>
                <c:pt idx="72">
                  <c:v>100.48700572361916</c:v>
                </c:pt>
                <c:pt idx="73">
                  <c:v>100.57340099586111</c:v>
                </c:pt>
                <c:pt idx="74">
                  <c:v>100.66245458417204</c:v>
                </c:pt>
                <c:pt idx="75">
                  <c:v>100.66511290024103</c:v>
                </c:pt>
                <c:pt idx="76">
                  <c:v>100.80866196796609</c:v>
                </c:pt>
                <c:pt idx="77">
                  <c:v>100.99939614591561</c:v>
                </c:pt>
                <c:pt idx="78">
                  <c:v>101.02597930660544</c:v>
                </c:pt>
                <c:pt idx="79">
                  <c:v>100.99341493476039</c:v>
                </c:pt>
                <c:pt idx="80">
                  <c:v>100.9076842415357</c:v>
                </c:pt>
                <c:pt idx="81">
                  <c:v>100.87777818575964</c:v>
                </c:pt>
                <c:pt idx="82">
                  <c:v>100.90701966251845</c:v>
                </c:pt>
                <c:pt idx="83">
                  <c:v>100.92429871696682</c:v>
                </c:pt>
                <c:pt idx="84">
                  <c:v>100.95354019372563</c:v>
                </c:pt>
                <c:pt idx="85">
                  <c:v>100.95221065058523</c:v>
                </c:pt>
                <c:pt idx="86">
                  <c:v>100.95221065058523</c:v>
                </c:pt>
                <c:pt idx="87">
                  <c:v>100.95221065058523</c:v>
                </c:pt>
                <c:pt idx="88">
                  <c:v>101.01669349289465</c:v>
                </c:pt>
                <c:pt idx="89">
                  <c:v>101.08649450776565</c:v>
                </c:pt>
                <c:pt idx="90">
                  <c:v>101.08782405090606</c:v>
                </c:pt>
                <c:pt idx="91">
                  <c:v>101.04394912727285</c:v>
                </c:pt>
                <c:pt idx="92">
                  <c:v>101.01802303603505</c:v>
                </c:pt>
                <c:pt idx="93">
                  <c:v>100.94622770645344</c:v>
                </c:pt>
                <c:pt idx="94">
                  <c:v>100.92163115835604</c:v>
                </c:pt>
                <c:pt idx="95">
                  <c:v>100.92163115835604</c:v>
                </c:pt>
                <c:pt idx="96">
                  <c:v>100.92229592992624</c:v>
                </c:pt>
                <c:pt idx="97">
                  <c:v>100.91564821422423</c:v>
                </c:pt>
                <c:pt idx="98">
                  <c:v>100.93758567604083</c:v>
                </c:pt>
                <c:pt idx="99">
                  <c:v>100.90235278282022</c:v>
                </c:pt>
                <c:pt idx="100">
                  <c:v>101.02400598016683</c:v>
                </c:pt>
                <c:pt idx="101">
                  <c:v>101.08117633520405</c:v>
                </c:pt>
                <c:pt idx="102">
                  <c:v>101.08117633520405</c:v>
                </c:pt>
                <c:pt idx="103">
                  <c:v>101.20615339040167</c:v>
                </c:pt>
                <c:pt idx="104">
                  <c:v>101.29257369452768</c:v>
                </c:pt>
                <c:pt idx="105">
                  <c:v>101.36769288196028</c:v>
                </c:pt>
                <c:pt idx="106">
                  <c:v>101.5040721185707</c:v>
                </c:pt>
                <c:pt idx="107">
                  <c:v>101.60053548105124</c:v>
                </c:pt>
                <c:pt idx="108">
                  <c:v>101.62248921182267</c:v>
                </c:pt>
                <c:pt idx="109">
                  <c:v>101.68502408129282</c:v>
                </c:pt>
                <c:pt idx="110">
                  <c:v>101.6697229962097</c:v>
                </c:pt>
                <c:pt idx="111">
                  <c:v>101.60851865587722</c:v>
                </c:pt>
                <c:pt idx="112">
                  <c:v>101.58390386683045</c:v>
                </c:pt>
                <c:pt idx="113">
                  <c:v>101.62914185751099</c:v>
                </c:pt>
                <c:pt idx="114">
                  <c:v>102.07686491233444</c:v>
                </c:pt>
                <c:pt idx="115">
                  <c:v>102.07353858949028</c:v>
                </c:pt>
                <c:pt idx="116">
                  <c:v>101.71296519318373</c:v>
                </c:pt>
                <c:pt idx="117">
                  <c:v>101.90056980159414</c:v>
                </c:pt>
                <c:pt idx="118">
                  <c:v>101.9591130836513</c:v>
                </c:pt>
                <c:pt idx="119">
                  <c:v>101.98040154985391</c:v>
                </c:pt>
                <c:pt idx="120">
                  <c:v>101.99503737036821</c:v>
                </c:pt>
                <c:pt idx="121">
                  <c:v>102.02830059880976</c:v>
                </c:pt>
                <c:pt idx="122">
                  <c:v>102.09549232026174</c:v>
                </c:pt>
                <c:pt idx="123">
                  <c:v>102.09549232026174</c:v>
                </c:pt>
                <c:pt idx="124">
                  <c:v>102.1287555487033</c:v>
                </c:pt>
                <c:pt idx="125">
                  <c:v>102.15536613145656</c:v>
                </c:pt>
                <c:pt idx="126">
                  <c:v>102.15935771886954</c:v>
                </c:pt>
                <c:pt idx="127">
                  <c:v>102.19062515360463</c:v>
                </c:pt>
                <c:pt idx="128">
                  <c:v>102.14206084007994</c:v>
                </c:pt>
                <c:pt idx="129">
                  <c:v>102.0455974775994</c:v>
                </c:pt>
                <c:pt idx="130">
                  <c:v>102.00900792631369</c:v>
                </c:pt>
                <c:pt idx="131">
                  <c:v>102.01965215941497</c:v>
                </c:pt>
                <c:pt idx="132">
                  <c:v>102.10414075965654</c:v>
                </c:pt>
                <c:pt idx="133">
                  <c:v>102.32367806737088</c:v>
                </c:pt>
                <c:pt idx="134">
                  <c:v>102.27844007669036</c:v>
                </c:pt>
                <c:pt idx="135">
                  <c:v>102.32766965478388</c:v>
                </c:pt>
                <c:pt idx="136">
                  <c:v>102.42945513381507</c:v>
                </c:pt>
                <c:pt idx="137">
                  <c:v>102.08750914543579</c:v>
                </c:pt>
                <c:pt idx="138">
                  <c:v>102.50063844268003</c:v>
                </c:pt>
                <c:pt idx="139">
                  <c:v>102.59311021774757</c:v>
                </c:pt>
                <c:pt idx="140">
                  <c:v>102.64766191239174</c:v>
                </c:pt>
                <c:pt idx="141">
                  <c:v>102.68624725738395</c:v>
                </c:pt>
                <c:pt idx="142">
                  <c:v>102.72283680866967</c:v>
                </c:pt>
                <c:pt idx="143">
                  <c:v>102.72882418978917</c:v>
                </c:pt>
                <c:pt idx="144">
                  <c:v>102.69223463850344</c:v>
                </c:pt>
                <c:pt idx="145">
                  <c:v>102.64832717696058</c:v>
                </c:pt>
                <c:pt idx="146">
                  <c:v>102.5977670697294</c:v>
                </c:pt>
                <c:pt idx="147">
                  <c:v>102.68092514083331</c:v>
                </c:pt>
                <c:pt idx="148">
                  <c:v>102.68890831565929</c:v>
                </c:pt>
                <c:pt idx="149">
                  <c:v>102.71485363384372</c:v>
                </c:pt>
                <c:pt idx="150">
                  <c:v>102.71817995668788</c:v>
                </c:pt>
                <c:pt idx="151">
                  <c:v>102.7720663867632</c:v>
                </c:pt>
                <c:pt idx="152">
                  <c:v>102.85988130984893</c:v>
                </c:pt>
                <c:pt idx="153">
                  <c:v>102.90711509423595</c:v>
                </c:pt>
                <c:pt idx="154">
                  <c:v>102.5957712760229</c:v>
                </c:pt>
                <c:pt idx="155">
                  <c:v>103.04282906627752</c:v>
                </c:pt>
                <c:pt idx="156">
                  <c:v>103.04349433084636</c:v>
                </c:pt>
                <c:pt idx="157">
                  <c:v>103.07010491359959</c:v>
                </c:pt>
                <c:pt idx="158">
                  <c:v>103.06145647420477</c:v>
                </c:pt>
                <c:pt idx="159">
                  <c:v>103.10869025859182</c:v>
                </c:pt>
                <c:pt idx="160">
                  <c:v>103.18785674228273</c:v>
                </c:pt>
                <c:pt idx="161">
                  <c:v>103.31701716146087</c:v>
                </c:pt>
                <c:pt idx="162">
                  <c:v>103.35163748000348</c:v>
                </c:pt>
                <c:pt idx="163">
                  <c:v>103.32633801645312</c:v>
                </c:pt>
                <c:pt idx="164">
                  <c:v>103.31768293681748</c:v>
                </c:pt>
                <c:pt idx="165">
                  <c:v>103.38226314640656</c:v>
                </c:pt>
                <c:pt idx="166">
                  <c:v>103.35097170464691</c:v>
                </c:pt>
                <c:pt idx="167">
                  <c:v>103.35097170464691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C661-4534-B979-3223C7EB54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8475984"/>
        <c:axId val="1575775599"/>
      </c:lineChart>
      <c:dateAx>
        <c:axId val="78475984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33A0"/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1575775599"/>
        <c:crosses val="autoZero"/>
        <c:auto val="1"/>
        <c:lblOffset val="100"/>
        <c:baseTimeUnit val="days"/>
      </c:dateAx>
      <c:valAx>
        <c:axId val="15757755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33A0"/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784759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0033A0"/>
              </a:solidFill>
              <a:latin typeface="+mn-lt"/>
              <a:ea typeface="+mn-ea"/>
              <a:cs typeface="+mn-cs"/>
            </a:defRPr>
          </a:pPr>
          <a:endParaRPr lang="es-P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rgbClr val="0033A0"/>
          </a:solidFill>
        </a:defRPr>
      </a:pPr>
      <a:endParaRPr lang="es-PE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RF!$H$43</c:f>
              <c:strCache>
                <c:ptCount val="1"/>
                <c:pt idx="0">
                  <c:v>AFMEI2A LX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RF!$I$43:$FT$43</c:f>
              <c:numCache>
                <c:formatCode>General</c:formatCode>
                <c:ptCount val="168"/>
                <c:pt idx="0">
                  <c:v>100</c:v>
                </c:pt>
                <c:pt idx="1">
                  <c:v>100.11830348500557</c:v>
                </c:pt>
                <c:pt idx="2">
                  <c:v>100.48741035822295</c:v>
                </c:pt>
                <c:pt idx="3">
                  <c:v>101.65022606720498</c:v>
                </c:pt>
                <c:pt idx="4">
                  <c:v>101.93630540367299</c:v>
                </c:pt>
                <c:pt idx="5">
                  <c:v>101.40931715228454</c:v>
                </c:pt>
                <c:pt idx="6">
                  <c:v>101.74658963317314</c:v>
                </c:pt>
                <c:pt idx="7">
                  <c:v>102.33705298141702</c:v>
                </c:pt>
                <c:pt idx="8">
                  <c:v>102.37028812601847</c:v>
                </c:pt>
                <c:pt idx="9">
                  <c:v>102.30856571461577</c:v>
                </c:pt>
                <c:pt idx="10">
                  <c:v>102.29604858223341</c:v>
                </c:pt>
                <c:pt idx="11">
                  <c:v>102.37115137652761</c:v>
                </c:pt>
                <c:pt idx="12">
                  <c:v>102.30165971054275</c:v>
                </c:pt>
                <c:pt idx="13">
                  <c:v>102.06426582053243</c:v>
                </c:pt>
                <c:pt idx="14">
                  <c:v>102.20281752724756</c:v>
                </c:pt>
                <c:pt idx="15">
                  <c:v>102.73242171459789</c:v>
                </c:pt>
                <c:pt idx="16">
                  <c:v>102.9965763703912</c:v>
                </c:pt>
                <c:pt idx="17">
                  <c:v>103.32072693656895</c:v>
                </c:pt>
                <c:pt idx="18">
                  <c:v>103.63408687138259</c:v>
                </c:pt>
                <c:pt idx="19">
                  <c:v>103.6906297797305</c:v>
                </c:pt>
                <c:pt idx="20">
                  <c:v>103.76184794673361</c:v>
                </c:pt>
                <c:pt idx="21">
                  <c:v>103.61854836221828</c:v>
                </c:pt>
                <c:pt idx="22">
                  <c:v>103.98801958012525</c:v>
                </c:pt>
                <c:pt idx="23">
                  <c:v>104.2387938530271</c:v>
                </c:pt>
                <c:pt idx="24">
                  <c:v>104.36051217481422</c:v>
                </c:pt>
                <c:pt idx="25">
                  <c:v>104.55560678987727</c:v>
                </c:pt>
                <c:pt idx="26">
                  <c:v>104.40626445179804</c:v>
                </c:pt>
                <c:pt idx="27">
                  <c:v>104.66955585708222</c:v>
                </c:pt>
                <c:pt idx="28">
                  <c:v>104.91558225218382</c:v>
                </c:pt>
                <c:pt idx="29">
                  <c:v>105.18750616255932</c:v>
                </c:pt>
                <c:pt idx="30">
                  <c:v>105.33512199962028</c:v>
                </c:pt>
                <c:pt idx="31">
                  <c:v>105.62733229696028</c:v>
                </c:pt>
                <c:pt idx="32">
                  <c:v>105.86817918900711</c:v>
                </c:pt>
                <c:pt idx="33">
                  <c:v>105.92342722159134</c:v>
                </c:pt>
                <c:pt idx="34">
                  <c:v>105.93464947821001</c:v>
                </c:pt>
                <c:pt idx="35">
                  <c:v>105.80343540082248</c:v>
                </c:pt>
                <c:pt idx="36">
                  <c:v>105.49309684279079</c:v>
                </c:pt>
                <c:pt idx="37">
                  <c:v>105.57683214217626</c:v>
                </c:pt>
                <c:pt idx="38">
                  <c:v>105.48791733973601</c:v>
                </c:pt>
                <c:pt idx="39">
                  <c:v>105.47669508311735</c:v>
                </c:pt>
                <c:pt idx="40">
                  <c:v>105.55827225622998</c:v>
                </c:pt>
                <c:pt idx="41">
                  <c:v>105.28116884279974</c:v>
                </c:pt>
                <c:pt idx="42">
                  <c:v>104.66135497724549</c:v>
                </c:pt>
                <c:pt idx="43">
                  <c:v>104.24569985710013</c:v>
                </c:pt>
                <c:pt idx="44">
                  <c:v>104.2677127450829</c:v>
                </c:pt>
                <c:pt idx="45">
                  <c:v>104.80120155972429</c:v>
                </c:pt>
                <c:pt idx="46">
                  <c:v>104.25001610964576</c:v>
                </c:pt>
                <c:pt idx="47">
                  <c:v>102.83342202416593</c:v>
                </c:pt>
                <c:pt idx="48">
                  <c:v>103.71911704653175</c:v>
                </c:pt>
                <c:pt idx="49">
                  <c:v>103.74587781231473</c:v>
                </c:pt>
                <c:pt idx="50">
                  <c:v>103.62933899358238</c:v>
                </c:pt>
                <c:pt idx="51">
                  <c:v>103.17311109950798</c:v>
                </c:pt>
                <c:pt idx="52">
                  <c:v>102.95773009748042</c:v>
                </c:pt>
                <c:pt idx="53">
                  <c:v>102.9939866188638</c:v>
                </c:pt>
                <c:pt idx="54">
                  <c:v>103.72602305060477</c:v>
                </c:pt>
                <c:pt idx="55">
                  <c:v>102.97628998342668</c:v>
                </c:pt>
                <c:pt idx="56">
                  <c:v>103.05829878179388</c:v>
                </c:pt>
                <c:pt idx="57">
                  <c:v>101.98009889589241</c:v>
                </c:pt>
                <c:pt idx="58">
                  <c:v>102.74796022376219</c:v>
                </c:pt>
                <c:pt idx="59">
                  <c:v>102.9495292176437</c:v>
                </c:pt>
                <c:pt idx="60">
                  <c:v>102.66551980014042</c:v>
                </c:pt>
                <c:pt idx="61">
                  <c:v>102.04613755984073</c:v>
                </c:pt>
                <c:pt idx="62">
                  <c:v>101.37927654153899</c:v>
                </c:pt>
                <c:pt idx="63">
                  <c:v>101.07843373910771</c:v>
                </c:pt>
                <c:pt idx="64">
                  <c:v>102.10268046818867</c:v>
                </c:pt>
                <c:pt idx="65">
                  <c:v>101.69954248042568</c:v>
                </c:pt>
                <c:pt idx="66">
                  <c:v>101.69954248042568</c:v>
                </c:pt>
                <c:pt idx="67">
                  <c:v>101.69954248042568</c:v>
                </c:pt>
                <c:pt idx="68">
                  <c:v>101.96326551096443</c:v>
                </c:pt>
                <c:pt idx="69">
                  <c:v>102.9111145699875</c:v>
                </c:pt>
                <c:pt idx="70">
                  <c:v>103.28231228891273</c:v>
                </c:pt>
                <c:pt idx="71">
                  <c:v>104.28238800373809</c:v>
                </c:pt>
                <c:pt idx="72">
                  <c:v>104.30612739273913</c:v>
                </c:pt>
                <c:pt idx="73">
                  <c:v>105.09945461062819</c:v>
                </c:pt>
                <c:pt idx="74">
                  <c:v>105.33382712385657</c:v>
                </c:pt>
                <c:pt idx="75">
                  <c:v>105.44691294055239</c:v>
                </c:pt>
                <c:pt idx="76">
                  <c:v>105.51597298128269</c:v>
                </c:pt>
                <c:pt idx="77">
                  <c:v>105.99032913604877</c:v>
                </c:pt>
                <c:pt idx="78">
                  <c:v>106.02399590590477</c:v>
                </c:pt>
                <c:pt idx="79">
                  <c:v>105.84271329898779</c:v>
                </c:pt>
                <c:pt idx="80">
                  <c:v>105.75811474909322</c:v>
                </c:pt>
                <c:pt idx="81">
                  <c:v>104.79084255361475</c:v>
                </c:pt>
                <c:pt idx="82">
                  <c:v>105.75854637434779</c:v>
                </c:pt>
                <c:pt idx="83">
                  <c:v>105.39295978373188</c:v>
                </c:pt>
                <c:pt idx="84">
                  <c:v>105.16506164932196</c:v>
                </c:pt>
                <c:pt idx="85">
                  <c:v>105.17757878170431</c:v>
                </c:pt>
                <c:pt idx="86">
                  <c:v>105.17757878170431</c:v>
                </c:pt>
                <c:pt idx="87">
                  <c:v>106.0058676452131</c:v>
                </c:pt>
                <c:pt idx="88">
                  <c:v>105.84918767780628</c:v>
                </c:pt>
                <c:pt idx="89">
                  <c:v>106.61748063093063</c:v>
                </c:pt>
                <c:pt idx="90">
                  <c:v>106.78538285495614</c:v>
                </c:pt>
                <c:pt idx="91">
                  <c:v>106.63042938856758</c:v>
                </c:pt>
                <c:pt idx="92">
                  <c:v>106.72797669609911</c:v>
                </c:pt>
                <c:pt idx="93">
                  <c:v>106.59546774294787</c:v>
                </c:pt>
                <c:pt idx="94">
                  <c:v>106.52424957594476</c:v>
                </c:pt>
                <c:pt idx="95">
                  <c:v>106.52424957594476</c:v>
                </c:pt>
                <c:pt idx="96">
                  <c:v>106.32397545782696</c:v>
                </c:pt>
                <c:pt idx="97">
                  <c:v>105.89796133157205</c:v>
                </c:pt>
                <c:pt idx="98">
                  <c:v>105.9130682154818</c:v>
                </c:pt>
                <c:pt idx="99">
                  <c:v>105.67481107496234</c:v>
                </c:pt>
                <c:pt idx="100">
                  <c:v>106.1228380892</c:v>
                </c:pt>
                <c:pt idx="101">
                  <c:v>106.21477426842219</c:v>
                </c:pt>
                <c:pt idx="102">
                  <c:v>106.21477426842219</c:v>
                </c:pt>
                <c:pt idx="103">
                  <c:v>106.3654114822651</c:v>
                </c:pt>
                <c:pt idx="104">
                  <c:v>106.61920713194888</c:v>
                </c:pt>
                <c:pt idx="105">
                  <c:v>106.77200247206464</c:v>
                </c:pt>
                <c:pt idx="106">
                  <c:v>107.05212726227681</c:v>
                </c:pt>
                <c:pt idx="107">
                  <c:v>107.2757091441411</c:v>
                </c:pt>
                <c:pt idx="108">
                  <c:v>107.51655603618795</c:v>
                </c:pt>
                <c:pt idx="109">
                  <c:v>107.54806467977114</c:v>
                </c:pt>
                <c:pt idx="110">
                  <c:v>107.63007347813833</c:v>
                </c:pt>
                <c:pt idx="111">
                  <c:v>107.66330862273976</c:v>
                </c:pt>
                <c:pt idx="112">
                  <c:v>107.10133254129713</c:v>
                </c:pt>
                <c:pt idx="113">
                  <c:v>107.22477736410249</c:v>
                </c:pt>
                <c:pt idx="114">
                  <c:v>107.38922658609145</c:v>
                </c:pt>
                <c:pt idx="115">
                  <c:v>107.3538333152172</c:v>
                </c:pt>
                <c:pt idx="116">
                  <c:v>107.90933501784137</c:v>
                </c:pt>
                <c:pt idx="117">
                  <c:v>108.55331989765121</c:v>
                </c:pt>
                <c:pt idx="118">
                  <c:v>108.57749091190682</c:v>
                </c:pt>
                <c:pt idx="119">
                  <c:v>108.57662766139769</c:v>
                </c:pt>
                <c:pt idx="120">
                  <c:v>108.54080276526885</c:v>
                </c:pt>
                <c:pt idx="121">
                  <c:v>108.47951197912073</c:v>
                </c:pt>
                <c:pt idx="122">
                  <c:v>108.51965312779521</c:v>
                </c:pt>
                <c:pt idx="123">
                  <c:v>108.51965312779521</c:v>
                </c:pt>
                <c:pt idx="124">
                  <c:v>108.06558335999364</c:v>
                </c:pt>
                <c:pt idx="125">
                  <c:v>108.10874588545008</c:v>
                </c:pt>
                <c:pt idx="126">
                  <c:v>108.16485716854341</c:v>
                </c:pt>
                <c:pt idx="127">
                  <c:v>108.15277166141561</c:v>
                </c:pt>
                <c:pt idx="128">
                  <c:v>108.36556291191579</c:v>
                </c:pt>
                <c:pt idx="129">
                  <c:v>108.35218252902429</c:v>
                </c:pt>
                <c:pt idx="130">
                  <c:v>107.60244946184621</c:v>
                </c:pt>
                <c:pt idx="131">
                  <c:v>108.57231140885204</c:v>
                </c:pt>
                <c:pt idx="132">
                  <c:v>108.78726078562505</c:v>
                </c:pt>
                <c:pt idx="133">
                  <c:v>108.78035478155202</c:v>
                </c:pt>
                <c:pt idx="134">
                  <c:v>108.42728532331847</c:v>
                </c:pt>
                <c:pt idx="135">
                  <c:v>108.62151668787237</c:v>
                </c:pt>
                <c:pt idx="136">
                  <c:v>108.72079049642214</c:v>
                </c:pt>
                <c:pt idx="137">
                  <c:v>108.71388449234911</c:v>
                </c:pt>
                <c:pt idx="138">
                  <c:v>108.52008475304976</c:v>
                </c:pt>
                <c:pt idx="139">
                  <c:v>108.60813630498089</c:v>
                </c:pt>
                <c:pt idx="140">
                  <c:v>108.66554246383792</c:v>
                </c:pt>
                <c:pt idx="141">
                  <c:v>108.62928594245453</c:v>
                </c:pt>
                <c:pt idx="142">
                  <c:v>108.54296089154168</c:v>
                </c:pt>
                <c:pt idx="143">
                  <c:v>108.57187978359748</c:v>
                </c:pt>
                <c:pt idx="144">
                  <c:v>108.57187978359748</c:v>
                </c:pt>
                <c:pt idx="145">
                  <c:v>108.38800742515311</c:v>
                </c:pt>
                <c:pt idx="146">
                  <c:v>108.00472419910007</c:v>
                </c:pt>
                <c:pt idx="147">
                  <c:v>108.43203320111866</c:v>
                </c:pt>
                <c:pt idx="148">
                  <c:v>108.42599044755477</c:v>
                </c:pt>
                <c:pt idx="149">
                  <c:v>108.61720043532671</c:v>
                </c:pt>
                <c:pt idx="150">
                  <c:v>108.25808822352926</c:v>
                </c:pt>
                <c:pt idx="151">
                  <c:v>108.63619194652755</c:v>
                </c:pt>
                <c:pt idx="152">
                  <c:v>109.01515892003496</c:v>
                </c:pt>
                <c:pt idx="153">
                  <c:v>109.29226233346519</c:v>
                </c:pt>
                <c:pt idx="154">
                  <c:v>109.70403282631946</c:v>
                </c:pt>
                <c:pt idx="155">
                  <c:v>109.60303251675143</c:v>
                </c:pt>
                <c:pt idx="156">
                  <c:v>109.54562635789438</c:v>
                </c:pt>
                <c:pt idx="157">
                  <c:v>109.78992625197772</c:v>
                </c:pt>
                <c:pt idx="158">
                  <c:v>109.54821610942176</c:v>
                </c:pt>
                <c:pt idx="159">
                  <c:v>109.76834498924951</c:v>
                </c:pt>
                <c:pt idx="160">
                  <c:v>109.90301206867355</c:v>
                </c:pt>
                <c:pt idx="161">
                  <c:v>110.12184607273763</c:v>
                </c:pt>
                <c:pt idx="162">
                  <c:v>110.21335062670525</c:v>
                </c:pt>
                <c:pt idx="163">
                  <c:v>109.91855057783788</c:v>
                </c:pt>
                <c:pt idx="164">
                  <c:v>109.83265715217959</c:v>
                </c:pt>
                <c:pt idx="165">
                  <c:v>110.02990989351544</c:v>
                </c:pt>
                <c:pt idx="166">
                  <c:v>109.8227297713246</c:v>
                </c:pt>
                <c:pt idx="167">
                  <c:v>109.8227297713246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D12-4471-8EFD-14A8F6D5A805}"/>
            </c:ext>
          </c:extLst>
        </c:ser>
        <c:ser>
          <c:idx val="1"/>
          <c:order val="1"/>
          <c:tx>
            <c:strRef>
              <c:f>RF!$H$44</c:f>
              <c:strCache>
                <c:ptCount val="1"/>
                <c:pt idx="0">
                  <c:v>BAMSDTB ID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RF!$I$44:$FT$44</c:f>
              <c:numCache>
                <c:formatCode>General</c:formatCode>
                <c:ptCount val="168"/>
                <c:pt idx="0">
                  <c:v>100</c:v>
                </c:pt>
                <c:pt idx="1">
                  <c:v>100.02712967986977</c:v>
                </c:pt>
                <c:pt idx="2">
                  <c:v>100.10851871947909</c:v>
                </c:pt>
                <c:pt idx="3">
                  <c:v>100.24416711882797</c:v>
                </c:pt>
                <c:pt idx="4">
                  <c:v>100.20799421233494</c:v>
                </c:pt>
                <c:pt idx="5">
                  <c:v>100.05425935973953</c:v>
                </c:pt>
                <c:pt idx="6">
                  <c:v>99.819135467534792</c:v>
                </c:pt>
                <c:pt idx="7">
                  <c:v>99.96382709350695</c:v>
                </c:pt>
                <c:pt idx="8">
                  <c:v>99.864351600651091</c:v>
                </c:pt>
                <c:pt idx="9">
                  <c:v>99.837221920781317</c:v>
                </c:pt>
                <c:pt idx="10">
                  <c:v>99.837221920781317</c:v>
                </c:pt>
                <c:pt idx="11">
                  <c:v>100.07234581298604</c:v>
                </c:pt>
                <c:pt idx="12">
                  <c:v>100.12660517272559</c:v>
                </c:pt>
                <c:pt idx="13">
                  <c:v>100.12660517272559</c:v>
                </c:pt>
                <c:pt idx="14">
                  <c:v>99.565925122083513</c:v>
                </c:pt>
                <c:pt idx="15">
                  <c:v>99.97287032013017</c:v>
                </c:pt>
                <c:pt idx="16">
                  <c:v>100.35268583830705</c:v>
                </c:pt>
                <c:pt idx="17">
                  <c:v>100.50642069090247</c:v>
                </c:pt>
                <c:pt idx="18">
                  <c:v>100.768674262977</c:v>
                </c:pt>
                <c:pt idx="19">
                  <c:v>100.83197684933981</c:v>
                </c:pt>
                <c:pt idx="20">
                  <c:v>100.75058780973048</c:v>
                </c:pt>
                <c:pt idx="21">
                  <c:v>100.73250135648397</c:v>
                </c:pt>
                <c:pt idx="22">
                  <c:v>100.88623620907937</c:v>
                </c:pt>
                <c:pt idx="23">
                  <c:v>100.88623620907937</c:v>
                </c:pt>
                <c:pt idx="24">
                  <c:v>100.90432266232588</c:v>
                </c:pt>
                <c:pt idx="25">
                  <c:v>101.03997106167478</c:v>
                </c:pt>
                <c:pt idx="26">
                  <c:v>101.00379815518173</c:v>
                </c:pt>
                <c:pt idx="27">
                  <c:v>101.1665762344004</c:v>
                </c:pt>
                <c:pt idx="28">
                  <c:v>101.35648399348882</c:v>
                </c:pt>
                <c:pt idx="29">
                  <c:v>101.65491047205637</c:v>
                </c:pt>
                <c:pt idx="30">
                  <c:v>101.66395369867963</c:v>
                </c:pt>
                <c:pt idx="31">
                  <c:v>101.8719479110146</c:v>
                </c:pt>
                <c:pt idx="32">
                  <c:v>102.08898534997282</c:v>
                </c:pt>
                <c:pt idx="33">
                  <c:v>102.08898534997282</c:v>
                </c:pt>
                <c:pt idx="34">
                  <c:v>102.1794176162054</c:v>
                </c:pt>
                <c:pt idx="35">
                  <c:v>102.18846084282866</c:v>
                </c:pt>
                <c:pt idx="36">
                  <c:v>102.04376921685652</c:v>
                </c:pt>
                <c:pt idx="37">
                  <c:v>102.07089889672631</c:v>
                </c:pt>
                <c:pt idx="38">
                  <c:v>102.15228793633563</c:v>
                </c:pt>
                <c:pt idx="39">
                  <c:v>102.1161150298426</c:v>
                </c:pt>
                <c:pt idx="40">
                  <c:v>102.23367697594497</c:v>
                </c:pt>
                <c:pt idx="41">
                  <c:v>102.12515825646587</c:v>
                </c:pt>
                <c:pt idx="42">
                  <c:v>101.9171640441309</c:v>
                </c:pt>
                <c:pt idx="43">
                  <c:v>101.49213239283772</c:v>
                </c:pt>
                <c:pt idx="44">
                  <c:v>100.80484716947002</c:v>
                </c:pt>
                <c:pt idx="45">
                  <c:v>101.39265689998187</c:v>
                </c:pt>
                <c:pt idx="46">
                  <c:v>101.21179236751669</c:v>
                </c:pt>
                <c:pt idx="47">
                  <c:v>100.58780973051182</c:v>
                </c:pt>
                <c:pt idx="48">
                  <c:v>100.08138903960931</c:v>
                </c:pt>
                <c:pt idx="49">
                  <c:v>100.84102007596307</c:v>
                </c:pt>
                <c:pt idx="50">
                  <c:v>100.6149394103816</c:v>
                </c:pt>
                <c:pt idx="51">
                  <c:v>99.954783866883673</c:v>
                </c:pt>
                <c:pt idx="52">
                  <c:v>99.412190269488121</c:v>
                </c:pt>
                <c:pt idx="53">
                  <c:v>99.285585096762489</c:v>
                </c:pt>
                <c:pt idx="54">
                  <c:v>99.285585096762489</c:v>
                </c:pt>
                <c:pt idx="55">
                  <c:v>99.394103816241582</c:v>
                </c:pt>
                <c:pt idx="56">
                  <c:v>98.724905046120412</c:v>
                </c:pt>
                <c:pt idx="57">
                  <c:v>98.091879182492264</c:v>
                </c:pt>
                <c:pt idx="58">
                  <c:v>98.390305661059813</c:v>
                </c:pt>
                <c:pt idx="59">
                  <c:v>98.146138542231824</c:v>
                </c:pt>
                <c:pt idx="60">
                  <c:v>98.896726351962343</c:v>
                </c:pt>
                <c:pt idx="61">
                  <c:v>98.299873394827245</c:v>
                </c:pt>
                <c:pt idx="62">
                  <c:v>97.558328811719988</c:v>
                </c:pt>
                <c:pt idx="63">
                  <c:v>97.27798878639895</c:v>
                </c:pt>
                <c:pt idx="64">
                  <c:v>97.730150117561905</c:v>
                </c:pt>
                <c:pt idx="65">
                  <c:v>98.715861819497164</c:v>
                </c:pt>
                <c:pt idx="66">
                  <c:v>98.616386326641305</c:v>
                </c:pt>
                <c:pt idx="67">
                  <c:v>98.616386326641305</c:v>
                </c:pt>
                <c:pt idx="68">
                  <c:v>98.616386326641305</c:v>
                </c:pt>
                <c:pt idx="69">
                  <c:v>98.625429553264581</c:v>
                </c:pt>
                <c:pt idx="70">
                  <c:v>100.38885874480012</c:v>
                </c:pt>
                <c:pt idx="71">
                  <c:v>100.49737746427921</c:v>
                </c:pt>
                <c:pt idx="72">
                  <c:v>100.94953879544217</c:v>
                </c:pt>
                <c:pt idx="73">
                  <c:v>101.07614396816778</c:v>
                </c:pt>
                <c:pt idx="74">
                  <c:v>101.92620727075415</c:v>
                </c:pt>
                <c:pt idx="75">
                  <c:v>101.89907759088437</c:v>
                </c:pt>
                <c:pt idx="76">
                  <c:v>101.781515644782</c:v>
                </c:pt>
                <c:pt idx="77">
                  <c:v>102.43262796165666</c:v>
                </c:pt>
                <c:pt idx="78">
                  <c:v>102.34219569542408</c:v>
                </c:pt>
                <c:pt idx="79">
                  <c:v>102.26984988243801</c:v>
                </c:pt>
                <c:pt idx="80">
                  <c:v>102.28793633568453</c:v>
                </c:pt>
                <c:pt idx="81">
                  <c:v>102.05281244347978</c:v>
                </c:pt>
                <c:pt idx="82">
                  <c:v>101.94429372400069</c:v>
                </c:pt>
                <c:pt idx="83">
                  <c:v>101.87194791101462</c:v>
                </c:pt>
                <c:pt idx="84">
                  <c:v>101.45595948634468</c:v>
                </c:pt>
                <c:pt idx="85">
                  <c:v>101.49213239283773</c:v>
                </c:pt>
                <c:pt idx="86">
                  <c:v>101.64586724543314</c:v>
                </c:pt>
                <c:pt idx="87">
                  <c:v>102.02568276361001</c:v>
                </c:pt>
                <c:pt idx="88">
                  <c:v>102.02568276361001</c:v>
                </c:pt>
                <c:pt idx="89">
                  <c:v>101.89907759088439</c:v>
                </c:pt>
                <c:pt idx="90">
                  <c:v>102.76722734671726</c:v>
                </c:pt>
                <c:pt idx="91">
                  <c:v>102.73105444022423</c:v>
                </c:pt>
                <c:pt idx="92">
                  <c:v>102.76722734671726</c:v>
                </c:pt>
                <c:pt idx="93">
                  <c:v>102.67679508048468</c:v>
                </c:pt>
                <c:pt idx="94">
                  <c:v>102.30602278893105</c:v>
                </c:pt>
                <c:pt idx="95">
                  <c:v>102.26984988243801</c:v>
                </c:pt>
                <c:pt idx="96">
                  <c:v>102.25176342919147</c:v>
                </c:pt>
                <c:pt idx="97">
                  <c:v>101.48308916621444</c:v>
                </c:pt>
                <c:pt idx="98">
                  <c:v>101.22083559413993</c:v>
                </c:pt>
                <c:pt idx="99">
                  <c:v>100.77771748960022</c:v>
                </c:pt>
                <c:pt idx="100">
                  <c:v>101.11231687466082</c:v>
                </c:pt>
                <c:pt idx="101">
                  <c:v>101.18466268764689</c:v>
                </c:pt>
                <c:pt idx="102">
                  <c:v>101.43787303309814</c:v>
                </c:pt>
                <c:pt idx="103">
                  <c:v>101.43787303309814</c:v>
                </c:pt>
                <c:pt idx="104">
                  <c:v>101.88099113763785</c:v>
                </c:pt>
                <c:pt idx="105">
                  <c:v>102.27889310906124</c:v>
                </c:pt>
                <c:pt idx="106">
                  <c:v>102.49593054801947</c:v>
                </c:pt>
                <c:pt idx="107">
                  <c:v>102.91191897268938</c:v>
                </c:pt>
                <c:pt idx="108">
                  <c:v>102.91191897268938</c:v>
                </c:pt>
                <c:pt idx="109">
                  <c:v>103.19225899801042</c:v>
                </c:pt>
                <c:pt idx="110">
                  <c:v>103.00235123892197</c:v>
                </c:pt>
                <c:pt idx="111">
                  <c:v>103.21034545125693</c:v>
                </c:pt>
                <c:pt idx="112">
                  <c:v>102.87574606619634</c:v>
                </c:pt>
                <c:pt idx="113">
                  <c:v>102.66775185386138</c:v>
                </c:pt>
                <c:pt idx="114">
                  <c:v>102.85765961294982</c:v>
                </c:pt>
                <c:pt idx="115">
                  <c:v>102.71296798697767</c:v>
                </c:pt>
                <c:pt idx="116">
                  <c:v>103.06565382528478</c:v>
                </c:pt>
                <c:pt idx="117">
                  <c:v>103.65346355579663</c:v>
                </c:pt>
                <c:pt idx="118">
                  <c:v>104.29553264604803</c:v>
                </c:pt>
                <c:pt idx="119">
                  <c:v>104.35883523241085</c:v>
                </c:pt>
                <c:pt idx="120">
                  <c:v>104.08753843371306</c:v>
                </c:pt>
                <c:pt idx="121">
                  <c:v>104.1689274733224</c:v>
                </c:pt>
                <c:pt idx="122">
                  <c:v>104.1689274733224</c:v>
                </c:pt>
                <c:pt idx="123">
                  <c:v>103.96997648761071</c:v>
                </c:pt>
                <c:pt idx="124">
                  <c:v>103.74389582202923</c:v>
                </c:pt>
                <c:pt idx="125">
                  <c:v>103.9066739012479</c:v>
                </c:pt>
                <c:pt idx="126">
                  <c:v>104.04232230059677</c:v>
                </c:pt>
                <c:pt idx="127">
                  <c:v>104.00614939410373</c:v>
                </c:pt>
                <c:pt idx="128">
                  <c:v>104.08753843371306</c:v>
                </c:pt>
                <c:pt idx="129">
                  <c:v>104.19605715319217</c:v>
                </c:pt>
                <c:pt idx="130">
                  <c:v>104.00614939410374</c:v>
                </c:pt>
                <c:pt idx="131">
                  <c:v>104.16892747332241</c:v>
                </c:pt>
                <c:pt idx="132">
                  <c:v>104.16892747332241</c:v>
                </c:pt>
                <c:pt idx="133">
                  <c:v>104.36787845903412</c:v>
                </c:pt>
                <c:pt idx="134">
                  <c:v>104.18701392656892</c:v>
                </c:pt>
                <c:pt idx="135">
                  <c:v>103.76198227527574</c:v>
                </c:pt>
                <c:pt idx="136">
                  <c:v>103.96093326098743</c:v>
                </c:pt>
                <c:pt idx="137">
                  <c:v>104.14179779345262</c:v>
                </c:pt>
                <c:pt idx="138">
                  <c:v>103.87050099475485</c:v>
                </c:pt>
                <c:pt idx="139">
                  <c:v>103.80719840839204</c:v>
                </c:pt>
                <c:pt idx="140">
                  <c:v>104.00614939410373</c:v>
                </c:pt>
                <c:pt idx="141">
                  <c:v>103.81624163501527</c:v>
                </c:pt>
                <c:pt idx="142">
                  <c:v>103.75293904865246</c:v>
                </c:pt>
                <c:pt idx="143">
                  <c:v>103.73485259540594</c:v>
                </c:pt>
                <c:pt idx="144">
                  <c:v>103.62633387592683</c:v>
                </c:pt>
                <c:pt idx="145">
                  <c:v>103.42738289021513</c:v>
                </c:pt>
                <c:pt idx="146">
                  <c:v>102.8124434798335</c:v>
                </c:pt>
                <c:pt idx="147">
                  <c:v>102.72201121360092</c:v>
                </c:pt>
                <c:pt idx="148">
                  <c:v>103.07469705190803</c:v>
                </c:pt>
                <c:pt idx="149">
                  <c:v>103.038524145415</c:v>
                </c:pt>
                <c:pt idx="150">
                  <c:v>102.93000542593587</c:v>
                </c:pt>
                <c:pt idx="151">
                  <c:v>102.66775185386138</c:v>
                </c:pt>
                <c:pt idx="152">
                  <c:v>102.72201121360092</c:v>
                </c:pt>
                <c:pt idx="153">
                  <c:v>102.72201121360092</c:v>
                </c:pt>
                <c:pt idx="154">
                  <c:v>103.65346355579662</c:v>
                </c:pt>
                <c:pt idx="155">
                  <c:v>103.81624163501527</c:v>
                </c:pt>
                <c:pt idx="156">
                  <c:v>103.64442032917336</c:v>
                </c:pt>
                <c:pt idx="157">
                  <c:v>103.83432808826178</c:v>
                </c:pt>
                <c:pt idx="158">
                  <c:v>103.76198227527571</c:v>
                </c:pt>
                <c:pt idx="159">
                  <c:v>103.67155000904313</c:v>
                </c:pt>
                <c:pt idx="160">
                  <c:v>103.68963646228964</c:v>
                </c:pt>
                <c:pt idx="161">
                  <c:v>103.9247603544944</c:v>
                </c:pt>
                <c:pt idx="162">
                  <c:v>103.94284680774092</c:v>
                </c:pt>
                <c:pt idx="163">
                  <c:v>103.68059323566641</c:v>
                </c:pt>
                <c:pt idx="164">
                  <c:v>103.30077771748952</c:v>
                </c:pt>
                <c:pt idx="165">
                  <c:v>103.60824742268032</c:v>
                </c:pt>
                <c:pt idx="166">
                  <c:v>103.40929643696862</c:v>
                </c:pt>
                <c:pt idx="167">
                  <c:v>103.40929643696862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D12-4471-8EFD-14A8F6D5A805}"/>
            </c:ext>
          </c:extLst>
        </c:ser>
        <c:ser>
          <c:idx val="2"/>
          <c:order val="2"/>
          <c:tx>
            <c:strRef>
              <c:f>RF!$H$45</c:f>
              <c:strCache>
                <c:ptCount val="1"/>
                <c:pt idx="0">
                  <c:v>EMB US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RF!$I$45:$FT$45</c:f>
              <c:numCache>
                <c:formatCode>General</c:formatCode>
                <c:ptCount val="168"/>
                <c:pt idx="0">
                  <c:v>100</c:v>
                </c:pt>
                <c:pt idx="1">
                  <c:v>100.02077274615704</c:v>
                </c:pt>
                <c:pt idx="2">
                  <c:v>100.17656834233486</c:v>
                </c:pt>
                <c:pt idx="3">
                  <c:v>100.07270461154964</c:v>
                </c:pt>
                <c:pt idx="4">
                  <c:v>99.875363523057743</c:v>
                </c:pt>
                <c:pt idx="5">
                  <c:v>99.719567926879932</c:v>
                </c:pt>
                <c:pt idx="6">
                  <c:v>100.08309098462817</c:v>
                </c:pt>
                <c:pt idx="7">
                  <c:v>100.00000000000001</c:v>
                </c:pt>
                <c:pt idx="8">
                  <c:v>99.875363523057757</c:v>
                </c:pt>
                <c:pt idx="9">
                  <c:v>100.08309098462817</c:v>
                </c:pt>
                <c:pt idx="10">
                  <c:v>100.12463647694226</c:v>
                </c:pt>
                <c:pt idx="11">
                  <c:v>99.927295388450347</c:v>
                </c:pt>
                <c:pt idx="12">
                  <c:v>99.927295388450347</c:v>
                </c:pt>
                <c:pt idx="13">
                  <c:v>99.428749480681347</c:v>
                </c:pt>
                <c:pt idx="14">
                  <c:v>100.22850020772745</c:v>
                </c:pt>
                <c:pt idx="15">
                  <c:v>100.20772746157041</c:v>
                </c:pt>
                <c:pt idx="16">
                  <c:v>100.45700041545493</c:v>
                </c:pt>
                <c:pt idx="17">
                  <c:v>100.56086414624014</c:v>
                </c:pt>
                <c:pt idx="18">
                  <c:v>100.51931865392606</c:v>
                </c:pt>
                <c:pt idx="19">
                  <c:v>100.39468217698381</c:v>
                </c:pt>
                <c:pt idx="20">
                  <c:v>100.40506855006232</c:v>
                </c:pt>
                <c:pt idx="21">
                  <c:v>100.31159119235562</c:v>
                </c:pt>
                <c:pt idx="22">
                  <c:v>100.28507520929112</c:v>
                </c:pt>
                <c:pt idx="23">
                  <c:v>100.30593750910582</c:v>
                </c:pt>
                <c:pt idx="24">
                  <c:v>100.34766210873524</c:v>
                </c:pt>
                <c:pt idx="25">
                  <c:v>100.59800970651169</c:v>
                </c:pt>
                <c:pt idx="26">
                  <c:v>100.85878845419552</c:v>
                </c:pt>
                <c:pt idx="27">
                  <c:v>100.89008190391759</c:v>
                </c:pt>
                <c:pt idx="28">
                  <c:v>101.15086065160141</c:v>
                </c:pt>
                <c:pt idx="29">
                  <c:v>101.16129180150877</c:v>
                </c:pt>
                <c:pt idx="30">
                  <c:v>101.44293284900729</c:v>
                </c:pt>
                <c:pt idx="31">
                  <c:v>101.6202623974323</c:v>
                </c:pt>
                <c:pt idx="32">
                  <c:v>101.6202623974323</c:v>
                </c:pt>
                <c:pt idx="33">
                  <c:v>101.82888539557936</c:v>
                </c:pt>
                <c:pt idx="34">
                  <c:v>101.87060999520878</c:v>
                </c:pt>
                <c:pt idx="35">
                  <c:v>101.7558673462279</c:v>
                </c:pt>
                <c:pt idx="36">
                  <c:v>101.86017884530143</c:v>
                </c:pt>
                <c:pt idx="37">
                  <c:v>101.92276574474553</c:v>
                </c:pt>
                <c:pt idx="38">
                  <c:v>101.86017884530143</c:v>
                </c:pt>
                <c:pt idx="39">
                  <c:v>101.95405919446759</c:v>
                </c:pt>
                <c:pt idx="40">
                  <c:v>101.89147229502349</c:v>
                </c:pt>
                <c:pt idx="41">
                  <c:v>101.94362804456026</c:v>
                </c:pt>
                <c:pt idx="42">
                  <c:v>101.59060409947442</c:v>
                </c:pt>
                <c:pt idx="43">
                  <c:v>101.12973322821173</c:v>
                </c:pt>
                <c:pt idx="44">
                  <c:v>101.46491204367551</c:v>
                </c:pt>
                <c:pt idx="45">
                  <c:v>100.95166948249658</c:v>
                </c:pt>
                <c:pt idx="46">
                  <c:v>100.29178618955227</c:v>
                </c:pt>
                <c:pt idx="47">
                  <c:v>100.51174728720036</c:v>
                </c:pt>
                <c:pt idx="48">
                  <c:v>100.50127294921714</c:v>
                </c:pt>
                <c:pt idx="49">
                  <c:v>100.1765684717366</c:v>
                </c:pt>
                <c:pt idx="50">
                  <c:v>99.338621433077165</c:v>
                </c:pt>
                <c:pt idx="51">
                  <c:v>98.856801885847972</c:v>
                </c:pt>
                <c:pt idx="52">
                  <c:v>99.244352391227977</c:v>
                </c:pt>
                <c:pt idx="53">
                  <c:v>99.610954220641474</c:v>
                </c:pt>
                <c:pt idx="54">
                  <c:v>98.835853209881492</c:v>
                </c:pt>
                <c:pt idx="55">
                  <c:v>99.118660335429055</c:v>
                </c:pt>
                <c:pt idx="56">
                  <c:v>97.568458313909105</c:v>
                </c:pt>
                <c:pt idx="57">
                  <c:v>98.521623070384223</c:v>
                </c:pt>
                <c:pt idx="58">
                  <c:v>98.01885484718855</c:v>
                </c:pt>
                <c:pt idx="59">
                  <c:v>98.909173575764214</c:v>
                </c:pt>
                <c:pt idx="60">
                  <c:v>97.893162791389628</c:v>
                </c:pt>
                <c:pt idx="61">
                  <c:v>97.358971554244235</c:v>
                </c:pt>
                <c:pt idx="62">
                  <c:v>97.526560961976116</c:v>
                </c:pt>
                <c:pt idx="63">
                  <c:v>98.385456676602061</c:v>
                </c:pt>
                <c:pt idx="64">
                  <c:v>98.791101189976388</c:v>
                </c:pt>
                <c:pt idx="65">
                  <c:v>98.906880234626911</c:v>
                </c:pt>
                <c:pt idx="66">
                  <c:v>98.906880234626911</c:v>
                </c:pt>
                <c:pt idx="67">
                  <c:v>98.875304131540403</c:v>
                </c:pt>
                <c:pt idx="68">
                  <c:v>98.927930970017911</c:v>
                </c:pt>
                <c:pt idx="69">
                  <c:v>100.10677215191407</c:v>
                </c:pt>
                <c:pt idx="70">
                  <c:v>100.52778685973415</c:v>
                </c:pt>
                <c:pt idx="71">
                  <c:v>100.51726149203864</c:v>
                </c:pt>
                <c:pt idx="72">
                  <c:v>101.07510597990021</c:v>
                </c:pt>
                <c:pt idx="73">
                  <c:v>101.52769679080677</c:v>
                </c:pt>
                <c:pt idx="74">
                  <c:v>101.30666406920125</c:v>
                </c:pt>
                <c:pt idx="75">
                  <c:v>100.99090303833621</c:v>
                </c:pt>
                <c:pt idx="76">
                  <c:v>101.74872951241232</c:v>
                </c:pt>
                <c:pt idx="77">
                  <c:v>101.66452657084831</c:v>
                </c:pt>
                <c:pt idx="78">
                  <c:v>101.18035965685523</c:v>
                </c:pt>
                <c:pt idx="79">
                  <c:v>101.44349384924277</c:v>
                </c:pt>
                <c:pt idx="80">
                  <c:v>100.96985230294521</c:v>
                </c:pt>
                <c:pt idx="81">
                  <c:v>101.25403723072375</c:v>
                </c:pt>
                <c:pt idx="82">
                  <c:v>101.07510597990023</c:v>
                </c:pt>
                <c:pt idx="83">
                  <c:v>100.99090303833621</c:v>
                </c:pt>
                <c:pt idx="84">
                  <c:v>100.51726149203864</c:v>
                </c:pt>
                <c:pt idx="85">
                  <c:v>100.83302252290369</c:v>
                </c:pt>
                <c:pt idx="86">
                  <c:v>101.02337394161155</c:v>
                </c:pt>
                <c:pt idx="87">
                  <c:v>100.50541377386656</c:v>
                </c:pt>
                <c:pt idx="88">
                  <c:v>100.97052086327024</c:v>
                </c:pt>
                <c:pt idx="89">
                  <c:v>101.76331703839014</c:v>
                </c:pt>
                <c:pt idx="90">
                  <c:v>101.37220425866434</c:v>
                </c:pt>
                <c:pt idx="91">
                  <c:v>101.63646965037098</c:v>
                </c:pt>
                <c:pt idx="92">
                  <c:v>101.44619856834221</c:v>
                </c:pt>
                <c:pt idx="93">
                  <c:v>101.18193317663558</c:v>
                </c:pt>
                <c:pt idx="94">
                  <c:v>100.99166209460682</c:v>
                </c:pt>
                <c:pt idx="95">
                  <c:v>100.99166209460682</c:v>
                </c:pt>
                <c:pt idx="96">
                  <c:v>100.11430099414079</c:v>
                </c:pt>
                <c:pt idx="97">
                  <c:v>100.01916545312642</c:v>
                </c:pt>
                <c:pt idx="98">
                  <c:v>99.628052673400603</c:v>
                </c:pt>
                <c:pt idx="99">
                  <c:v>100.33628392317439</c:v>
                </c:pt>
                <c:pt idx="100">
                  <c:v>100.41027823285224</c:v>
                </c:pt>
                <c:pt idx="101">
                  <c:v>100.60054931488102</c:v>
                </c:pt>
                <c:pt idx="102">
                  <c:v>100.60054931488102</c:v>
                </c:pt>
                <c:pt idx="103">
                  <c:v>101.0973682512895</c:v>
                </c:pt>
                <c:pt idx="104">
                  <c:v>101.45676918401051</c:v>
                </c:pt>
                <c:pt idx="105">
                  <c:v>101.72103457571716</c:v>
                </c:pt>
                <c:pt idx="106">
                  <c:v>101.93244688908246</c:v>
                </c:pt>
                <c:pt idx="107">
                  <c:v>101.91869036050855</c:v>
                </c:pt>
                <c:pt idx="108">
                  <c:v>102.18407597232114</c:v>
                </c:pt>
                <c:pt idx="109">
                  <c:v>101.801920691311</c:v>
                </c:pt>
                <c:pt idx="110">
                  <c:v>102.01422918076105</c:v>
                </c:pt>
                <c:pt idx="111">
                  <c:v>101.2711494676858</c:v>
                </c:pt>
                <c:pt idx="112">
                  <c:v>101.14376437401576</c:v>
                </c:pt>
                <c:pt idx="113">
                  <c:v>101.5577659284434</c:v>
                </c:pt>
                <c:pt idx="114">
                  <c:v>101.21807234532326</c:v>
                </c:pt>
                <c:pt idx="115">
                  <c:v>102.19469139679362</c:v>
                </c:pt>
                <c:pt idx="116">
                  <c:v>102.29023021704614</c:v>
                </c:pt>
                <c:pt idx="117">
                  <c:v>102.66177007358378</c:v>
                </c:pt>
                <c:pt idx="118">
                  <c:v>102.61930837569378</c:v>
                </c:pt>
                <c:pt idx="119">
                  <c:v>102.20530682126613</c:v>
                </c:pt>
                <c:pt idx="120">
                  <c:v>102.68300092252881</c:v>
                </c:pt>
                <c:pt idx="121">
                  <c:v>102.68300092252881</c:v>
                </c:pt>
                <c:pt idx="122">
                  <c:v>102.33269191493619</c:v>
                </c:pt>
                <c:pt idx="123">
                  <c:v>102.18407597232114</c:v>
                </c:pt>
                <c:pt idx="124">
                  <c:v>102.51315413096874</c:v>
                </c:pt>
                <c:pt idx="125">
                  <c:v>102.50253870649625</c:v>
                </c:pt>
                <c:pt idx="126">
                  <c:v>102.48130785755126</c:v>
                </c:pt>
                <c:pt idx="127">
                  <c:v>102.77853974278135</c:v>
                </c:pt>
                <c:pt idx="128">
                  <c:v>102.37515361282621</c:v>
                </c:pt>
                <c:pt idx="129">
                  <c:v>102.35355618102258</c:v>
                </c:pt>
                <c:pt idx="130">
                  <c:v>102.54542912533194</c:v>
                </c:pt>
                <c:pt idx="131">
                  <c:v>102.54542912533194</c:v>
                </c:pt>
                <c:pt idx="132">
                  <c:v>102.70532324558972</c:v>
                </c:pt>
                <c:pt idx="133">
                  <c:v>102.26827931688508</c:v>
                </c:pt>
                <c:pt idx="134">
                  <c:v>102.10838519662731</c:v>
                </c:pt>
                <c:pt idx="135">
                  <c:v>102.28959853291947</c:v>
                </c:pt>
                <c:pt idx="136">
                  <c:v>102.32157735697103</c:v>
                </c:pt>
                <c:pt idx="137">
                  <c:v>101.67134126792267</c:v>
                </c:pt>
                <c:pt idx="138">
                  <c:v>101.87387382024922</c:v>
                </c:pt>
                <c:pt idx="139">
                  <c:v>102.0444275485242</c:v>
                </c:pt>
                <c:pt idx="140">
                  <c:v>101.89519303628359</c:v>
                </c:pt>
                <c:pt idx="141">
                  <c:v>101.83123538818046</c:v>
                </c:pt>
                <c:pt idx="142">
                  <c:v>101.66068165990549</c:v>
                </c:pt>
                <c:pt idx="143">
                  <c:v>101.67134126792266</c:v>
                </c:pt>
                <c:pt idx="144">
                  <c:v>101.36221263542426</c:v>
                </c:pt>
                <c:pt idx="145">
                  <c:v>100.76527458646183</c:v>
                </c:pt>
                <c:pt idx="146">
                  <c:v>100.88253027465088</c:v>
                </c:pt>
                <c:pt idx="147">
                  <c:v>101.22363773120082</c:v>
                </c:pt>
                <c:pt idx="148">
                  <c:v>101.46880871559613</c:v>
                </c:pt>
                <c:pt idx="149">
                  <c:v>100.79725341051341</c:v>
                </c:pt>
                <c:pt idx="150">
                  <c:v>101.04242439490871</c:v>
                </c:pt>
                <c:pt idx="151">
                  <c:v>100.90384949068527</c:v>
                </c:pt>
                <c:pt idx="152">
                  <c:v>101.44301025743485</c:v>
                </c:pt>
                <c:pt idx="153">
                  <c:v>101.94621041385696</c:v>
                </c:pt>
                <c:pt idx="154">
                  <c:v>101.89267848232269</c:v>
                </c:pt>
                <c:pt idx="155">
                  <c:v>101.65713798357193</c:v>
                </c:pt>
                <c:pt idx="156">
                  <c:v>101.96762318647066</c:v>
                </c:pt>
                <c:pt idx="157">
                  <c:v>101.53936773419653</c:v>
                </c:pt>
                <c:pt idx="158">
                  <c:v>101.52866134788967</c:v>
                </c:pt>
                <c:pt idx="159">
                  <c:v>101.64643159726505</c:v>
                </c:pt>
                <c:pt idx="160">
                  <c:v>102.09609982215288</c:v>
                </c:pt>
                <c:pt idx="161">
                  <c:v>101.76420184664043</c:v>
                </c:pt>
                <c:pt idx="162">
                  <c:v>101.38947832590057</c:v>
                </c:pt>
                <c:pt idx="163">
                  <c:v>101.32524000805944</c:v>
                </c:pt>
                <c:pt idx="164">
                  <c:v>101.82844016448155</c:v>
                </c:pt>
                <c:pt idx="165">
                  <c:v>101.35735916698</c:v>
                </c:pt>
                <c:pt idx="166">
                  <c:v>101.41089109851426</c:v>
                </c:pt>
                <c:pt idx="167">
                  <c:v>101.41089109851426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D12-4471-8EFD-14A8F6D5A805}"/>
            </c:ext>
          </c:extLst>
        </c:ser>
        <c:ser>
          <c:idx val="3"/>
          <c:order val="3"/>
          <c:tx>
            <c:strRef>
              <c:f>RF!$H$46</c:f>
              <c:strCache>
                <c:ptCount val="1"/>
                <c:pt idx="0">
                  <c:v>VEMBIPU ID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RF!$I$46:$FT$46</c:f>
              <c:numCache>
                <c:formatCode>General</c:formatCode>
                <c:ptCount val="168"/>
                <c:pt idx="0">
                  <c:v>100</c:v>
                </c:pt>
                <c:pt idx="1">
                  <c:v>99.945546946458848</c:v>
                </c:pt>
                <c:pt idx="2">
                  <c:v>99.912185835175407</c:v>
                </c:pt>
                <c:pt idx="3">
                  <c:v>100.2102301434183</c:v>
                </c:pt>
                <c:pt idx="4">
                  <c:v>100.18148720249849</c:v>
                </c:pt>
                <c:pt idx="5">
                  <c:v>100.61704270291172</c:v>
                </c:pt>
                <c:pt idx="6">
                  <c:v>100.39323376006605</c:v>
                </c:pt>
                <c:pt idx="7">
                  <c:v>100.56569140558494</c:v>
                </c:pt>
                <c:pt idx="8">
                  <c:v>100.48828535605747</c:v>
                </c:pt>
                <c:pt idx="9">
                  <c:v>100.50234665089594</c:v>
                </c:pt>
                <c:pt idx="10">
                  <c:v>100.52130182776152</c:v>
                </c:pt>
                <c:pt idx="11">
                  <c:v>100.66267298322086</c:v>
                </c:pt>
                <c:pt idx="12">
                  <c:v>100.09250126310404</c:v>
                </c:pt>
                <c:pt idx="13">
                  <c:v>100.10938860249337</c:v>
                </c:pt>
                <c:pt idx="14">
                  <c:v>100.09732621721528</c:v>
                </c:pt>
                <c:pt idx="15">
                  <c:v>100.53026245682527</c:v>
                </c:pt>
                <c:pt idx="16">
                  <c:v>100.36683436828598</c:v>
                </c:pt>
                <c:pt idx="17">
                  <c:v>100.45237391188667</c:v>
                </c:pt>
                <c:pt idx="18">
                  <c:v>100.68066316926419</c:v>
                </c:pt>
                <c:pt idx="19">
                  <c:v>100.66163906448273</c:v>
                </c:pt>
                <c:pt idx="20">
                  <c:v>100.592090797365</c:v>
                </c:pt>
                <c:pt idx="21">
                  <c:v>100.52909068225539</c:v>
                </c:pt>
                <c:pt idx="22">
                  <c:v>100.50682696542781</c:v>
                </c:pt>
                <c:pt idx="23">
                  <c:v>100.58526693369339</c:v>
                </c:pt>
                <c:pt idx="24">
                  <c:v>100.62159194535943</c:v>
                </c:pt>
                <c:pt idx="25">
                  <c:v>100.65653839870799</c:v>
                </c:pt>
                <c:pt idx="26">
                  <c:v>100.79873668915782</c:v>
                </c:pt>
                <c:pt idx="27">
                  <c:v>100.86966351459306</c:v>
                </c:pt>
                <c:pt idx="28">
                  <c:v>101.06417809319191</c:v>
                </c:pt>
                <c:pt idx="29">
                  <c:v>101.36987340009691</c:v>
                </c:pt>
                <c:pt idx="30">
                  <c:v>101.33478909091662</c:v>
                </c:pt>
                <c:pt idx="31">
                  <c:v>102.11126206324688</c:v>
                </c:pt>
                <c:pt idx="32">
                  <c:v>102.30749983974259</c:v>
                </c:pt>
                <c:pt idx="33">
                  <c:v>101.86925615061025</c:v>
                </c:pt>
                <c:pt idx="34">
                  <c:v>102.46155373172289</c:v>
                </c:pt>
                <c:pt idx="35">
                  <c:v>102.42178232426311</c:v>
                </c:pt>
                <c:pt idx="36">
                  <c:v>102.29826349901536</c:v>
                </c:pt>
                <c:pt idx="37">
                  <c:v>102.31970008085244</c:v>
                </c:pt>
                <c:pt idx="38">
                  <c:v>101.93783942690573</c:v>
                </c:pt>
                <c:pt idx="39">
                  <c:v>102.3949004370719</c:v>
                </c:pt>
                <c:pt idx="40">
                  <c:v>102.47368504491686</c:v>
                </c:pt>
                <c:pt idx="41">
                  <c:v>101.9962902995676</c:v>
                </c:pt>
                <c:pt idx="42">
                  <c:v>101.86229443110687</c:v>
                </c:pt>
                <c:pt idx="43">
                  <c:v>102.05687793762159</c:v>
                </c:pt>
                <c:pt idx="44">
                  <c:v>101.53674788442994</c:v>
                </c:pt>
                <c:pt idx="45">
                  <c:v>101.48525873127141</c:v>
                </c:pt>
                <c:pt idx="46">
                  <c:v>101.37669726376851</c:v>
                </c:pt>
                <c:pt idx="47">
                  <c:v>101.25510842016526</c:v>
                </c:pt>
                <c:pt idx="48">
                  <c:v>100.44106973368318</c:v>
                </c:pt>
                <c:pt idx="49">
                  <c:v>101.0474286096343</c:v>
                </c:pt>
                <c:pt idx="50">
                  <c:v>100.73525407863707</c:v>
                </c:pt>
                <c:pt idx="51">
                  <c:v>100.18389967955409</c:v>
                </c:pt>
                <c:pt idx="52">
                  <c:v>99.65742825810193</c:v>
                </c:pt>
                <c:pt idx="53">
                  <c:v>99.703403177990452</c:v>
                </c:pt>
                <c:pt idx="54">
                  <c:v>99.981458390629626</c:v>
                </c:pt>
                <c:pt idx="55">
                  <c:v>99.685412991947118</c:v>
                </c:pt>
                <c:pt idx="56">
                  <c:v>99.261782020980249</c:v>
                </c:pt>
                <c:pt idx="57">
                  <c:v>98.531835391865485</c:v>
                </c:pt>
                <c:pt idx="58">
                  <c:v>98.905286840075476</c:v>
                </c:pt>
                <c:pt idx="59">
                  <c:v>98.674171538147064</c:v>
                </c:pt>
                <c:pt idx="60">
                  <c:v>99.408598481793675</c:v>
                </c:pt>
                <c:pt idx="61">
                  <c:v>99.31189261582125</c:v>
                </c:pt>
                <c:pt idx="62">
                  <c:v>98.200361044423289</c:v>
                </c:pt>
                <c:pt idx="63">
                  <c:v>98.600142956497464</c:v>
                </c:pt>
                <c:pt idx="64">
                  <c:v>98.513983061653889</c:v>
                </c:pt>
                <c:pt idx="65">
                  <c:v>99.292937438955647</c:v>
                </c:pt>
                <c:pt idx="66">
                  <c:v>99.246342167824253</c:v>
                </c:pt>
                <c:pt idx="67">
                  <c:v>99.246342167824253</c:v>
                </c:pt>
                <c:pt idx="68">
                  <c:v>99.242826844114632</c:v>
                </c:pt>
                <c:pt idx="69">
                  <c:v>99.307963724616371</c:v>
                </c:pt>
                <c:pt idx="70">
                  <c:v>101.31100895993973</c:v>
                </c:pt>
                <c:pt idx="71">
                  <c:v>101.08430504462731</c:v>
                </c:pt>
                <c:pt idx="72">
                  <c:v>101.30632186166024</c:v>
                </c:pt>
                <c:pt idx="73">
                  <c:v>101.60664079112699</c:v>
                </c:pt>
                <c:pt idx="74">
                  <c:v>102.28592540207372</c:v>
                </c:pt>
                <c:pt idx="75">
                  <c:v>102.20803685713513</c:v>
                </c:pt>
                <c:pt idx="76">
                  <c:v>101.96010314373326</c:v>
                </c:pt>
                <c:pt idx="77">
                  <c:v>102.61043803001255</c:v>
                </c:pt>
                <c:pt idx="78">
                  <c:v>102.50849364243363</c:v>
                </c:pt>
                <c:pt idx="79">
                  <c:v>102.31501298257292</c:v>
                </c:pt>
                <c:pt idx="80">
                  <c:v>102.34010274395136</c:v>
                </c:pt>
                <c:pt idx="81">
                  <c:v>102.54812719406169</c:v>
                </c:pt>
                <c:pt idx="82">
                  <c:v>101.99146534545635</c:v>
                </c:pt>
                <c:pt idx="83">
                  <c:v>101.84582065921279</c:v>
                </c:pt>
                <c:pt idx="84">
                  <c:v>101.62504454466563</c:v>
                </c:pt>
                <c:pt idx="85">
                  <c:v>101.43425207352402</c:v>
                </c:pt>
                <c:pt idx="86">
                  <c:v>101.59237271254094</c:v>
                </c:pt>
                <c:pt idx="87">
                  <c:v>101.88138746380422</c:v>
                </c:pt>
                <c:pt idx="88">
                  <c:v>101.6497896664647</c:v>
                </c:pt>
                <c:pt idx="89">
                  <c:v>101.87780321217873</c:v>
                </c:pt>
                <c:pt idx="90">
                  <c:v>103.09582841360334</c:v>
                </c:pt>
                <c:pt idx="91">
                  <c:v>102.5459904286696</c:v>
                </c:pt>
                <c:pt idx="92">
                  <c:v>103.11368074381491</c:v>
                </c:pt>
                <c:pt idx="93">
                  <c:v>102.56280884014306</c:v>
                </c:pt>
                <c:pt idx="94">
                  <c:v>102.20390118218268</c:v>
                </c:pt>
                <c:pt idx="95">
                  <c:v>102.17081578256274</c:v>
                </c:pt>
                <c:pt idx="96">
                  <c:v>102.71162421051689</c:v>
                </c:pt>
                <c:pt idx="97">
                  <c:v>101.46327072610734</c:v>
                </c:pt>
                <c:pt idx="98">
                  <c:v>101.25207559186678</c:v>
                </c:pt>
                <c:pt idx="99">
                  <c:v>100.86339107424847</c:v>
                </c:pt>
                <c:pt idx="100">
                  <c:v>101.77951200414118</c:v>
                </c:pt>
                <c:pt idx="101">
                  <c:v>101.32982628097361</c:v>
                </c:pt>
                <c:pt idx="102">
                  <c:v>101.48739549666352</c:v>
                </c:pt>
                <c:pt idx="103">
                  <c:v>101.46968102228368</c:v>
                </c:pt>
                <c:pt idx="104">
                  <c:v>101.93287661696273</c:v>
                </c:pt>
                <c:pt idx="105">
                  <c:v>102.2597327940413</c:v>
                </c:pt>
                <c:pt idx="106">
                  <c:v>102.93012570384016</c:v>
                </c:pt>
                <c:pt idx="107">
                  <c:v>103.19549817995836</c:v>
                </c:pt>
                <c:pt idx="108">
                  <c:v>102.71093493135811</c:v>
                </c:pt>
                <c:pt idx="109">
                  <c:v>103.37760573369974</c:v>
                </c:pt>
                <c:pt idx="110">
                  <c:v>102.6484862395755</c:v>
                </c:pt>
                <c:pt idx="111">
                  <c:v>103.22210435548608</c:v>
                </c:pt>
                <c:pt idx="112">
                  <c:v>102.83872728739011</c:v>
                </c:pt>
                <c:pt idx="113">
                  <c:v>102.1479317144923</c:v>
                </c:pt>
                <c:pt idx="114">
                  <c:v>102.39124725753055</c:v>
                </c:pt>
                <c:pt idx="115">
                  <c:v>102.25449427243481</c:v>
                </c:pt>
                <c:pt idx="116">
                  <c:v>102.69694256443555</c:v>
                </c:pt>
                <c:pt idx="117">
                  <c:v>103.54241238055654</c:v>
                </c:pt>
                <c:pt idx="118">
                  <c:v>104.02601063833453</c:v>
                </c:pt>
                <c:pt idx="119">
                  <c:v>104.1225786484752</c:v>
                </c:pt>
                <c:pt idx="120">
                  <c:v>103.37567575205523</c:v>
                </c:pt>
                <c:pt idx="121">
                  <c:v>103.51525478170183</c:v>
                </c:pt>
                <c:pt idx="122">
                  <c:v>103.54392879470578</c:v>
                </c:pt>
                <c:pt idx="123">
                  <c:v>103.80247740715237</c:v>
                </c:pt>
                <c:pt idx="124">
                  <c:v>103.19032858626777</c:v>
                </c:pt>
                <c:pt idx="125">
                  <c:v>103.46941771764506</c:v>
                </c:pt>
                <c:pt idx="126">
                  <c:v>103.53407210273568</c:v>
                </c:pt>
                <c:pt idx="127">
                  <c:v>103.48954466908052</c:v>
                </c:pt>
                <c:pt idx="128">
                  <c:v>103.55902400828238</c:v>
                </c:pt>
                <c:pt idx="129">
                  <c:v>103.98396460965087</c:v>
                </c:pt>
                <c:pt idx="130">
                  <c:v>103.32501373388723</c:v>
                </c:pt>
                <c:pt idx="131">
                  <c:v>103.82391398898945</c:v>
                </c:pt>
                <c:pt idx="132">
                  <c:v>103.38601493943648</c:v>
                </c:pt>
                <c:pt idx="133">
                  <c:v>103.56853606067311</c:v>
                </c:pt>
                <c:pt idx="134">
                  <c:v>103.30978066447889</c:v>
                </c:pt>
                <c:pt idx="135">
                  <c:v>102.99498687267842</c:v>
                </c:pt>
                <c:pt idx="136">
                  <c:v>103.22182864382258</c:v>
                </c:pt>
                <c:pt idx="137">
                  <c:v>103.30605855702166</c:v>
                </c:pt>
                <c:pt idx="138">
                  <c:v>103.06412157230091</c:v>
                </c:pt>
                <c:pt idx="139">
                  <c:v>103.10403083559247</c:v>
                </c:pt>
                <c:pt idx="140">
                  <c:v>103.24974444975193</c:v>
                </c:pt>
                <c:pt idx="141">
                  <c:v>103.14159654974428</c:v>
                </c:pt>
                <c:pt idx="142">
                  <c:v>103.56894962816838</c:v>
                </c:pt>
                <c:pt idx="143">
                  <c:v>102.98140807325112</c:v>
                </c:pt>
                <c:pt idx="144">
                  <c:v>102.86112886004948</c:v>
                </c:pt>
                <c:pt idx="145">
                  <c:v>102.67336921720639</c:v>
                </c:pt>
                <c:pt idx="146">
                  <c:v>102.11725879192802</c:v>
                </c:pt>
                <c:pt idx="147">
                  <c:v>102.12284195311388</c:v>
                </c:pt>
                <c:pt idx="148">
                  <c:v>102.45852090342444</c:v>
                </c:pt>
                <c:pt idx="149">
                  <c:v>102.61802010075886</c:v>
                </c:pt>
                <c:pt idx="150">
                  <c:v>102.35878220915353</c:v>
                </c:pt>
                <c:pt idx="151">
                  <c:v>102.67247315429999</c:v>
                </c:pt>
                <c:pt idx="152">
                  <c:v>102.22044388199268</c:v>
                </c:pt>
                <c:pt idx="153">
                  <c:v>102.74305534015585</c:v>
                </c:pt>
                <c:pt idx="154">
                  <c:v>103.70129122664814</c:v>
                </c:pt>
                <c:pt idx="155">
                  <c:v>103.37367684249493</c:v>
                </c:pt>
                <c:pt idx="156">
                  <c:v>103.14359545930466</c:v>
                </c:pt>
                <c:pt idx="157">
                  <c:v>103.33094153465252</c:v>
                </c:pt>
                <c:pt idx="158">
                  <c:v>103.14400902679991</c:v>
                </c:pt>
                <c:pt idx="159">
                  <c:v>103.05357560117208</c:v>
                </c:pt>
                <c:pt idx="160">
                  <c:v>103.08383495624115</c:v>
                </c:pt>
                <c:pt idx="161">
                  <c:v>103.42061675320569</c:v>
                </c:pt>
                <c:pt idx="162">
                  <c:v>103.74133834577142</c:v>
                </c:pt>
                <c:pt idx="163">
                  <c:v>103.54606556009796</c:v>
                </c:pt>
                <c:pt idx="164">
                  <c:v>102.84555115106178</c:v>
                </c:pt>
                <c:pt idx="165">
                  <c:v>103.23637243407222</c:v>
                </c:pt>
                <c:pt idx="166">
                  <c:v>102.91702939982402</c:v>
                </c:pt>
                <c:pt idx="167">
                  <c:v>102.91702939982402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D12-4471-8EFD-14A8F6D5A805}"/>
            </c:ext>
          </c:extLst>
        </c:ser>
        <c:ser>
          <c:idx val="4"/>
          <c:order val="4"/>
          <c:tx>
            <c:strRef>
              <c:f>RF!$H$47</c:f>
              <c:strCache>
                <c:ptCount val="1"/>
                <c:pt idx="0">
                  <c:v>AZBMDAU LX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RF!$I$47:$FT$47</c:f>
              <c:numCache>
                <c:formatCode>General</c:formatCode>
                <c:ptCount val="168"/>
                <c:pt idx="0">
                  <c:v>100</c:v>
                </c:pt>
                <c:pt idx="1">
                  <c:v>100</c:v>
                </c:pt>
                <c:pt idx="2">
                  <c:v>100.15288394718556</c:v>
                </c:pt>
                <c:pt idx="3">
                  <c:v>100.54204308547604</c:v>
                </c:pt>
                <c:pt idx="4">
                  <c:v>100.65323141070188</c:v>
                </c:pt>
                <c:pt idx="5">
                  <c:v>100.61153578874217</c:v>
                </c:pt>
                <c:pt idx="6">
                  <c:v>100.51424600416955</c:v>
                </c:pt>
                <c:pt idx="7">
                  <c:v>100.59755661005779</c:v>
                </c:pt>
                <c:pt idx="8">
                  <c:v>100.66698211496465</c:v>
                </c:pt>
                <c:pt idx="9">
                  <c:v>100.68086721594604</c:v>
                </c:pt>
                <c:pt idx="10">
                  <c:v>100.70863741790878</c:v>
                </c:pt>
                <c:pt idx="11">
                  <c:v>100.76417782183428</c:v>
                </c:pt>
                <c:pt idx="12">
                  <c:v>100.77806292281565</c:v>
                </c:pt>
                <c:pt idx="13">
                  <c:v>100.87525862968526</c:v>
                </c:pt>
                <c:pt idx="14">
                  <c:v>100.8058331247784</c:v>
                </c:pt>
                <c:pt idx="15">
                  <c:v>101.0835351444059</c:v>
                </c:pt>
                <c:pt idx="16">
                  <c:v>101.33346696207064</c:v>
                </c:pt>
                <c:pt idx="17">
                  <c:v>101.48620307286576</c:v>
                </c:pt>
                <c:pt idx="18">
                  <c:v>101.86110079936286</c:v>
                </c:pt>
                <c:pt idx="19">
                  <c:v>102.08326241506485</c:v>
                </c:pt>
                <c:pt idx="20">
                  <c:v>102.20822832389722</c:v>
                </c:pt>
                <c:pt idx="21">
                  <c:v>102.24988362684134</c:v>
                </c:pt>
                <c:pt idx="22">
                  <c:v>102.26376872782272</c:v>
                </c:pt>
                <c:pt idx="23">
                  <c:v>102.38873463665509</c:v>
                </c:pt>
                <c:pt idx="24">
                  <c:v>102.56924094941294</c:v>
                </c:pt>
                <c:pt idx="25">
                  <c:v>102.94413867591005</c:v>
                </c:pt>
                <c:pt idx="26">
                  <c:v>102.9163684739473</c:v>
                </c:pt>
                <c:pt idx="27">
                  <c:v>103.04133438277968</c:v>
                </c:pt>
                <c:pt idx="28">
                  <c:v>103.29126620044443</c:v>
                </c:pt>
                <c:pt idx="29">
                  <c:v>103.54119801810917</c:v>
                </c:pt>
                <c:pt idx="30">
                  <c:v>103.68004902792291</c:v>
                </c:pt>
                <c:pt idx="31">
                  <c:v>103.80501493675528</c:v>
                </c:pt>
                <c:pt idx="32">
                  <c:v>103.92998084558765</c:v>
                </c:pt>
                <c:pt idx="33">
                  <c:v>104.15214246128963</c:v>
                </c:pt>
                <c:pt idx="34">
                  <c:v>104.15214246128963</c:v>
                </c:pt>
                <c:pt idx="35">
                  <c:v>104.41595937993573</c:v>
                </c:pt>
                <c:pt idx="36">
                  <c:v>104.17991266325237</c:v>
                </c:pt>
                <c:pt idx="37">
                  <c:v>104.09660205736412</c:v>
                </c:pt>
                <c:pt idx="38">
                  <c:v>104.17991266325238</c:v>
                </c:pt>
                <c:pt idx="39">
                  <c:v>104.36041897601025</c:v>
                </c:pt>
                <c:pt idx="40">
                  <c:v>104.36041897601025</c:v>
                </c:pt>
                <c:pt idx="41">
                  <c:v>104.26322326914062</c:v>
                </c:pt>
                <c:pt idx="42">
                  <c:v>104.08271695638275</c:v>
                </c:pt>
                <c:pt idx="43">
                  <c:v>103.63839372497878</c:v>
                </c:pt>
                <c:pt idx="44">
                  <c:v>102.90248337296592</c:v>
                </c:pt>
                <c:pt idx="45">
                  <c:v>103.20795559455615</c:v>
                </c:pt>
                <c:pt idx="46">
                  <c:v>103.09687478670516</c:v>
                </c:pt>
                <c:pt idx="47">
                  <c:v>102.52758564646881</c:v>
                </c:pt>
                <c:pt idx="48">
                  <c:v>101.79167529445597</c:v>
                </c:pt>
                <c:pt idx="49">
                  <c:v>102.41650483861781</c:v>
                </c:pt>
                <c:pt idx="50">
                  <c:v>102.43038993959918</c:v>
                </c:pt>
                <c:pt idx="51">
                  <c:v>102.19434322291583</c:v>
                </c:pt>
                <c:pt idx="52">
                  <c:v>101.98606670819521</c:v>
                </c:pt>
                <c:pt idx="53">
                  <c:v>102.06937731408345</c:v>
                </c:pt>
                <c:pt idx="54">
                  <c:v>102.36096443469232</c:v>
                </c:pt>
                <c:pt idx="55">
                  <c:v>102.36096443469232</c:v>
                </c:pt>
                <c:pt idx="56">
                  <c:v>101.97218160721384</c:v>
                </c:pt>
                <c:pt idx="57">
                  <c:v>101.77779019347459</c:v>
                </c:pt>
                <c:pt idx="58">
                  <c:v>101.65282428464222</c:v>
                </c:pt>
                <c:pt idx="59">
                  <c:v>101.63893918366085</c:v>
                </c:pt>
                <c:pt idx="60">
                  <c:v>101.91664120328834</c:v>
                </c:pt>
                <c:pt idx="61">
                  <c:v>101.59728388071673</c:v>
                </c:pt>
                <c:pt idx="62">
                  <c:v>101.20850105323824</c:v>
                </c:pt>
                <c:pt idx="63">
                  <c:v>100.83360332674113</c:v>
                </c:pt>
                <c:pt idx="64">
                  <c:v>100.88914373066662</c:v>
                </c:pt>
                <c:pt idx="65">
                  <c:v>101.47231797188435</c:v>
                </c:pt>
                <c:pt idx="66">
                  <c:v>101.47231797188435</c:v>
                </c:pt>
                <c:pt idx="67">
                  <c:v>101.47231797188435</c:v>
                </c:pt>
                <c:pt idx="68">
                  <c:v>101.26404145716374</c:v>
                </c:pt>
                <c:pt idx="69">
                  <c:v>101.16684575029412</c:v>
                </c:pt>
                <c:pt idx="70">
                  <c:v>102.22211342487857</c:v>
                </c:pt>
                <c:pt idx="71">
                  <c:v>102.41650483861783</c:v>
                </c:pt>
                <c:pt idx="72">
                  <c:v>102.80528766609631</c:v>
                </c:pt>
                <c:pt idx="73">
                  <c:v>102.80528766609631</c:v>
                </c:pt>
                <c:pt idx="74">
                  <c:v>103.58285332105328</c:v>
                </c:pt>
                <c:pt idx="75">
                  <c:v>103.63839372497878</c:v>
                </c:pt>
                <c:pt idx="76">
                  <c:v>103.72170433086703</c:v>
                </c:pt>
                <c:pt idx="77">
                  <c:v>104.09660205736414</c:v>
                </c:pt>
                <c:pt idx="78">
                  <c:v>104.09660205736414</c:v>
                </c:pt>
                <c:pt idx="79">
                  <c:v>104.12437225932689</c:v>
                </c:pt>
                <c:pt idx="80">
                  <c:v>104.17991266325241</c:v>
                </c:pt>
                <c:pt idx="81">
                  <c:v>104.05494675442003</c:v>
                </c:pt>
                <c:pt idx="82">
                  <c:v>103.9160957446063</c:v>
                </c:pt>
                <c:pt idx="83">
                  <c:v>103.95775104755042</c:v>
                </c:pt>
                <c:pt idx="84">
                  <c:v>103.76335963381118</c:v>
                </c:pt>
                <c:pt idx="85">
                  <c:v>103.59704998834493</c:v>
                </c:pt>
                <c:pt idx="86">
                  <c:v>103.59704998834493</c:v>
                </c:pt>
                <c:pt idx="87">
                  <c:v>103.6386273997115</c:v>
                </c:pt>
                <c:pt idx="88">
                  <c:v>103.9435284163996</c:v>
                </c:pt>
                <c:pt idx="89">
                  <c:v>103.9435284163996</c:v>
                </c:pt>
                <c:pt idx="90">
                  <c:v>104.41473907855394</c:v>
                </c:pt>
                <c:pt idx="91">
                  <c:v>104.47017562704269</c:v>
                </c:pt>
                <c:pt idx="92">
                  <c:v>104.45631648992051</c:v>
                </c:pt>
                <c:pt idx="93">
                  <c:v>104.40087994143178</c:v>
                </c:pt>
                <c:pt idx="94">
                  <c:v>104.2761477073321</c:v>
                </c:pt>
                <c:pt idx="95">
                  <c:v>104.2761477073321</c:v>
                </c:pt>
                <c:pt idx="96">
                  <c:v>104.22071115884336</c:v>
                </c:pt>
                <c:pt idx="97">
                  <c:v>103.95738755352183</c:v>
                </c:pt>
                <c:pt idx="98">
                  <c:v>103.87423273078871</c:v>
                </c:pt>
                <c:pt idx="99">
                  <c:v>103.69406394820028</c:v>
                </c:pt>
                <c:pt idx="100">
                  <c:v>103.76335963381122</c:v>
                </c:pt>
                <c:pt idx="101">
                  <c:v>103.88809186791092</c:v>
                </c:pt>
                <c:pt idx="102">
                  <c:v>103.88809186791092</c:v>
                </c:pt>
                <c:pt idx="103">
                  <c:v>104.0128241020106</c:v>
                </c:pt>
                <c:pt idx="104">
                  <c:v>104.19299288459904</c:v>
                </c:pt>
                <c:pt idx="105">
                  <c:v>104.35930253006528</c:v>
                </c:pt>
                <c:pt idx="106">
                  <c:v>104.51199637521434</c:v>
                </c:pt>
                <c:pt idx="107">
                  <c:v>104.69245273766323</c:v>
                </c:pt>
                <c:pt idx="108">
                  <c:v>104.80350280686255</c:v>
                </c:pt>
                <c:pt idx="109">
                  <c:v>105.05336546256103</c:v>
                </c:pt>
                <c:pt idx="110">
                  <c:v>104.97007791066156</c:v>
                </c:pt>
                <c:pt idx="111">
                  <c:v>105.01172168661131</c:v>
                </c:pt>
                <c:pt idx="112">
                  <c:v>104.80350280686257</c:v>
                </c:pt>
                <c:pt idx="113">
                  <c:v>104.66469022036341</c:v>
                </c:pt>
                <c:pt idx="114">
                  <c:v>104.8173840655125</c:v>
                </c:pt>
                <c:pt idx="115">
                  <c:v>104.8173840655125</c:v>
                </c:pt>
                <c:pt idx="116">
                  <c:v>104.98395916931148</c:v>
                </c:pt>
                <c:pt idx="117">
                  <c:v>105.24770308365989</c:v>
                </c:pt>
                <c:pt idx="118">
                  <c:v>105.91400349885582</c:v>
                </c:pt>
                <c:pt idx="119">
                  <c:v>105.95564727480557</c:v>
                </c:pt>
                <c:pt idx="120">
                  <c:v>105.94176601615565</c:v>
                </c:pt>
                <c:pt idx="121">
                  <c:v>105.886240981556</c:v>
                </c:pt>
                <c:pt idx="122">
                  <c:v>105.85847846425617</c:v>
                </c:pt>
                <c:pt idx="123">
                  <c:v>105.85847846425617</c:v>
                </c:pt>
                <c:pt idx="124">
                  <c:v>105.96952853345549</c:v>
                </c:pt>
                <c:pt idx="125">
                  <c:v>105.78907217100658</c:v>
                </c:pt>
                <c:pt idx="126">
                  <c:v>105.92788475750572</c:v>
                </c:pt>
                <c:pt idx="127">
                  <c:v>105.95564727480556</c:v>
                </c:pt>
                <c:pt idx="128">
                  <c:v>106.12222237860453</c:v>
                </c:pt>
                <c:pt idx="129">
                  <c:v>106.30267874105346</c:v>
                </c:pt>
                <c:pt idx="130">
                  <c:v>106.30267874105346</c:v>
                </c:pt>
                <c:pt idx="131">
                  <c:v>106.41372881025276</c:v>
                </c:pt>
                <c:pt idx="132">
                  <c:v>106.45537258620249</c:v>
                </c:pt>
                <c:pt idx="133">
                  <c:v>106.58030391405173</c:v>
                </c:pt>
                <c:pt idx="134">
                  <c:v>106.56642265540181</c:v>
                </c:pt>
                <c:pt idx="135">
                  <c:v>106.27491622375359</c:v>
                </c:pt>
                <c:pt idx="136">
                  <c:v>106.44149132755257</c:v>
                </c:pt>
                <c:pt idx="137">
                  <c:v>106.48313510350232</c:v>
                </c:pt>
                <c:pt idx="138">
                  <c:v>106.3859662929529</c:v>
                </c:pt>
                <c:pt idx="139">
                  <c:v>106.41372881025275</c:v>
                </c:pt>
                <c:pt idx="140">
                  <c:v>106.55254139675191</c:v>
                </c:pt>
                <c:pt idx="141">
                  <c:v>106.52477887945209</c:v>
                </c:pt>
                <c:pt idx="142">
                  <c:v>106.48313510350235</c:v>
                </c:pt>
                <c:pt idx="143">
                  <c:v>106.48313510350235</c:v>
                </c:pt>
                <c:pt idx="144">
                  <c:v>106.49701636215227</c:v>
                </c:pt>
                <c:pt idx="145">
                  <c:v>106.42761006890268</c:v>
                </c:pt>
                <c:pt idx="146">
                  <c:v>106.19162867185412</c:v>
                </c:pt>
                <c:pt idx="147">
                  <c:v>106.12222237860453</c:v>
                </c:pt>
                <c:pt idx="148">
                  <c:v>106.42761006890268</c:v>
                </c:pt>
                <c:pt idx="149">
                  <c:v>106.41372881025278</c:v>
                </c:pt>
                <c:pt idx="150">
                  <c:v>106.48313510350236</c:v>
                </c:pt>
                <c:pt idx="151">
                  <c:v>106.48313510350236</c:v>
                </c:pt>
                <c:pt idx="152">
                  <c:v>106.5247788794521</c:v>
                </c:pt>
                <c:pt idx="153">
                  <c:v>106.88569160434992</c:v>
                </c:pt>
                <c:pt idx="154">
                  <c:v>107.10779174274857</c:v>
                </c:pt>
                <c:pt idx="155">
                  <c:v>107.28824810519747</c:v>
                </c:pt>
                <c:pt idx="156">
                  <c:v>107.3160106224973</c:v>
                </c:pt>
                <c:pt idx="157">
                  <c:v>107.38541691574687</c:v>
                </c:pt>
                <c:pt idx="158">
                  <c:v>107.4964669849462</c:v>
                </c:pt>
                <c:pt idx="159">
                  <c:v>107.48258572629629</c:v>
                </c:pt>
                <c:pt idx="160">
                  <c:v>107.59363579549563</c:v>
                </c:pt>
                <c:pt idx="161">
                  <c:v>107.94102581162468</c:v>
                </c:pt>
                <c:pt idx="162">
                  <c:v>107.94102581162468</c:v>
                </c:pt>
                <c:pt idx="163">
                  <c:v>108.02439941549565</c:v>
                </c:pt>
                <c:pt idx="164">
                  <c:v>107.98271261356017</c:v>
                </c:pt>
                <c:pt idx="165">
                  <c:v>108.03829501614082</c:v>
                </c:pt>
                <c:pt idx="166">
                  <c:v>108.02439941549565</c:v>
                </c:pt>
                <c:pt idx="167">
                  <c:v>108.02439941549565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DD12-4471-8EFD-14A8F6D5A805}"/>
            </c:ext>
          </c:extLst>
        </c:ser>
        <c:ser>
          <c:idx val="5"/>
          <c:order val="5"/>
          <c:tx>
            <c:strRef>
              <c:f>RF!$H$48</c:f>
              <c:strCache>
                <c:ptCount val="1"/>
                <c:pt idx="0">
                  <c:v>VEMIUSD LX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RF!$I$48:$FT$48</c:f>
              <c:numCache>
                <c:formatCode>General</c:formatCode>
                <c:ptCount val="168"/>
                <c:pt idx="0">
                  <c:v>100</c:v>
                </c:pt>
                <c:pt idx="1">
                  <c:v>99.965726036787387</c:v>
                </c:pt>
                <c:pt idx="2">
                  <c:v>99.948589055181074</c:v>
                </c:pt>
                <c:pt idx="3">
                  <c:v>100.10282188963784</c:v>
                </c:pt>
                <c:pt idx="4">
                  <c:v>100.08568490803152</c:v>
                </c:pt>
                <c:pt idx="5">
                  <c:v>100.15423283445676</c:v>
                </c:pt>
                <c:pt idx="6">
                  <c:v>99.92573974637267</c:v>
                </c:pt>
                <c:pt idx="7">
                  <c:v>100.10853421683993</c:v>
                </c:pt>
                <c:pt idx="8">
                  <c:v>100.09710956243572</c:v>
                </c:pt>
                <c:pt idx="9">
                  <c:v>100.19421912487145</c:v>
                </c:pt>
                <c:pt idx="10">
                  <c:v>100.63978064663542</c:v>
                </c:pt>
                <c:pt idx="11">
                  <c:v>100.49697246658286</c:v>
                </c:pt>
                <c:pt idx="12">
                  <c:v>100.3827259225408</c:v>
                </c:pt>
                <c:pt idx="13">
                  <c:v>100.3827259225408</c:v>
                </c:pt>
                <c:pt idx="14">
                  <c:v>99.885753455957925</c:v>
                </c:pt>
                <c:pt idx="15">
                  <c:v>100.3655889409345</c:v>
                </c:pt>
                <c:pt idx="16">
                  <c:v>100.69119159145433</c:v>
                </c:pt>
                <c:pt idx="17">
                  <c:v>100.90826002513421</c:v>
                </c:pt>
                <c:pt idx="18">
                  <c:v>101.17102707643092</c:v>
                </c:pt>
                <c:pt idx="19">
                  <c:v>101.23957500285613</c:v>
                </c:pt>
                <c:pt idx="20">
                  <c:v>101.18245173083511</c:v>
                </c:pt>
                <c:pt idx="21">
                  <c:v>101.14246544042039</c:v>
                </c:pt>
                <c:pt idx="22">
                  <c:v>101.17673940363301</c:v>
                </c:pt>
                <c:pt idx="23">
                  <c:v>101.21101336684562</c:v>
                </c:pt>
                <c:pt idx="24">
                  <c:v>101.30812292928135</c:v>
                </c:pt>
                <c:pt idx="25">
                  <c:v>101.33097223808977</c:v>
                </c:pt>
                <c:pt idx="26">
                  <c:v>101.45093110933391</c:v>
                </c:pt>
                <c:pt idx="27">
                  <c:v>101.53090369016334</c:v>
                </c:pt>
                <c:pt idx="28">
                  <c:v>101.69084885182221</c:v>
                </c:pt>
                <c:pt idx="29">
                  <c:v>102.05643779275673</c:v>
                </c:pt>
                <c:pt idx="30">
                  <c:v>101.97646521192731</c:v>
                </c:pt>
                <c:pt idx="31">
                  <c:v>102.60482120415854</c:v>
                </c:pt>
                <c:pt idx="32">
                  <c:v>102.54769793213752</c:v>
                </c:pt>
                <c:pt idx="33">
                  <c:v>102.54769793213752</c:v>
                </c:pt>
                <c:pt idx="34">
                  <c:v>102.7533417114132</c:v>
                </c:pt>
                <c:pt idx="35">
                  <c:v>102.70193076659429</c:v>
                </c:pt>
                <c:pt idx="36">
                  <c:v>102.58197189535015</c:v>
                </c:pt>
                <c:pt idx="37">
                  <c:v>102.53627327773333</c:v>
                </c:pt>
                <c:pt idx="38">
                  <c:v>102.68479378498799</c:v>
                </c:pt>
                <c:pt idx="39">
                  <c:v>102.64480749457327</c:v>
                </c:pt>
                <c:pt idx="40">
                  <c:v>102.67336913058379</c:v>
                </c:pt>
                <c:pt idx="41">
                  <c:v>102.65623214897748</c:v>
                </c:pt>
                <c:pt idx="42">
                  <c:v>102.57054724094594</c:v>
                </c:pt>
                <c:pt idx="43">
                  <c:v>102.07928710156514</c:v>
                </c:pt>
                <c:pt idx="44">
                  <c:v>101.54804067176966</c:v>
                </c:pt>
                <c:pt idx="45">
                  <c:v>101.85650634068317</c:v>
                </c:pt>
                <c:pt idx="46">
                  <c:v>101.78224608705584</c:v>
                </c:pt>
                <c:pt idx="47">
                  <c:v>101.32525991088767</c:v>
                </c:pt>
                <c:pt idx="48">
                  <c:v>100.94824631554893</c:v>
                </c:pt>
                <c:pt idx="49">
                  <c:v>101.45093110933391</c:v>
                </c:pt>
                <c:pt idx="50">
                  <c:v>101.24528733005823</c:v>
                </c:pt>
                <c:pt idx="51">
                  <c:v>100.81115046269845</c:v>
                </c:pt>
                <c:pt idx="52">
                  <c:v>100.4055752313492</c:v>
                </c:pt>
                <c:pt idx="53">
                  <c:v>100.46841083057232</c:v>
                </c:pt>
                <c:pt idx="54">
                  <c:v>100.75402719067743</c:v>
                </c:pt>
                <c:pt idx="55">
                  <c:v>100.56552039300807</c:v>
                </c:pt>
                <c:pt idx="56">
                  <c:v>100.1485205072546</c:v>
                </c:pt>
                <c:pt idx="57">
                  <c:v>99.434479606991829</c:v>
                </c:pt>
                <c:pt idx="58">
                  <c:v>99.61156175025701</c:v>
                </c:pt>
                <c:pt idx="59">
                  <c:v>99.451616588598156</c:v>
                </c:pt>
                <c:pt idx="60">
                  <c:v>100.1313835256483</c:v>
                </c:pt>
                <c:pt idx="61">
                  <c:v>99.617274077459101</c:v>
                </c:pt>
                <c:pt idx="62">
                  <c:v>99.051753684451</c:v>
                </c:pt>
                <c:pt idx="63">
                  <c:v>99.000342739632075</c:v>
                </c:pt>
                <c:pt idx="64">
                  <c:v>99.245972809322467</c:v>
                </c:pt>
                <c:pt idx="65">
                  <c:v>99.942876727978927</c:v>
                </c:pt>
                <c:pt idx="66">
                  <c:v>99.942876727978927</c:v>
                </c:pt>
                <c:pt idx="67">
                  <c:v>99.942876727978927</c:v>
                </c:pt>
                <c:pt idx="68">
                  <c:v>99.891465783160001</c:v>
                </c:pt>
                <c:pt idx="69">
                  <c:v>99.971438363989421</c:v>
                </c:pt>
                <c:pt idx="70">
                  <c:v>101.27956129327082</c:v>
                </c:pt>
                <c:pt idx="71">
                  <c:v>101.51947903575909</c:v>
                </c:pt>
                <c:pt idx="72">
                  <c:v>101.77653375985368</c:v>
                </c:pt>
                <c:pt idx="73">
                  <c:v>102.05643779275668</c:v>
                </c:pt>
                <c:pt idx="74">
                  <c:v>102.76476636581735</c:v>
                </c:pt>
                <c:pt idx="75">
                  <c:v>102.65623214897741</c:v>
                </c:pt>
                <c:pt idx="76">
                  <c:v>102.42202673369121</c:v>
                </c:pt>
                <c:pt idx="77">
                  <c:v>102.94756083628461</c:v>
                </c:pt>
                <c:pt idx="78">
                  <c:v>102.98754712669931</c:v>
                </c:pt>
                <c:pt idx="79">
                  <c:v>102.78761567462574</c:v>
                </c:pt>
                <c:pt idx="80">
                  <c:v>102.85045127384886</c:v>
                </c:pt>
                <c:pt idx="81">
                  <c:v>102.60482120415847</c:v>
                </c:pt>
                <c:pt idx="82">
                  <c:v>102.56483491374375</c:v>
                </c:pt>
                <c:pt idx="83">
                  <c:v>102.45058836970169</c:v>
                </c:pt>
                <c:pt idx="84">
                  <c:v>102.25065691762812</c:v>
                </c:pt>
                <c:pt idx="85">
                  <c:v>102.07357477436295</c:v>
                </c:pt>
                <c:pt idx="86">
                  <c:v>102.07357477436295</c:v>
                </c:pt>
                <c:pt idx="87">
                  <c:v>102.10784873757558</c:v>
                </c:pt>
                <c:pt idx="88">
                  <c:v>102.23351993602182</c:v>
                </c:pt>
                <c:pt idx="89">
                  <c:v>102.39346509768069</c:v>
                </c:pt>
                <c:pt idx="90">
                  <c:v>103.14177996115606</c:v>
                </c:pt>
                <c:pt idx="91">
                  <c:v>103.09608134353924</c:v>
                </c:pt>
                <c:pt idx="92">
                  <c:v>103.19890323317708</c:v>
                </c:pt>
                <c:pt idx="93">
                  <c:v>103.13606763395396</c:v>
                </c:pt>
                <c:pt idx="94">
                  <c:v>102.79332800182782</c:v>
                </c:pt>
                <c:pt idx="95">
                  <c:v>102.79332800182782</c:v>
                </c:pt>
                <c:pt idx="96">
                  <c:v>102.74191705700892</c:v>
                </c:pt>
                <c:pt idx="97">
                  <c:v>102.03358848394825</c:v>
                </c:pt>
                <c:pt idx="98">
                  <c:v>101.86221866788519</c:v>
                </c:pt>
                <c:pt idx="99">
                  <c:v>101.49662972695066</c:v>
                </c:pt>
                <c:pt idx="100">
                  <c:v>101.94790357591673</c:v>
                </c:pt>
                <c:pt idx="101">
                  <c:v>102.01073917513986</c:v>
                </c:pt>
                <c:pt idx="102">
                  <c:v>102.01073917513986</c:v>
                </c:pt>
                <c:pt idx="103">
                  <c:v>102.18210899120291</c:v>
                </c:pt>
                <c:pt idx="104">
                  <c:v>102.67336913058369</c:v>
                </c:pt>
                <c:pt idx="105">
                  <c:v>103.03895807151821</c:v>
                </c:pt>
                <c:pt idx="106">
                  <c:v>103.27316348680438</c:v>
                </c:pt>
                <c:pt idx="107">
                  <c:v>103.6101907917284</c:v>
                </c:pt>
                <c:pt idx="108">
                  <c:v>103.74157431737676</c:v>
                </c:pt>
                <c:pt idx="109">
                  <c:v>103.93008111504612</c:v>
                </c:pt>
                <c:pt idx="110">
                  <c:v>103.75871129898304</c:v>
                </c:pt>
                <c:pt idx="111">
                  <c:v>103.9186564606419</c:v>
                </c:pt>
                <c:pt idx="112">
                  <c:v>103.54735519250528</c:v>
                </c:pt>
                <c:pt idx="113">
                  <c:v>103.3417114132296</c:v>
                </c:pt>
                <c:pt idx="114">
                  <c:v>103.54735519250529</c:v>
                </c:pt>
                <c:pt idx="115">
                  <c:v>103.39883468525062</c:v>
                </c:pt>
                <c:pt idx="116">
                  <c:v>103.87295784302511</c:v>
                </c:pt>
                <c:pt idx="117">
                  <c:v>104.23283445675753</c:v>
                </c:pt>
                <c:pt idx="118">
                  <c:v>104.72980692334042</c:v>
                </c:pt>
                <c:pt idx="119">
                  <c:v>104.84405346738244</c:v>
                </c:pt>
                <c:pt idx="120">
                  <c:v>104.56414943447945</c:v>
                </c:pt>
                <c:pt idx="121">
                  <c:v>104.65554666971308</c:v>
                </c:pt>
                <c:pt idx="122">
                  <c:v>104.65554666971308</c:v>
                </c:pt>
                <c:pt idx="123">
                  <c:v>104.65554666971308</c:v>
                </c:pt>
                <c:pt idx="124">
                  <c:v>104.49560150805422</c:v>
                </c:pt>
                <c:pt idx="125">
                  <c:v>104.60984805209625</c:v>
                </c:pt>
                <c:pt idx="126">
                  <c:v>104.6898206329257</c:v>
                </c:pt>
                <c:pt idx="127">
                  <c:v>104.67839597852149</c:v>
                </c:pt>
                <c:pt idx="128">
                  <c:v>104.76408088655302</c:v>
                </c:pt>
                <c:pt idx="129">
                  <c:v>104.58699874328785</c:v>
                </c:pt>
                <c:pt idx="130">
                  <c:v>104.33565634639537</c:v>
                </c:pt>
                <c:pt idx="131">
                  <c:v>104.4499028904374</c:v>
                </c:pt>
                <c:pt idx="132">
                  <c:v>104.4499028904374</c:v>
                </c:pt>
                <c:pt idx="133">
                  <c:v>104.74123157774461</c:v>
                </c:pt>
                <c:pt idx="134">
                  <c:v>104.50131383525631</c:v>
                </c:pt>
                <c:pt idx="135">
                  <c:v>104.2328344567575</c:v>
                </c:pt>
                <c:pt idx="136">
                  <c:v>104.39277961841636</c:v>
                </c:pt>
                <c:pt idx="137">
                  <c:v>104.38135496401215</c:v>
                </c:pt>
                <c:pt idx="138">
                  <c:v>104.16428653033226</c:v>
                </c:pt>
                <c:pt idx="139">
                  <c:v>104.18713583914067</c:v>
                </c:pt>
                <c:pt idx="140">
                  <c:v>104.35850565520374</c:v>
                </c:pt>
                <c:pt idx="141">
                  <c:v>104.28995772877852</c:v>
                </c:pt>
                <c:pt idx="142">
                  <c:v>104.26139609276802</c:v>
                </c:pt>
                <c:pt idx="143">
                  <c:v>104.2156974751512</c:v>
                </c:pt>
                <c:pt idx="144">
                  <c:v>104.08431394950286</c:v>
                </c:pt>
                <c:pt idx="145">
                  <c:v>103.93008111504609</c:v>
                </c:pt>
                <c:pt idx="146">
                  <c:v>103.4102593396548</c:v>
                </c:pt>
                <c:pt idx="147">
                  <c:v>103.38169770364429</c:v>
                </c:pt>
                <c:pt idx="148">
                  <c:v>103.66160173654731</c:v>
                </c:pt>
                <c:pt idx="149">
                  <c:v>103.81583457100407</c:v>
                </c:pt>
                <c:pt idx="150">
                  <c:v>103.56449217411158</c:v>
                </c:pt>
                <c:pt idx="151">
                  <c:v>103.42168399405902</c:v>
                </c:pt>
                <c:pt idx="152">
                  <c:v>103.34171141322959</c:v>
                </c:pt>
                <c:pt idx="153">
                  <c:v>103.82154689820618</c:v>
                </c:pt>
                <c:pt idx="154">
                  <c:v>104.24425911116172</c:v>
                </c:pt>
                <c:pt idx="155">
                  <c:v>104.37564263681007</c:v>
                </c:pt>
                <c:pt idx="156">
                  <c:v>104.1757111847365</c:v>
                </c:pt>
                <c:pt idx="157">
                  <c:v>104.35850565520377</c:v>
                </c:pt>
                <c:pt idx="158">
                  <c:v>104.27853307437435</c:v>
                </c:pt>
                <c:pt idx="159">
                  <c:v>104.20427282074701</c:v>
                </c:pt>
                <c:pt idx="160">
                  <c:v>104.26139609276802</c:v>
                </c:pt>
                <c:pt idx="161">
                  <c:v>104.58699874328784</c:v>
                </c:pt>
                <c:pt idx="162">
                  <c:v>104.47275219924578</c:v>
                </c:pt>
                <c:pt idx="163">
                  <c:v>104.2671084199701</c:v>
                </c:pt>
                <c:pt idx="164">
                  <c:v>104.11287558551334</c:v>
                </c:pt>
                <c:pt idx="165">
                  <c:v>104.5584371072773</c:v>
                </c:pt>
                <c:pt idx="166">
                  <c:v>104.2842454015764</c:v>
                </c:pt>
                <c:pt idx="167">
                  <c:v>104.2842454015764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DD12-4471-8EFD-14A8F6D5A805}"/>
            </c:ext>
          </c:extLst>
        </c:ser>
        <c:ser>
          <c:idx val="6"/>
          <c:order val="6"/>
          <c:tx>
            <c:strRef>
              <c:f>RF!$H$49</c:f>
              <c:strCache>
                <c:ptCount val="1"/>
                <c:pt idx="0">
                  <c:v>ASHMDIU LX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RF!$I$49:$FT$49</c:f>
              <c:numCache>
                <c:formatCode>General</c:formatCode>
                <c:ptCount val="168"/>
                <c:pt idx="0">
                  <c:v>100</c:v>
                </c:pt>
                <c:pt idx="1">
                  <c:v>100.0154930668526</c:v>
                </c:pt>
                <c:pt idx="2">
                  <c:v>99.93802773258966</c:v>
                </c:pt>
                <c:pt idx="3">
                  <c:v>99.876055465179334</c:v>
                </c:pt>
                <c:pt idx="4">
                  <c:v>101.11550081338601</c:v>
                </c:pt>
                <c:pt idx="5">
                  <c:v>101.04578201254938</c:v>
                </c:pt>
                <c:pt idx="6">
                  <c:v>100.81338600976062</c:v>
                </c:pt>
                <c:pt idx="7">
                  <c:v>100.82884344398475</c:v>
                </c:pt>
                <c:pt idx="8">
                  <c:v>100.55060962795044</c:v>
                </c:pt>
                <c:pt idx="9">
                  <c:v>100.31101939747646</c:v>
                </c:pt>
                <c:pt idx="10">
                  <c:v>100.22600350924377</c:v>
                </c:pt>
                <c:pt idx="11">
                  <c:v>100.31874811458853</c:v>
                </c:pt>
                <c:pt idx="12">
                  <c:v>100.49650860816598</c:v>
                </c:pt>
                <c:pt idx="13">
                  <c:v>100.51969475950219</c:v>
                </c:pt>
                <c:pt idx="14">
                  <c:v>100.51969475950219</c:v>
                </c:pt>
                <c:pt idx="15">
                  <c:v>99.947769693209452</c:v>
                </c:pt>
                <c:pt idx="16">
                  <c:v>100.38830656859707</c:v>
                </c:pt>
                <c:pt idx="17">
                  <c:v>100.78247114131236</c:v>
                </c:pt>
                <c:pt idx="18">
                  <c:v>100.84430087820884</c:v>
                </c:pt>
                <c:pt idx="19">
                  <c:v>101.19209314825173</c:v>
                </c:pt>
                <c:pt idx="20">
                  <c:v>101.19209314825173</c:v>
                </c:pt>
                <c:pt idx="21">
                  <c:v>101.02206137178632</c:v>
                </c:pt>
                <c:pt idx="22">
                  <c:v>100.97568906911394</c:v>
                </c:pt>
                <c:pt idx="23">
                  <c:v>101.03751880601043</c:v>
                </c:pt>
                <c:pt idx="24">
                  <c:v>101.05297624023457</c:v>
                </c:pt>
                <c:pt idx="25">
                  <c:v>101.08389110868282</c:v>
                </c:pt>
                <c:pt idx="26">
                  <c:v>101.19982186536377</c:v>
                </c:pt>
                <c:pt idx="27">
                  <c:v>101.2616516022603</c:v>
                </c:pt>
                <c:pt idx="28">
                  <c:v>101.38531107605331</c:v>
                </c:pt>
                <c:pt idx="29">
                  <c:v>101.58625772096696</c:v>
                </c:pt>
                <c:pt idx="30">
                  <c:v>101.91859255678571</c:v>
                </c:pt>
                <c:pt idx="31">
                  <c:v>101.95723614234602</c:v>
                </c:pt>
                <c:pt idx="32">
                  <c:v>102.33594328083714</c:v>
                </c:pt>
                <c:pt idx="33">
                  <c:v>102.62963453109556</c:v>
                </c:pt>
                <c:pt idx="34">
                  <c:v>102.62963453109556</c:v>
                </c:pt>
                <c:pt idx="35">
                  <c:v>102.78420887333685</c:v>
                </c:pt>
                <c:pt idx="36">
                  <c:v>102.82285245889715</c:v>
                </c:pt>
                <c:pt idx="37">
                  <c:v>102.68373555088</c:v>
                </c:pt>
                <c:pt idx="38">
                  <c:v>102.62190581398347</c:v>
                </c:pt>
                <c:pt idx="39">
                  <c:v>102.70692170221616</c:v>
                </c:pt>
                <c:pt idx="40">
                  <c:v>102.70692170221616</c:v>
                </c:pt>
                <c:pt idx="41">
                  <c:v>102.78420887333681</c:v>
                </c:pt>
                <c:pt idx="42">
                  <c:v>102.64509196531965</c:v>
                </c:pt>
                <c:pt idx="43">
                  <c:v>102.49824634019045</c:v>
                </c:pt>
                <c:pt idx="44">
                  <c:v>102.08089561613902</c:v>
                </c:pt>
                <c:pt idx="45">
                  <c:v>101.43168337872565</c:v>
                </c:pt>
                <c:pt idx="46">
                  <c:v>101.94950742523392</c:v>
                </c:pt>
                <c:pt idx="47">
                  <c:v>101.77174693165647</c:v>
                </c:pt>
                <c:pt idx="48">
                  <c:v>101.23846545092407</c:v>
                </c:pt>
                <c:pt idx="49">
                  <c:v>100.94477420066565</c:v>
                </c:pt>
                <c:pt idx="50">
                  <c:v>101.65581617497551</c:v>
                </c:pt>
                <c:pt idx="51">
                  <c:v>101.43941209583772</c:v>
                </c:pt>
                <c:pt idx="52">
                  <c:v>100.95250291777771</c:v>
                </c:pt>
                <c:pt idx="53">
                  <c:v>100.54288091083833</c:v>
                </c:pt>
                <c:pt idx="54">
                  <c:v>100.5274234766142</c:v>
                </c:pt>
                <c:pt idx="55">
                  <c:v>100.92931676644153</c:v>
                </c:pt>
                <c:pt idx="56">
                  <c:v>100.85975831243296</c:v>
                </c:pt>
                <c:pt idx="57">
                  <c:v>100.50423732527801</c:v>
                </c:pt>
                <c:pt idx="58">
                  <c:v>99.831838936528456</c:v>
                </c:pt>
                <c:pt idx="59">
                  <c:v>99.986413278769746</c:v>
                </c:pt>
                <c:pt idx="60">
                  <c:v>99.800924068080207</c:v>
                </c:pt>
                <c:pt idx="61">
                  <c:v>100.48105117394182</c:v>
                </c:pt>
                <c:pt idx="62">
                  <c:v>100.04824301566624</c:v>
                </c:pt>
                <c:pt idx="63">
                  <c:v>99.368115909804629</c:v>
                </c:pt>
                <c:pt idx="64">
                  <c:v>99.252185153123676</c:v>
                </c:pt>
                <c:pt idx="65">
                  <c:v>99.65407844295099</c:v>
                </c:pt>
                <c:pt idx="66">
                  <c:v>100.25691837769197</c:v>
                </c:pt>
                <c:pt idx="67">
                  <c:v>100.25691837769197</c:v>
                </c:pt>
                <c:pt idx="68">
                  <c:v>100.25691837769197</c:v>
                </c:pt>
                <c:pt idx="69">
                  <c:v>100.21827479213164</c:v>
                </c:pt>
                <c:pt idx="70">
                  <c:v>100.20281735790752</c:v>
                </c:pt>
                <c:pt idx="71">
                  <c:v>101.41622594450153</c:v>
                </c:pt>
                <c:pt idx="72">
                  <c:v>101.59398643807899</c:v>
                </c:pt>
                <c:pt idx="73">
                  <c:v>101.92632127389774</c:v>
                </c:pt>
                <c:pt idx="74">
                  <c:v>102.2122838070441</c:v>
                </c:pt>
                <c:pt idx="75">
                  <c:v>102.86149604445748</c:v>
                </c:pt>
                <c:pt idx="76">
                  <c:v>102.96969808402636</c:v>
                </c:pt>
                <c:pt idx="77">
                  <c:v>102.88468219579367</c:v>
                </c:pt>
                <c:pt idx="78">
                  <c:v>103.44887854497432</c:v>
                </c:pt>
                <c:pt idx="79">
                  <c:v>103.31749035406925</c:v>
                </c:pt>
                <c:pt idx="80">
                  <c:v>103.20928831450034</c:v>
                </c:pt>
                <c:pt idx="81">
                  <c:v>103.29430420273306</c:v>
                </c:pt>
                <c:pt idx="82">
                  <c:v>103.08562884070733</c:v>
                </c:pt>
                <c:pt idx="83">
                  <c:v>102.94651193269019</c:v>
                </c:pt>
                <c:pt idx="84">
                  <c:v>102.85376732734544</c:v>
                </c:pt>
                <c:pt idx="85">
                  <c:v>102.52945364658355</c:v>
                </c:pt>
                <c:pt idx="86">
                  <c:v>102.45995785784885</c:v>
                </c:pt>
                <c:pt idx="87">
                  <c:v>102.45995785784885</c:v>
                </c:pt>
                <c:pt idx="88">
                  <c:v>102.74566276709147</c:v>
                </c:pt>
                <c:pt idx="89">
                  <c:v>102.74566276709147</c:v>
                </c:pt>
                <c:pt idx="90">
                  <c:v>103.27074205975362</c:v>
                </c:pt>
                <c:pt idx="91">
                  <c:v>103.79582135241571</c:v>
                </c:pt>
                <c:pt idx="92">
                  <c:v>103.68771679216175</c:v>
                </c:pt>
                <c:pt idx="93">
                  <c:v>103.72632556368103</c:v>
                </c:pt>
                <c:pt idx="94">
                  <c:v>103.61822100342705</c:v>
                </c:pt>
                <c:pt idx="95">
                  <c:v>103.30935083127285</c:v>
                </c:pt>
                <c:pt idx="96">
                  <c:v>103.30935083127285</c:v>
                </c:pt>
                <c:pt idx="97">
                  <c:v>103.32479433988055</c:v>
                </c:pt>
                <c:pt idx="98">
                  <c:v>102.60667118962205</c:v>
                </c:pt>
                <c:pt idx="99">
                  <c:v>102.37501856050642</c:v>
                </c:pt>
                <c:pt idx="100">
                  <c:v>101.91171330227512</c:v>
                </c:pt>
                <c:pt idx="101">
                  <c:v>102.30552277177173</c:v>
                </c:pt>
                <c:pt idx="102">
                  <c:v>102.344131543291</c:v>
                </c:pt>
                <c:pt idx="103">
                  <c:v>102.344131543291</c:v>
                </c:pt>
                <c:pt idx="104">
                  <c:v>102.54489715519124</c:v>
                </c:pt>
                <c:pt idx="105">
                  <c:v>102.84604557304156</c:v>
                </c:pt>
                <c:pt idx="106">
                  <c:v>103.50432222015817</c:v>
                </c:pt>
                <c:pt idx="107">
                  <c:v>103.66695527415169</c:v>
                </c:pt>
                <c:pt idx="108">
                  <c:v>103.94575479528342</c:v>
                </c:pt>
                <c:pt idx="109">
                  <c:v>103.8605660527154</c:v>
                </c:pt>
                <c:pt idx="110">
                  <c:v>104.13936557384712</c:v>
                </c:pt>
                <c:pt idx="111">
                  <c:v>103.96124365756852</c:v>
                </c:pt>
                <c:pt idx="112">
                  <c:v>104.10838784927692</c:v>
                </c:pt>
                <c:pt idx="113">
                  <c:v>103.7211662921495</c:v>
                </c:pt>
                <c:pt idx="114">
                  <c:v>103.50432222015814</c:v>
                </c:pt>
                <c:pt idx="115">
                  <c:v>103.6127442561538</c:v>
                </c:pt>
                <c:pt idx="116">
                  <c:v>103.54304437587086</c:v>
                </c:pt>
                <c:pt idx="117">
                  <c:v>103.81409946586007</c:v>
                </c:pt>
                <c:pt idx="118">
                  <c:v>104.21680988527257</c:v>
                </c:pt>
                <c:pt idx="119">
                  <c:v>104.66598689154037</c:v>
                </c:pt>
                <c:pt idx="120">
                  <c:v>104.71245347839566</c:v>
                </c:pt>
                <c:pt idx="121">
                  <c:v>104.53433156211703</c:v>
                </c:pt>
                <c:pt idx="122">
                  <c:v>104.54207599325959</c:v>
                </c:pt>
                <c:pt idx="123">
                  <c:v>104.54207599325959</c:v>
                </c:pt>
                <c:pt idx="124">
                  <c:v>104.54207599325959</c:v>
                </c:pt>
                <c:pt idx="125">
                  <c:v>104.1935765918449</c:v>
                </c:pt>
                <c:pt idx="126">
                  <c:v>104.37944293926607</c:v>
                </c:pt>
                <c:pt idx="127">
                  <c:v>104.28650976555549</c:v>
                </c:pt>
                <c:pt idx="128">
                  <c:v>104.09289898699178</c:v>
                </c:pt>
                <c:pt idx="129">
                  <c:v>104.23229874755766</c:v>
                </c:pt>
                <c:pt idx="130">
                  <c:v>104.35620964583843</c:v>
                </c:pt>
                <c:pt idx="131">
                  <c:v>104.13936557384707</c:v>
                </c:pt>
                <c:pt idx="132">
                  <c:v>104.10838784927688</c:v>
                </c:pt>
                <c:pt idx="133">
                  <c:v>104.10838784927688</c:v>
                </c:pt>
                <c:pt idx="134">
                  <c:v>104.20132102298747</c:v>
                </c:pt>
                <c:pt idx="135">
                  <c:v>103.91477707071317</c:v>
                </c:pt>
                <c:pt idx="136">
                  <c:v>103.58951096272614</c:v>
                </c:pt>
                <c:pt idx="137">
                  <c:v>103.79861060357494</c:v>
                </c:pt>
                <c:pt idx="138">
                  <c:v>103.98447695099611</c:v>
                </c:pt>
                <c:pt idx="139">
                  <c:v>103.79861060357494</c:v>
                </c:pt>
                <c:pt idx="140">
                  <c:v>103.83733275928769</c:v>
                </c:pt>
                <c:pt idx="141">
                  <c:v>103.97673251985356</c:v>
                </c:pt>
                <c:pt idx="142">
                  <c:v>103.88379934614298</c:v>
                </c:pt>
                <c:pt idx="143">
                  <c:v>103.82958832814515</c:v>
                </c:pt>
                <c:pt idx="144">
                  <c:v>103.74439958557713</c:v>
                </c:pt>
                <c:pt idx="145">
                  <c:v>103.74439958557713</c:v>
                </c:pt>
                <c:pt idx="146">
                  <c:v>103.45785563330284</c:v>
                </c:pt>
                <c:pt idx="147">
                  <c:v>102.96221204017974</c:v>
                </c:pt>
                <c:pt idx="148">
                  <c:v>102.90800102218191</c:v>
                </c:pt>
                <c:pt idx="149">
                  <c:v>103.19454497445619</c:v>
                </c:pt>
                <c:pt idx="150">
                  <c:v>103.23326713016895</c:v>
                </c:pt>
                <c:pt idx="151">
                  <c:v>103.0628896450329</c:v>
                </c:pt>
                <c:pt idx="152">
                  <c:v>102.76860126161604</c:v>
                </c:pt>
                <c:pt idx="153">
                  <c:v>102.73762353704586</c:v>
                </c:pt>
                <c:pt idx="154">
                  <c:v>103.2255226990264</c:v>
                </c:pt>
                <c:pt idx="155">
                  <c:v>103.57402210044108</c:v>
                </c:pt>
                <c:pt idx="156">
                  <c:v>103.80635503471753</c:v>
                </c:pt>
                <c:pt idx="157">
                  <c:v>103.63597754958147</c:v>
                </c:pt>
                <c:pt idx="158">
                  <c:v>103.72116629214952</c:v>
                </c:pt>
                <c:pt idx="159">
                  <c:v>103.64372198072404</c:v>
                </c:pt>
                <c:pt idx="160">
                  <c:v>103.53529994472835</c:v>
                </c:pt>
                <c:pt idx="161">
                  <c:v>103.43472765904639</c:v>
                </c:pt>
                <c:pt idx="162">
                  <c:v>103.68229020841734</c:v>
                </c:pt>
                <c:pt idx="163">
                  <c:v>103.56624526339971</c:v>
                </c:pt>
                <c:pt idx="164">
                  <c:v>103.3418917030323</c:v>
                </c:pt>
                <c:pt idx="165">
                  <c:v>103.14074713166841</c:v>
                </c:pt>
                <c:pt idx="166">
                  <c:v>103.47340930738562</c:v>
                </c:pt>
                <c:pt idx="167">
                  <c:v>103.47340930738562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DD12-4471-8EFD-14A8F6D5A805}"/>
            </c:ext>
          </c:extLst>
        </c:ser>
        <c:ser>
          <c:idx val="7"/>
          <c:order val="7"/>
          <c:tx>
            <c:strRef>
              <c:f>RF!$H$50</c:f>
              <c:strCache>
                <c:ptCount val="1"/>
                <c:pt idx="0">
                  <c:v>NBEDUIA ID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RF!$I$50:$FT$50</c:f>
              <c:numCache>
                <c:formatCode>General</c:formatCode>
                <c:ptCount val="168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100.49944506104329</c:v>
                </c:pt>
                <c:pt idx="4">
                  <c:v>100.55493895671476</c:v>
                </c:pt>
                <c:pt idx="5">
                  <c:v>100.38845726970033</c:v>
                </c:pt>
                <c:pt idx="6">
                  <c:v>100.38845726970033</c:v>
                </c:pt>
                <c:pt idx="7">
                  <c:v>100.33296337402884</c:v>
                </c:pt>
                <c:pt idx="8">
                  <c:v>100.33296337402884</c:v>
                </c:pt>
                <c:pt idx="9">
                  <c:v>100.27746947835738</c:v>
                </c:pt>
                <c:pt idx="10">
                  <c:v>100.38845726970031</c:v>
                </c:pt>
                <c:pt idx="11">
                  <c:v>100.49944506104326</c:v>
                </c:pt>
                <c:pt idx="12">
                  <c:v>100.44395116537179</c:v>
                </c:pt>
                <c:pt idx="13">
                  <c:v>100.44395116537179</c:v>
                </c:pt>
                <c:pt idx="14">
                  <c:v>100.05549389567145</c:v>
                </c:pt>
                <c:pt idx="15">
                  <c:v>100.3884572697003</c:v>
                </c:pt>
                <c:pt idx="16">
                  <c:v>100.77691453940064</c:v>
                </c:pt>
                <c:pt idx="17">
                  <c:v>100.94339622641508</c:v>
                </c:pt>
                <c:pt idx="18">
                  <c:v>101.22086570477244</c:v>
                </c:pt>
                <c:pt idx="19">
                  <c:v>101.33185349611541</c:v>
                </c:pt>
                <c:pt idx="20">
                  <c:v>101.22086570477245</c:v>
                </c:pt>
                <c:pt idx="21">
                  <c:v>101.22086570477245</c:v>
                </c:pt>
                <c:pt idx="22">
                  <c:v>101.27635960044393</c:v>
                </c:pt>
                <c:pt idx="23">
                  <c:v>101.33185349611541</c:v>
                </c:pt>
                <c:pt idx="24">
                  <c:v>101.38734739178688</c:v>
                </c:pt>
                <c:pt idx="25">
                  <c:v>101.38734739178688</c:v>
                </c:pt>
                <c:pt idx="26">
                  <c:v>101.49833518312984</c:v>
                </c:pt>
                <c:pt idx="27">
                  <c:v>101.49833518312984</c:v>
                </c:pt>
                <c:pt idx="28">
                  <c:v>101.49833518312984</c:v>
                </c:pt>
                <c:pt idx="29">
                  <c:v>101.94228634850167</c:v>
                </c:pt>
                <c:pt idx="30">
                  <c:v>101.94228634850167</c:v>
                </c:pt>
                <c:pt idx="31">
                  <c:v>102.27524972253052</c:v>
                </c:pt>
                <c:pt idx="32">
                  <c:v>102.49722530521643</c:v>
                </c:pt>
                <c:pt idx="33">
                  <c:v>102.49722530521643</c:v>
                </c:pt>
                <c:pt idx="34">
                  <c:v>102.60821309655938</c:v>
                </c:pt>
                <c:pt idx="35">
                  <c:v>102.60821309655938</c:v>
                </c:pt>
                <c:pt idx="36">
                  <c:v>102.44173140954497</c:v>
                </c:pt>
                <c:pt idx="37">
                  <c:v>102.44173140954497</c:v>
                </c:pt>
                <c:pt idx="38">
                  <c:v>102.44173140954497</c:v>
                </c:pt>
                <c:pt idx="39">
                  <c:v>102.55271920088791</c:v>
                </c:pt>
                <c:pt idx="40">
                  <c:v>102.60821309655937</c:v>
                </c:pt>
                <c:pt idx="41">
                  <c:v>102.55271920088791</c:v>
                </c:pt>
                <c:pt idx="42">
                  <c:v>102.44173140954496</c:v>
                </c:pt>
                <c:pt idx="43">
                  <c:v>101.94228634850167</c:v>
                </c:pt>
                <c:pt idx="44">
                  <c:v>101.49833518312985</c:v>
                </c:pt>
                <c:pt idx="45">
                  <c:v>101.88679245283019</c:v>
                </c:pt>
                <c:pt idx="46">
                  <c:v>101.83129855715872</c:v>
                </c:pt>
                <c:pt idx="47">
                  <c:v>101.33185349611544</c:v>
                </c:pt>
                <c:pt idx="48">
                  <c:v>100.83240843507215</c:v>
                </c:pt>
                <c:pt idx="49">
                  <c:v>101.44284128745838</c:v>
                </c:pt>
                <c:pt idx="50">
                  <c:v>101.22086570477245</c:v>
                </c:pt>
                <c:pt idx="51">
                  <c:v>100.6659267480577</c:v>
                </c:pt>
                <c:pt idx="52">
                  <c:v>100.22197558268589</c:v>
                </c:pt>
                <c:pt idx="53">
                  <c:v>100.22197558268589</c:v>
                </c:pt>
                <c:pt idx="54">
                  <c:v>100.4439511653718</c:v>
                </c:pt>
                <c:pt idx="55">
                  <c:v>100.27746947835738</c:v>
                </c:pt>
                <c:pt idx="56">
                  <c:v>99.722530521642597</c:v>
                </c:pt>
                <c:pt idx="57">
                  <c:v>99.167591564927847</c:v>
                </c:pt>
                <c:pt idx="58">
                  <c:v>99.278579356270797</c:v>
                </c:pt>
                <c:pt idx="59">
                  <c:v>99.278579356270797</c:v>
                </c:pt>
                <c:pt idx="60">
                  <c:v>99.722530521642597</c:v>
                </c:pt>
                <c:pt idx="61">
                  <c:v>99.167591564927847</c:v>
                </c:pt>
                <c:pt idx="62">
                  <c:v>99.167591564927847</c:v>
                </c:pt>
                <c:pt idx="63">
                  <c:v>98.279689234184218</c:v>
                </c:pt>
                <c:pt idx="64">
                  <c:v>98.279689234184218</c:v>
                </c:pt>
                <c:pt idx="65">
                  <c:v>98.668146503884543</c:v>
                </c:pt>
                <c:pt idx="66">
                  <c:v>99.278579356270768</c:v>
                </c:pt>
                <c:pt idx="67">
                  <c:v>99.278579356270768</c:v>
                </c:pt>
                <c:pt idx="68">
                  <c:v>99.278579356270768</c:v>
                </c:pt>
                <c:pt idx="69">
                  <c:v>99.334073251942243</c:v>
                </c:pt>
                <c:pt idx="70">
                  <c:v>100.88790233074359</c:v>
                </c:pt>
                <c:pt idx="71">
                  <c:v>101.22086570477244</c:v>
                </c:pt>
                <c:pt idx="72">
                  <c:v>101.22086570477244</c:v>
                </c:pt>
                <c:pt idx="73">
                  <c:v>101.83129855715869</c:v>
                </c:pt>
                <c:pt idx="74">
                  <c:v>102.55271920088788</c:v>
                </c:pt>
                <c:pt idx="75">
                  <c:v>102.66370699223083</c:v>
                </c:pt>
                <c:pt idx="76">
                  <c:v>102.49722530521639</c:v>
                </c:pt>
                <c:pt idx="77">
                  <c:v>103.10765815760263</c:v>
                </c:pt>
                <c:pt idx="78">
                  <c:v>102.99667036625968</c:v>
                </c:pt>
                <c:pt idx="79">
                  <c:v>102.83018867924525</c:v>
                </c:pt>
                <c:pt idx="80">
                  <c:v>102.83018867924525</c:v>
                </c:pt>
                <c:pt idx="81">
                  <c:v>102.60821309655933</c:v>
                </c:pt>
                <c:pt idx="82">
                  <c:v>102.49722530521638</c:v>
                </c:pt>
                <c:pt idx="83">
                  <c:v>102.44173140954491</c:v>
                </c:pt>
                <c:pt idx="84">
                  <c:v>102.10876803551605</c:v>
                </c:pt>
                <c:pt idx="85">
                  <c:v>101.55563278071911</c:v>
                </c:pt>
                <c:pt idx="86">
                  <c:v>101.77688688263788</c:v>
                </c:pt>
                <c:pt idx="87">
                  <c:v>102.16408156099574</c:v>
                </c:pt>
                <c:pt idx="88">
                  <c:v>102.16408156099574</c:v>
                </c:pt>
                <c:pt idx="89">
                  <c:v>102.16408156099574</c:v>
                </c:pt>
                <c:pt idx="90">
                  <c:v>102.82784386675209</c:v>
                </c:pt>
                <c:pt idx="91">
                  <c:v>102.77253034127239</c:v>
                </c:pt>
                <c:pt idx="92">
                  <c:v>102.82784386675209</c:v>
                </c:pt>
                <c:pt idx="93">
                  <c:v>102.77253034127239</c:v>
                </c:pt>
                <c:pt idx="94">
                  <c:v>102.33002213743484</c:v>
                </c:pt>
                <c:pt idx="95">
                  <c:v>102.27470861195513</c:v>
                </c:pt>
                <c:pt idx="96">
                  <c:v>102.44064918839422</c:v>
                </c:pt>
                <c:pt idx="97">
                  <c:v>102.44064918839422</c:v>
                </c:pt>
                <c:pt idx="98">
                  <c:v>101.33437867880033</c:v>
                </c:pt>
                <c:pt idx="99">
                  <c:v>100.89187047496277</c:v>
                </c:pt>
                <c:pt idx="100">
                  <c:v>101.38969220428001</c:v>
                </c:pt>
                <c:pt idx="101">
                  <c:v>101.38969220428001</c:v>
                </c:pt>
                <c:pt idx="102">
                  <c:v>101.38969220428001</c:v>
                </c:pt>
                <c:pt idx="103">
                  <c:v>101.55563278071911</c:v>
                </c:pt>
                <c:pt idx="104">
                  <c:v>101.55563278071911</c:v>
                </c:pt>
                <c:pt idx="105">
                  <c:v>102.38533566291454</c:v>
                </c:pt>
                <c:pt idx="106">
                  <c:v>103.22181716342857</c:v>
                </c:pt>
                <c:pt idx="107">
                  <c:v>103.44487889689896</c:v>
                </c:pt>
                <c:pt idx="108">
                  <c:v>103.77947149710455</c:v>
                </c:pt>
                <c:pt idx="109">
                  <c:v>103.77947149710455</c:v>
                </c:pt>
                <c:pt idx="110">
                  <c:v>103.89100236383976</c:v>
                </c:pt>
                <c:pt idx="111">
                  <c:v>103.89100236383976</c:v>
                </c:pt>
                <c:pt idx="112">
                  <c:v>103.66794063036936</c:v>
                </c:pt>
                <c:pt idx="113">
                  <c:v>103.66794063036936</c:v>
                </c:pt>
                <c:pt idx="114">
                  <c:v>103.66794063036936</c:v>
                </c:pt>
                <c:pt idx="115">
                  <c:v>103.44487889689897</c:v>
                </c:pt>
                <c:pt idx="116">
                  <c:v>103.94676779720739</c:v>
                </c:pt>
                <c:pt idx="117">
                  <c:v>104.33712583078058</c:v>
                </c:pt>
                <c:pt idx="118">
                  <c:v>104.89478016445656</c:v>
                </c:pt>
                <c:pt idx="119">
                  <c:v>104.95054559782416</c:v>
                </c:pt>
                <c:pt idx="120">
                  <c:v>104.61595299761856</c:v>
                </c:pt>
                <c:pt idx="121">
                  <c:v>104.67171843098615</c:v>
                </c:pt>
                <c:pt idx="122">
                  <c:v>104.67171843098615</c:v>
                </c:pt>
                <c:pt idx="123">
                  <c:v>104.44865669751574</c:v>
                </c:pt>
                <c:pt idx="124">
                  <c:v>104.28136039741294</c:v>
                </c:pt>
                <c:pt idx="125">
                  <c:v>104.44865669751574</c:v>
                </c:pt>
                <c:pt idx="126">
                  <c:v>104.50442213088334</c:v>
                </c:pt>
                <c:pt idx="127">
                  <c:v>104.39289126414815</c:v>
                </c:pt>
                <c:pt idx="128">
                  <c:v>104.44865669751574</c:v>
                </c:pt>
                <c:pt idx="129">
                  <c:v>104.44865669751574</c:v>
                </c:pt>
                <c:pt idx="130">
                  <c:v>104.28136039741294</c:v>
                </c:pt>
                <c:pt idx="131">
                  <c:v>104.33712583078056</c:v>
                </c:pt>
                <c:pt idx="132">
                  <c:v>104.33712583078056</c:v>
                </c:pt>
                <c:pt idx="133">
                  <c:v>104.61595299761856</c:v>
                </c:pt>
                <c:pt idx="134">
                  <c:v>104.33712583078056</c:v>
                </c:pt>
                <c:pt idx="135">
                  <c:v>104.33712583078056</c:v>
                </c:pt>
                <c:pt idx="136">
                  <c:v>104.22559496404537</c:v>
                </c:pt>
                <c:pt idx="137">
                  <c:v>104.33712583078058</c:v>
                </c:pt>
                <c:pt idx="138">
                  <c:v>104.11406409731018</c:v>
                </c:pt>
                <c:pt idx="139">
                  <c:v>104.16982953067776</c:v>
                </c:pt>
                <c:pt idx="140">
                  <c:v>104.33712583078058</c:v>
                </c:pt>
                <c:pt idx="141">
                  <c:v>104.22559496404538</c:v>
                </c:pt>
                <c:pt idx="142">
                  <c:v>104.11406409731019</c:v>
                </c:pt>
                <c:pt idx="143">
                  <c:v>104.00253323057498</c:v>
                </c:pt>
                <c:pt idx="144">
                  <c:v>104.00253323057498</c:v>
                </c:pt>
                <c:pt idx="145">
                  <c:v>103.9467677972074</c:v>
                </c:pt>
                <c:pt idx="146">
                  <c:v>103.166051730061</c:v>
                </c:pt>
                <c:pt idx="147">
                  <c:v>103.11028629669339</c:v>
                </c:pt>
                <c:pt idx="148">
                  <c:v>103.444878896899</c:v>
                </c:pt>
                <c:pt idx="149">
                  <c:v>103.55640976363421</c:v>
                </c:pt>
                <c:pt idx="150">
                  <c:v>103.3891134635314</c:v>
                </c:pt>
                <c:pt idx="151">
                  <c:v>103.22181716342861</c:v>
                </c:pt>
                <c:pt idx="152">
                  <c:v>103.22181716342861</c:v>
                </c:pt>
                <c:pt idx="153">
                  <c:v>103.77947149710461</c:v>
                </c:pt>
                <c:pt idx="154">
                  <c:v>104.22559496404543</c:v>
                </c:pt>
                <c:pt idx="155">
                  <c:v>104.22559496404543</c:v>
                </c:pt>
                <c:pt idx="156">
                  <c:v>104.11406409731023</c:v>
                </c:pt>
                <c:pt idx="157">
                  <c:v>104.28136039741301</c:v>
                </c:pt>
                <c:pt idx="158">
                  <c:v>104.1698295306778</c:v>
                </c:pt>
                <c:pt idx="159">
                  <c:v>104.05829866394259</c:v>
                </c:pt>
                <c:pt idx="160">
                  <c:v>104.1698295306778</c:v>
                </c:pt>
                <c:pt idx="161">
                  <c:v>104.56060595442632</c:v>
                </c:pt>
                <c:pt idx="162">
                  <c:v>104.44895554764103</c:v>
                </c:pt>
                <c:pt idx="163">
                  <c:v>104.44895554764103</c:v>
                </c:pt>
                <c:pt idx="164">
                  <c:v>104.05817912389251</c:v>
                </c:pt>
                <c:pt idx="165">
                  <c:v>104.33730514085576</c:v>
                </c:pt>
                <c:pt idx="166">
                  <c:v>104.05817912389253</c:v>
                </c:pt>
                <c:pt idx="167">
                  <c:v>104.05817912389253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DD12-4471-8EFD-14A8F6D5A8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8475984"/>
        <c:axId val="1575775599"/>
      </c:lineChart>
      <c:dateAx>
        <c:axId val="78475984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33A0"/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1575775599"/>
        <c:crosses val="autoZero"/>
        <c:auto val="1"/>
        <c:lblOffset val="100"/>
        <c:baseTimeUnit val="days"/>
      </c:dateAx>
      <c:valAx>
        <c:axId val="15757755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33A0"/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784759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0033A0"/>
              </a:solidFill>
              <a:latin typeface="+mn-lt"/>
              <a:ea typeface="+mn-ea"/>
              <a:cs typeface="+mn-cs"/>
            </a:defRPr>
          </a:pPr>
          <a:endParaRPr lang="es-P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rgbClr val="0033A0"/>
          </a:solidFill>
        </a:defRPr>
      </a:pPr>
      <a:endParaRPr lang="es-PE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RF!$H$54</c:f>
              <c:strCache>
                <c:ptCount val="1"/>
                <c:pt idx="0">
                  <c:v>BBEMUSU LX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RF!$I$54:$FT$54</c:f>
              <c:numCache>
                <c:formatCode>General</c:formatCode>
                <c:ptCount val="168"/>
                <c:pt idx="0">
                  <c:v>100</c:v>
                </c:pt>
                <c:pt idx="1">
                  <c:v>100.10324304627719</c:v>
                </c:pt>
                <c:pt idx="2">
                  <c:v>100.26114417587756</c:v>
                </c:pt>
                <c:pt idx="3">
                  <c:v>100.40689906473946</c:v>
                </c:pt>
                <c:pt idx="4">
                  <c:v>101.19033159237215</c:v>
                </c:pt>
                <c:pt idx="5">
                  <c:v>101.40896392566499</c:v>
                </c:pt>
                <c:pt idx="6">
                  <c:v>101.2632090368031</c:v>
                </c:pt>
                <c:pt idx="7">
                  <c:v>101.17830755599611</c:v>
                </c:pt>
                <c:pt idx="8">
                  <c:v>101.28140221126174</c:v>
                </c:pt>
                <c:pt idx="9">
                  <c:v>101.58462178557244</c:v>
                </c:pt>
                <c:pt idx="10">
                  <c:v>101.54217104516894</c:v>
                </c:pt>
                <c:pt idx="11">
                  <c:v>101.62707252597595</c:v>
                </c:pt>
                <c:pt idx="12">
                  <c:v>101.80900427056235</c:v>
                </c:pt>
                <c:pt idx="13">
                  <c:v>101.68771644083807</c:v>
                </c:pt>
                <c:pt idx="14">
                  <c:v>101.76048913867264</c:v>
                </c:pt>
                <c:pt idx="15">
                  <c:v>101.55429982814135</c:v>
                </c:pt>
                <c:pt idx="16">
                  <c:v>102.19712532568003</c:v>
                </c:pt>
                <c:pt idx="17">
                  <c:v>102.73079177646687</c:v>
                </c:pt>
                <c:pt idx="18">
                  <c:v>102.99762500186029</c:v>
                </c:pt>
                <c:pt idx="19">
                  <c:v>103.71322319723356</c:v>
                </c:pt>
                <c:pt idx="20">
                  <c:v>103.9921852055994</c:v>
                </c:pt>
                <c:pt idx="21">
                  <c:v>104.13166620978232</c:v>
                </c:pt>
                <c:pt idx="22">
                  <c:v>103.98612081411318</c:v>
                </c:pt>
                <c:pt idx="23">
                  <c:v>103.92547689925104</c:v>
                </c:pt>
                <c:pt idx="24">
                  <c:v>103.65864367385763</c:v>
                </c:pt>
                <c:pt idx="25">
                  <c:v>103.95579885668211</c:v>
                </c:pt>
                <c:pt idx="26">
                  <c:v>103.95579885668211</c:v>
                </c:pt>
                <c:pt idx="27">
                  <c:v>103.61012854196791</c:v>
                </c:pt>
                <c:pt idx="28">
                  <c:v>103.98612081411318</c:v>
                </c:pt>
                <c:pt idx="29">
                  <c:v>104.60468874570704</c:v>
                </c:pt>
                <c:pt idx="30">
                  <c:v>104.73810535840374</c:v>
                </c:pt>
                <c:pt idx="31">
                  <c:v>104.81087805623832</c:v>
                </c:pt>
                <c:pt idx="32">
                  <c:v>105.25357863473194</c:v>
                </c:pt>
                <c:pt idx="33">
                  <c:v>105.22932106878709</c:v>
                </c:pt>
                <c:pt idx="34">
                  <c:v>105.42944598783215</c:v>
                </c:pt>
                <c:pt idx="35">
                  <c:v>105.33848011553893</c:v>
                </c:pt>
                <c:pt idx="36">
                  <c:v>105.55073381755645</c:v>
                </c:pt>
                <c:pt idx="37">
                  <c:v>104.95642345190745</c:v>
                </c:pt>
                <c:pt idx="38">
                  <c:v>105.02313175825581</c:v>
                </c:pt>
                <c:pt idx="39">
                  <c:v>105.09590445609038</c:v>
                </c:pt>
                <c:pt idx="40">
                  <c:v>105.05345371568687</c:v>
                </c:pt>
                <c:pt idx="41">
                  <c:v>105.35060889851137</c:v>
                </c:pt>
                <c:pt idx="42">
                  <c:v>105.08984006460416</c:v>
                </c:pt>
                <c:pt idx="43">
                  <c:v>104.81087805623832</c:v>
                </c:pt>
                <c:pt idx="44">
                  <c:v>103.75567393763707</c:v>
                </c:pt>
                <c:pt idx="45">
                  <c:v>102.27596241500082</c:v>
                </c:pt>
                <c:pt idx="46">
                  <c:v>102.876337172136</c:v>
                </c:pt>
                <c:pt idx="47">
                  <c:v>102.63376151268744</c:v>
                </c:pt>
                <c:pt idx="48">
                  <c:v>102.05764432149709</c:v>
                </c:pt>
                <c:pt idx="49">
                  <c:v>101.68771644083805</c:v>
                </c:pt>
                <c:pt idx="50">
                  <c:v>102.68834103606338</c:v>
                </c:pt>
                <c:pt idx="51">
                  <c:v>102.47002294255965</c:v>
                </c:pt>
                <c:pt idx="52">
                  <c:v>101.85751940245203</c:v>
                </c:pt>
                <c:pt idx="53">
                  <c:v>101.48152713030674</c:v>
                </c:pt>
                <c:pt idx="54">
                  <c:v>101.70590961529668</c:v>
                </c:pt>
                <c:pt idx="55">
                  <c:v>102.13648141081785</c:v>
                </c:pt>
                <c:pt idx="56">
                  <c:v>101.88784135988307</c:v>
                </c:pt>
                <c:pt idx="57">
                  <c:v>101.48152713030673</c:v>
                </c:pt>
                <c:pt idx="58">
                  <c:v>100.79625089236454</c:v>
                </c:pt>
                <c:pt idx="59">
                  <c:v>101.10553485816145</c:v>
                </c:pt>
                <c:pt idx="60">
                  <c:v>100.85689480722667</c:v>
                </c:pt>
                <c:pt idx="61">
                  <c:v>101.53004226219642</c:v>
                </c:pt>
                <c:pt idx="62">
                  <c:v>101.09340607518899</c:v>
                </c:pt>
                <c:pt idx="63">
                  <c:v>100.4081298372468</c:v>
                </c:pt>
                <c:pt idx="64">
                  <c:v>100.2747132245501</c:v>
                </c:pt>
                <c:pt idx="65">
                  <c:v>100.52335327548488</c:v>
                </c:pt>
                <c:pt idx="66">
                  <c:v>101.0873416837028</c:v>
                </c:pt>
                <c:pt idx="67">
                  <c:v>101.0873416837028</c:v>
                </c:pt>
                <c:pt idx="68">
                  <c:v>101.0873416837028</c:v>
                </c:pt>
                <c:pt idx="69">
                  <c:v>101.15404999005118</c:v>
                </c:pt>
                <c:pt idx="70">
                  <c:v>100.95392507100611</c:v>
                </c:pt>
                <c:pt idx="71">
                  <c:v>102.56705320633905</c:v>
                </c:pt>
                <c:pt idx="72">
                  <c:v>102.85207960619111</c:v>
                </c:pt>
                <c:pt idx="73">
                  <c:v>103.54342023561954</c:v>
                </c:pt>
                <c:pt idx="74">
                  <c:v>103.80418906952673</c:v>
                </c:pt>
                <c:pt idx="75">
                  <c:v>104.70778340097263</c:v>
                </c:pt>
                <c:pt idx="76">
                  <c:v>104.66533266056913</c:v>
                </c:pt>
                <c:pt idx="77">
                  <c:v>104.56830239678972</c:v>
                </c:pt>
                <c:pt idx="78">
                  <c:v>105.55073381755639</c:v>
                </c:pt>
                <c:pt idx="79">
                  <c:v>105.24144985175946</c:v>
                </c:pt>
                <c:pt idx="80">
                  <c:v>105.01706736676954</c:v>
                </c:pt>
                <c:pt idx="81">
                  <c:v>104.70778340097263</c:v>
                </c:pt>
                <c:pt idx="82">
                  <c:v>104.33179112882736</c:v>
                </c:pt>
                <c:pt idx="83">
                  <c:v>104.07708668640637</c:v>
                </c:pt>
                <c:pt idx="84">
                  <c:v>103.99218520559937</c:v>
                </c:pt>
                <c:pt idx="85">
                  <c:v>103.29534909683326</c:v>
                </c:pt>
                <c:pt idx="86">
                  <c:v>102.97419854235845</c:v>
                </c:pt>
                <c:pt idx="87">
                  <c:v>102.97419854235845</c:v>
                </c:pt>
                <c:pt idx="88">
                  <c:v>102.97419854235845</c:v>
                </c:pt>
                <c:pt idx="89">
                  <c:v>103.24081409701679</c:v>
                </c:pt>
                <c:pt idx="90">
                  <c:v>103.63467798458025</c:v>
                </c:pt>
                <c:pt idx="91">
                  <c:v>104.65266464782117</c:v>
                </c:pt>
                <c:pt idx="92">
                  <c:v>104.74961575860601</c:v>
                </c:pt>
                <c:pt idx="93">
                  <c:v>104.75567520303007</c:v>
                </c:pt>
                <c:pt idx="94">
                  <c:v>104.54359464818822</c:v>
                </c:pt>
                <c:pt idx="95">
                  <c:v>104.04672020541587</c:v>
                </c:pt>
                <c:pt idx="96">
                  <c:v>104.04672020541587</c:v>
                </c:pt>
                <c:pt idx="97">
                  <c:v>104.07095798311207</c:v>
                </c:pt>
                <c:pt idx="98">
                  <c:v>102.56215632152283</c:v>
                </c:pt>
                <c:pt idx="99">
                  <c:v>102.39249187764935</c:v>
                </c:pt>
                <c:pt idx="100">
                  <c:v>101.8168446573643</c:v>
                </c:pt>
                <c:pt idx="101">
                  <c:v>102.62275076576337</c:v>
                </c:pt>
                <c:pt idx="102">
                  <c:v>102.71970187654821</c:v>
                </c:pt>
                <c:pt idx="103">
                  <c:v>102.71970187654821</c:v>
                </c:pt>
                <c:pt idx="104">
                  <c:v>102.90754465369385</c:v>
                </c:pt>
                <c:pt idx="105">
                  <c:v>103.56802409591563</c:v>
                </c:pt>
                <c:pt idx="106">
                  <c:v>104.54375770336699</c:v>
                </c:pt>
                <c:pt idx="107">
                  <c:v>104.72060941971755</c:v>
                </c:pt>
                <c:pt idx="108">
                  <c:v>104.95234615148723</c:v>
                </c:pt>
                <c:pt idx="109">
                  <c:v>105.22677122858295</c:v>
                </c:pt>
                <c:pt idx="110">
                  <c:v>105.71463803230863</c:v>
                </c:pt>
                <c:pt idx="111">
                  <c:v>105.44021295521293</c:v>
                </c:pt>
                <c:pt idx="112">
                  <c:v>105.55608132109778</c:v>
                </c:pt>
                <c:pt idx="113">
                  <c:v>104.71451108467099</c:v>
                </c:pt>
                <c:pt idx="114">
                  <c:v>104.48277435290129</c:v>
                </c:pt>
                <c:pt idx="115">
                  <c:v>104.62913439401898</c:v>
                </c:pt>
                <c:pt idx="116">
                  <c:v>104.4339876725287</c:v>
                </c:pt>
                <c:pt idx="117">
                  <c:v>105.24506623372264</c:v>
                </c:pt>
                <c:pt idx="118">
                  <c:v>106.17201316080143</c:v>
                </c:pt>
                <c:pt idx="119">
                  <c:v>107.20263178367193</c:v>
                </c:pt>
                <c:pt idx="120">
                  <c:v>107.17214010843908</c:v>
                </c:pt>
                <c:pt idx="121">
                  <c:v>106.92210837152966</c:v>
                </c:pt>
                <c:pt idx="122">
                  <c:v>106.52571659350254</c:v>
                </c:pt>
                <c:pt idx="123">
                  <c:v>106.39765155752454</c:v>
                </c:pt>
                <c:pt idx="124">
                  <c:v>106.39765155752454</c:v>
                </c:pt>
                <c:pt idx="125">
                  <c:v>106.39155322247797</c:v>
                </c:pt>
                <c:pt idx="126">
                  <c:v>105.9402764290317</c:v>
                </c:pt>
                <c:pt idx="127">
                  <c:v>106.25129151640681</c:v>
                </c:pt>
                <c:pt idx="128">
                  <c:v>106.25129151640681</c:v>
                </c:pt>
                <c:pt idx="129">
                  <c:v>106.35496321219853</c:v>
                </c:pt>
                <c:pt idx="130">
                  <c:v>106.54401159864224</c:v>
                </c:pt>
                <c:pt idx="131">
                  <c:v>106.5318149285491</c:v>
                </c:pt>
                <c:pt idx="132">
                  <c:v>106.81843667573793</c:v>
                </c:pt>
                <c:pt idx="133">
                  <c:v>106.89771503134334</c:v>
                </c:pt>
                <c:pt idx="134">
                  <c:v>107.13555009815961</c:v>
                </c:pt>
                <c:pt idx="135">
                  <c:v>106.99528839208847</c:v>
                </c:pt>
                <c:pt idx="136">
                  <c:v>106.26958652154651</c:v>
                </c:pt>
                <c:pt idx="137">
                  <c:v>106.66597829957364</c:v>
                </c:pt>
                <c:pt idx="138">
                  <c:v>107.26971346918417</c:v>
                </c:pt>
                <c:pt idx="139">
                  <c:v>107.09286175283361</c:v>
                </c:pt>
                <c:pt idx="140">
                  <c:v>107.11115675797332</c:v>
                </c:pt>
                <c:pt idx="141">
                  <c:v>107.43436851544159</c:v>
                </c:pt>
                <c:pt idx="142">
                  <c:v>107.15994343834591</c:v>
                </c:pt>
                <c:pt idx="143">
                  <c:v>106.42814323275738</c:v>
                </c:pt>
                <c:pt idx="144">
                  <c:v>106.55010993368879</c:v>
                </c:pt>
                <c:pt idx="145">
                  <c:v>106.55010993368879</c:v>
                </c:pt>
                <c:pt idx="146">
                  <c:v>106.42814323275738</c:v>
                </c:pt>
                <c:pt idx="147">
                  <c:v>105.56827799119087</c:v>
                </c:pt>
                <c:pt idx="148">
                  <c:v>105.70244136221542</c:v>
                </c:pt>
                <c:pt idx="149">
                  <c:v>106.09883314024253</c:v>
                </c:pt>
                <c:pt idx="150">
                  <c:v>106.16591482575481</c:v>
                </c:pt>
                <c:pt idx="151">
                  <c:v>105.95247309912483</c:v>
                </c:pt>
                <c:pt idx="152">
                  <c:v>106.22079984117394</c:v>
                </c:pt>
                <c:pt idx="153">
                  <c:v>106.33666820705878</c:v>
                </c:pt>
                <c:pt idx="154">
                  <c:v>106.73305998508589</c:v>
                </c:pt>
                <c:pt idx="155">
                  <c:v>107.23922179395127</c:v>
                </c:pt>
                <c:pt idx="156">
                  <c:v>107.55633521637296</c:v>
                </c:pt>
                <c:pt idx="157">
                  <c:v>107.52584354114009</c:v>
                </c:pt>
                <c:pt idx="158">
                  <c:v>107.47705686076753</c:v>
                </c:pt>
                <c:pt idx="159">
                  <c:v>107.30020514441696</c:v>
                </c:pt>
                <c:pt idx="160">
                  <c:v>107.28800847432383</c:v>
                </c:pt>
                <c:pt idx="161">
                  <c:v>107.28191083246682</c:v>
                </c:pt>
                <c:pt idx="162">
                  <c:v>107.34898489289408</c:v>
                </c:pt>
                <c:pt idx="163">
                  <c:v>107.24532498132467</c:v>
                </c:pt>
                <c:pt idx="164">
                  <c:v>107.06239572561398</c:v>
                </c:pt>
                <c:pt idx="165">
                  <c:v>106.79409948390494</c:v>
                </c:pt>
                <c:pt idx="166">
                  <c:v>106.95873581404459</c:v>
                </c:pt>
                <c:pt idx="167">
                  <c:v>106.95873581404459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581-47B5-B776-978B501279C8}"/>
            </c:ext>
          </c:extLst>
        </c:ser>
        <c:ser>
          <c:idx val="1"/>
          <c:order val="1"/>
          <c:tx>
            <c:strRef>
              <c:f>RF!$H$55</c:f>
              <c:strCache>
                <c:ptCount val="1"/>
                <c:pt idx="0">
                  <c:v>BAEMBUA ID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RF!$I$55:$FT$55</c:f>
              <c:numCache>
                <c:formatCode>General</c:formatCode>
                <c:ptCount val="168"/>
                <c:pt idx="0">
                  <c:v>100</c:v>
                </c:pt>
                <c:pt idx="1">
                  <c:v>100.16078462898948</c:v>
                </c:pt>
                <c:pt idx="2">
                  <c:v>100.43411849827156</c:v>
                </c:pt>
                <c:pt idx="3">
                  <c:v>100.6350992845084</c:v>
                </c:pt>
                <c:pt idx="4">
                  <c:v>101.04510008843154</c:v>
                </c:pt>
                <c:pt idx="5">
                  <c:v>100.97274700538628</c:v>
                </c:pt>
                <c:pt idx="6">
                  <c:v>100.81196237639682</c:v>
                </c:pt>
                <c:pt idx="7">
                  <c:v>100.93255084813893</c:v>
                </c:pt>
                <c:pt idx="8">
                  <c:v>101.21392394887052</c:v>
                </c:pt>
                <c:pt idx="9">
                  <c:v>101.1898062545221</c:v>
                </c:pt>
                <c:pt idx="10">
                  <c:v>101.31843395771367</c:v>
                </c:pt>
                <c:pt idx="11">
                  <c:v>101.44706166090523</c:v>
                </c:pt>
                <c:pt idx="12">
                  <c:v>101.14961009727472</c:v>
                </c:pt>
                <c:pt idx="13">
                  <c:v>101.14961009727472</c:v>
                </c:pt>
                <c:pt idx="14">
                  <c:v>101.22196318031997</c:v>
                </c:pt>
                <c:pt idx="15">
                  <c:v>101.76059168743471</c:v>
                </c:pt>
                <c:pt idx="16">
                  <c:v>102.26706326875153</c:v>
                </c:pt>
                <c:pt idx="17">
                  <c:v>102.62882868397783</c:v>
                </c:pt>
                <c:pt idx="18">
                  <c:v>103.31216335718307</c:v>
                </c:pt>
                <c:pt idx="19">
                  <c:v>103.62569338371253</c:v>
                </c:pt>
                <c:pt idx="20">
                  <c:v>103.96334110459041</c:v>
                </c:pt>
                <c:pt idx="21">
                  <c:v>103.86687032719672</c:v>
                </c:pt>
                <c:pt idx="22">
                  <c:v>103.58549722646516</c:v>
                </c:pt>
                <c:pt idx="23">
                  <c:v>103.58549722646516</c:v>
                </c:pt>
                <c:pt idx="24">
                  <c:v>103.9633411045904</c:v>
                </c:pt>
                <c:pt idx="25">
                  <c:v>103.64177184661145</c:v>
                </c:pt>
                <c:pt idx="26">
                  <c:v>103.21569257978936</c:v>
                </c:pt>
                <c:pt idx="27">
                  <c:v>103.68196800385884</c:v>
                </c:pt>
                <c:pt idx="28">
                  <c:v>104.48589114880619</c:v>
                </c:pt>
                <c:pt idx="29">
                  <c:v>104.43765576010934</c:v>
                </c:pt>
                <c:pt idx="30">
                  <c:v>104.44569499155881</c:v>
                </c:pt>
                <c:pt idx="31">
                  <c:v>104.90393118417882</c:v>
                </c:pt>
                <c:pt idx="32">
                  <c:v>104.75922501808829</c:v>
                </c:pt>
                <c:pt idx="33">
                  <c:v>104.75922501808829</c:v>
                </c:pt>
                <c:pt idx="34">
                  <c:v>104.62255808344723</c:v>
                </c:pt>
                <c:pt idx="35">
                  <c:v>104.79942117533567</c:v>
                </c:pt>
                <c:pt idx="36">
                  <c:v>104.08392957633252</c:v>
                </c:pt>
                <c:pt idx="37">
                  <c:v>104.32510651981673</c:v>
                </c:pt>
                <c:pt idx="38">
                  <c:v>104.55020500040197</c:v>
                </c:pt>
                <c:pt idx="39">
                  <c:v>104.47785191735672</c:v>
                </c:pt>
                <c:pt idx="40">
                  <c:v>105.03255888737037</c:v>
                </c:pt>
                <c:pt idx="41">
                  <c:v>104.82353886968404</c:v>
                </c:pt>
                <c:pt idx="42">
                  <c:v>104.72706809229038</c:v>
                </c:pt>
                <c:pt idx="43">
                  <c:v>103.07098641369885</c:v>
                </c:pt>
                <c:pt idx="44">
                  <c:v>100.77980545059891</c:v>
                </c:pt>
                <c:pt idx="45">
                  <c:v>102.04196478816624</c:v>
                </c:pt>
                <c:pt idx="46">
                  <c:v>101.14961009727467</c:v>
                </c:pt>
                <c:pt idx="47">
                  <c:v>99.919607685505241</c:v>
                </c:pt>
                <c:pt idx="48">
                  <c:v>99.581959964627345</c:v>
                </c:pt>
                <c:pt idx="49">
                  <c:v>101.82490553903041</c:v>
                </c:pt>
                <c:pt idx="50">
                  <c:v>101.00490393118413</c:v>
                </c:pt>
                <c:pt idx="51">
                  <c:v>99.453332261435762</c:v>
                </c:pt>
                <c:pt idx="52">
                  <c:v>98.191172923868436</c:v>
                </c:pt>
                <c:pt idx="53">
                  <c:v>98.818232976927362</c:v>
                </c:pt>
                <c:pt idx="54">
                  <c:v>98.818232976927362</c:v>
                </c:pt>
                <c:pt idx="55">
                  <c:v>99.083527614759987</c:v>
                </c:pt>
                <c:pt idx="56">
                  <c:v>98.48058525604948</c:v>
                </c:pt>
                <c:pt idx="57">
                  <c:v>97.797250582844242</c:v>
                </c:pt>
                <c:pt idx="58">
                  <c:v>98.673526810836847</c:v>
                </c:pt>
                <c:pt idx="59">
                  <c:v>98.319800627060019</c:v>
                </c:pt>
                <c:pt idx="60">
                  <c:v>98.946860680118945</c:v>
                </c:pt>
                <c:pt idx="61">
                  <c:v>98.440389098802115</c:v>
                </c:pt>
                <c:pt idx="62">
                  <c:v>97.68470134255162</c:v>
                </c:pt>
                <c:pt idx="63">
                  <c:v>97.162151298335843</c:v>
                </c:pt>
                <c:pt idx="64">
                  <c:v>97.604309028056889</c:v>
                </c:pt>
                <c:pt idx="65">
                  <c:v>99.115684540557893</c:v>
                </c:pt>
                <c:pt idx="66">
                  <c:v>98.922742985770526</c:v>
                </c:pt>
                <c:pt idx="67">
                  <c:v>98.922742985770526</c:v>
                </c:pt>
                <c:pt idx="68">
                  <c:v>98.922742985770526</c:v>
                </c:pt>
                <c:pt idx="69">
                  <c:v>98.560977570544225</c:v>
                </c:pt>
                <c:pt idx="70">
                  <c:v>101.55961090119781</c:v>
                </c:pt>
                <c:pt idx="71">
                  <c:v>101.52745397539994</c:v>
                </c:pt>
                <c:pt idx="72">
                  <c:v>102.33137712034728</c:v>
                </c:pt>
                <c:pt idx="73">
                  <c:v>102.31529865744834</c:v>
                </c:pt>
                <c:pt idx="74">
                  <c:v>103.42471259747566</c:v>
                </c:pt>
                <c:pt idx="75">
                  <c:v>103.19157488544094</c:v>
                </c:pt>
                <c:pt idx="76">
                  <c:v>102.9584371734062</c:v>
                </c:pt>
                <c:pt idx="77">
                  <c:v>104.18843958517564</c:v>
                </c:pt>
                <c:pt idx="78">
                  <c:v>103.59353645791462</c:v>
                </c:pt>
                <c:pt idx="79">
                  <c:v>103.34432028298095</c:v>
                </c:pt>
                <c:pt idx="80">
                  <c:v>102.92628024760832</c:v>
                </c:pt>
                <c:pt idx="81">
                  <c:v>102.3876517404936</c:v>
                </c:pt>
                <c:pt idx="82">
                  <c:v>102.13039633411044</c:v>
                </c:pt>
                <c:pt idx="83">
                  <c:v>102.0500040196157</c:v>
                </c:pt>
                <c:pt idx="84">
                  <c:v>101.36666934641046</c:v>
                </c:pt>
                <c:pt idx="85">
                  <c:v>100.82000160784627</c:v>
                </c:pt>
                <c:pt idx="86">
                  <c:v>100.94862931103783</c:v>
                </c:pt>
                <c:pt idx="87">
                  <c:v>101.3505908835115</c:v>
                </c:pt>
                <c:pt idx="88">
                  <c:v>101.3505908835115</c:v>
                </c:pt>
                <c:pt idx="89">
                  <c:v>100.73960929335152</c:v>
                </c:pt>
                <c:pt idx="90">
                  <c:v>102.20274941715567</c:v>
                </c:pt>
                <c:pt idx="91">
                  <c:v>102.60471098962934</c:v>
                </c:pt>
                <c:pt idx="92">
                  <c:v>102.45196559208935</c:v>
                </c:pt>
                <c:pt idx="93">
                  <c:v>102.01784709381779</c:v>
                </c:pt>
                <c:pt idx="94">
                  <c:v>101.32647318916308</c:v>
                </c:pt>
                <c:pt idx="95">
                  <c:v>101.3505908835115</c:v>
                </c:pt>
                <c:pt idx="96">
                  <c:v>101.37470857785993</c:v>
                </c:pt>
                <c:pt idx="97">
                  <c:v>100.0562746201463</c:v>
                </c:pt>
                <c:pt idx="98">
                  <c:v>99.959803842752621</c:v>
                </c:pt>
                <c:pt idx="99">
                  <c:v>99.131763003456854</c:v>
                </c:pt>
                <c:pt idx="100">
                  <c:v>100.22509848058525</c:v>
                </c:pt>
                <c:pt idx="101">
                  <c:v>100.31353002652945</c:v>
                </c:pt>
                <c:pt idx="102">
                  <c:v>100.80392314494733</c:v>
                </c:pt>
                <c:pt idx="103">
                  <c:v>100.80392314494733</c:v>
                </c:pt>
                <c:pt idx="104">
                  <c:v>101.61588552134415</c:v>
                </c:pt>
                <c:pt idx="105">
                  <c:v>101.60784628989468</c:v>
                </c:pt>
                <c:pt idx="106">
                  <c:v>101.87314092772729</c:v>
                </c:pt>
                <c:pt idx="107">
                  <c:v>102.25902403730203</c:v>
                </c:pt>
                <c:pt idx="108">
                  <c:v>102.25902403730203</c:v>
                </c:pt>
                <c:pt idx="109">
                  <c:v>103.04686871935043</c:v>
                </c:pt>
                <c:pt idx="110">
                  <c:v>102.49216174933674</c:v>
                </c:pt>
                <c:pt idx="111">
                  <c:v>102.46804405498833</c:v>
                </c:pt>
                <c:pt idx="112">
                  <c:v>101.48725781815257</c:v>
                </c:pt>
                <c:pt idx="113">
                  <c:v>100.79588391349786</c:v>
                </c:pt>
                <c:pt idx="114">
                  <c:v>101.44706166090521</c:v>
                </c:pt>
                <c:pt idx="115">
                  <c:v>101.36666934641048</c:v>
                </c:pt>
                <c:pt idx="116">
                  <c:v>101.84902323337889</c:v>
                </c:pt>
                <c:pt idx="117">
                  <c:v>103.18353565399147</c:v>
                </c:pt>
                <c:pt idx="118">
                  <c:v>104.32510651981671</c:v>
                </c:pt>
                <c:pt idx="119">
                  <c:v>104.46981268590721</c:v>
                </c:pt>
                <c:pt idx="120">
                  <c:v>104.33314575126617</c:v>
                </c:pt>
                <c:pt idx="121">
                  <c:v>103.46490875472303</c:v>
                </c:pt>
                <c:pt idx="122">
                  <c:v>103.46490875472303</c:v>
                </c:pt>
                <c:pt idx="123">
                  <c:v>103.23981027413777</c:v>
                </c:pt>
                <c:pt idx="124">
                  <c:v>102.63686791542727</c:v>
                </c:pt>
                <c:pt idx="125">
                  <c:v>102.32333788889781</c:v>
                </c:pt>
                <c:pt idx="126">
                  <c:v>102.9021625532599</c:v>
                </c:pt>
                <c:pt idx="127">
                  <c:v>103.32824182008198</c:v>
                </c:pt>
                <c:pt idx="128">
                  <c:v>103.27196719993567</c:v>
                </c:pt>
                <c:pt idx="129">
                  <c:v>103.28804566283459</c:v>
                </c:pt>
                <c:pt idx="130">
                  <c:v>103.10314333949671</c:v>
                </c:pt>
                <c:pt idx="131">
                  <c:v>103.67392877240934</c:v>
                </c:pt>
                <c:pt idx="132">
                  <c:v>103.67392877240934</c:v>
                </c:pt>
                <c:pt idx="133">
                  <c:v>103.72216416110618</c:v>
                </c:pt>
                <c:pt idx="134">
                  <c:v>103.84275263284827</c:v>
                </c:pt>
                <c:pt idx="135">
                  <c:v>102.86196639601253</c:v>
                </c:pt>
                <c:pt idx="136">
                  <c:v>103.33628105153147</c:v>
                </c:pt>
                <c:pt idx="137">
                  <c:v>103.89098802154513</c:v>
                </c:pt>
                <c:pt idx="138">
                  <c:v>103.49706568052095</c:v>
                </c:pt>
                <c:pt idx="139">
                  <c:v>103.47294798617253</c:v>
                </c:pt>
                <c:pt idx="140">
                  <c:v>103.61765415226303</c:v>
                </c:pt>
                <c:pt idx="141">
                  <c:v>103.37647720877884</c:v>
                </c:pt>
                <c:pt idx="142">
                  <c:v>102.74941715571991</c:v>
                </c:pt>
                <c:pt idx="143">
                  <c:v>102.77353485006834</c:v>
                </c:pt>
                <c:pt idx="144">
                  <c:v>102.82177023876518</c:v>
                </c:pt>
                <c:pt idx="145">
                  <c:v>102.5725540638315</c:v>
                </c:pt>
                <c:pt idx="146">
                  <c:v>101.52745397539996</c:v>
                </c:pt>
                <c:pt idx="147">
                  <c:v>101.91333708497467</c:v>
                </c:pt>
                <c:pt idx="148">
                  <c:v>102.38765174049361</c:v>
                </c:pt>
                <c:pt idx="149">
                  <c:v>102.52431867513465</c:v>
                </c:pt>
                <c:pt idx="150">
                  <c:v>102.21078864860519</c:v>
                </c:pt>
                <c:pt idx="151">
                  <c:v>103.20765334833989</c:v>
                </c:pt>
                <c:pt idx="152">
                  <c:v>103.22373181123885</c:v>
                </c:pt>
                <c:pt idx="153">
                  <c:v>103.22373181123885</c:v>
                </c:pt>
                <c:pt idx="154">
                  <c:v>104.01157649328724</c:v>
                </c:pt>
                <c:pt idx="155">
                  <c:v>104.46177345445776</c:v>
                </c:pt>
                <c:pt idx="156">
                  <c:v>104.49393038025565</c:v>
                </c:pt>
                <c:pt idx="157">
                  <c:v>104.85569579548198</c:v>
                </c:pt>
                <c:pt idx="158">
                  <c:v>104.79138194388618</c:v>
                </c:pt>
                <c:pt idx="159">
                  <c:v>104.55020500040199</c:v>
                </c:pt>
                <c:pt idx="160">
                  <c:v>104.63059731489673</c:v>
                </c:pt>
                <c:pt idx="161">
                  <c:v>104.64667577779566</c:v>
                </c:pt>
                <c:pt idx="162">
                  <c:v>104.71098962939145</c:v>
                </c:pt>
                <c:pt idx="163">
                  <c:v>104.71098962939145</c:v>
                </c:pt>
                <c:pt idx="164">
                  <c:v>104.37334190851357</c:v>
                </c:pt>
                <c:pt idx="165">
                  <c:v>104.98432349867355</c:v>
                </c:pt>
                <c:pt idx="166">
                  <c:v>104.8154996382346</c:v>
                </c:pt>
                <c:pt idx="167">
                  <c:v>104.8154996382346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581-47B5-B776-978B501279C8}"/>
            </c:ext>
          </c:extLst>
        </c:ser>
        <c:ser>
          <c:idx val="2"/>
          <c:order val="2"/>
          <c:tx>
            <c:strRef>
              <c:f>RF!$H$56</c:f>
              <c:strCache>
                <c:ptCount val="1"/>
                <c:pt idx="0">
                  <c:v>EMLC US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RF!$I$56:$FT$56</c:f>
              <c:numCache>
                <c:formatCode>General</c:formatCode>
                <c:ptCount val="168"/>
                <c:pt idx="0">
                  <c:v>100</c:v>
                </c:pt>
                <c:pt idx="1">
                  <c:v>100.23237800154918</c:v>
                </c:pt>
                <c:pt idx="2">
                  <c:v>100.34856700232378</c:v>
                </c:pt>
                <c:pt idx="3">
                  <c:v>100.61967467079782</c:v>
                </c:pt>
                <c:pt idx="4">
                  <c:v>100.42602633617349</c:v>
                </c:pt>
                <c:pt idx="5">
                  <c:v>100.19364833462431</c:v>
                </c:pt>
                <c:pt idx="6">
                  <c:v>100.15491866769945</c:v>
                </c:pt>
                <c:pt idx="7">
                  <c:v>100.5422153369481</c:v>
                </c:pt>
                <c:pt idx="8">
                  <c:v>100.50348567002324</c:v>
                </c:pt>
                <c:pt idx="9">
                  <c:v>100.54221533694812</c:v>
                </c:pt>
                <c:pt idx="10">
                  <c:v>100.6584043377227</c:v>
                </c:pt>
                <c:pt idx="11">
                  <c:v>100.42602633617352</c:v>
                </c:pt>
                <c:pt idx="12">
                  <c:v>100.42602633617352</c:v>
                </c:pt>
                <c:pt idx="13">
                  <c:v>100.61967467079783</c:v>
                </c:pt>
                <c:pt idx="14">
                  <c:v>100.89078233927189</c:v>
                </c:pt>
                <c:pt idx="15">
                  <c:v>101.47172734314485</c:v>
                </c:pt>
                <c:pt idx="16">
                  <c:v>101.85902401239349</c:v>
                </c:pt>
                <c:pt idx="17">
                  <c:v>102.05267234701782</c:v>
                </c:pt>
                <c:pt idx="18">
                  <c:v>102.90472501936483</c:v>
                </c:pt>
                <c:pt idx="19">
                  <c:v>102.7110766847405</c:v>
                </c:pt>
                <c:pt idx="20">
                  <c:v>102.7110766847405</c:v>
                </c:pt>
                <c:pt idx="21">
                  <c:v>101.85902401239349</c:v>
                </c:pt>
                <c:pt idx="22">
                  <c:v>101.97847228019211</c:v>
                </c:pt>
                <c:pt idx="23">
                  <c:v>102.28973812461848</c:v>
                </c:pt>
                <c:pt idx="24">
                  <c:v>102.21192166351189</c:v>
                </c:pt>
                <c:pt idx="25">
                  <c:v>101.82283935797892</c:v>
                </c:pt>
                <c:pt idx="26">
                  <c:v>102.44537104683167</c:v>
                </c:pt>
                <c:pt idx="27">
                  <c:v>102.99008627457783</c:v>
                </c:pt>
                <c:pt idx="28">
                  <c:v>102.95117804402454</c:v>
                </c:pt>
                <c:pt idx="29">
                  <c:v>103.06790273568443</c:v>
                </c:pt>
                <c:pt idx="30">
                  <c:v>103.10681096623772</c:v>
                </c:pt>
                <c:pt idx="31">
                  <c:v>103.02899450513112</c:v>
                </c:pt>
                <c:pt idx="32">
                  <c:v>103.02899450513112</c:v>
                </c:pt>
                <c:pt idx="33">
                  <c:v>103.18462742734431</c:v>
                </c:pt>
                <c:pt idx="34">
                  <c:v>102.87336158291794</c:v>
                </c:pt>
                <c:pt idx="35">
                  <c:v>102.63991219959814</c:v>
                </c:pt>
                <c:pt idx="36">
                  <c:v>102.99008627457781</c:v>
                </c:pt>
                <c:pt idx="37">
                  <c:v>103.02899450513111</c:v>
                </c:pt>
                <c:pt idx="38">
                  <c:v>103.06790273568441</c:v>
                </c:pt>
                <c:pt idx="39">
                  <c:v>103.45698504121739</c:v>
                </c:pt>
                <c:pt idx="40">
                  <c:v>103.41807681066409</c:v>
                </c:pt>
                <c:pt idx="41">
                  <c:v>103.45698504121739</c:v>
                </c:pt>
                <c:pt idx="42">
                  <c:v>102.28599217701284</c:v>
                </c:pt>
                <c:pt idx="43">
                  <c:v>100.48807255907528</c:v>
                </c:pt>
                <c:pt idx="44">
                  <c:v>101.11343590444487</c:v>
                </c:pt>
                <c:pt idx="45">
                  <c:v>100.33173172273288</c:v>
                </c:pt>
                <c:pt idx="46">
                  <c:v>100.01905005004808</c:v>
                </c:pt>
                <c:pt idx="47">
                  <c:v>99.901794422791284</c:v>
                </c:pt>
                <c:pt idx="48">
                  <c:v>100.68349860450327</c:v>
                </c:pt>
                <c:pt idx="49">
                  <c:v>100.25356130456167</c:v>
                </c:pt>
                <c:pt idx="50">
                  <c:v>99.0028346138225</c:v>
                </c:pt>
                <c:pt idx="51">
                  <c:v>98.182045223024929</c:v>
                </c:pt>
                <c:pt idx="52">
                  <c:v>99.0028346138225</c:v>
                </c:pt>
                <c:pt idx="53">
                  <c:v>99.237345868336106</c:v>
                </c:pt>
                <c:pt idx="54">
                  <c:v>98.260215641196126</c:v>
                </c:pt>
                <c:pt idx="55">
                  <c:v>98.885578986565704</c:v>
                </c:pt>
                <c:pt idx="56">
                  <c:v>97.43942625039854</c:v>
                </c:pt>
                <c:pt idx="57">
                  <c:v>98.729238150223324</c:v>
                </c:pt>
                <c:pt idx="58">
                  <c:v>97.908448759425738</c:v>
                </c:pt>
                <c:pt idx="59">
                  <c:v>98.338386059367323</c:v>
                </c:pt>
                <c:pt idx="60">
                  <c:v>97.556681877655336</c:v>
                </c:pt>
                <c:pt idx="61">
                  <c:v>97.283085414056131</c:v>
                </c:pt>
                <c:pt idx="62">
                  <c:v>97.048574159542525</c:v>
                </c:pt>
                <c:pt idx="63">
                  <c:v>98.142960013939302</c:v>
                </c:pt>
                <c:pt idx="64">
                  <c:v>98.697173533181768</c:v>
                </c:pt>
                <c:pt idx="65">
                  <c:v>98.618561686480703</c:v>
                </c:pt>
                <c:pt idx="66">
                  <c:v>98.618561686480703</c:v>
                </c:pt>
                <c:pt idx="67">
                  <c:v>98.697173533181754</c:v>
                </c:pt>
                <c:pt idx="68">
                  <c:v>98.89370314993441</c:v>
                </c:pt>
                <c:pt idx="69">
                  <c:v>100.97691708751252</c:v>
                </c:pt>
                <c:pt idx="70">
                  <c:v>101.21275262761569</c:v>
                </c:pt>
                <c:pt idx="71">
                  <c:v>101.44858816771885</c:v>
                </c:pt>
                <c:pt idx="72">
                  <c:v>101.84164740122418</c:v>
                </c:pt>
                <c:pt idx="73">
                  <c:v>102.15609478802843</c:v>
                </c:pt>
                <c:pt idx="74">
                  <c:v>102.15609478802843</c:v>
                </c:pt>
                <c:pt idx="75">
                  <c:v>101.88095332457472</c:v>
                </c:pt>
                <c:pt idx="76">
                  <c:v>102.54915402153372</c:v>
                </c:pt>
                <c:pt idx="77">
                  <c:v>102.47054217483267</c:v>
                </c:pt>
                <c:pt idx="78">
                  <c:v>101.64511778447152</c:v>
                </c:pt>
                <c:pt idx="79">
                  <c:v>101.605811861121</c:v>
                </c:pt>
                <c:pt idx="80">
                  <c:v>100.93761116416198</c:v>
                </c:pt>
                <c:pt idx="81">
                  <c:v>101.17344670426515</c:v>
                </c:pt>
                <c:pt idx="82">
                  <c:v>100.93761116416198</c:v>
                </c:pt>
                <c:pt idx="83">
                  <c:v>100.78038747075986</c:v>
                </c:pt>
                <c:pt idx="84">
                  <c:v>99.876351233697662</c:v>
                </c:pt>
                <c:pt idx="85">
                  <c:v>100.46594008395562</c:v>
                </c:pt>
                <c:pt idx="86">
                  <c:v>100.45566531094978</c:v>
                </c:pt>
                <c:pt idx="87">
                  <c:v>99.862889945228204</c:v>
                </c:pt>
                <c:pt idx="88">
                  <c:v>100.21855516466115</c:v>
                </c:pt>
                <c:pt idx="89">
                  <c:v>101.28555082295999</c:v>
                </c:pt>
                <c:pt idx="90">
                  <c:v>101.28555082295999</c:v>
                </c:pt>
                <c:pt idx="91">
                  <c:v>101.60169768467819</c:v>
                </c:pt>
                <c:pt idx="92">
                  <c:v>101.24603246524524</c:v>
                </c:pt>
                <c:pt idx="93">
                  <c:v>100.85084888809752</c:v>
                </c:pt>
                <c:pt idx="94">
                  <c:v>100.81133053038276</c:v>
                </c:pt>
                <c:pt idx="95">
                  <c:v>100.65325709952367</c:v>
                </c:pt>
                <c:pt idx="96">
                  <c:v>99.625779798939618</c:v>
                </c:pt>
                <c:pt idx="97">
                  <c:v>99.823371587513478</c:v>
                </c:pt>
                <c:pt idx="98">
                  <c:v>99.112041148647577</c:v>
                </c:pt>
                <c:pt idx="99">
                  <c:v>99.902408302943016</c:v>
                </c:pt>
                <c:pt idx="100">
                  <c:v>100.10000009151688</c:v>
                </c:pt>
                <c:pt idx="101">
                  <c:v>100.13951844923166</c:v>
                </c:pt>
                <c:pt idx="102">
                  <c:v>100.13951844923166</c:v>
                </c:pt>
                <c:pt idx="103">
                  <c:v>100.65325709952369</c:v>
                </c:pt>
                <c:pt idx="104">
                  <c:v>100.65325709952369</c:v>
                </c:pt>
                <c:pt idx="105">
                  <c:v>101.00892231895664</c:v>
                </c:pt>
                <c:pt idx="106">
                  <c:v>101.24603246524528</c:v>
                </c:pt>
                <c:pt idx="107">
                  <c:v>101.36046529160349</c:v>
                </c:pt>
                <c:pt idx="108">
                  <c:v>101.47966615239331</c:v>
                </c:pt>
                <c:pt idx="109">
                  <c:v>100.92339546870751</c:v>
                </c:pt>
                <c:pt idx="110">
                  <c:v>101.04259632949733</c:v>
                </c:pt>
                <c:pt idx="111">
                  <c:v>99.930054962125752</c:v>
                </c:pt>
                <c:pt idx="112">
                  <c:v>99.771120481072671</c:v>
                </c:pt>
                <c:pt idx="113">
                  <c:v>100.20819030396865</c:v>
                </c:pt>
                <c:pt idx="114">
                  <c:v>100.08898944317885</c:v>
                </c:pt>
                <c:pt idx="115">
                  <c:v>101.12206357002388</c:v>
                </c:pt>
                <c:pt idx="116">
                  <c:v>101.40019891186678</c:v>
                </c:pt>
                <c:pt idx="117">
                  <c:v>102.314072177922</c:v>
                </c:pt>
                <c:pt idx="118">
                  <c:v>102.55247389950161</c:v>
                </c:pt>
                <c:pt idx="119">
                  <c:v>101.67833425370965</c:v>
                </c:pt>
                <c:pt idx="120">
                  <c:v>101.63860063344637</c:v>
                </c:pt>
                <c:pt idx="121">
                  <c:v>101.63860063344637</c:v>
                </c:pt>
                <c:pt idx="122">
                  <c:v>101.55913339291983</c:v>
                </c:pt>
                <c:pt idx="123">
                  <c:v>100.96312908897077</c:v>
                </c:pt>
                <c:pt idx="124">
                  <c:v>100.80419460791769</c:v>
                </c:pt>
                <c:pt idx="125">
                  <c:v>101.12206357002387</c:v>
                </c:pt>
                <c:pt idx="126">
                  <c:v>101.43993253213004</c:v>
                </c:pt>
                <c:pt idx="127">
                  <c:v>101.67833425370966</c:v>
                </c:pt>
                <c:pt idx="128">
                  <c:v>101.55913339291985</c:v>
                </c:pt>
                <c:pt idx="129">
                  <c:v>101.29620281519836</c:v>
                </c:pt>
                <c:pt idx="130">
                  <c:v>101.73575241321302</c:v>
                </c:pt>
                <c:pt idx="131">
                  <c:v>101.73575241321302</c:v>
                </c:pt>
                <c:pt idx="132">
                  <c:v>102.25522011995763</c:v>
                </c:pt>
                <c:pt idx="133">
                  <c:v>101.81567052194296</c:v>
                </c:pt>
                <c:pt idx="134">
                  <c:v>101.45603903265824</c:v>
                </c:pt>
                <c:pt idx="135">
                  <c:v>101.65583430448309</c:v>
                </c:pt>
                <c:pt idx="136">
                  <c:v>102.09538390249777</c:v>
                </c:pt>
                <c:pt idx="137">
                  <c:v>101.45603903265825</c:v>
                </c:pt>
                <c:pt idx="138">
                  <c:v>101.81567052194299</c:v>
                </c:pt>
                <c:pt idx="139">
                  <c:v>102.0554248481328</c:v>
                </c:pt>
                <c:pt idx="140">
                  <c:v>101.69579335884808</c:v>
                </c:pt>
                <c:pt idx="141">
                  <c:v>101.33616186956334</c:v>
                </c:pt>
                <c:pt idx="142">
                  <c:v>101.37612092392833</c:v>
                </c:pt>
                <c:pt idx="143">
                  <c:v>101.37612092392833</c:v>
                </c:pt>
                <c:pt idx="144">
                  <c:v>101.29620281519838</c:v>
                </c:pt>
                <c:pt idx="145">
                  <c:v>100.49702172789897</c:v>
                </c:pt>
                <c:pt idx="146">
                  <c:v>100.73677605408881</c:v>
                </c:pt>
                <c:pt idx="147">
                  <c:v>101.05644848900856</c:v>
                </c:pt>
                <c:pt idx="148">
                  <c:v>101.33616186956336</c:v>
                </c:pt>
                <c:pt idx="149">
                  <c:v>101.1363665977385</c:v>
                </c:pt>
                <c:pt idx="150">
                  <c:v>101.93554768503792</c:v>
                </c:pt>
                <c:pt idx="151">
                  <c:v>101.77571146757803</c:v>
                </c:pt>
                <c:pt idx="152">
                  <c:v>101.93435634841974</c:v>
                </c:pt>
                <c:pt idx="153">
                  <c:v>102.49664200203594</c:v>
                </c:pt>
                <c:pt idx="154">
                  <c:v>102.77778482884402</c:v>
                </c:pt>
                <c:pt idx="155">
                  <c:v>102.61713178495368</c:v>
                </c:pt>
                <c:pt idx="156">
                  <c:v>103.29990722148762</c:v>
                </c:pt>
                <c:pt idx="157">
                  <c:v>102.89827461176178</c:v>
                </c:pt>
                <c:pt idx="158">
                  <c:v>102.77778482884402</c:v>
                </c:pt>
                <c:pt idx="159">
                  <c:v>102.77778482884402</c:v>
                </c:pt>
                <c:pt idx="160">
                  <c:v>103.01876439467954</c:v>
                </c:pt>
                <c:pt idx="161">
                  <c:v>102.97860113370696</c:v>
                </c:pt>
                <c:pt idx="162">
                  <c:v>102.93843787273437</c:v>
                </c:pt>
                <c:pt idx="163">
                  <c:v>102.77778482884403</c:v>
                </c:pt>
                <c:pt idx="164">
                  <c:v>103.6613765702409</c:v>
                </c:pt>
                <c:pt idx="165">
                  <c:v>103.29990722148764</c:v>
                </c:pt>
                <c:pt idx="166">
                  <c:v>103.82202961413127</c:v>
                </c:pt>
                <c:pt idx="167">
                  <c:v>103.82202961413127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581-47B5-B776-978B501279C8}"/>
            </c:ext>
          </c:extLst>
        </c:ser>
        <c:ser>
          <c:idx val="3"/>
          <c:order val="3"/>
          <c:tx>
            <c:strRef>
              <c:f>RF!$H$57</c:f>
              <c:strCache>
                <c:ptCount val="1"/>
                <c:pt idx="0">
                  <c:v>TEMEFIA LX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RF!$I$57:$FT$57</c:f>
              <c:numCache>
                <c:formatCode>General</c:formatCode>
                <c:ptCount val="168"/>
                <c:pt idx="0">
                  <c:v>100</c:v>
                </c:pt>
                <c:pt idx="1">
                  <c:v>100.262037340321</c:v>
                </c:pt>
                <c:pt idx="2">
                  <c:v>100.72060268588275</c:v>
                </c:pt>
                <c:pt idx="3">
                  <c:v>101.11365869636424</c:v>
                </c:pt>
                <c:pt idx="4">
                  <c:v>100.78611202096299</c:v>
                </c:pt>
                <c:pt idx="5">
                  <c:v>100.58958401572225</c:v>
                </c:pt>
                <c:pt idx="6">
                  <c:v>100.786112020963</c:v>
                </c:pt>
                <c:pt idx="7">
                  <c:v>101.01539469374389</c:v>
                </c:pt>
                <c:pt idx="8">
                  <c:v>101.34294136914512</c:v>
                </c:pt>
                <c:pt idx="9">
                  <c:v>101.34294136914512</c:v>
                </c:pt>
                <c:pt idx="10">
                  <c:v>101.60497870946612</c:v>
                </c:pt>
                <c:pt idx="11">
                  <c:v>101.47396003930562</c:v>
                </c:pt>
                <c:pt idx="12">
                  <c:v>101.47396003930562</c:v>
                </c:pt>
                <c:pt idx="13">
                  <c:v>101.37569603668524</c:v>
                </c:pt>
                <c:pt idx="14">
                  <c:v>102.06354405502786</c:v>
                </c:pt>
                <c:pt idx="15">
                  <c:v>102.75139207337048</c:v>
                </c:pt>
                <c:pt idx="16">
                  <c:v>103.14444808385197</c:v>
                </c:pt>
                <c:pt idx="17">
                  <c:v>103.40648542417296</c:v>
                </c:pt>
                <c:pt idx="18">
                  <c:v>104.06157877497544</c:v>
                </c:pt>
                <c:pt idx="19">
                  <c:v>104.15984277759581</c:v>
                </c:pt>
                <c:pt idx="20">
                  <c:v>104.15984277759581</c:v>
                </c:pt>
                <c:pt idx="21">
                  <c:v>103.37373075663281</c:v>
                </c:pt>
                <c:pt idx="22">
                  <c:v>102.59355165658273</c:v>
                </c:pt>
                <c:pt idx="23">
                  <c:v>102.91862628160361</c:v>
                </c:pt>
                <c:pt idx="24">
                  <c:v>103.43874568163699</c:v>
                </c:pt>
                <c:pt idx="25">
                  <c:v>103.34122329413073</c:v>
                </c:pt>
                <c:pt idx="26">
                  <c:v>102.9511337441057</c:v>
                </c:pt>
                <c:pt idx="27">
                  <c:v>103.53626806914325</c:v>
                </c:pt>
                <c:pt idx="28">
                  <c:v>103.99137254417245</c:v>
                </c:pt>
                <c:pt idx="29">
                  <c:v>104.15390985668289</c:v>
                </c:pt>
                <c:pt idx="30">
                  <c:v>104.34895463169542</c:v>
                </c:pt>
                <c:pt idx="31">
                  <c:v>104.21892478168708</c:v>
                </c:pt>
                <c:pt idx="32">
                  <c:v>104.38146209419749</c:v>
                </c:pt>
                <c:pt idx="33">
                  <c:v>104.38146209419749</c:v>
                </c:pt>
                <c:pt idx="34">
                  <c:v>104.41396955669957</c:v>
                </c:pt>
                <c:pt idx="35">
                  <c:v>104.25143224418915</c:v>
                </c:pt>
                <c:pt idx="36">
                  <c:v>103.73131284415577</c:v>
                </c:pt>
                <c:pt idx="37">
                  <c:v>104.12140239418081</c:v>
                </c:pt>
                <c:pt idx="38">
                  <c:v>104.05638746917663</c:v>
                </c:pt>
                <c:pt idx="39">
                  <c:v>104.21892478168708</c:v>
                </c:pt>
                <c:pt idx="40">
                  <c:v>104.47898448170376</c:v>
                </c:pt>
                <c:pt idx="41">
                  <c:v>104.31644716919334</c:v>
                </c:pt>
                <c:pt idx="42">
                  <c:v>104.21892478168708</c:v>
                </c:pt>
                <c:pt idx="43">
                  <c:v>103.17868598162032</c:v>
                </c:pt>
                <c:pt idx="44">
                  <c:v>101.58582031901813</c:v>
                </c:pt>
                <c:pt idx="45">
                  <c:v>102.10593971905151</c:v>
                </c:pt>
                <c:pt idx="46">
                  <c:v>101.68334270652439</c:v>
                </c:pt>
                <c:pt idx="47">
                  <c:v>101.13071584398892</c:v>
                </c:pt>
                <c:pt idx="48">
                  <c:v>100.5130740564493</c:v>
                </c:pt>
                <c:pt idx="49">
                  <c:v>101.74835763152855</c:v>
                </c:pt>
                <c:pt idx="50">
                  <c:v>101.52080539401395</c:v>
                </c:pt>
                <c:pt idx="51">
                  <c:v>100.4805665939472</c:v>
                </c:pt>
                <c:pt idx="52">
                  <c:v>99.765402418901317</c:v>
                </c:pt>
                <c:pt idx="53">
                  <c:v>100.41555166894302</c:v>
                </c:pt>
                <c:pt idx="54">
                  <c:v>100.80564121896806</c:v>
                </c:pt>
                <c:pt idx="55">
                  <c:v>100.18799943142842</c:v>
                </c:pt>
                <c:pt idx="56">
                  <c:v>100.22050689393051</c:v>
                </c:pt>
                <c:pt idx="57">
                  <c:v>99.277790481370019</c:v>
                </c:pt>
                <c:pt idx="58">
                  <c:v>100.0579695814201</c:v>
                </c:pt>
                <c:pt idx="59">
                  <c:v>99.732894956399235</c:v>
                </c:pt>
                <c:pt idx="60">
                  <c:v>100.0579695814201</c:v>
                </c:pt>
                <c:pt idx="61">
                  <c:v>99.472835256382552</c:v>
                </c:pt>
                <c:pt idx="62">
                  <c:v>99.082745706357528</c:v>
                </c:pt>
                <c:pt idx="63">
                  <c:v>98.465103918817888</c:v>
                </c:pt>
                <c:pt idx="64">
                  <c:v>99.01773078135335</c:v>
                </c:pt>
                <c:pt idx="65">
                  <c:v>99.765402418901317</c:v>
                </c:pt>
                <c:pt idx="66">
                  <c:v>99.570357643888798</c:v>
                </c:pt>
                <c:pt idx="67">
                  <c:v>99.570357643888798</c:v>
                </c:pt>
                <c:pt idx="68">
                  <c:v>99.700387493897153</c:v>
                </c:pt>
                <c:pt idx="69">
                  <c:v>99.537850181386716</c:v>
                </c:pt>
                <c:pt idx="70">
                  <c:v>101.32576061900144</c:v>
                </c:pt>
                <c:pt idx="71">
                  <c:v>101.65083524402229</c:v>
                </c:pt>
                <c:pt idx="72">
                  <c:v>102.23596956905982</c:v>
                </c:pt>
                <c:pt idx="73">
                  <c:v>102.300984494064</c:v>
                </c:pt>
                <c:pt idx="74">
                  <c:v>102.88611881910154</c:v>
                </c:pt>
                <c:pt idx="75">
                  <c:v>103.08116359411406</c:v>
                </c:pt>
                <c:pt idx="76">
                  <c:v>102.9836412066078</c:v>
                </c:pt>
                <c:pt idx="77">
                  <c:v>103.73131284415577</c:v>
                </c:pt>
                <c:pt idx="78">
                  <c:v>103.69880538165367</c:v>
                </c:pt>
                <c:pt idx="79">
                  <c:v>103.40623821913489</c:v>
                </c:pt>
                <c:pt idx="80">
                  <c:v>103.37373075663281</c:v>
                </c:pt>
                <c:pt idx="81">
                  <c:v>102.82110389409735</c:v>
                </c:pt>
                <c:pt idx="82">
                  <c:v>102.95113374410569</c:v>
                </c:pt>
                <c:pt idx="83">
                  <c:v>102.91862628160359</c:v>
                </c:pt>
                <c:pt idx="84">
                  <c:v>102.69107404408899</c:v>
                </c:pt>
                <c:pt idx="85">
                  <c:v>101.97590986904311</c:v>
                </c:pt>
                <c:pt idx="86">
                  <c:v>102.23596956905979</c:v>
                </c:pt>
                <c:pt idx="87">
                  <c:v>102.36599941906812</c:v>
                </c:pt>
                <c:pt idx="88">
                  <c:v>101.91089494403893</c:v>
                </c:pt>
                <c:pt idx="89">
                  <c:v>102.17095464405561</c:v>
                </c:pt>
                <c:pt idx="90">
                  <c:v>103.17868598162026</c:v>
                </c:pt>
                <c:pt idx="91">
                  <c:v>103.21119344412236</c:v>
                </c:pt>
                <c:pt idx="92">
                  <c:v>103.53626806914322</c:v>
                </c:pt>
                <c:pt idx="93">
                  <c:v>103.17868598162026</c:v>
                </c:pt>
                <c:pt idx="94">
                  <c:v>102.78859643159524</c:v>
                </c:pt>
                <c:pt idx="95">
                  <c:v>102.4310143440723</c:v>
                </c:pt>
                <c:pt idx="96">
                  <c:v>102.4310143440723</c:v>
                </c:pt>
                <c:pt idx="97">
                  <c:v>101.55331285651597</c:v>
                </c:pt>
                <c:pt idx="98">
                  <c:v>101.61832778152016</c:v>
                </c:pt>
                <c:pt idx="99">
                  <c:v>101.03319345648262</c:v>
                </c:pt>
                <c:pt idx="100">
                  <c:v>101.71585016902642</c:v>
                </c:pt>
                <c:pt idx="101">
                  <c:v>101.97590986904312</c:v>
                </c:pt>
                <c:pt idx="102">
                  <c:v>102.36599941906815</c:v>
                </c:pt>
                <c:pt idx="103">
                  <c:v>102.36599941906815</c:v>
                </c:pt>
                <c:pt idx="104">
                  <c:v>103.01614866910987</c:v>
                </c:pt>
                <c:pt idx="105">
                  <c:v>103.08116359411403</c:v>
                </c:pt>
                <c:pt idx="106">
                  <c:v>103.24370090662447</c:v>
                </c:pt>
                <c:pt idx="107">
                  <c:v>103.43874568163697</c:v>
                </c:pt>
                <c:pt idx="108">
                  <c:v>103.6012829941474</c:v>
                </c:pt>
                <c:pt idx="109">
                  <c:v>103.82883523166198</c:v>
                </c:pt>
                <c:pt idx="110">
                  <c:v>103.37373075663278</c:v>
                </c:pt>
                <c:pt idx="111">
                  <c:v>103.50376060664112</c:v>
                </c:pt>
                <c:pt idx="112">
                  <c:v>102.69107404408898</c:v>
                </c:pt>
                <c:pt idx="113">
                  <c:v>102.36599941906812</c:v>
                </c:pt>
                <c:pt idx="114">
                  <c:v>102.69107404408896</c:v>
                </c:pt>
                <c:pt idx="115">
                  <c:v>102.72358150659105</c:v>
                </c:pt>
                <c:pt idx="116">
                  <c:v>103.56877553164529</c:v>
                </c:pt>
                <c:pt idx="117">
                  <c:v>103.99137254417239</c:v>
                </c:pt>
                <c:pt idx="118">
                  <c:v>104.83656656922662</c:v>
                </c:pt>
                <c:pt idx="119">
                  <c:v>105.06411880674122</c:v>
                </c:pt>
                <c:pt idx="120">
                  <c:v>104.80405910672454</c:v>
                </c:pt>
                <c:pt idx="121">
                  <c:v>104.54399940670784</c:v>
                </c:pt>
                <c:pt idx="122">
                  <c:v>104.54399940670784</c:v>
                </c:pt>
                <c:pt idx="123">
                  <c:v>104.57650686920995</c:v>
                </c:pt>
                <c:pt idx="124">
                  <c:v>104.31644716919327</c:v>
                </c:pt>
                <c:pt idx="125">
                  <c:v>104.4139695566995</c:v>
                </c:pt>
                <c:pt idx="126">
                  <c:v>104.77155164422243</c:v>
                </c:pt>
                <c:pt idx="127">
                  <c:v>104.96659641923495</c:v>
                </c:pt>
                <c:pt idx="128">
                  <c:v>105.19414865674956</c:v>
                </c:pt>
                <c:pt idx="129">
                  <c:v>105.29167104425582</c:v>
                </c:pt>
                <c:pt idx="130">
                  <c:v>105.09662626924329</c:v>
                </c:pt>
                <c:pt idx="131">
                  <c:v>105.32417850675789</c:v>
                </c:pt>
                <c:pt idx="132">
                  <c:v>105.32417850675789</c:v>
                </c:pt>
                <c:pt idx="133">
                  <c:v>105.90931283179543</c:v>
                </c:pt>
                <c:pt idx="134">
                  <c:v>105.74677551928501</c:v>
                </c:pt>
                <c:pt idx="135">
                  <c:v>105.22665611925161</c:v>
                </c:pt>
                <c:pt idx="136">
                  <c:v>105.51922328177039</c:v>
                </c:pt>
                <c:pt idx="137">
                  <c:v>105.87680536929335</c:v>
                </c:pt>
                <c:pt idx="138">
                  <c:v>105.32417850675789</c:v>
                </c:pt>
                <c:pt idx="139">
                  <c:v>105.58423820677457</c:v>
                </c:pt>
                <c:pt idx="140">
                  <c:v>105.84429790679128</c:v>
                </c:pt>
                <c:pt idx="141">
                  <c:v>105.5517307442725</c:v>
                </c:pt>
                <c:pt idx="142">
                  <c:v>105.06411880674122</c:v>
                </c:pt>
                <c:pt idx="143">
                  <c:v>105.03161134423914</c:v>
                </c:pt>
                <c:pt idx="144">
                  <c:v>105.19414865674956</c:v>
                </c:pt>
                <c:pt idx="145">
                  <c:v>105.16164119424748</c:v>
                </c:pt>
                <c:pt idx="146">
                  <c:v>104.25143224418908</c:v>
                </c:pt>
                <c:pt idx="147">
                  <c:v>104.31644716919327</c:v>
                </c:pt>
                <c:pt idx="148">
                  <c:v>104.80405910672455</c:v>
                </c:pt>
                <c:pt idx="149">
                  <c:v>105.0966262692433</c:v>
                </c:pt>
                <c:pt idx="150">
                  <c:v>104.9015814942308</c:v>
                </c:pt>
                <c:pt idx="151">
                  <c:v>105.6167456692767</c:v>
                </c:pt>
                <c:pt idx="152">
                  <c:v>105.48671581926835</c:v>
                </c:pt>
                <c:pt idx="153">
                  <c:v>105.68176059428086</c:v>
                </c:pt>
                <c:pt idx="154">
                  <c:v>106.23438745681632</c:v>
                </c:pt>
                <c:pt idx="155">
                  <c:v>106.52695461933511</c:v>
                </c:pt>
                <c:pt idx="156">
                  <c:v>106.46193969433092</c:v>
                </c:pt>
                <c:pt idx="157">
                  <c:v>106.88453670685806</c:v>
                </c:pt>
                <c:pt idx="158">
                  <c:v>106.75450685684972</c:v>
                </c:pt>
                <c:pt idx="159">
                  <c:v>106.52695461933511</c:v>
                </c:pt>
                <c:pt idx="160">
                  <c:v>106.59196954433928</c:v>
                </c:pt>
                <c:pt idx="161">
                  <c:v>106.75450685684972</c:v>
                </c:pt>
                <c:pt idx="162">
                  <c:v>106.68949193184552</c:v>
                </c:pt>
                <c:pt idx="163">
                  <c:v>106.62447700684133</c:v>
                </c:pt>
                <c:pt idx="164">
                  <c:v>106.42943223182883</c:v>
                </c:pt>
                <c:pt idx="165">
                  <c:v>107.17710386937679</c:v>
                </c:pt>
                <c:pt idx="166">
                  <c:v>106.81952178185385</c:v>
                </c:pt>
                <c:pt idx="167">
                  <c:v>106.81952178185385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581-47B5-B776-978B501279C8}"/>
            </c:ext>
          </c:extLst>
        </c:ser>
        <c:ser>
          <c:idx val="4"/>
          <c:order val="4"/>
          <c:tx>
            <c:strRef>
              <c:f>RF!$H$58</c:f>
              <c:strCache>
                <c:ptCount val="1"/>
                <c:pt idx="0">
                  <c:v>PCLCIUS LX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RF!$I$58:$FT$58</c:f>
              <c:numCache>
                <c:formatCode>General</c:formatCode>
                <c:ptCount val="168"/>
                <c:pt idx="0">
                  <c:v>100</c:v>
                </c:pt>
                <c:pt idx="1">
                  <c:v>100</c:v>
                </c:pt>
                <c:pt idx="2">
                  <c:v>100.12896373843121</c:v>
                </c:pt>
                <c:pt idx="3">
                  <c:v>100.07586102260657</c:v>
                </c:pt>
                <c:pt idx="4">
                  <c:v>99.901380670611445</c:v>
                </c:pt>
                <c:pt idx="5">
                  <c:v>100.11379153390989</c:v>
                </c:pt>
                <c:pt idx="6">
                  <c:v>100.12137763617054</c:v>
                </c:pt>
                <c:pt idx="7">
                  <c:v>100.27309968138373</c:v>
                </c:pt>
                <c:pt idx="8">
                  <c:v>100.25792747686241</c:v>
                </c:pt>
                <c:pt idx="9">
                  <c:v>100.32620239720835</c:v>
                </c:pt>
                <c:pt idx="10">
                  <c:v>100.43999393111824</c:v>
                </c:pt>
                <c:pt idx="11">
                  <c:v>100.4855105446822</c:v>
                </c:pt>
                <c:pt idx="12">
                  <c:v>100.59930207859209</c:v>
                </c:pt>
                <c:pt idx="13">
                  <c:v>100.67516310119866</c:v>
                </c:pt>
                <c:pt idx="14">
                  <c:v>100.65999089667733</c:v>
                </c:pt>
                <c:pt idx="15">
                  <c:v>100.67516310119865</c:v>
                </c:pt>
                <c:pt idx="16">
                  <c:v>100.71309361250192</c:v>
                </c:pt>
                <c:pt idx="17">
                  <c:v>100.84964345319378</c:v>
                </c:pt>
                <c:pt idx="18">
                  <c:v>100.83447124867246</c:v>
                </c:pt>
                <c:pt idx="19">
                  <c:v>101.00895160066761</c:v>
                </c:pt>
                <c:pt idx="20">
                  <c:v>101.00895160066761</c:v>
                </c:pt>
                <c:pt idx="21">
                  <c:v>100.96343498710367</c:v>
                </c:pt>
                <c:pt idx="22">
                  <c:v>100.94826278258233</c:v>
                </c:pt>
                <c:pt idx="23">
                  <c:v>101.1379153390988</c:v>
                </c:pt>
                <c:pt idx="24">
                  <c:v>101.12274313457749</c:v>
                </c:pt>
                <c:pt idx="25">
                  <c:v>101.09998482779552</c:v>
                </c:pt>
                <c:pt idx="26">
                  <c:v>101.16825974814145</c:v>
                </c:pt>
                <c:pt idx="27">
                  <c:v>101.41101502048252</c:v>
                </c:pt>
                <c:pt idx="28">
                  <c:v>101.6689424973449</c:v>
                </c:pt>
                <c:pt idx="29">
                  <c:v>101.74480351995149</c:v>
                </c:pt>
                <c:pt idx="30">
                  <c:v>101.91928387194663</c:v>
                </c:pt>
                <c:pt idx="31">
                  <c:v>101.7979062357761</c:v>
                </c:pt>
                <c:pt idx="32">
                  <c:v>101.7979062357761</c:v>
                </c:pt>
                <c:pt idx="33">
                  <c:v>101.7979062357761</c:v>
                </c:pt>
                <c:pt idx="34">
                  <c:v>101.7979062357761</c:v>
                </c:pt>
                <c:pt idx="35">
                  <c:v>101.7979062357761</c:v>
                </c:pt>
                <c:pt idx="36">
                  <c:v>101.7979062357761</c:v>
                </c:pt>
                <c:pt idx="37">
                  <c:v>101.7979062357761</c:v>
                </c:pt>
                <c:pt idx="38">
                  <c:v>102.26065847367629</c:v>
                </c:pt>
                <c:pt idx="39">
                  <c:v>102.47306933697472</c:v>
                </c:pt>
                <c:pt idx="40">
                  <c:v>102.82961614322568</c:v>
                </c:pt>
                <c:pt idx="41">
                  <c:v>102.60961917766656</c:v>
                </c:pt>
                <c:pt idx="42">
                  <c:v>102.24548626915497</c:v>
                </c:pt>
                <c:pt idx="43">
                  <c:v>102.04066150811718</c:v>
                </c:pt>
                <c:pt idx="44">
                  <c:v>101.89652556516468</c:v>
                </c:pt>
                <c:pt idx="45">
                  <c:v>102.06341981489916</c:v>
                </c:pt>
                <c:pt idx="46">
                  <c:v>102.08617812168114</c:v>
                </c:pt>
                <c:pt idx="47">
                  <c:v>101.70687300864822</c:v>
                </c:pt>
                <c:pt idx="48">
                  <c:v>102.39720831436814</c:v>
                </c:pt>
                <c:pt idx="49">
                  <c:v>102.4275527234108</c:v>
                </c:pt>
                <c:pt idx="50">
                  <c:v>102.35927780306487</c:v>
                </c:pt>
                <c:pt idx="51">
                  <c:v>101.96480048551062</c:v>
                </c:pt>
                <c:pt idx="52">
                  <c:v>101.96480048551062</c:v>
                </c:pt>
                <c:pt idx="53">
                  <c:v>102.16203914428773</c:v>
                </c:pt>
                <c:pt idx="54">
                  <c:v>102.39720831436814</c:v>
                </c:pt>
                <c:pt idx="55">
                  <c:v>102.03307540585655</c:v>
                </c:pt>
                <c:pt idx="56">
                  <c:v>102.29858898497959</c:v>
                </c:pt>
                <c:pt idx="57">
                  <c:v>101.91169776968601</c:v>
                </c:pt>
                <c:pt idx="58">
                  <c:v>102.17721134880907</c:v>
                </c:pt>
                <c:pt idx="59">
                  <c:v>102.07859201942051</c:v>
                </c:pt>
                <c:pt idx="60">
                  <c:v>102.01031709907458</c:v>
                </c:pt>
                <c:pt idx="61">
                  <c:v>101.90411166742537</c:v>
                </c:pt>
                <c:pt idx="62">
                  <c:v>101.93445607646801</c:v>
                </c:pt>
                <c:pt idx="63">
                  <c:v>102.04066150811722</c:v>
                </c:pt>
                <c:pt idx="64">
                  <c:v>102.48824154149607</c:v>
                </c:pt>
                <c:pt idx="65">
                  <c:v>102.22272796237301</c:v>
                </c:pt>
                <c:pt idx="66">
                  <c:v>102.22272796237301</c:v>
                </c:pt>
                <c:pt idx="67">
                  <c:v>102.22272796237301</c:v>
                </c:pt>
                <c:pt idx="68">
                  <c:v>102.22272796237301</c:v>
                </c:pt>
                <c:pt idx="69">
                  <c:v>103.31512668790783</c:v>
                </c:pt>
                <c:pt idx="70">
                  <c:v>103.14064633591269</c:v>
                </c:pt>
                <c:pt idx="71">
                  <c:v>103.27719617660452</c:v>
                </c:pt>
                <c:pt idx="72">
                  <c:v>103.2999544833865</c:v>
                </c:pt>
                <c:pt idx="73">
                  <c:v>103.60339857381284</c:v>
                </c:pt>
                <c:pt idx="74">
                  <c:v>103.60339857381284</c:v>
                </c:pt>
                <c:pt idx="75">
                  <c:v>103.58822636929153</c:v>
                </c:pt>
                <c:pt idx="76">
                  <c:v>103.64132908511614</c:v>
                </c:pt>
                <c:pt idx="77">
                  <c:v>103.68684569868009</c:v>
                </c:pt>
                <c:pt idx="78">
                  <c:v>103.75512061902602</c:v>
                </c:pt>
                <c:pt idx="79">
                  <c:v>103.70960400546205</c:v>
                </c:pt>
                <c:pt idx="80">
                  <c:v>103.41374601729636</c:v>
                </c:pt>
                <c:pt idx="81">
                  <c:v>103.49719314216362</c:v>
                </c:pt>
                <c:pt idx="82">
                  <c:v>103.61857077833415</c:v>
                </c:pt>
                <c:pt idx="83">
                  <c:v>103.45167652859966</c:v>
                </c:pt>
                <c:pt idx="84">
                  <c:v>103.51995144894559</c:v>
                </c:pt>
                <c:pt idx="85">
                  <c:v>103.51995144894559</c:v>
                </c:pt>
                <c:pt idx="86">
                  <c:v>103.51995144894559</c:v>
                </c:pt>
                <c:pt idx="87">
                  <c:v>103.51995144894559</c:v>
                </c:pt>
                <c:pt idx="88">
                  <c:v>103.51995144894559</c:v>
                </c:pt>
                <c:pt idx="89">
                  <c:v>103.79305113032929</c:v>
                </c:pt>
                <c:pt idx="90">
                  <c:v>104.00546199362773</c:v>
                </c:pt>
                <c:pt idx="91">
                  <c:v>104.00546199362773</c:v>
                </c:pt>
                <c:pt idx="92">
                  <c:v>104.13442573205894</c:v>
                </c:pt>
                <c:pt idx="93">
                  <c:v>104.17994234562289</c:v>
                </c:pt>
                <c:pt idx="94">
                  <c:v>104.25580336822948</c:v>
                </c:pt>
                <c:pt idx="95">
                  <c:v>104.25580336822948</c:v>
                </c:pt>
                <c:pt idx="96">
                  <c:v>104.03580640267037</c:v>
                </c:pt>
                <c:pt idx="97">
                  <c:v>104.14959793658026</c:v>
                </c:pt>
                <c:pt idx="98">
                  <c:v>104.11166742527699</c:v>
                </c:pt>
                <c:pt idx="99">
                  <c:v>104.11166742527699</c:v>
                </c:pt>
                <c:pt idx="100">
                  <c:v>104.26338947049015</c:v>
                </c:pt>
                <c:pt idx="101">
                  <c:v>104.29373387953278</c:v>
                </c:pt>
                <c:pt idx="102">
                  <c:v>104.29373387953278</c:v>
                </c:pt>
                <c:pt idx="103">
                  <c:v>104.48338643604923</c:v>
                </c:pt>
                <c:pt idx="104">
                  <c:v>104.62752237900175</c:v>
                </c:pt>
                <c:pt idx="105">
                  <c:v>104.71096950386901</c:v>
                </c:pt>
                <c:pt idx="106">
                  <c:v>104.92338036716744</c:v>
                </c:pt>
                <c:pt idx="107">
                  <c:v>105.02958579881664</c:v>
                </c:pt>
                <c:pt idx="108">
                  <c:v>105.06751631011994</c:v>
                </c:pt>
                <c:pt idx="109">
                  <c:v>104.9082081626461</c:v>
                </c:pt>
                <c:pt idx="110">
                  <c:v>104.8551054468215</c:v>
                </c:pt>
                <c:pt idx="111">
                  <c:v>104.94613867394941</c:v>
                </c:pt>
                <c:pt idx="112">
                  <c:v>104.55166135639516</c:v>
                </c:pt>
                <c:pt idx="113">
                  <c:v>104.83234714003952</c:v>
                </c:pt>
                <c:pt idx="114">
                  <c:v>104.67303899256568</c:v>
                </c:pt>
                <c:pt idx="115">
                  <c:v>104.61993627674107</c:v>
                </c:pt>
                <c:pt idx="116">
                  <c:v>104.87786375360346</c:v>
                </c:pt>
                <c:pt idx="117">
                  <c:v>104.97648308299202</c:v>
                </c:pt>
                <c:pt idx="118">
                  <c:v>104.99165528751334</c:v>
                </c:pt>
                <c:pt idx="119">
                  <c:v>105.08268851464123</c:v>
                </c:pt>
                <c:pt idx="120">
                  <c:v>104.99924138977399</c:v>
                </c:pt>
                <c:pt idx="121">
                  <c:v>104.99924138977399</c:v>
                </c:pt>
                <c:pt idx="122">
                  <c:v>104.79441662873619</c:v>
                </c:pt>
                <c:pt idx="123">
                  <c:v>104.79441662873619</c:v>
                </c:pt>
                <c:pt idx="124">
                  <c:v>104.29373387953272</c:v>
                </c:pt>
                <c:pt idx="125">
                  <c:v>104.42269761796393</c:v>
                </c:pt>
                <c:pt idx="126">
                  <c:v>104.43786982248523</c:v>
                </c:pt>
                <c:pt idx="127">
                  <c:v>104.60476407221971</c:v>
                </c:pt>
                <c:pt idx="128">
                  <c:v>104.71855560612958</c:v>
                </c:pt>
                <c:pt idx="129">
                  <c:v>104.71855560612958</c:v>
                </c:pt>
                <c:pt idx="130">
                  <c:v>104.63510848126235</c:v>
                </c:pt>
                <c:pt idx="131">
                  <c:v>104.7337278106509</c:v>
                </c:pt>
                <c:pt idx="132">
                  <c:v>104.56683356091642</c:v>
                </c:pt>
                <c:pt idx="133">
                  <c:v>104.5516613563951</c:v>
                </c:pt>
                <c:pt idx="134">
                  <c:v>104.49097253830985</c:v>
                </c:pt>
                <c:pt idx="135">
                  <c:v>104.58200576543777</c:v>
                </c:pt>
                <c:pt idx="136">
                  <c:v>104.82476103777884</c:v>
                </c:pt>
                <c:pt idx="137">
                  <c:v>104.80958883325752</c:v>
                </c:pt>
                <c:pt idx="138">
                  <c:v>104.85510544682148</c:v>
                </c:pt>
                <c:pt idx="139">
                  <c:v>104.98406918525266</c:v>
                </c:pt>
                <c:pt idx="140">
                  <c:v>105.05234410559859</c:v>
                </c:pt>
                <c:pt idx="141">
                  <c:v>104.92338036716741</c:v>
                </c:pt>
                <c:pt idx="142">
                  <c:v>105.09027461690191</c:v>
                </c:pt>
                <c:pt idx="143">
                  <c:v>105.09786071916257</c:v>
                </c:pt>
                <c:pt idx="144">
                  <c:v>105.09786071916257</c:v>
                </c:pt>
                <c:pt idx="145">
                  <c:v>105.09027461690191</c:v>
                </c:pt>
                <c:pt idx="146">
                  <c:v>105.02958579881664</c:v>
                </c:pt>
                <c:pt idx="147">
                  <c:v>105.14337733272653</c:v>
                </c:pt>
                <c:pt idx="148">
                  <c:v>105.14337733272653</c:v>
                </c:pt>
                <c:pt idx="149">
                  <c:v>105.17372174176916</c:v>
                </c:pt>
                <c:pt idx="150">
                  <c:v>105.34820209376433</c:v>
                </c:pt>
                <c:pt idx="151">
                  <c:v>105.52268244575946</c:v>
                </c:pt>
                <c:pt idx="152">
                  <c:v>105.43164921863155</c:v>
                </c:pt>
                <c:pt idx="153">
                  <c:v>105.4619936276742</c:v>
                </c:pt>
                <c:pt idx="154">
                  <c:v>105.52268244575946</c:v>
                </c:pt>
                <c:pt idx="155">
                  <c:v>105.52268244575946</c:v>
                </c:pt>
                <c:pt idx="156">
                  <c:v>105.56061295706277</c:v>
                </c:pt>
                <c:pt idx="157">
                  <c:v>105.67440449097266</c:v>
                </c:pt>
                <c:pt idx="158">
                  <c:v>105.66681838871199</c:v>
                </c:pt>
                <c:pt idx="159">
                  <c:v>105.66681838871199</c:v>
                </c:pt>
                <c:pt idx="160">
                  <c:v>105.69716279775463</c:v>
                </c:pt>
                <c:pt idx="161">
                  <c:v>105.7730238203612</c:v>
                </c:pt>
                <c:pt idx="162">
                  <c:v>105.87164314974977</c:v>
                </c:pt>
                <c:pt idx="163">
                  <c:v>105.87164314974977</c:v>
                </c:pt>
                <c:pt idx="164">
                  <c:v>105.92474586557438</c:v>
                </c:pt>
                <c:pt idx="165">
                  <c:v>106.12957062661216</c:v>
                </c:pt>
                <c:pt idx="166">
                  <c:v>106.30405097860731</c:v>
                </c:pt>
                <c:pt idx="167">
                  <c:v>106.30405097860731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C581-47B5-B776-978B501279C8}"/>
            </c:ext>
          </c:extLst>
        </c:ser>
        <c:ser>
          <c:idx val="5"/>
          <c:order val="5"/>
          <c:tx>
            <c:strRef>
              <c:f>RF!$H$59</c:f>
              <c:strCache>
                <c:ptCount val="1"/>
                <c:pt idx="0">
                  <c:v>IEML LN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RF!$I$59:$FT$59</c:f>
              <c:numCache>
                <c:formatCode>General</c:formatCode>
                <c:ptCount val="168"/>
                <c:pt idx="0">
                  <c:v>100</c:v>
                </c:pt>
                <c:pt idx="1">
                  <c:v>100</c:v>
                </c:pt>
                <c:pt idx="2">
                  <c:v>100.1257071024513</c:v>
                </c:pt>
                <c:pt idx="3">
                  <c:v>100.27236538864447</c:v>
                </c:pt>
                <c:pt idx="4">
                  <c:v>100.16760946993507</c:v>
                </c:pt>
                <c:pt idx="5">
                  <c:v>99.979048816258143</c:v>
                </c:pt>
                <c:pt idx="6">
                  <c:v>99.958097632516271</c:v>
                </c:pt>
                <c:pt idx="7">
                  <c:v>100.23046302116074</c:v>
                </c:pt>
                <c:pt idx="8">
                  <c:v>100.25141420490262</c:v>
                </c:pt>
                <c:pt idx="9">
                  <c:v>100.41902367483766</c:v>
                </c:pt>
                <c:pt idx="10">
                  <c:v>100.40435980785543</c:v>
                </c:pt>
                <c:pt idx="11">
                  <c:v>100.1455856846393</c:v>
                </c:pt>
                <c:pt idx="12">
                  <c:v>100.23184372571134</c:v>
                </c:pt>
                <c:pt idx="13">
                  <c:v>100.27497274624737</c:v>
                </c:pt>
                <c:pt idx="14">
                  <c:v>100.59844040026752</c:v>
                </c:pt>
                <c:pt idx="15">
                  <c:v>101.07285962616373</c:v>
                </c:pt>
                <c:pt idx="16">
                  <c:v>101.35319825964788</c:v>
                </c:pt>
                <c:pt idx="17">
                  <c:v>101.97856905742019</c:v>
                </c:pt>
                <c:pt idx="18">
                  <c:v>102.4098592627804</c:v>
                </c:pt>
                <c:pt idx="19">
                  <c:v>102.2373431806363</c:v>
                </c:pt>
                <c:pt idx="20">
                  <c:v>102.38829475251237</c:v>
                </c:pt>
                <c:pt idx="21">
                  <c:v>101.95700454715217</c:v>
                </c:pt>
                <c:pt idx="22">
                  <c:v>101.63353689313202</c:v>
                </c:pt>
                <c:pt idx="23">
                  <c:v>102.40985926278037</c:v>
                </c:pt>
                <c:pt idx="24">
                  <c:v>102.0432625882242</c:v>
                </c:pt>
                <c:pt idx="25">
                  <c:v>101.84918199581209</c:v>
                </c:pt>
                <c:pt idx="26">
                  <c:v>102.25890769090429</c:v>
                </c:pt>
                <c:pt idx="27">
                  <c:v>102.62550436546047</c:v>
                </c:pt>
                <c:pt idx="28">
                  <c:v>102.81958495787255</c:v>
                </c:pt>
                <c:pt idx="29">
                  <c:v>102.77645593733652</c:v>
                </c:pt>
                <c:pt idx="30">
                  <c:v>102.90584299894459</c:v>
                </c:pt>
                <c:pt idx="31">
                  <c:v>102.9274075092126</c:v>
                </c:pt>
                <c:pt idx="32">
                  <c:v>103.04601231568665</c:v>
                </c:pt>
                <c:pt idx="33">
                  <c:v>102.97053652974863</c:v>
                </c:pt>
                <c:pt idx="34">
                  <c:v>103.07835908108866</c:v>
                </c:pt>
                <c:pt idx="35">
                  <c:v>102.51768181412041</c:v>
                </c:pt>
                <c:pt idx="36">
                  <c:v>102.69019789626448</c:v>
                </c:pt>
                <c:pt idx="37">
                  <c:v>103.03523006055265</c:v>
                </c:pt>
                <c:pt idx="38">
                  <c:v>103.12148810162469</c:v>
                </c:pt>
                <c:pt idx="39">
                  <c:v>103.40182673510883</c:v>
                </c:pt>
                <c:pt idx="40">
                  <c:v>103.16461712216071</c:v>
                </c:pt>
                <c:pt idx="41">
                  <c:v>103.38026222484081</c:v>
                </c:pt>
                <c:pt idx="42">
                  <c:v>101.56884336232797</c:v>
                </c:pt>
                <c:pt idx="43">
                  <c:v>99.822118030619137</c:v>
                </c:pt>
                <c:pt idx="44">
                  <c:v>100.92190805428764</c:v>
                </c:pt>
                <c:pt idx="45">
                  <c:v>100.05932764356724</c:v>
                </c:pt>
                <c:pt idx="46">
                  <c:v>99.412392335526945</c:v>
                </c:pt>
                <c:pt idx="47">
                  <c:v>98.700763496682612</c:v>
                </c:pt>
                <c:pt idx="48">
                  <c:v>100.98660158509168</c:v>
                </c:pt>
                <c:pt idx="49">
                  <c:v>100.4043598078554</c:v>
                </c:pt>
                <c:pt idx="50">
                  <c:v>99.110489191774789</c:v>
                </c:pt>
                <c:pt idx="51">
                  <c:v>98.140086229714328</c:v>
                </c:pt>
                <c:pt idx="52">
                  <c:v>98.506682904270505</c:v>
                </c:pt>
                <c:pt idx="53">
                  <c:v>99.024231150702761</c:v>
                </c:pt>
                <c:pt idx="54">
                  <c:v>98.571376435074541</c:v>
                </c:pt>
                <c:pt idx="55">
                  <c:v>98.377295842662434</c:v>
                </c:pt>
                <c:pt idx="56">
                  <c:v>97.16968326765388</c:v>
                </c:pt>
                <c:pt idx="57">
                  <c:v>98.398860352930456</c:v>
                </c:pt>
                <c:pt idx="58">
                  <c:v>97.881312106498214</c:v>
                </c:pt>
                <c:pt idx="59">
                  <c:v>98.592940945342548</c:v>
                </c:pt>
                <c:pt idx="60">
                  <c:v>97.924441127034228</c:v>
                </c:pt>
                <c:pt idx="61">
                  <c:v>97.148118757385859</c:v>
                </c:pt>
                <c:pt idx="62">
                  <c:v>96.910909144437753</c:v>
                </c:pt>
                <c:pt idx="63">
                  <c:v>97.363763860065973</c:v>
                </c:pt>
                <c:pt idx="64">
                  <c:v>98.549811924806548</c:v>
                </c:pt>
                <c:pt idx="65">
                  <c:v>98.765457027486647</c:v>
                </c:pt>
                <c:pt idx="66">
                  <c:v>98.765457027486647</c:v>
                </c:pt>
                <c:pt idx="67">
                  <c:v>98.765457027486647</c:v>
                </c:pt>
                <c:pt idx="68">
                  <c:v>98.291037801590434</c:v>
                </c:pt>
                <c:pt idx="69">
                  <c:v>100.94347256455569</c:v>
                </c:pt>
                <c:pt idx="70">
                  <c:v>100.77095648241161</c:v>
                </c:pt>
                <c:pt idx="71">
                  <c:v>101.24537570830785</c:v>
                </c:pt>
                <c:pt idx="72">
                  <c:v>100.83565001321564</c:v>
                </c:pt>
                <c:pt idx="73">
                  <c:v>101.82761748554411</c:v>
                </c:pt>
                <c:pt idx="74">
                  <c:v>101.82761748554411</c:v>
                </c:pt>
                <c:pt idx="75">
                  <c:v>101.69394760595895</c:v>
                </c:pt>
                <c:pt idx="76">
                  <c:v>102.57852769144894</c:v>
                </c:pt>
                <c:pt idx="77">
                  <c:v>102.17446024499056</c:v>
                </c:pt>
                <c:pt idx="78">
                  <c:v>101.69394760595897</c:v>
                </c:pt>
                <c:pt idx="79">
                  <c:v>101.54105722081255</c:v>
                </c:pt>
                <c:pt idx="80">
                  <c:v>101.43184980285082</c:v>
                </c:pt>
                <c:pt idx="81">
                  <c:v>100.77660529508047</c:v>
                </c:pt>
                <c:pt idx="82">
                  <c:v>100.62371490993405</c:v>
                </c:pt>
                <c:pt idx="83">
                  <c:v>100.47082452478764</c:v>
                </c:pt>
                <c:pt idx="84">
                  <c:v>100.1650437544948</c:v>
                </c:pt>
                <c:pt idx="85">
                  <c:v>100.09951930371777</c:v>
                </c:pt>
                <c:pt idx="86">
                  <c:v>100.77660529508047</c:v>
                </c:pt>
                <c:pt idx="87">
                  <c:v>100.77660529508047</c:v>
                </c:pt>
                <c:pt idx="88">
                  <c:v>100.23056820527184</c:v>
                </c:pt>
                <c:pt idx="89">
                  <c:v>101.14791051615033</c:v>
                </c:pt>
                <c:pt idx="90">
                  <c:v>101.43184980285081</c:v>
                </c:pt>
                <c:pt idx="91">
                  <c:v>101.4755327700355</c:v>
                </c:pt>
                <c:pt idx="92">
                  <c:v>101.14791051615032</c:v>
                </c:pt>
                <c:pt idx="93">
                  <c:v>100.55819045915699</c:v>
                </c:pt>
                <c:pt idx="94">
                  <c:v>100.63463565173021</c:v>
                </c:pt>
                <c:pt idx="95">
                  <c:v>100.7547638114881</c:v>
                </c:pt>
                <c:pt idx="96">
                  <c:v>100.01215336934835</c:v>
                </c:pt>
                <c:pt idx="97">
                  <c:v>99.400591828762686</c:v>
                </c:pt>
                <c:pt idx="98">
                  <c:v>98.679822870215304</c:v>
                </c:pt>
                <c:pt idx="99">
                  <c:v>99.7937385334249</c:v>
                </c:pt>
                <c:pt idx="100">
                  <c:v>99.400591828762686</c:v>
                </c:pt>
                <c:pt idx="101">
                  <c:v>99.859262984201933</c:v>
                </c:pt>
                <c:pt idx="102">
                  <c:v>99.859262984201933</c:v>
                </c:pt>
                <c:pt idx="103">
                  <c:v>100.20872672167947</c:v>
                </c:pt>
                <c:pt idx="104">
                  <c:v>100.40530007401057</c:v>
                </c:pt>
                <c:pt idx="105">
                  <c:v>100.64555639352638</c:v>
                </c:pt>
                <c:pt idx="106">
                  <c:v>101.08238606537329</c:v>
                </c:pt>
                <c:pt idx="107">
                  <c:v>100.72200158609959</c:v>
                </c:pt>
                <c:pt idx="108">
                  <c:v>101.10422754896564</c:v>
                </c:pt>
                <c:pt idx="109">
                  <c:v>100.99502013100391</c:v>
                </c:pt>
                <c:pt idx="110">
                  <c:v>100.75476381148812</c:v>
                </c:pt>
                <c:pt idx="111">
                  <c:v>99.597165181093828</c:v>
                </c:pt>
                <c:pt idx="112">
                  <c:v>99.466116279539747</c:v>
                </c:pt>
                <c:pt idx="113">
                  <c:v>99.487957763132087</c:v>
                </c:pt>
                <c:pt idx="114">
                  <c:v>99.924787434978995</c:v>
                </c:pt>
                <c:pt idx="115">
                  <c:v>100.03399485294071</c:v>
                </c:pt>
                <c:pt idx="116">
                  <c:v>101.25711793411205</c:v>
                </c:pt>
                <c:pt idx="117">
                  <c:v>101.84683799110537</c:v>
                </c:pt>
                <c:pt idx="118">
                  <c:v>102.0652528270288</c:v>
                </c:pt>
                <c:pt idx="119">
                  <c:v>102.07617356882498</c:v>
                </c:pt>
                <c:pt idx="120">
                  <c:v>101.03870309818859</c:v>
                </c:pt>
                <c:pt idx="121">
                  <c:v>100.97317864741156</c:v>
                </c:pt>
                <c:pt idx="122">
                  <c:v>101.12606903255798</c:v>
                </c:pt>
                <c:pt idx="123">
                  <c:v>100.26333043066036</c:v>
                </c:pt>
                <c:pt idx="124">
                  <c:v>100.25240968886418</c:v>
                </c:pt>
                <c:pt idx="125">
                  <c:v>100.53634897556468</c:v>
                </c:pt>
                <c:pt idx="126">
                  <c:v>101.14791051615035</c:v>
                </c:pt>
                <c:pt idx="127">
                  <c:v>100.82028826226517</c:v>
                </c:pt>
                <c:pt idx="128">
                  <c:v>100.84212974585753</c:v>
                </c:pt>
                <c:pt idx="129">
                  <c:v>100.64555639352642</c:v>
                </c:pt>
                <c:pt idx="130">
                  <c:v>101.19159348333505</c:v>
                </c:pt>
                <c:pt idx="131">
                  <c:v>101.43184980285085</c:v>
                </c:pt>
                <c:pt idx="132">
                  <c:v>101.16975199974272</c:v>
                </c:pt>
                <c:pt idx="133">
                  <c:v>101.45369128644322</c:v>
                </c:pt>
                <c:pt idx="134">
                  <c:v>100.55819045915706</c:v>
                </c:pt>
                <c:pt idx="135">
                  <c:v>101.25711793411212</c:v>
                </c:pt>
                <c:pt idx="136">
                  <c:v>101.60658167158965</c:v>
                </c:pt>
                <c:pt idx="137">
                  <c:v>100.86397122944992</c:v>
                </c:pt>
                <c:pt idx="138">
                  <c:v>101.1042275489657</c:v>
                </c:pt>
                <c:pt idx="139">
                  <c:v>101.12606903255802</c:v>
                </c:pt>
                <c:pt idx="140">
                  <c:v>101.23274630347686</c:v>
                </c:pt>
                <c:pt idx="141">
                  <c:v>100.75690370497998</c:v>
                </c:pt>
                <c:pt idx="142">
                  <c:v>100.70157317027105</c:v>
                </c:pt>
                <c:pt idx="143">
                  <c:v>100.67944095638747</c:v>
                </c:pt>
                <c:pt idx="144">
                  <c:v>100.61304431473674</c:v>
                </c:pt>
                <c:pt idx="145">
                  <c:v>99.617094689975815</c:v>
                </c:pt>
                <c:pt idx="146">
                  <c:v>100.48025103143527</c:v>
                </c:pt>
                <c:pt idx="147">
                  <c:v>100.32532553425024</c:v>
                </c:pt>
                <c:pt idx="148">
                  <c:v>100.74583759803821</c:v>
                </c:pt>
                <c:pt idx="149">
                  <c:v>100.01547453988019</c:v>
                </c:pt>
                <c:pt idx="150">
                  <c:v>101.38767180066192</c:v>
                </c:pt>
                <c:pt idx="151">
                  <c:v>101.07782080629185</c:v>
                </c:pt>
                <c:pt idx="152">
                  <c:v>101.47620065619621</c:v>
                </c:pt>
                <c:pt idx="153">
                  <c:v>101.91884493386773</c:v>
                </c:pt>
                <c:pt idx="154">
                  <c:v>102.22869592823778</c:v>
                </c:pt>
                <c:pt idx="155">
                  <c:v>102.14016707270348</c:v>
                </c:pt>
                <c:pt idx="156">
                  <c:v>102.47215028095711</c:v>
                </c:pt>
                <c:pt idx="157">
                  <c:v>102.25082814212136</c:v>
                </c:pt>
                <c:pt idx="158">
                  <c:v>102.22869592823777</c:v>
                </c:pt>
                <c:pt idx="159">
                  <c:v>102.26189424906312</c:v>
                </c:pt>
                <c:pt idx="160">
                  <c:v>102.27296035600492</c:v>
                </c:pt>
                <c:pt idx="161">
                  <c:v>102.31722478377205</c:v>
                </c:pt>
                <c:pt idx="162">
                  <c:v>102.45001806707351</c:v>
                </c:pt>
                <c:pt idx="163">
                  <c:v>102.2729603560049</c:v>
                </c:pt>
                <c:pt idx="164">
                  <c:v>102.91479455862861</c:v>
                </c:pt>
                <c:pt idx="165">
                  <c:v>102.62707577814213</c:v>
                </c:pt>
                <c:pt idx="166">
                  <c:v>103.03652173498828</c:v>
                </c:pt>
                <c:pt idx="167">
                  <c:v>103.03652173498828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C581-47B5-B776-978B501279C8}"/>
            </c:ext>
          </c:extLst>
        </c:ser>
        <c:ser>
          <c:idx val="6"/>
          <c:order val="6"/>
          <c:tx>
            <c:strRef>
              <c:f>RF!$H$60</c:f>
              <c:strCache>
                <c:ptCount val="1"/>
                <c:pt idx="0">
                  <c:v>SXGFIUS LX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RF!$I$60:$FT$60</c:f>
              <c:numCache>
                <c:formatCode>General</c:formatCode>
                <c:ptCount val="168"/>
                <c:pt idx="0">
                  <c:v>100</c:v>
                </c:pt>
                <c:pt idx="1">
                  <c:v>100.0337935695665</c:v>
                </c:pt>
                <c:pt idx="2">
                  <c:v>100.10138070869945</c:v>
                </c:pt>
                <c:pt idx="3">
                  <c:v>100.49242058511155</c:v>
                </c:pt>
                <c:pt idx="4">
                  <c:v>100.56966302983491</c:v>
                </c:pt>
                <c:pt idx="5">
                  <c:v>100.70483730810084</c:v>
                </c:pt>
                <c:pt idx="6">
                  <c:v>100.71449261369126</c:v>
                </c:pt>
                <c:pt idx="7">
                  <c:v>101.07173892053689</c:v>
                </c:pt>
                <c:pt idx="8">
                  <c:v>100.99449647581351</c:v>
                </c:pt>
                <c:pt idx="9">
                  <c:v>101.00897943419913</c:v>
                </c:pt>
                <c:pt idx="10">
                  <c:v>101.12967075407941</c:v>
                </c:pt>
                <c:pt idx="11">
                  <c:v>101.00415178140393</c:v>
                </c:pt>
                <c:pt idx="12">
                  <c:v>101.10553249010337</c:v>
                </c:pt>
                <c:pt idx="13">
                  <c:v>101.04277300376563</c:v>
                </c:pt>
                <c:pt idx="14">
                  <c:v>100.95104760065662</c:v>
                </c:pt>
                <c:pt idx="15">
                  <c:v>101.31794921309265</c:v>
                </c:pt>
                <c:pt idx="16">
                  <c:v>101.40001931061123</c:v>
                </c:pt>
                <c:pt idx="17">
                  <c:v>101.65588490875741</c:v>
                </c:pt>
                <c:pt idx="18">
                  <c:v>101.9117505069036</c:v>
                </c:pt>
                <c:pt idx="19">
                  <c:v>102.00830356280782</c:v>
                </c:pt>
                <c:pt idx="20">
                  <c:v>102.03726947957909</c:v>
                </c:pt>
                <c:pt idx="21">
                  <c:v>102.05175243796471</c:v>
                </c:pt>
                <c:pt idx="22">
                  <c:v>102.08071835473596</c:v>
                </c:pt>
                <c:pt idx="23">
                  <c:v>102.25934150815877</c:v>
                </c:pt>
                <c:pt idx="24">
                  <c:v>102.28830742493003</c:v>
                </c:pt>
                <c:pt idx="25">
                  <c:v>102.59727720382352</c:v>
                </c:pt>
                <c:pt idx="26">
                  <c:v>102.73727913488463</c:v>
                </c:pt>
                <c:pt idx="27">
                  <c:v>102.96417881625955</c:v>
                </c:pt>
                <c:pt idx="28">
                  <c:v>102.97866177464519</c:v>
                </c:pt>
                <c:pt idx="29">
                  <c:v>103.39866756782855</c:v>
                </c:pt>
                <c:pt idx="30">
                  <c:v>103.51453123491362</c:v>
                </c:pt>
                <c:pt idx="31">
                  <c:v>103.53384184609448</c:v>
                </c:pt>
                <c:pt idx="32">
                  <c:v>103.85729458337362</c:v>
                </c:pt>
                <c:pt idx="33">
                  <c:v>103.78487979144545</c:v>
                </c:pt>
                <c:pt idx="34">
                  <c:v>103.84281162498797</c:v>
                </c:pt>
                <c:pt idx="35">
                  <c:v>103.89108815294009</c:v>
                </c:pt>
                <c:pt idx="36">
                  <c:v>104.06488365356768</c:v>
                </c:pt>
                <c:pt idx="37">
                  <c:v>103.87177754175923</c:v>
                </c:pt>
                <c:pt idx="38">
                  <c:v>104.2145408902192</c:v>
                </c:pt>
                <c:pt idx="39">
                  <c:v>104.29661098773778</c:v>
                </c:pt>
                <c:pt idx="40">
                  <c:v>104.47040648836538</c:v>
                </c:pt>
                <c:pt idx="41">
                  <c:v>104.58144250265522</c:v>
                </c:pt>
                <c:pt idx="42">
                  <c:v>104.2628174181713</c:v>
                </c:pt>
                <c:pt idx="43">
                  <c:v>103.93453702809694</c:v>
                </c:pt>
                <c:pt idx="44">
                  <c:v>103.29245920633389</c:v>
                </c:pt>
                <c:pt idx="45">
                  <c:v>103.63522255479384</c:v>
                </c:pt>
                <c:pt idx="46">
                  <c:v>103.68832673554117</c:v>
                </c:pt>
                <c:pt idx="47">
                  <c:v>103.15245727527275</c:v>
                </c:pt>
                <c:pt idx="48">
                  <c:v>102.52486241189534</c:v>
                </c:pt>
                <c:pt idx="49">
                  <c:v>103.0800424833446</c:v>
                </c:pt>
                <c:pt idx="50">
                  <c:v>103.33108042869556</c:v>
                </c:pt>
                <c:pt idx="51">
                  <c:v>103.02211064980206</c:v>
                </c:pt>
                <c:pt idx="52">
                  <c:v>102.90624698271699</c:v>
                </c:pt>
                <c:pt idx="53">
                  <c:v>102.90624698271699</c:v>
                </c:pt>
                <c:pt idx="54">
                  <c:v>103.09452544173023</c:v>
                </c:pt>
                <c:pt idx="55">
                  <c:v>103.10900840011585</c:v>
                </c:pt>
                <c:pt idx="56">
                  <c:v>102.8241768851984</c:v>
                </c:pt>
                <c:pt idx="57">
                  <c:v>102.68900260693249</c:v>
                </c:pt>
                <c:pt idx="58">
                  <c:v>102.64072607898038</c:v>
                </c:pt>
                <c:pt idx="59">
                  <c:v>102.73245148208937</c:v>
                </c:pt>
                <c:pt idx="60">
                  <c:v>103.20073380322485</c:v>
                </c:pt>
                <c:pt idx="61">
                  <c:v>102.85314280196965</c:v>
                </c:pt>
                <c:pt idx="62">
                  <c:v>102.26416916095391</c:v>
                </c:pt>
                <c:pt idx="63">
                  <c:v>102.34623925847248</c:v>
                </c:pt>
                <c:pt idx="64">
                  <c:v>102.2641691609539</c:v>
                </c:pt>
                <c:pt idx="65">
                  <c:v>102.60693250941387</c:v>
                </c:pt>
                <c:pt idx="66">
                  <c:v>102.60693250941387</c:v>
                </c:pt>
                <c:pt idx="67">
                  <c:v>102.60693250941387</c:v>
                </c:pt>
                <c:pt idx="68">
                  <c:v>102.45244761996712</c:v>
                </c:pt>
                <c:pt idx="69">
                  <c:v>102.41382639760542</c:v>
                </c:pt>
                <c:pt idx="70">
                  <c:v>103.04142126098284</c:v>
                </c:pt>
                <c:pt idx="71">
                  <c:v>103.28763155353859</c:v>
                </c:pt>
                <c:pt idx="72">
                  <c:v>103.52901419329913</c:v>
                </c:pt>
                <c:pt idx="73">
                  <c:v>103.62073959640813</c:v>
                </c:pt>
                <c:pt idx="74">
                  <c:v>104.08419426474839</c:v>
                </c:pt>
                <c:pt idx="75">
                  <c:v>104.18074732065261</c:v>
                </c:pt>
                <c:pt idx="76">
                  <c:v>104.48006179395567</c:v>
                </c:pt>
                <c:pt idx="77">
                  <c:v>104.74558269769227</c:v>
                </c:pt>
                <c:pt idx="78">
                  <c:v>104.61040841942636</c:v>
                </c:pt>
                <c:pt idx="79">
                  <c:v>104.81799748962044</c:v>
                </c:pt>
                <c:pt idx="80">
                  <c:v>104.74558269769227</c:v>
                </c:pt>
                <c:pt idx="81">
                  <c:v>104.67799555855932</c:v>
                </c:pt>
                <c:pt idx="82">
                  <c:v>104.61040841942636</c:v>
                </c:pt>
                <c:pt idx="83">
                  <c:v>104.67799555855933</c:v>
                </c:pt>
                <c:pt idx="84">
                  <c:v>104.62006372501679</c:v>
                </c:pt>
                <c:pt idx="85">
                  <c:v>104.61523607222156</c:v>
                </c:pt>
                <c:pt idx="86">
                  <c:v>104.61523607222156</c:v>
                </c:pt>
                <c:pt idx="87">
                  <c:v>104.716616780921</c:v>
                </c:pt>
                <c:pt idx="88">
                  <c:v>104.86144636477734</c:v>
                </c:pt>
                <c:pt idx="89">
                  <c:v>104.86144636477734</c:v>
                </c:pt>
                <c:pt idx="90">
                  <c:v>105.17524379646606</c:v>
                </c:pt>
                <c:pt idx="91">
                  <c:v>105.14627787969479</c:v>
                </c:pt>
                <c:pt idx="92">
                  <c:v>105.19455440764689</c:v>
                </c:pt>
                <c:pt idx="93">
                  <c:v>105.21869267162295</c:v>
                </c:pt>
                <c:pt idx="94">
                  <c:v>104.95799942068156</c:v>
                </c:pt>
                <c:pt idx="95">
                  <c:v>104.95799942068156</c:v>
                </c:pt>
                <c:pt idx="96">
                  <c:v>104.91937819831988</c:v>
                </c:pt>
                <c:pt idx="97">
                  <c:v>104.69730616974017</c:v>
                </c:pt>
                <c:pt idx="98">
                  <c:v>104.63937433619763</c:v>
                </c:pt>
                <c:pt idx="99">
                  <c:v>104.72627208651143</c:v>
                </c:pt>
                <c:pt idx="100">
                  <c:v>104.6731679057641</c:v>
                </c:pt>
                <c:pt idx="101">
                  <c:v>104.78903157284917</c:v>
                </c:pt>
                <c:pt idx="102">
                  <c:v>104.78903157284917</c:v>
                </c:pt>
                <c:pt idx="103">
                  <c:v>104.73109973930663</c:v>
                </c:pt>
                <c:pt idx="104">
                  <c:v>104.86144636477732</c:v>
                </c:pt>
                <c:pt idx="105">
                  <c:v>104.97248237906717</c:v>
                </c:pt>
                <c:pt idx="106">
                  <c:v>105.04972482379054</c:v>
                </c:pt>
                <c:pt idx="107">
                  <c:v>105.18972675485165</c:v>
                </c:pt>
                <c:pt idx="108">
                  <c:v>105.6049048952398</c:v>
                </c:pt>
                <c:pt idx="109">
                  <c:v>105.61938785362543</c:v>
                </c:pt>
                <c:pt idx="110">
                  <c:v>105.86559814618117</c:v>
                </c:pt>
                <c:pt idx="111">
                  <c:v>105.68214733996317</c:v>
                </c:pt>
                <c:pt idx="112">
                  <c:v>105.71594090952964</c:v>
                </c:pt>
                <c:pt idx="113">
                  <c:v>105.36352225547924</c:v>
                </c:pt>
                <c:pt idx="114">
                  <c:v>105.18972675485165</c:v>
                </c:pt>
                <c:pt idx="115">
                  <c:v>105.58559428405896</c:v>
                </c:pt>
                <c:pt idx="116">
                  <c:v>105.84145988220514</c:v>
                </c:pt>
                <c:pt idx="117">
                  <c:v>106.11663609153217</c:v>
                </c:pt>
                <c:pt idx="118">
                  <c:v>106.30008689775018</c:v>
                </c:pt>
                <c:pt idx="119">
                  <c:v>106.32905281452145</c:v>
                </c:pt>
                <c:pt idx="120">
                  <c:v>106.31939750893102</c:v>
                </c:pt>
                <c:pt idx="121">
                  <c:v>106.40146760644963</c:v>
                </c:pt>
                <c:pt idx="122">
                  <c:v>106.3918123008592</c:v>
                </c:pt>
                <c:pt idx="123">
                  <c:v>106.3918123008592</c:v>
                </c:pt>
                <c:pt idx="124">
                  <c:v>106.65733320459582</c:v>
                </c:pt>
                <c:pt idx="125">
                  <c:v>108.18802556484404</c:v>
                </c:pt>
                <c:pt idx="126">
                  <c:v>108.2617465653198</c:v>
                </c:pt>
                <c:pt idx="127">
                  <c:v>108.31089389897029</c:v>
                </c:pt>
                <c:pt idx="128">
                  <c:v>108.43867696646159</c:v>
                </c:pt>
                <c:pt idx="129">
                  <c:v>108.52222743366745</c:v>
                </c:pt>
                <c:pt idx="130">
                  <c:v>108.52714216703249</c:v>
                </c:pt>
                <c:pt idx="131">
                  <c:v>108.77779356865005</c:v>
                </c:pt>
                <c:pt idx="132">
                  <c:v>108.69915783480924</c:v>
                </c:pt>
                <c:pt idx="133">
                  <c:v>108.82202616893549</c:v>
                </c:pt>
                <c:pt idx="134">
                  <c:v>108.88591770268116</c:v>
                </c:pt>
                <c:pt idx="135">
                  <c:v>108.95472396979184</c:v>
                </c:pt>
                <c:pt idx="136">
                  <c:v>108.9203208362365</c:v>
                </c:pt>
                <c:pt idx="137">
                  <c:v>108.8908324360462</c:v>
                </c:pt>
                <c:pt idx="138">
                  <c:v>108.82694090230055</c:v>
                </c:pt>
                <c:pt idx="139">
                  <c:v>108.90066190277631</c:v>
                </c:pt>
                <c:pt idx="140">
                  <c:v>108.94489450306173</c:v>
                </c:pt>
                <c:pt idx="141">
                  <c:v>108.95963870315688</c:v>
                </c:pt>
                <c:pt idx="142">
                  <c:v>108.93997976969669</c:v>
                </c:pt>
                <c:pt idx="143">
                  <c:v>108.98912710334719</c:v>
                </c:pt>
                <c:pt idx="144">
                  <c:v>108.98912710334719</c:v>
                </c:pt>
                <c:pt idx="145">
                  <c:v>108.94489450306173</c:v>
                </c:pt>
                <c:pt idx="146">
                  <c:v>108.79253776874519</c:v>
                </c:pt>
                <c:pt idx="147">
                  <c:v>108.77779356865004</c:v>
                </c:pt>
                <c:pt idx="148">
                  <c:v>108.92032083623648</c:v>
                </c:pt>
                <c:pt idx="149">
                  <c:v>108.87608823595103</c:v>
                </c:pt>
                <c:pt idx="150">
                  <c:v>108.90557663614133</c:v>
                </c:pt>
                <c:pt idx="151">
                  <c:v>108.88591770268113</c:v>
                </c:pt>
                <c:pt idx="152">
                  <c:v>108.92032083623647</c:v>
                </c:pt>
                <c:pt idx="153">
                  <c:v>109.20046063804432</c:v>
                </c:pt>
                <c:pt idx="154">
                  <c:v>109.36264683909098</c:v>
                </c:pt>
                <c:pt idx="155">
                  <c:v>109.45111203966188</c:v>
                </c:pt>
                <c:pt idx="156">
                  <c:v>109.43145310620169</c:v>
                </c:pt>
                <c:pt idx="157">
                  <c:v>109.70667817464448</c:v>
                </c:pt>
                <c:pt idx="158">
                  <c:v>109.59363930724834</c:v>
                </c:pt>
                <c:pt idx="159">
                  <c:v>109.63295717416874</c:v>
                </c:pt>
                <c:pt idx="160">
                  <c:v>109.80988757531054</c:v>
                </c:pt>
                <c:pt idx="161">
                  <c:v>110.25221357816503</c:v>
                </c:pt>
                <c:pt idx="162">
                  <c:v>110.07528317702322</c:v>
                </c:pt>
                <c:pt idx="163">
                  <c:v>110.20798097787957</c:v>
                </c:pt>
                <c:pt idx="164">
                  <c:v>110.09985684384847</c:v>
                </c:pt>
                <c:pt idx="165">
                  <c:v>110.12934524403876</c:v>
                </c:pt>
                <c:pt idx="166">
                  <c:v>110.13425997740381</c:v>
                </c:pt>
                <c:pt idx="167">
                  <c:v>110.13425997740381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C581-47B5-B776-978B501279C8}"/>
            </c:ext>
          </c:extLst>
        </c:ser>
        <c:ser>
          <c:idx val="7"/>
          <c:order val="7"/>
          <c:tx>
            <c:strRef>
              <c:f>RF!$H$61</c:f>
              <c:strCache>
                <c:ptCount val="1"/>
                <c:pt idx="0">
                  <c:v>SCHFACU LX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RF!$I$61:$FT$61</c:f>
              <c:numCache>
                <c:formatCode>General</c:formatCode>
                <c:ptCount val="168"/>
                <c:pt idx="0">
                  <c:v>100</c:v>
                </c:pt>
                <c:pt idx="1">
                  <c:v>100</c:v>
                </c:pt>
                <c:pt idx="2">
                  <c:v>100.08950128589153</c:v>
                </c:pt>
                <c:pt idx="3">
                  <c:v>99.994852021353836</c:v>
                </c:pt>
                <c:pt idx="4">
                  <c:v>99.734805557169437</c:v>
                </c:pt>
                <c:pt idx="5">
                  <c:v>99.93292919249545</c:v>
                </c:pt>
                <c:pt idx="6">
                  <c:v>99.946313936975542</c:v>
                </c:pt>
                <c:pt idx="7">
                  <c:v>100.15777709323605</c:v>
                </c:pt>
                <c:pt idx="8">
                  <c:v>100.16277865658414</c:v>
                </c:pt>
                <c:pt idx="9">
                  <c:v>100.25089443439286</c:v>
                </c:pt>
                <c:pt idx="10">
                  <c:v>100.38836387406275</c:v>
                </c:pt>
                <c:pt idx="11">
                  <c:v>100.42197732185791</c:v>
                </c:pt>
                <c:pt idx="12">
                  <c:v>100.4920727611331</c:v>
                </c:pt>
                <c:pt idx="13">
                  <c:v>100.61615566360665</c:v>
                </c:pt>
                <c:pt idx="14">
                  <c:v>100.61718539723714</c:v>
                </c:pt>
                <c:pt idx="15">
                  <c:v>100.68419163562089</c:v>
                </c:pt>
                <c:pt idx="16">
                  <c:v>100.71537785414418</c:v>
                </c:pt>
                <c:pt idx="17">
                  <c:v>100.86461567816247</c:v>
                </c:pt>
                <c:pt idx="18">
                  <c:v>100.88293022630469</c:v>
                </c:pt>
                <c:pt idx="19">
                  <c:v>101.01024943447403</c:v>
                </c:pt>
                <c:pt idx="20">
                  <c:v>101.02473925770302</c:v>
                </c:pt>
                <c:pt idx="21">
                  <c:v>100.97339968098308</c:v>
                </c:pt>
                <c:pt idx="22">
                  <c:v>100.88167983546766</c:v>
                </c:pt>
                <c:pt idx="23">
                  <c:v>101.18280336998261</c:v>
                </c:pt>
                <c:pt idx="24">
                  <c:v>101.16559210787307</c:v>
                </c:pt>
                <c:pt idx="25">
                  <c:v>101.17596299658008</c:v>
                </c:pt>
                <c:pt idx="26">
                  <c:v>101.28231977012884</c:v>
                </c:pt>
                <c:pt idx="27">
                  <c:v>101.52621953574966</c:v>
                </c:pt>
                <c:pt idx="28">
                  <c:v>101.75614434495672</c:v>
                </c:pt>
                <c:pt idx="29">
                  <c:v>101.82844635629728</c:v>
                </c:pt>
                <c:pt idx="30">
                  <c:v>101.99761688130566</c:v>
                </c:pt>
                <c:pt idx="31">
                  <c:v>101.86470769057082</c:v>
                </c:pt>
                <c:pt idx="32">
                  <c:v>101.86470769057082</c:v>
                </c:pt>
                <c:pt idx="33">
                  <c:v>101.86470769057082</c:v>
                </c:pt>
                <c:pt idx="34">
                  <c:v>101.86470769057082</c:v>
                </c:pt>
                <c:pt idx="35">
                  <c:v>101.86470769057082</c:v>
                </c:pt>
                <c:pt idx="36">
                  <c:v>101.86470769057082</c:v>
                </c:pt>
                <c:pt idx="37">
                  <c:v>101.86470769057082</c:v>
                </c:pt>
                <c:pt idx="38">
                  <c:v>102.11846347808343</c:v>
                </c:pt>
                <c:pt idx="39">
                  <c:v>102.48681390818869</c:v>
                </c:pt>
                <c:pt idx="40">
                  <c:v>102.85987169203331</c:v>
                </c:pt>
                <c:pt idx="41">
                  <c:v>102.53616757004983</c:v>
                </c:pt>
                <c:pt idx="42">
                  <c:v>102.21055108560974</c:v>
                </c:pt>
                <c:pt idx="43">
                  <c:v>102.03454018719883</c:v>
                </c:pt>
                <c:pt idx="44">
                  <c:v>101.93377339621557</c:v>
                </c:pt>
                <c:pt idx="45">
                  <c:v>102.03490794920971</c:v>
                </c:pt>
                <c:pt idx="46">
                  <c:v>102.07381716996164</c:v>
                </c:pt>
                <c:pt idx="47">
                  <c:v>101.80402695877434</c:v>
                </c:pt>
                <c:pt idx="48">
                  <c:v>102.24423808580708</c:v>
                </c:pt>
                <c:pt idx="49">
                  <c:v>102.26211131953622</c:v>
                </c:pt>
                <c:pt idx="50">
                  <c:v>102.20510820784861</c:v>
                </c:pt>
                <c:pt idx="51">
                  <c:v>101.89479062306147</c:v>
                </c:pt>
                <c:pt idx="52">
                  <c:v>101.8372726445586</c:v>
                </c:pt>
                <c:pt idx="53">
                  <c:v>102.01056210408895</c:v>
                </c:pt>
                <c:pt idx="54">
                  <c:v>102.26505341562333</c:v>
                </c:pt>
                <c:pt idx="55">
                  <c:v>101.86198625169025</c:v>
                </c:pt>
                <c:pt idx="56">
                  <c:v>102.07514111320084</c:v>
                </c:pt>
                <c:pt idx="57">
                  <c:v>101.86500190017955</c:v>
                </c:pt>
                <c:pt idx="58">
                  <c:v>102.04079214138395</c:v>
                </c:pt>
                <c:pt idx="59">
                  <c:v>101.81954651563382</c:v>
                </c:pt>
                <c:pt idx="60">
                  <c:v>101.80233525352428</c:v>
                </c:pt>
                <c:pt idx="61">
                  <c:v>101.748789104739</c:v>
                </c:pt>
                <c:pt idx="62">
                  <c:v>101.85823507917922</c:v>
                </c:pt>
                <c:pt idx="63">
                  <c:v>101.97790483752213</c:v>
                </c:pt>
                <c:pt idx="64">
                  <c:v>102.55889526232272</c:v>
                </c:pt>
                <c:pt idx="65">
                  <c:v>102.04903001042784</c:v>
                </c:pt>
                <c:pt idx="66">
                  <c:v>102.04903001042784</c:v>
                </c:pt>
                <c:pt idx="67">
                  <c:v>102.04903001042784</c:v>
                </c:pt>
                <c:pt idx="68">
                  <c:v>102.04903001042784</c:v>
                </c:pt>
                <c:pt idx="69">
                  <c:v>103.25418612010726</c:v>
                </c:pt>
                <c:pt idx="70">
                  <c:v>103.06464157969567</c:v>
                </c:pt>
                <c:pt idx="71">
                  <c:v>103.19453512194126</c:v>
                </c:pt>
                <c:pt idx="72">
                  <c:v>103.32347248295852</c:v>
                </c:pt>
                <c:pt idx="73">
                  <c:v>103.73757250721822</c:v>
                </c:pt>
                <c:pt idx="74">
                  <c:v>103.58892310241738</c:v>
                </c:pt>
                <c:pt idx="75">
                  <c:v>103.63548177299579</c:v>
                </c:pt>
                <c:pt idx="76">
                  <c:v>103.57458038399275</c:v>
                </c:pt>
                <c:pt idx="77">
                  <c:v>103.71388863371706</c:v>
                </c:pt>
                <c:pt idx="78">
                  <c:v>103.81325792905895</c:v>
                </c:pt>
                <c:pt idx="79">
                  <c:v>103.83635338334271</c:v>
                </c:pt>
                <c:pt idx="80">
                  <c:v>103.67755374704134</c:v>
                </c:pt>
                <c:pt idx="81">
                  <c:v>103.62010932094066</c:v>
                </c:pt>
                <c:pt idx="82">
                  <c:v>103.70028143931421</c:v>
                </c:pt>
                <c:pt idx="83">
                  <c:v>103.43269780019223</c:v>
                </c:pt>
                <c:pt idx="84">
                  <c:v>103.68520319686782</c:v>
                </c:pt>
                <c:pt idx="85">
                  <c:v>103.77596724234732</c:v>
                </c:pt>
                <c:pt idx="86">
                  <c:v>103.77596724234732</c:v>
                </c:pt>
                <c:pt idx="87">
                  <c:v>103.77596724234732</c:v>
                </c:pt>
                <c:pt idx="88">
                  <c:v>103.77596724234732</c:v>
                </c:pt>
                <c:pt idx="89">
                  <c:v>103.8758740511408</c:v>
                </c:pt>
                <c:pt idx="90">
                  <c:v>104.22993493366934</c:v>
                </c:pt>
                <c:pt idx="91">
                  <c:v>104.24999002739023</c:v>
                </c:pt>
                <c:pt idx="92">
                  <c:v>104.36110409443947</c:v>
                </c:pt>
                <c:pt idx="93">
                  <c:v>104.32313213390172</c:v>
                </c:pt>
                <c:pt idx="94">
                  <c:v>104.53393181385781</c:v>
                </c:pt>
                <c:pt idx="95">
                  <c:v>104.5859865791775</c:v>
                </c:pt>
                <c:pt idx="96">
                  <c:v>104.32040405129997</c:v>
                </c:pt>
                <c:pt idx="97">
                  <c:v>104.42289147877077</c:v>
                </c:pt>
                <c:pt idx="98">
                  <c:v>104.41153675659055</c:v>
                </c:pt>
                <c:pt idx="99">
                  <c:v>104.41441230311671</c:v>
                </c:pt>
                <c:pt idx="100">
                  <c:v>104.56077024810197</c:v>
                </c:pt>
                <c:pt idx="101">
                  <c:v>104.59092662064553</c:v>
                </c:pt>
                <c:pt idx="102">
                  <c:v>104.59092662064553</c:v>
                </c:pt>
                <c:pt idx="103">
                  <c:v>104.7823347945406</c:v>
                </c:pt>
                <c:pt idx="104">
                  <c:v>104.95988135954032</c:v>
                </c:pt>
                <c:pt idx="105">
                  <c:v>105.02594519767976</c:v>
                </c:pt>
                <c:pt idx="106">
                  <c:v>105.28557128372809</c:v>
                </c:pt>
                <c:pt idx="107">
                  <c:v>105.45068727707171</c:v>
                </c:pt>
                <c:pt idx="108">
                  <c:v>105.52365408556895</c:v>
                </c:pt>
                <c:pt idx="109">
                  <c:v>105.356177184367</c:v>
                </c:pt>
                <c:pt idx="110">
                  <c:v>105.31943555582137</c:v>
                </c:pt>
                <c:pt idx="111">
                  <c:v>105.36503058883584</c:v>
                </c:pt>
                <c:pt idx="112">
                  <c:v>105.11396279377404</c:v>
                </c:pt>
                <c:pt idx="113">
                  <c:v>105.30025317947225</c:v>
                </c:pt>
                <c:pt idx="114">
                  <c:v>105.10267470307627</c:v>
                </c:pt>
                <c:pt idx="115">
                  <c:v>105.03184746732566</c:v>
                </c:pt>
                <c:pt idx="116">
                  <c:v>105.2783410034119</c:v>
                </c:pt>
                <c:pt idx="117">
                  <c:v>105.34769267175103</c:v>
                </c:pt>
                <c:pt idx="118">
                  <c:v>105.42058570187771</c:v>
                </c:pt>
                <c:pt idx="119">
                  <c:v>105.49930722327967</c:v>
                </c:pt>
                <c:pt idx="120">
                  <c:v>105.406346476357</c:v>
                </c:pt>
                <c:pt idx="121">
                  <c:v>105.406346476357</c:v>
                </c:pt>
                <c:pt idx="122">
                  <c:v>105.21260447523086</c:v>
                </c:pt>
                <c:pt idx="123">
                  <c:v>105.03649550467179</c:v>
                </c:pt>
                <c:pt idx="124">
                  <c:v>104.75495724256309</c:v>
                </c:pt>
                <c:pt idx="125">
                  <c:v>104.91970434405386</c:v>
                </c:pt>
                <c:pt idx="126">
                  <c:v>104.92036834938901</c:v>
                </c:pt>
                <c:pt idx="127">
                  <c:v>105.14236746644484</c:v>
                </c:pt>
                <c:pt idx="128">
                  <c:v>105.31095104320539</c:v>
                </c:pt>
                <c:pt idx="129">
                  <c:v>105.31095104320539</c:v>
                </c:pt>
                <c:pt idx="130">
                  <c:v>105.23178685157997</c:v>
                </c:pt>
                <c:pt idx="131">
                  <c:v>105.43482492739838</c:v>
                </c:pt>
                <c:pt idx="132">
                  <c:v>105.18228156492512</c:v>
                </c:pt>
                <c:pt idx="133">
                  <c:v>105.14325280689172</c:v>
                </c:pt>
                <c:pt idx="134">
                  <c:v>105.10931475642788</c:v>
                </c:pt>
                <c:pt idx="135">
                  <c:v>105.20419374098546</c:v>
                </c:pt>
                <c:pt idx="136">
                  <c:v>105.48034618204225</c:v>
                </c:pt>
                <c:pt idx="137">
                  <c:v>105.43135734398143</c:v>
                </c:pt>
                <c:pt idx="138">
                  <c:v>105.47318968009662</c:v>
                </c:pt>
                <c:pt idx="139">
                  <c:v>105.59544044013703</c:v>
                </c:pt>
                <c:pt idx="140">
                  <c:v>105.64199459196894</c:v>
                </c:pt>
                <c:pt idx="141">
                  <c:v>105.54792716948766</c:v>
                </c:pt>
                <c:pt idx="142">
                  <c:v>105.71717475158339</c:v>
                </c:pt>
                <c:pt idx="143">
                  <c:v>105.71887165410656</c:v>
                </c:pt>
                <c:pt idx="144">
                  <c:v>105.71887165410656</c:v>
                </c:pt>
                <c:pt idx="145">
                  <c:v>105.77376276181327</c:v>
                </c:pt>
                <c:pt idx="146">
                  <c:v>105.76601603290307</c:v>
                </c:pt>
                <c:pt idx="147">
                  <c:v>105.89748908926514</c:v>
                </c:pt>
                <c:pt idx="148">
                  <c:v>105.89055392243122</c:v>
                </c:pt>
                <c:pt idx="149">
                  <c:v>105.8989646566766</c:v>
                </c:pt>
                <c:pt idx="150">
                  <c:v>106.33425704306056</c:v>
                </c:pt>
                <c:pt idx="151">
                  <c:v>106.39711621478925</c:v>
                </c:pt>
                <c:pt idx="152">
                  <c:v>106.33875752366556</c:v>
                </c:pt>
                <c:pt idx="153">
                  <c:v>106.41563458580319</c:v>
                </c:pt>
                <c:pt idx="154">
                  <c:v>106.4675007803164</c:v>
                </c:pt>
                <c:pt idx="155">
                  <c:v>106.46049183511191</c:v>
                </c:pt>
                <c:pt idx="156">
                  <c:v>106.53825423769644</c:v>
                </c:pt>
                <c:pt idx="157">
                  <c:v>106.60930280855877</c:v>
                </c:pt>
                <c:pt idx="158">
                  <c:v>106.65253693371487</c:v>
                </c:pt>
                <c:pt idx="159">
                  <c:v>106.65851298173133</c:v>
                </c:pt>
                <c:pt idx="160">
                  <c:v>106.6976892965059</c:v>
                </c:pt>
                <c:pt idx="161">
                  <c:v>106.81157113642861</c:v>
                </c:pt>
                <c:pt idx="162">
                  <c:v>106.85098325730917</c:v>
                </c:pt>
                <c:pt idx="163">
                  <c:v>106.92146748098136</c:v>
                </c:pt>
                <c:pt idx="164">
                  <c:v>106.93608096400449</c:v>
                </c:pt>
                <c:pt idx="165">
                  <c:v>107.16834677750856</c:v>
                </c:pt>
                <c:pt idx="166">
                  <c:v>107.16561597512543</c:v>
                </c:pt>
                <c:pt idx="167">
                  <c:v>107.16561597512543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C581-47B5-B776-978B501279C8}"/>
            </c:ext>
          </c:extLst>
        </c:ser>
        <c:ser>
          <c:idx val="8"/>
          <c:order val="8"/>
          <c:tx>
            <c:strRef>
              <c:f>RF!$H$62</c:f>
              <c:strCache>
                <c:ptCount val="1"/>
                <c:pt idx="0">
                  <c:v>PIMEMLC ID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RF!$I$62:$FT$62</c:f>
              <c:numCache>
                <c:formatCode>General</c:formatCode>
                <c:ptCount val="168"/>
                <c:pt idx="0">
                  <c:v>100</c:v>
                </c:pt>
                <c:pt idx="1">
                  <c:v>100.11160714285714</c:v>
                </c:pt>
                <c:pt idx="2">
                  <c:v>100.27901785714285</c:v>
                </c:pt>
                <c:pt idx="3">
                  <c:v>100.39062499999999</c:v>
                </c:pt>
                <c:pt idx="4">
                  <c:v>100.66964285714285</c:v>
                </c:pt>
                <c:pt idx="5">
                  <c:v>100.50223214285715</c:v>
                </c:pt>
                <c:pt idx="6">
                  <c:v>100.39062499999999</c:v>
                </c:pt>
                <c:pt idx="7">
                  <c:v>100.39062499999999</c:v>
                </c:pt>
                <c:pt idx="8">
                  <c:v>100.66964285714285</c:v>
                </c:pt>
                <c:pt idx="9">
                  <c:v>100.66964285714285</c:v>
                </c:pt>
                <c:pt idx="10">
                  <c:v>100.83705357142857</c:v>
                </c:pt>
                <c:pt idx="11">
                  <c:v>100.78124999999999</c:v>
                </c:pt>
                <c:pt idx="12">
                  <c:v>100.55803571428571</c:v>
                </c:pt>
                <c:pt idx="13">
                  <c:v>100.55803571428571</c:v>
                </c:pt>
                <c:pt idx="14">
                  <c:v>100.78125</c:v>
                </c:pt>
                <c:pt idx="15">
                  <c:v>101.11607142857144</c:v>
                </c:pt>
                <c:pt idx="16">
                  <c:v>101.50669642857144</c:v>
                </c:pt>
                <c:pt idx="17">
                  <c:v>101.89732142857146</c:v>
                </c:pt>
                <c:pt idx="18">
                  <c:v>102.62276785714288</c:v>
                </c:pt>
                <c:pt idx="19">
                  <c:v>102.95758928571431</c:v>
                </c:pt>
                <c:pt idx="20">
                  <c:v>103.23660714285718</c:v>
                </c:pt>
                <c:pt idx="21">
                  <c:v>103.12500000000004</c:v>
                </c:pt>
                <c:pt idx="22">
                  <c:v>102.84598214285718</c:v>
                </c:pt>
                <c:pt idx="23">
                  <c:v>102.56696428571432</c:v>
                </c:pt>
                <c:pt idx="24">
                  <c:v>103.29241071428575</c:v>
                </c:pt>
                <c:pt idx="25">
                  <c:v>102.95758928571431</c:v>
                </c:pt>
                <c:pt idx="26">
                  <c:v>102.56696428571431</c:v>
                </c:pt>
                <c:pt idx="27">
                  <c:v>103.01339285714289</c:v>
                </c:pt>
                <c:pt idx="28">
                  <c:v>103.79464285714289</c:v>
                </c:pt>
                <c:pt idx="29">
                  <c:v>103.73883928571431</c:v>
                </c:pt>
                <c:pt idx="30">
                  <c:v>103.68303571428574</c:v>
                </c:pt>
                <c:pt idx="31">
                  <c:v>104.07366071428572</c:v>
                </c:pt>
                <c:pt idx="32">
                  <c:v>103.90625000000003</c:v>
                </c:pt>
                <c:pt idx="33">
                  <c:v>103.90625000000003</c:v>
                </c:pt>
                <c:pt idx="34">
                  <c:v>103.79464285714289</c:v>
                </c:pt>
                <c:pt idx="35">
                  <c:v>103.90625000000003</c:v>
                </c:pt>
                <c:pt idx="36">
                  <c:v>103.34821428571431</c:v>
                </c:pt>
                <c:pt idx="37">
                  <c:v>103.62723214285717</c:v>
                </c:pt>
                <c:pt idx="38">
                  <c:v>103.79464285714289</c:v>
                </c:pt>
                <c:pt idx="39">
                  <c:v>103.73883928571431</c:v>
                </c:pt>
                <c:pt idx="40">
                  <c:v>104.12946428571432</c:v>
                </c:pt>
                <c:pt idx="41">
                  <c:v>104.07366071428575</c:v>
                </c:pt>
                <c:pt idx="42">
                  <c:v>104.0178571428572</c:v>
                </c:pt>
                <c:pt idx="43">
                  <c:v>102.51116071428578</c:v>
                </c:pt>
                <c:pt idx="44">
                  <c:v>100.61383928571435</c:v>
                </c:pt>
                <c:pt idx="45">
                  <c:v>101.56250000000006</c:v>
                </c:pt>
                <c:pt idx="46">
                  <c:v>100.78125000000004</c:v>
                </c:pt>
                <c:pt idx="47">
                  <c:v>99.832589285714349</c:v>
                </c:pt>
                <c:pt idx="48">
                  <c:v>99.33035714285721</c:v>
                </c:pt>
                <c:pt idx="49">
                  <c:v>101.17187500000006</c:v>
                </c:pt>
                <c:pt idx="50">
                  <c:v>100.55803571428577</c:v>
                </c:pt>
                <c:pt idx="51">
                  <c:v>99.330357142857196</c:v>
                </c:pt>
                <c:pt idx="52">
                  <c:v>98.325892857142918</c:v>
                </c:pt>
                <c:pt idx="53">
                  <c:v>98.660714285714334</c:v>
                </c:pt>
                <c:pt idx="54">
                  <c:v>99.218750000000043</c:v>
                </c:pt>
                <c:pt idx="55">
                  <c:v>98.939732142857181</c:v>
                </c:pt>
                <c:pt idx="56">
                  <c:v>98.381696428571459</c:v>
                </c:pt>
                <c:pt idx="57">
                  <c:v>97.823660714285751</c:v>
                </c:pt>
                <c:pt idx="58">
                  <c:v>98.325892857142904</c:v>
                </c:pt>
                <c:pt idx="59">
                  <c:v>97.991071428571473</c:v>
                </c:pt>
                <c:pt idx="60">
                  <c:v>98.437500000000043</c:v>
                </c:pt>
                <c:pt idx="61">
                  <c:v>97.935267857142904</c:v>
                </c:pt>
                <c:pt idx="62">
                  <c:v>97.265625000000043</c:v>
                </c:pt>
                <c:pt idx="63">
                  <c:v>96.930803571428612</c:v>
                </c:pt>
                <c:pt idx="64">
                  <c:v>97.265625000000028</c:v>
                </c:pt>
                <c:pt idx="65">
                  <c:v>98.660714285714306</c:v>
                </c:pt>
                <c:pt idx="66">
                  <c:v>98.437500000000014</c:v>
                </c:pt>
                <c:pt idx="67">
                  <c:v>98.437500000000014</c:v>
                </c:pt>
                <c:pt idx="68">
                  <c:v>98.549107142857153</c:v>
                </c:pt>
                <c:pt idx="69">
                  <c:v>98.270089285714292</c:v>
                </c:pt>
                <c:pt idx="70">
                  <c:v>100.94866071428572</c:v>
                </c:pt>
                <c:pt idx="71">
                  <c:v>100.94866071428572</c:v>
                </c:pt>
                <c:pt idx="72">
                  <c:v>101.61830357142858</c:v>
                </c:pt>
                <c:pt idx="73">
                  <c:v>101.50669642857144</c:v>
                </c:pt>
                <c:pt idx="74">
                  <c:v>102.45535714285715</c:v>
                </c:pt>
                <c:pt idx="75">
                  <c:v>102.28794642857143</c:v>
                </c:pt>
                <c:pt idx="76">
                  <c:v>102.17633928571429</c:v>
                </c:pt>
                <c:pt idx="77">
                  <c:v>103.18080357142858</c:v>
                </c:pt>
                <c:pt idx="78">
                  <c:v>102.67857142857144</c:v>
                </c:pt>
                <c:pt idx="79">
                  <c:v>102.51116071428574</c:v>
                </c:pt>
                <c:pt idx="80">
                  <c:v>102.17633928571431</c:v>
                </c:pt>
                <c:pt idx="81">
                  <c:v>101.61830357142861</c:v>
                </c:pt>
                <c:pt idx="82">
                  <c:v>101.33928571428575</c:v>
                </c:pt>
                <c:pt idx="83">
                  <c:v>101.33928571428575</c:v>
                </c:pt>
                <c:pt idx="84">
                  <c:v>100.83705357142861</c:v>
                </c:pt>
                <c:pt idx="85">
                  <c:v>100.39062500000003</c:v>
                </c:pt>
                <c:pt idx="86">
                  <c:v>100.39062500000003</c:v>
                </c:pt>
                <c:pt idx="87">
                  <c:v>100.83705357142863</c:v>
                </c:pt>
                <c:pt idx="88">
                  <c:v>100.33482142857149</c:v>
                </c:pt>
                <c:pt idx="89">
                  <c:v>100.33482142857149</c:v>
                </c:pt>
                <c:pt idx="90">
                  <c:v>101.61830357142863</c:v>
                </c:pt>
                <c:pt idx="91">
                  <c:v>102.00892857142863</c:v>
                </c:pt>
                <c:pt idx="92">
                  <c:v>101.89732142857149</c:v>
                </c:pt>
                <c:pt idx="93">
                  <c:v>101.56250000000004</c:v>
                </c:pt>
                <c:pt idx="94">
                  <c:v>101.00446428571433</c:v>
                </c:pt>
                <c:pt idx="95">
                  <c:v>101.00446428571433</c:v>
                </c:pt>
                <c:pt idx="96">
                  <c:v>100.94866071428575</c:v>
                </c:pt>
                <c:pt idx="97">
                  <c:v>99.944196428571473</c:v>
                </c:pt>
                <c:pt idx="98">
                  <c:v>99.832589285714334</c:v>
                </c:pt>
                <c:pt idx="99">
                  <c:v>99.162946428571473</c:v>
                </c:pt>
                <c:pt idx="100">
                  <c:v>100.05580357142861</c:v>
                </c:pt>
                <c:pt idx="101">
                  <c:v>100.11160714285718</c:v>
                </c:pt>
                <c:pt idx="102">
                  <c:v>100.39062500000001</c:v>
                </c:pt>
                <c:pt idx="103">
                  <c:v>100.39062500000001</c:v>
                </c:pt>
                <c:pt idx="104">
                  <c:v>100.94866071428572</c:v>
                </c:pt>
                <c:pt idx="105">
                  <c:v>100.94866071428572</c:v>
                </c:pt>
                <c:pt idx="106">
                  <c:v>101.17187500000001</c:v>
                </c:pt>
                <c:pt idx="107">
                  <c:v>101.50669642857146</c:v>
                </c:pt>
                <c:pt idx="108">
                  <c:v>101.61830357142858</c:v>
                </c:pt>
                <c:pt idx="109">
                  <c:v>102.06473214285714</c:v>
                </c:pt>
                <c:pt idx="110">
                  <c:v>101.50669642857144</c:v>
                </c:pt>
                <c:pt idx="111">
                  <c:v>101.50669642857144</c:v>
                </c:pt>
                <c:pt idx="112">
                  <c:v>100.83705357142858</c:v>
                </c:pt>
                <c:pt idx="113">
                  <c:v>100.16741071428572</c:v>
                </c:pt>
                <c:pt idx="114">
                  <c:v>100.72544642857144</c:v>
                </c:pt>
                <c:pt idx="115">
                  <c:v>100.72544642857144</c:v>
                </c:pt>
                <c:pt idx="116">
                  <c:v>101.00446428571431</c:v>
                </c:pt>
                <c:pt idx="117">
                  <c:v>102.23214285714288</c:v>
                </c:pt>
                <c:pt idx="118">
                  <c:v>103.18080357142858</c:v>
                </c:pt>
                <c:pt idx="119">
                  <c:v>103.18080357142858</c:v>
                </c:pt>
                <c:pt idx="120">
                  <c:v>103.01339285714289</c:v>
                </c:pt>
                <c:pt idx="121">
                  <c:v>102.17633928571431</c:v>
                </c:pt>
                <c:pt idx="122">
                  <c:v>102.17633928571431</c:v>
                </c:pt>
                <c:pt idx="123">
                  <c:v>102.0089285714286</c:v>
                </c:pt>
                <c:pt idx="124">
                  <c:v>101.50669642857144</c:v>
                </c:pt>
                <c:pt idx="125">
                  <c:v>101.171875</c:v>
                </c:pt>
                <c:pt idx="126">
                  <c:v>101.72991071428572</c:v>
                </c:pt>
                <c:pt idx="127">
                  <c:v>102.12053571428574</c:v>
                </c:pt>
                <c:pt idx="128">
                  <c:v>102.17633928571429</c:v>
                </c:pt>
                <c:pt idx="129">
                  <c:v>102.34375000000001</c:v>
                </c:pt>
                <c:pt idx="130">
                  <c:v>102.12053571428574</c:v>
                </c:pt>
                <c:pt idx="131">
                  <c:v>102.62276785714288</c:v>
                </c:pt>
                <c:pt idx="132">
                  <c:v>102.62276785714288</c:v>
                </c:pt>
                <c:pt idx="133">
                  <c:v>102.7901785714286</c:v>
                </c:pt>
                <c:pt idx="134">
                  <c:v>102.84598214285717</c:v>
                </c:pt>
                <c:pt idx="135">
                  <c:v>101.95312500000003</c:v>
                </c:pt>
                <c:pt idx="136">
                  <c:v>102.39955357142861</c:v>
                </c:pt>
                <c:pt idx="137">
                  <c:v>102.84598214285717</c:v>
                </c:pt>
                <c:pt idx="138">
                  <c:v>102.51116071428575</c:v>
                </c:pt>
                <c:pt idx="139">
                  <c:v>102.56696428571432</c:v>
                </c:pt>
                <c:pt idx="140">
                  <c:v>102.73437500000003</c:v>
                </c:pt>
                <c:pt idx="141">
                  <c:v>102.51116071428575</c:v>
                </c:pt>
                <c:pt idx="142">
                  <c:v>102.06473214285717</c:v>
                </c:pt>
                <c:pt idx="143">
                  <c:v>101.78571428571431</c:v>
                </c:pt>
                <c:pt idx="144">
                  <c:v>102.17633928571432</c:v>
                </c:pt>
                <c:pt idx="145">
                  <c:v>102.00892857142861</c:v>
                </c:pt>
                <c:pt idx="146">
                  <c:v>101.17187500000003</c:v>
                </c:pt>
                <c:pt idx="147">
                  <c:v>101.56250000000003</c:v>
                </c:pt>
                <c:pt idx="148">
                  <c:v>101.84151785714289</c:v>
                </c:pt>
                <c:pt idx="149">
                  <c:v>101.89732142857147</c:v>
                </c:pt>
                <c:pt idx="150">
                  <c:v>101.56250000000003</c:v>
                </c:pt>
                <c:pt idx="151">
                  <c:v>102.45535714285717</c:v>
                </c:pt>
                <c:pt idx="152">
                  <c:v>102.56696428571432</c:v>
                </c:pt>
                <c:pt idx="153">
                  <c:v>102.84598214285717</c:v>
                </c:pt>
                <c:pt idx="154">
                  <c:v>103.18080357142858</c:v>
                </c:pt>
                <c:pt idx="155">
                  <c:v>103.57142857142857</c:v>
                </c:pt>
                <c:pt idx="156">
                  <c:v>103.51562500000001</c:v>
                </c:pt>
                <c:pt idx="157">
                  <c:v>103.96205357142857</c:v>
                </c:pt>
                <c:pt idx="158">
                  <c:v>103.96205357142857</c:v>
                </c:pt>
                <c:pt idx="159">
                  <c:v>103.73883928571428</c:v>
                </c:pt>
                <c:pt idx="160">
                  <c:v>103.85044642857143</c:v>
                </c:pt>
                <c:pt idx="161">
                  <c:v>103.90625</c:v>
                </c:pt>
                <c:pt idx="162">
                  <c:v>104.01785714285715</c:v>
                </c:pt>
                <c:pt idx="163">
                  <c:v>104.07366071428572</c:v>
                </c:pt>
                <c:pt idx="164">
                  <c:v>103.79464285714288</c:v>
                </c:pt>
                <c:pt idx="165">
                  <c:v>104.35267857142858</c:v>
                </c:pt>
                <c:pt idx="166">
                  <c:v>104.35267857142858</c:v>
                </c:pt>
                <c:pt idx="167">
                  <c:v>104.35267857142858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C581-47B5-B776-978B501279C8}"/>
            </c:ext>
          </c:extLst>
        </c:ser>
        <c:ser>
          <c:idx val="9"/>
          <c:order val="9"/>
          <c:tx>
            <c:strRef>
              <c:f>RF!$H$63</c:f>
              <c:strCache>
                <c:ptCount val="1"/>
                <c:pt idx="0">
                  <c:v>LAGLCIU LX</c:v>
                </c:pt>
              </c:strCache>
            </c:strRef>
          </c:tx>
          <c:spPr>
            <a:ln w="28575" cap="rnd">
              <a:solidFill>
                <a:schemeClr val="accent4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RF!$I$63:$FT$63</c:f>
              <c:numCache>
                <c:formatCode>General</c:formatCode>
                <c:ptCount val="168"/>
                <c:pt idx="0">
                  <c:v>100</c:v>
                </c:pt>
                <c:pt idx="1">
                  <c:v>100.16026992830029</c:v>
                </c:pt>
                <c:pt idx="2">
                  <c:v>100.86039645719106</c:v>
                </c:pt>
                <c:pt idx="3">
                  <c:v>101.22311261071279</c:v>
                </c:pt>
                <c:pt idx="4">
                  <c:v>101.80514550822438</c:v>
                </c:pt>
                <c:pt idx="5">
                  <c:v>101.87262758329818</c:v>
                </c:pt>
                <c:pt idx="6">
                  <c:v>102.04976803036695</c:v>
                </c:pt>
                <c:pt idx="7">
                  <c:v>102.34551547435659</c:v>
                </c:pt>
                <c:pt idx="8">
                  <c:v>102.52296394075036</c:v>
                </c:pt>
                <c:pt idx="9">
                  <c:v>103.07220919387397</c:v>
                </c:pt>
                <c:pt idx="10">
                  <c:v>102.92856043536473</c:v>
                </c:pt>
                <c:pt idx="11">
                  <c:v>103.393306418777</c:v>
                </c:pt>
                <c:pt idx="12">
                  <c:v>103.19895809844095</c:v>
                </c:pt>
                <c:pt idx="13">
                  <c:v>103.53695517728627</c:v>
                </c:pt>
                <c:pt idx="14">
                  <c:v>103.13135868267192</c:v>
                </c:pt>
                <c:pt idx="15">
                  <c:v>104.17914962709236</c:v>
                </c:pt>
                <c:pt idx="16">
                  <c:v>105.11709152088805</c:v>
                </c:pt>
                <c:pt idx="17">
                  <c:v>105.54803779641581</c:v>
                </c:pt>
                <c:pt idx="18">
                  <c:v>105.60718728521375</c:v>
                </c:pt>
                <c:pt idx="19">
                  <c:v>107.16197384790213</c:v>
                </c:pt>
                <c:pt idx="20">
                  <c:v>106.9169259657393</c:v>
                </c:pt>
                <c:pt idx="21">
                  <c:v>107.16197384790215</c:v>
                </c:pt>
                <c:pt idx="22">
                  <c:v>105.70013648189624</c:v>
                </c:pt>
                <c:pt idx="23">
                  <c:v>106.15643253833738</c:v>
                </c:pt>
                <c:pt idx="24">
                  <c:v>106.80707691511459</c:v>
                </c:pt>
                <c:pt idx="25">
                  <c:v>106.40993034747137</c:v>
                </c:pt>
                <c:pt idx="26">
                  <c:v>105.7423861167519</c:v>
                </c:pt>
                <c:pt idx="27">
                  <c:v>107.02677501636404</c:v>
                </c:pt>
                <c:pt idx="28">
                  <c:v>107.60981997737218</c:v>
                </c:pt>
                <c:pt idx="29">
                  <c:v>107.44927136492068</c:v>
                </c:pt>
                <c:pt idx="30">
                  <c:v>107.65206961222785</c:v>
                </c:pt>
                <c:pt idx="31">
                  <c:v>107.34787224126708</c:v>
                </c:pt>
                <c:pt idx="32">
                  <c:v>107.75346873588144</c:v>
                </c:pt>
                <c:pt idx="33">
                  <c:v>107.65206961222786</c:v>
                </c:pt>
                <c:pt idx="34">
                  <c:v>107.68586932011239</c:v>
                </c:pt>
                <c:pt idx="35">
                  <c:v>107.18732362881558</c:v>
                </c:pt>
                <c:pt idx="36">
                  <c:v>106.95072567362386</c:v>
                </c:pt>
                <c:pt idx="37">
                  <c:v>107.63516975828558</c:v>
                </c:pt>
                <c:pt idx="38">
                  <c:v>107.31407253338256</c:v>
                </c:pt>
                <c:pt idx="39">
                  <c:v>107.73656888193918</c:v>
                </c:pt>
                <c:pt idx="40">
                  <c:v>108.22666464626488</c:v>
                </c:pt>
                <c:pt idx="41">
                  <c:v>107.77036858982372</c:v>
                </c:pt>
                <c:pt idx="42">
                  <c:v>107.77881851679486</c:v>
                </c:pt>
                <c:pt idx="43">
                  <c:v>106.8239767690569</c:v>
                </c:pt>
                <c:pt idx="44">
                  <c:v>103.79890291339147</c:v>
                </c:pt>
                <c:pt idx="45">
                  <c:v>104.94809298146548</c:v>
                </c:pt>
                <c:pt idx="46">
                  <c:v>103.64680422791108</c:v>
                </c:pt>
                <c:pt idx="47">
                  <c:v>102.91166058142255</c:v>
                </c:pt>
                <c:pt idx="48">
                  <c:v>103.90875196401619</c:v>
                </c:pt>
                <c:pt idx="49">
                  <c:v>105.23539049848399</c:v>
                </c:pt>
                <c:pt idx="50">
                  <c:v>104.83824393084076</c:v>
                </c:pt>
                <c:pt idx="51">
                  <c:v>103.27500744118126</c:v>
                </c:pt>
                <c:pt idx="52">
                  <c:v>101.80472014820421</c:v>
                </c:pt>
                <c:pt idx="53">
                  <c:v>103.32570700300806</c:v>
                </c:pt>
                <c:pt idx="54">
                  <c:v>103.75665327853582</c:v>
                </c:pt>
                <c:pt idx="55">
                  <c:v>102.64126291834633</c:v>
                </c:pt>
                <c:pt idx="56">
                  <c:v>103.11445882872974</c:v>
                </c:pt>
                <c:pt idx="57">
                  <c:v>101.36532394570531</c:v>
                </c:pt>
                <c:pt idx="58">
                  <c:v>102.75956189594217</c:v>
                </c:pt>
                <c:pt idx="59">
                  <c:v>102.63281299137518</c:v>
                </c:pt>
                <c:pt idx="60">
                  <c:v>102.99615985113388</c:v>
                </c:pt>
                <c:pt idx="61">
                  <c:v>101.94836890671345</c:v>
                </c:pt>
                <c:pt idx="62">
                  <c:v>101.83851985608872</c:v>
                </c:pt>
                <c:pt idx="63">
                  <c:v>101.58502204695475</c:v>
                </c:pt>
                <c:pt idx="64">
                  <c:v>102.89476072748029</c:v>
                </c:pt>
                <c:pt idx="65">
                  <c:v>103.61300452002655</c:v>
                </c:pt>
                <c:pt idx="66">
                  <c:v>103.61300452002655</c:v>
                </c:pt>
                <c:pt idx="67">
                  <c:v>103.61300452002655</c:v>
                </c:pt>
                <c:pt idx="68">
                  <c:v>103.63835430093995</c:v>
                </c:pt>
                <c:pt idx="69">
                  <c:v>104.08620043040999</c:v>
                </c:pt>
                <c:pt idx="70">
                  <c:v>106.35078085867349</c:v>
                </c:pt>
                <c:pt idx="71">
                  <c:v>107.20422348275787</c:v>
                </c:pt>
                <c:pt idx="72">
                  <c:v>108.04921617987111</c:v>
                </c:pt>
                <c:pt idx="73">
                  <c:v>108.94490843881115</c:v>
                </c:pt>
                <c:pt idx="74">
                  <c:v>109.46035398405023</c:v>
                </c:pt>
                <c:pt idx="75">
                  <c:v>109.10545705126268</c:v>
                </c:pt>
                <c:pt idx="76">
                  <c:v>109.063207416407</c:v>
                </c:pt>
                <c:pt idx="77">
                  <c:v>110.05184887202951</c:v>
                </c:pt>
                <c:pt idx="78">
                  <c:v>110.19549763053874</c:v>
                </c:pt>
                <c:pt idx="79">
                  <c:v>109.83215077078003</c:v>
                </c:pt>
                <c:pt idx="80">
                  <c:v>109.41810434919455</c:v>
                </c:pt>
                <c:pt idx="81">
                  <c:v>108.30271398900504</c:v>
                </c:pt>
                <c:pt idx="82">
                  <c:v>108.48016245539884</c:v>
                </c:pt>
                <c:pt idx="83">
                  <c:v>107.82951807862165</c:v>
                </c:pt>
                <c:pt idx="84">
                  <c:v>108.04076625289996</c:v>
                </c:pt>
                <c:pt idx="85">
                  <c:v>106.68612926516671</c:v>
                </c:pt>
                <c:pt idx="86">
                  <c:v>106.68612926516671</c:v>
                </c:pt>
                <c:pt idx="87">
                  <c:v>107.83757070473996</c:v>
                </c:pt>
                <c:pt idx="88">
                  <c:v>106.5337326040467</c:v>
                </c:pt>
                <c:pt idx="89">
                  <c:v>107.37191424020665</c:v>
                </c:pt>
                <c:pt idx="90">
                  <c:v>108.21009587636661</c:v>
                </c:pt>
                <c:pt idx="91">
                  <c:v>108.19316291401995</c:v>
                </c:pt>
                <c:pt idx="92">
                  <c:v>109.02287806900655</c:v>
                </c:pt>
                <c:pt idx="93">
                  <c:v>108.52335567977991</c:v>
                </c:pt>
                <c:pt idx="94">
                  <c:v>108.27782772575326</c:v>
                </c:pt>
                <c:pt idx="95">
                  <c:v>108.27782772575326</c:v>
                </c:pt>
                <c:pt idx="96">
                  <c:v>107.27031646612666</c:v>
                </c:pt>
                <c:pt idx="97">
                  <c:v>105.6532185620201</c:v>
                </c:pt>
                <c:pt idx="98">
                  <c:v>106.51679964170003</c:v>
                </c:pt>
                <c:pt idx="99">
                  <c:v>105.56855375028675</c:v>
                </c:pt>
                <c:pt idx="100">
                  <c:v>107.04172147444667</c:v>
                </c:pt>
                <c:pt idx="101">
                  <c:v>107.12638628617999</c:v>
                </c:pt>
                <c:pt idx="102">
                  <c:v>107.12638628617999</c:v>
                </c:pt>
                <c:pt idx="103">
                  <c:v>107.06712091796666</c:v>
                </c:pt>
                <c:pt idx="104">
                  <c:v>107.61744219423331</c:v>
                </c:pt>
                <c:pt idx="105">
                  <c:v>107.41424664607332</c:v>
                </c:pt>
                <c:pt idx="106">
                  <c:v>107.75226646086703</c:v>
                </c:pt>
                <c:pt idx="107">
                  <c:v>107.57480605810034</c:v>
                </c:pt>
                <c:pt idx="108">
                  <c:v>108.4705585673037</c:v>
                </c:pt>
                <c:pt idx="109">
                  <c:v>108.69027144691961</c:v>
                </c:pt>
                <c:pt idx="110">
                  <c:v>107.74381596549719</c:v>
                </c:pt>
                <c:pt idx="111">
                  <c:v>108.05648429418137</c:v>
                </c:pt>
                <c:pt idx="112">
                  <c:v>105.91005847024127</c:v>
                </c:pt>
                <c:pt idx="113">
                  <c:v>105.54668716933803</c:v>
                </c:pt>
                <c:pt idx="114">
                  <c:v>106.14667234059687</c:v>
                </c:pt>
                <c:pt idx="115">
                  <c:v>106.44243967854136</c:v>
                </c:pt>
                <c:pt idx="116">
                  <c:v>108.38605361360523</c:v>
                </c:pt>
                <c:pt idx="117">
                  <c:v>109.46771702094513</c:v>
                </c:pt>
                <c:pt idx="118">
                  <c:v>109.71278138667058</c:v>
                </c:pt>
                <c:pt idx="119">
                  <c:v>110.07615268757381</c:v>
                </c:pt>
                <c:pt idx="120">
                  <c:v>109.20575166447999</c:v>
                </c:pt>
                <c:pt idx="121">
                  <c:v>108.15789023861947</c:v>
                </c:pt>
                <c:pt idx="122">
                  <c:v>108.20014271546867</c:v>
                </c:pt>
                <c:pt idx="123">
                  <c:v>108.20014271546867</c:v>
                </c:pt>
                <c:pt idx="124">
                  <c:v>108.75787540987831</c:v>
                </c:pt>
                <c:pt idx="125">
                  <c:v>107.56635556273048</c:v>
                </c:pt>
                <c:pt idx="126">
                  <c:v>108.03958330344167</c:v>
                </c:pt>
                <c:pt idx="127">
                  <c:v>108.26774667842746</c:v>
                </c:pt>
                <c:pt idx="128">
                  <c:v>108.30154865990683</c:v>
                </c:pt>
                <c:pt idx="129">
                  <c:v>108.47900906267354</c:v>
                </c:pt>
                <c:pt idx="130">
                  <c:v>108.14943974324966</c:v>
                </c:pt>
                <c:pt idx="131">
                  <c:v>108.40295460434493</c:v>
                </c:pt>
                <c:pt idx="132">
                  <c:v>109.13814770152126</c:v>
                </c:pt>
                <c:pt idx="133">
                  <c:v>109.44236553483559</c:v>
                </c:pt>
                <c:pt idx="134">
                  <c:v>109.17194968300062</c:v>
                </c:pt>
                <c:pt idx="135">
                  <c:v>108.92688531727518</c:v>
                </c:pt>
                <c:pt idx="136">
                  <c:v>109.47616751631497</c:v>
                </c:pt>
                <c:pt idx="137">
                  <c:v>110.6254348866136</c:v>
                </c:pt>
                <c:pt idx="138">
                  <c:v>109.94939525702618</c:v>
                </c:pt>
                <c:pt idx="139">
                  <c:v>111.27612303009153</c:v>
                </c:pt>
                <c:pt idx="140">
                  <c:v>111.61414284488525</c:v>
                </c:pt>
                <c:pt idx="141">
                  <c:v>111.1916180763931</c:v>
                </c:pt>
                <c:pt idx="142">
                  <c:v>110.19445962275162</c:v>
                </c:pt>
                <c:pt idx="143">
                  <c:v>110.47332596995642</c:v>
                </c:pt>
                <c:pt idx="144">
                  <c:v>110.73529132642155</c:v>
                </c:pt>
                <c:pt idx="145">
                  <c:v>110.63388538198343</c:v>
                </c:pt>
                <c:pt idx="146">
                  <c:v>109.42546454409592</c:v>
                </c:pt>
                <c:pt idx="147">
                  <c:v>109.72123188204041</c:v>
                </c:pt>
                <c:pt idx="148">
                  <c:v>109.9747467431357</c:v>
                </c:pt>
                <c:pt idx="149">
                  <c:v>110.37192002551835</c:v>
                </c:pt>
                <c:pt idx="150">
                  <c:v>110.32121705329929</c:v>
                </c:pt>
                <c:pt idx="151">
                  <c:v>111.54653888192649</c:v>
                </c:pt>
                <c:pt idx="152">
                  <c:v>111.81695473376146</c:v>
                </c:pt>
                <c:pt idx="153">
                  <c:v>111.32682600231058</c:v>
                </c:pt>
                <c:pt idx="154">
                  <c:v>111.63104383562492</c:v>
                </c:pt>
                <c:pt idx="155">
                  <c:v>112.03666761337739</c:v>
                </c:pt>
                <c:pt idx="156">
                  <c:v>112.15497454855517</c:v>
                </c:pt>
                <c:pt idx="157">
                  <c:v>112.94087061795058</c:v>
                </c:pt>
                <c:pt idx="158">
                  <c:v>112.45074188649969</c:v>
                </c:pt>
                <c:pt idx="159">
                  <c:v>112.25638049299332</c:v>
                </c:pt>
                <c:pt idx="160">
                  <c:v>112.11272207170597</c:v>
                </c:pt>
                <c:pt idx="161">
                  <c:v>112.095842709756</c:v>
                </c:pt>
                <c:pt idx="162">
                  <c:v>111.95236813318125</c:v>
                </c:pt>
                <c:pt idx="163">
                  <c:v>111.60634121320685</c:v>
                </c:pt>
                <c:pt idx="164">
                  <c:v>111.35315078395728</c:v>
                </c:pt>
                <c:pt idx="165">
                  <c:v>112.7288187828799</c:v>
                </c:pt>
                <c:pt idx="166">
                  <c:v>112.2139982434058</c:v>
                </c:pt>
                <c:pt idx="167">
                  <c:v>112.2139982434058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C581-47B5-B776-978B501279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8475984"/>
        <c:axId val="1575775599"/>
      </c:lineChart>
      <c:dateAx>
        <c:axId val="78475984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33A0"/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1575775599"/>
        <c:crosses val="autoZero"/>
        <c:auto val="1"/>
        <c:lblOffset val="100"/>
        <c:baseTimeUnit val="days"/>
      </c:dateAx>
      <c:valAx>
        <c:axId val="15757755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33A0"/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784759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0033A0"/>
              </a:solidFill>
              <a:latin typeface="+mn-lt"/>
              <a:ea typeface="+mn-ea"/>
              <a:cs typeface="+mn-cs"/>
            </a:defRPr>
          </a:pPr>
          <a:endParaRPr lang="es-P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rgbClr val="0033A0"/>
          </a:solidFill>
        </a:defRPr>
      </a:pPr>
      <a:endParaRPr lang="es-PE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RF!$H$67</c:f>
              <c:strCache>
                <c:ptCount val="1"/>
                <c:pt idx="0">
                  <c:v>CCLACDS LX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RF!$I$67:$FT$67</c:f>
              <c:numCache>
                <c:formatCode>General</c:formatCode>
                <c:ptCount val="168"/>
                <c:pt idx="0">
                  <c:v>100</c:v>
                </c:pt>
                <c:pt idx="1">
                  <c:v>100.02134638783539</c:v>
                </c:pt>
                <c:pt idx="2">
                  <c:v>99.998576907477613</c:v>
                </c:pt>
                <c:pt idx="3">
                  <c:v>100.01067319391768</c:v>
                </c:pt>
                <c:pt idx="4">
                  <c:v>100.0996164765652</c:v>
                </c:pt>
                <c:pt idx="5">
                  <c:v>100.16080945502669</c:v>
                </c:pt>
                <c:pt idx="6">
                  <c:v>100.22840634983879</c:v>
                </c:pt>
                <c:pt idx="7">
                  <c:v>100.26614375286185</c:v>
                </c:pt>
                <c:pt idx="8">
                  <c:v>100.36155530012769</c:v>
                </c:pt>
                <c:pt idx="9">
                  <c:v>100.38647622665236</c:v>
                </c:pt>
                <c:pt idx="10">
                  <c:v>100.43845415911808</c:v>
                </c:pt>
                <c:pt idx="11">
                  <c:v>100.51179288574784</c:v>
                </c:pt>
                <c:pt idx="12">
                  <c:v>100.60222024770877</c:v>
                </c:pt>
                <c:pt idx="13">
                  <c:v>100.59937214182023</c:v>
                </c:pt>
                <c:pt idx="14">
                  <c:v>100.59937214182023</c:v>
                </c:pt>
                <c:pt idx="15">
                  <c:v>100.39786865020652</c:v>
                </c:pt>
                <c:pt idx="16">
                  <c:v>100.52318530930198</c:v>
                </c:pt>
                <c:pt idx="17">
                  <c:v>100.63924562425971</c:v>
                </c:pt>
                <c:pt idx="18">
                  <c:v>100.69976787439104</c:v>
                </c:pt>
                <c:pt idx="19">
                  <c:v>100.78378699810277</c:v>
                </c:pt>
                <c:pt idx="20">
                  <c:v>100.80016360696183</c:v>
                </c:pt>
                <c:pt idx="21">
                  <c:v>100.85285356589969</c:v>
                </c:pt>
                <c:pt idx="22">
                  <c:v>100.88275867772927</c:v>
                </c:pt>
                <c:pt idx="23">
                  <c:v>100.93117647783434</c:v>
                </c:pt>
                <c:pt idx="24">
                  <c:v>100.96108158966393</c:v>
                </c:pt>
                <c:pt idx="25">
                  <c:v>100.97389806616233</c:v>
                </c:pt>
                <c:pt idx="26">
                  <c:v>100.84288519528982</c:v>
                </c:pt>
                <c:pt idx="27">
                  <c:v>100.69051153025332</c:v>
                </c:pt>
                <c:pt idx="28">
                  <c:v>100.63497346542691</c:v>
                </c:pt>
                <c:pt idx="29">
                  <c:v>100.43062186792467</c:v>
                </c:pt>
                <c:pt idx="30">
                  <c:v>100.4291978149804</c:v>
                </c:pt>
                <c:pt idx="31">
                  <c:v>100.42065349731479</c:v>
                </c:pt>
                <c:pt idx="32">
                  <c:v>100.31028939413413</c:v>
                </c:pt>
                <c:pt idx="33">
                  <c:v>100.50040046219371</c:v>
                </c:pt>
                <c:pt idx="34">
                  <c:v>100.50040046219371</c:v>
                </c:pt>
                <c:pt idx="35">
                  <c:v>100.66416655078436</c:v>
                </c:pt>
                <c:pt idx="36">
                  <c:v>100.77025849513221</c:v>
                </c:pt>
                <c:pt idx="37">
                  <c:v>100.86068585709313</c:v>
                </c:pt>
                <c:pt idx="38">
                  <c:v>100.89059096892272</c:v>
                </c:pt>
                <c:pt idx="39">
                  <c:v>101.01092344271325</c:v>
                </c:pt>
                <c:pt idx="40">
                  <c:v>101.09707864584136</c:v>
                </c:pt>
                <c:pt idx="41">
                  <c:v>101.11986349294965</c:v>
                </c:pt>
                <c:pt idx="42">
                  <c:v>101.12840781061524</c:v>
                </c:pt>
                <c:pt idx="43">
                  <c:v>101.17041737247112</c:v>
                </c:pt>
                <c:pt idx="44">
                  <c:v>100.88631881008995</c:v>
                </c:pt>
                <c:pt idx="45">
                  <c:v>100.6541981801745</c:v>
                </c:pt>
                <c:pt idx="46">
                  <c:v>100.78877118340768</c:v>
                </c:pt>
                <c:pt idx="47">
                  <c:v>100.74462554213542</c:v>
                </c:pt>
                <c:pt idx="48">
                  <c:v>100.57801134765623</c:v>
                </c:pt>
                <c:pt idx="49">
                  <c:v>100.52176125635771</c:v>
                </c:pt>
                <c:pt idx="50">
                  <c:v>100.6413817036761</c:v>
                </c:pt>
                <c:pt idx="51">
                  <c:v>100.64422980956464</c:v>
                </c:pt>
                <c:pt idx="52">
                  <c:v>100.46195103269852</c:v>
                </c:pt>
                <c:pt idx="53">
                  <c:v>100.35443503540641</c:v>
                </c:pt>
                <c:pt idx="54">
                  <c:v>100.43987821206238</c:v>
                </c:pt>
                <c:pt idx="55">
                  <c:v>100.43845415911811</c:v>
                </c:pt>
                <c:pt idx="56">
                  <c:v>100.27753617641599</c:v>
                </c:pt>
                <c:pt idx="57">
                  <c:v>99.981333164008561</c:v>
                </c:pt>
                <c:pt idx="58">
                  <c:v>99.981333164008561</c:v>
                </c:pt>
                <c:pt idx="59">
                  <c:v>99.736396057594717</c:v>
                </c:pt>
                <c:pt idx="60">
                  <c:v>99.553405254256475</c:v>
                </c:pt>
                <c:pt idx="61">
                  <c:v>99.738532137011106</c:v>
                </c:pt>
                <c:pt idx="62">
                  <c:v>99.487186792348055</c:v>
                </c:pt>
                <c:pt idx="63">
                  <c:v>99.155382456333953</c:v>
                </c:pt>
                <c:pt idx="64">
                  <c:v>99.200240124078348</c:v>
                </c:pt>
                <c:pt idx="65">
                  <c:v>99.385367006832993</c:v>
                </c:pt>
                <c:pt idx="66">
                  <c:v>99.549133095423642</c:v>
                </c:pt>
                <c:pt idx="67">
                  <c:v>99.549133095423642</c:v>
                </c:pt>
                <c:pt idx="68">
                  <c:v>99.549133095423642</c:v>
                </c:pt>
                <c:pt idx="69">
                  <c:v>99.591854683751649</c:v>
                </c:pt>
                <c:pt idx="70">
                  <c:v>99.718595395791368</c:v>
                </c:pt>
                <c:pt idx="71">
                  <c:v>100.24122282633719</c:v>
                </c:pt>
                <c:pt idx="72">
                  <c:v>100.35372300893427</c:v>
                </c:pt>
                <c:pt idx="73">
                  <c:v>100.46052697975426</c:v>
                </c:pt>
                <c:pt idx="74">
                  <c:v>100.57587526823983</c:v>
                </c:pt>
                <c:pt idx="75">
                  <c:v>100.99881899268699</c:v>
                </c:pt>
                <c:pt idx="76">
                  <c:v>101.08355014287086</c:v>
                </c:pt>
                <c:pt idx="77">
                  <c:v>101.137664154753</c:v>
                </c:pt>
                <c:pt idx="78">
                  <c:v>101.44668364365883</c:v>
                </c:pt>
                <c:pt idx="79">
                  <c:v>101.56060787920013</c:v>
                </c:pt>
                <c:pt idx="80">
                  <c:v>101.55847179978375</c:v>
                </c:pt>
                <c:pt idx="81">
                  <c:v>101.61899404991509</c:v>
                </c:pt>
                <c:pt idx="82">
                  <c:v>101.58624083219696</c:v>
                </c:pt>
                <c:pt idx="83">
                  <c:v>101.61685797049869</c:v>
                </c:pt>
                <c:pt idx="84">
                  <c:v>101.68094035299066</c:v>
                </c:pt>
                <c:pt idx="85">
                  <c:v>101.69875224038037</c:v>
                </c:pt>
                <c:pt idx="86">
                  <c:v>101.60898032793615</c:v>
                </c:pt>
                <c:pt idx="87">
                  <c:v>101.60898032793615</c:v>
                </c:pt>
                <c:pt idx="88">
                  <c:v>101.65671618614061</c:v>
                </c:pt>
                <c:pt idx="89">
                  <c:v>101.66954074506121</c:v>
                </c:pt>
                <c:pt idx="90">
                  <c:v>101.66954074506121</c:v>
                </c:pt>
                <c:pt idx="91">
                  <c:v>101.91748221752621</c:v>
                </c:pt>
                <c:pt idx="92">
                  <c:v>101.86832140833057</c:v>
                </c:pt>
                <c:pt idx="93">
                  <c:v>101.84623466796731</c:v>
                </c:pt>
                <c:pt idx="94">
                  <c:v>101.8269978295864</c:v>
                </c:pt>
                <c:pt idx="95">
                  <c:v>101.6902025344333</c:v>
                </c:pt>
                <c:pt idx="96">
                  <c:v>101.6902025344333</c:v>
                </c:pt>
                <c:pt idx="97">
                  <c:v>101.65244133316709</c:v>
                </c:pt>
                <c:pt idx="98">
                  <c:v>101.39737510574622</c:v>
                </c:pt>
                <c:pt idx="99">
                  <c:v>101.34607687006381</c:v>
                </c:pt>
                <c:pt idx="100">
                  <c:v>101.06251162281936</c:v>
                </c:pt>
                <c:pt idx="101">
                  <c:v>101.2142689033798</c:v>
                </c:pt>
                <c:pt idx="102">
                  <c:v>101.25915485960192</c:v>
                </c:pt>
                <c:pt idx="103">
                  <c:v>101.25915485960192</c:v>
                </c:pt>
                <c:pt idx="104">
                  <c:v>101.2862289284343</c:v>
                </c:pt>
                <c:pt idx="105">
                  <c:v>101.5469949598199</c:v>
                </c:pt>
                <c:pt idx="106">
                  <c:v>101.92129329311065</c:v>
                </c:pt>
                <c:pt idx="107">
                  <c:v>102.06915542095643</c:v>
                </c:pt>
                <c:pt idx="108">
                  <c:v>102.23130374472933</c:v>
                </c:pt>
                <c:pt idx="109">
                  <c:v>102.37630863338967</c:v>
                </c:pt>
                <c:pt idx="110">
                  <c:v>102.44488237383987</c:v>
                </c:pt>
                <c:pt idx="111">
                  <c:v>102.42345307994918</c:v>
                </c:pt>
                <c:pt idx="112">
                  <c:v>102.55631470207146</c:v>
                </c:pt>
                <c:pt idx="113">
                  <c:v>102.41202412320747</c:v>
                </c:pt>
                <c:pt idx="114">
                  <c:v>102.46345442854513</c:v>
                </c:pt>
                <c:pt idx="115">
                  <c:v>102.48274079304674</c:v>
                </c:pt>
                <c:pt idx="116">
                  <c:v>102.37345139420421</c:v>
                </c:pt>
                <c:pt idx="117">
                  <c:v>102.55488608247873</c:v>
                </c:pt>
                <c:pt idx="118">
                  <c:v>102.64703204620871</c:v>
                </c:pt>
                <c:pt idx="119">
                  <c:v>102.87203963206098</c:v>
                </c:pt>
                <c:pt idx="120">
                  <c:v>102.88346858880267</c:v>
                </c:pt>
                <c:pt idx="121">
                  <c:v>102.80846606018525</c:v>
                </c:pt>
                <c:pt idx="122">
                  <c:v>102.84418155000307</c:v>
                </c:pt>
                <c:pt idx="123">
                  <c:v>102.84418155000307</c:v>
                </c:pt>
                <c:pt idx="124">
                  <c:v>102.84418155000307</c:v>
                </c:pt>
                <c:pt idx="125">
                  <c:v>102.76703609199659</c:v>
                </c:pt>
                <c:pt idx="126">
                  <c:v>102.72703474340064</c:v>
                </c:pt>
                <c:pt idx="127">
                  <c:v>102.76132161362574</c:v>
                </c:pt>
                <c:pt idx="128">
                  <c:v>102.77060764097838</c:v>
                </c:pt>
                <c:pt idx="129">
                  <c:v>102.84989602837393</c:v>
                </c:pt>
                <c:pt idx="130">
                  <c:v>102.84418155000309</c:v>
                </c:pt>
                <c:pt idx="131">
                  <c:v>102.82203794631604</c:v>
                </c:pt>
                <c:pt idx="132">
                  <c:v>102.8470387891885</c:v>
                </c:pt>
                <c:pt idx="133">
                  <c:v>102.8470387891885</c:v>
                </c:pt>
                <c:pt idx="134">
                  <c:v>102.9277557961768</c:v>
                </c:pt>
                <c:pt idx="135">
                  <c:v>102.86918239287556</c:v>
                </c:pt>
                <c:pt idx="136">
                  <c:v>102.77632211934923</c:v>
                </c:pt>
                <c:pt idx="137">
                  <c:v>102.85632481654115</c:v>
                </c:pt>
                <c:pt idx="138">
                  <c:v>102.86561084389378</c:v>
                </c:pt>
                <c:pt idx="139">
                  <c:v>102.86275360470836</c:v>
                </c:pt>
                <c:pt idx="140">
                  <c:v>102.90989805126789</c:v>
                </c:pt>
                <c:pt idx="141">
                  <c:v>102.93489889414035</c:v>
                </c:pt>
                <c:pt idx="142">
                  <c:v>102.90561219248974</c:v>
                </c:pt>
                <c:pt idx="143">
                  <c:v>102.8798970398209</c:v>
                </c:pt>
                <c:pt idx="144">
                  <c:v>102.92204131780592</c:v>
                </c:pt>
                <c:pt idx="145">
                  <c:v>102.89918340432251</c:v>
                </c:pt>
                <c:pt idx="146">
                  <c:v>102.83632414224316</c:v>
                </c:pt>
                <c:pt idx="147">
                  <c:v>102.64131756783787</c:v>
                </c:pt>
                <c:pt idx="148">
                  <c:v>102.64060325804152</c:v>
                </c:pt>
                <c:pt idx="149">
                  <c:v>102.71489147686259</c:v>
                </c:pt>
                <c:pt idx="150">
                  <c:v>102.72917767278972</c:v>
                </c:pt>
                <c:pt idx="151">
                  <c:v>102.65346083437593</c:v>
                </c:pt>
                <c:pt idx="152">
                  <c:v>102.6263170621144</c:v>
                </c:pt>
                <c:pt idx="153">
                  <c:v>102.59703036046378</c:v>
                </c:pt>
                <c:pt idx="154">
                  <c:v>102.71703440625166</c:v>
                </c:pt>
                <c:pt idx="155">
                  <c:v>102.95061370966019</c:v>
                </c:pt>
                <c:pt idx="156">
                  <c:v>103.06561758687357</c:v>
                </c:pt>
                <c:pt idx="157">
                  <c:v>103.05918879870637</c:v>
                </c:pt>
                <c:pt idx="158">
                  <c:v>103.17419267591977</c:v>
                </c:pt>
                <c:pt idx="159">
                  <c:v>103.15204907223271</c:v>
                </c:pt>
                <c:pt idx="160">
                  <c:v>103.18205008367968</c:v>
                </c:pt>
                <c:pt idx="161">
                  <c:v>103.25135828584382</c:v>
                </c:pt>
                <c:pt idx="162">
                  <c:v>103.40283600603759</c:v>
                </c:pt>
                <c:pt idx="163">
                  <c:v>103.36782464618149</c:v>
                </c:pt>
                <c:pt idx="164">
                  <c:v>103.32352455820029</c:v>
                </c:pt>
                <c:pt idx="165">
                  <c:v>103.26707767190167</c:v>
                </c:pt>
                <c:pt idx="166">
                  <c:v>103.36210850579683</c:v>
                </c:pt>
                <c:pt idx="167">
                  <c:v>103.36210850579683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987-4DA8-995C-4BA853F78AFF}"/>
            </c:ext>
          </c:extLst>
        </c:ser>
        <c:ser>
          <c:idx val="1"/>
          <c:order val="1"/>
          <c:tx>
            <c:strRef>
              <c:f>RF!$H$68</c:f>
              <c:strCache>
                <c:ptCount val="1"/>
                <c:pt idx="0">
                  <c:v>ERECKUA LX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RF!$I$68:$FT$68</c:f>
              <c:numCache>
                <c:formatCode>General</c:formatCode>
                <c:ptCount val="168"/>
                <c:pt idx="0">
                  <c:v>100</c:v>
                </c:pt>
                <c:pt idx="1">
                  <c:v>99.823430062951019</c:v>
                </c:pt>
                <c:pt idx="2">
                  <c:v>99.831107016735757</c:v>
                </c:pt>
                <c:pt idx="3">
                  <c:v>99.815753109166295</c:v>
                </c:pt>
                <c:pt idx="4">
                  <c:v>99.884845693228939</c:v>
                </c:pt>
                <c:pt idx="5">
                  <c:v>99.976969138645771</c:v>
                </c:pt>
                <c:pt idx="6">
                  <c:v>100.03838476892369</c:v>
                </c:pt>
                <c:pt idx="7">
                  <c:v>100.04606643864413</c:v>
                </c:pt>
                <c:pt idx="8">
                  <c:v>100.13056480556865</c:v>
                </c:pt>
                <c:pt idx="9">
                  <c:v>100.19969983305235</c:v>
                </c:pt>
                <c:pt idx="10">
                  <c:v>100.29956153941771</c:v>
                </c:pt>
                <c:pt idx="11">
                  <c:v>100.34565155774018</c:v>
                </c:pt>
                <c:pt idx="12">
                  <c:v>100.39174157606266</c:v>
                </c:pt>
                <c:pt idx="13">
                  <c:v>100.46855827326677</c:v>
                </c:pt>
                <c:pt idx="14">
                  <c:v>100.46855827326677</c:v>
                </c:pt>
                <c:pt idx="15">
                  <c:v>100.36101489718101</c:v>
                </c:pt>
                <c:pt idx="16">
                  <c:v>100.51464829158922</c:v>
                </c:pt>
                <c:pt idx="17">
                  <c:v>100.70669003459953</c:v>
                </c:pt>
                <c:pt idx="18">
                  <c:v>100.82191508040572</c:v>
                </c:pt>
                <c:pt idx="19">
                  <c:v>100.99859348397518</c:v>
                </c:pt>
                <c:pt idx="20">
                  <c:v>101.02932016285685</c:v>
                </c:pt>
                <c:pt idx="21">
                  <c:v>101.09845519034056</c:v>
                </c:pt>
                <c:pt idx="22">
                  <c:v>101.24440691502838</c:v>
                </c:pt>
                <c:pt idx="23">
                  <c:v>101.40572197915702</c:v>
                </c:pt>
                <c:pt idx="24">
                  <c:v>101.45949366719994</c:v>
                </c:pt>
                <c:pt idx="25">
                  <c:v>101.58240038272653</c:v>
                </c:pt>
                <c:pt idx="26">
                  <c:v>101.62080873132858</c:v>
                </c:pt>
                <c:pt idx="27">
                  <c:v>101.6361720707694</c:v>
                </c:pt>
                <c:pt idx="28">
                  <c:v>101.71298876797351</c:v>
                </c:pt>
                <c:pt idx="29">
                  <c:v>101.74371544685516</c:v>
                </c:pt>
                <c:pt idx="30">
                  <c:v>101.73603377713476</c:v>
                </c:pt>
                <c:pt idx="31">
                  <c:v>101.78212379545724</c:v>
                </c:pt>
                <c:pt idx="32">
                  <c:v>101.759078786296</c:v>
                </c:pt>
                <c:pt idx="33">
                  <c:v>101.889667171543</c:v>
                </c:pt>
                <c:pt idx="34">
                  <c:v>101.889667171543</c:v>
                </c:pt>
                <c:pt idx="35">
                  <c:v>102.03561889623083</c:v>
                </c:pt>
                <c:pt idx="36">
                  <c:v>102.10475392371453</c:v>
                </c:pt>
                <c:pt idx="37">
                  <c:v>102.12011726315535</c:v>
                </c:pt>
                <c:pt idx="38">
                  <c:v>102.19693396035946</c:v>
                </c:pt>
                <c:pt idx="39">
                  <c:v>102.34288568504728</c:v>
                </c:pt>
                <c:pt idx="40">
                  <c:v>102.36593069420852</c:v>
                </c:pt>
                <c:pt idx="41">
                  <c:v>102.37361236392894</c:v>
                </c:pt>
                <c:pt idx="42">
                  <c:v>102.41202071253099</c:v>
                </c:pt>
                <c:pt idx="43">
                  <c:v>102.33520401532688</c:v>
                </c:pt>
                <c:pt idx="44">
                  <c:v>102.18925229063906</c:v>
                </c:pt>
                <c:pt idx="45">
                  <c:v>101.95880219902671</c:v>
                </c:pt>
                <c:pt idx="46">
                  <c:v>102.1354806025962</c:v>
                </c:pt>
                <c:pt idx="47">
                  <c:v>102.12779893287578</c:v>
                </c:pt>
                <c:pt idx="48">
                  <c:v>101.98952887790838</c:v>
                </c:pt>
                <c:pt idx="49">
                  <c:v>101.84357715322056</c:v>
                </c:pt>
                <c:pt idx="50">
                  <c:v>102.12011726315536</c:v>
                </c:pt>
                <c:pt idx="51">
                  <c:v>102.12011726315536</c:v>
                </c:pt>
                <c:pt idx="52">
                  <c:v>102.12011726315536</c:v>
                </c:pt>
                <c:pt idx="53">
                  <c:v>101.92039385042467</c:v>
                </c:pt>
                <c:pt idx="54">
                  <c:v>101.85125882294096</c:v>
                </c:pt>
                <c:pt idx="55">
                  <c:v>101.88966717154301</c:v>
                </c:pt>
                <c:pt idx="56">
                  <c:v>101.75907878629603</c:v>
                </c:pt>
                <c:pt idx="57">
                  <c:v>101.49790201580203</c:v>
                </c:pt>
                <c:pt idx="58">
                  <c:v>101.19831689670598</c:v>
                </c:pt>
                <c:pt idx="59">
                  <c:v>101.19831689670598</c:v>
                </c:pt>
                <c:pt idx="60">
                  <c:v>101.09845519034063</c:v>
                </c:pt>
                <c:pt idx="61">
                  <c:v>101.2751335939101</c:v>
                </c:pt>
                <c:pt idx="62">
                  <c:v>101.03700183257733</c:v>
                </c:pt>
                <c:pt idx="63">
                  <c:v>100.68364502543838</c:v>
                </c:pt>
                <c:pt idx="64">
                  <c:v>100.66060001627714</c:v>
                </c:pt>
                <c:pt idx="65">
                  <c:v>100.82191508040579</c:v>
                </c:pt>
                <c:pt idx="66">
                  <c:v>101.00627515369568</c:v>
                </c:pt>
                <c:pt idx="67">
                  <c:v>101.00627515369568</c:v>
                </c:pt>
                <c:pt idx="68">
                  <c:v>101.00627515369568</c:v>
                </c:pt>
                <c:pt idx="69">
                  <c:v>100.96786680509362</c:v>
                </c:pt>
                <c:pt idx="70">
                  <c:v>101.05236517201817</c:v>
                </c:pt>
                <c:pt idx="71">
                  <c:v>101.75139711657566</c:v>
                </c:pt>
                <c:pt idx="72">
                  <c:v>101.86662216238184</c:v>
                </c:pt>
                <c:pt idx="73">
                  <c:v>102.02793722651047</c:v>
                </c:pt>
                <c:pt idx="74">
                  <c:v>102.18925229063913</c:v>
                </c:pt>
                <c:pt idx="75">
                  <c:v>102.56565410693932</c:v>
                </c:pt>
                <c:pt idx="76">
                  <c:v>102.66551581330468</c:v>
                </c:pt>
                <c:pt idx="77">
                  <c:v>102.72696917106796</c:v>
                </c:pt>
                <c:pt idx="78">
                  <c:v>103.00350928100281</c:v>
                </c:pt>
                <c:pt idx="79">
                  <c:v>103.04959929932528</c:v>
                </c:pt>
                <c:pt idx="80">
                  <c:v>103.01887262044364</c:v>
                </c:pt>
                <c:pt idx="81">
                  <c:v>103.02655429016404</c:v>
                </c:pt>
                <c:pt idx="82">
                  <c:v>102.98046427184157</c:v>
                </c:pt>
                <c:pt idx="83">
                  <c:v>102.94205592323951</c:v>
                </c:pt>
                <c:pt idx="84">
                  <c:v>102.93437425351911</c:v>
                </c:pt>
                <c:pt idx="85">
                  <c:v>102.81147670945103</c:v>
                </c:pt>
                <c:pt idx="86">
                  <c:v>102.71930355139996</c:v>
                </c:pt>
                <c:pt idx="87">
                  <c:v>102.71930355139996</c:v>
                </c:pt>
                <c:pt idx="88">
                  <c:v>102.8191578059553</c:v>
                </c:pt>
                <c:pt idx="89">
                  <c:v>102.89596877099784</c:v>
                </c:pt>
                <c:pt idx="90">
                  <c:v>102.94973644652762</c:v>
                </c:pt>
                <c:pt idx="91">
                  <c:v>103.2416181136893</c:v>
                </c:pt>
                <c:pt idx="92">
                  <c:v>103.24929921019354</c:v>
                </c:pt>
                <c:pt idx="93">
                  <c:v>103.24929921019354</c:v>
                </c:pt>
                <c:pt idx="94">
                  <c:v>103.28770469271483</c:v>
                </c:pt>
                <c:pt idx="95">
                  <c:v>103.29538578921908</c:v>
                </c:pt>
                <c:pt idx="96">
                  <c:v>103.29538578921908</c:v>
                </c:pt>
                <c:pt idx="97">
                  <c:v>103.26466140320207</c:v>
                </c:pt>
                <c:pt idx="98">
                  <c:v>103.03422850807441</c:v>
                </c:pt>
                <c:pt idx="99">
                  <c:v>102.97277973604038</c:v>
                </c:pt>
                <c:pt idx="100">
                  <c:v>102.8345199989638</c:v>
                </c:pt>
                <c:pt idx="101">
                  <c:v>102.97277973604039</c:v>
                </c:pt>
                <c:pt idx="102">
                  <c:v>102.95741754303188</c:v>
                </c:pt>
                <c:pt idx="103">
                  <c:v>102.95741754303188</c:v>
                </c:pt>
                <c:pt idx="104">
                  <c:v>103.00350412205741</c:v>
                </c:pt>
                <c:pt idx="105">
                  <c:v>103.19553153466379</c:v>
                </c:pt>
                <c:pt idx="106">
                  <c:v>103.48026193487128</c:v>
                </c:pt>
                <c:pt idx="107">
                  <c:v>103.55721609708951</c:v>
                </c:pt>
                <c:pt idx="108">
                  <c:v>103.67264734041687</c:v>
                </c:pt>
                <c:pt idx="109">
                  <c:v>103.83425108107518</c:v>
                </c:pt>
                <c:pt idx="110">
                  <c:v>103.94198690818071</c:v>
                </c:pt>
                <c:pt idx="111">
                  <c:v>103.88811899462794</c:v>
                </c:pt>
                <c:pt idx="112">
                  <c:v>103.98815940551165</c:v>
                </c:pt>
                <c:pt idx="113">
                  <c:v>103.91120524329341</c:v>
                </c:pt>
                <c:pt idx="114">
                  <c:v>103.92659607573705</c:v>
                </c:pt>
                <c:pt idx="115">
                  <c:v>103.95737774062434</c:v>
                </c:pt>
                <c:pt idx="116">
                  <c:v>103.89581441084974</c:v>
                </c:pt>
                <c:pt idx="117">
                  <c:v>104.0728089839517</c:v>
                </c:pt>
                <c:pt idx="118">
                  <c:v>104.24210814083185</c:v>
                </c:pt>
                <c:pt idx="119">
                  <c:v>104.52683854103934</c:v>
                </c:pt>
                <c:pt idx="120">
                  <c:v>104.49605687615202</c:v>
                </c:pt>
                <c:pt idx="121">
                  <c:v>104.39601646526832</c:v>
                </c:pt>
                <c:pt idx="122">
                  <c:v>104.38832104904651</c:v>
                </c:pt>
                <c:pt idx="123">
                  <c:v>104.38832104904651</c:v>
                </c:pt>
                <c:pt idx="124">
                  <c:v>104.38832104904651</c:v>
                </c:pt>
                <c:pt idx="125">
                  <c:v>104.33445313549375</c:v>
                </c:pt>
                <c:pt idx="126">
                  <c:v>104.18824022727905</c:v>
                </c:pt>
                <c:pt idx="127">
                  <c:v>104.19593564350089</c:v>
                </c:pt>
                <c:pt idx="128">
                  <c:v>104.20363105972271</c:v>
                </c:pt>
                <c:pt idx="129">
                  <c:v>104.26519438949732</c:v>
                </c:pt>
                <c:pt idx="130">
                  <c:v>104.27288980571915</c:v>
                </c:pt>
                <c:pt idx="131">
                  <c:v>104.2882806381628</c:v>
                </c:pt>
                <c:pt idx="132">
                  <c:v>104.31136688682828</c:v>
                </c:pt>
                <c:pt idx="133">
                  <c:v>104.31136688682828</c:v>
                </c:pt>
                <c:pt idx="134">
                  <c:v>104.43449354637747</c:v>
                </c:pt>
                <c:pt idx="135">
                  <c:v>104.43449354637747</c:v>
                </c:pt>
                <c:pt idx="136">
                  <c:v>104.34214855171558</c:v>
                </c:pt>
                <c:pt idx="137">
                  <c:v>104.40371188149017</c:v>
                </c:pt>
                <c:pt idx="138">
                  <c:v>104.44988437882112</c:v>
                </c:pt>
                <c:pt idx="139">
                  <c:v>104.47297062748659</c:v>
                </c:pt>
                <c:pt idx="140">
                  <c:v>104.47297062748659</c:v>
                </c:pt>
                <c:pt idx="141">
                  <c:v>104.32675771927192</c:v>
                </c:pt>
                <c:pt idx="142">
                  <c:v>104.29597605438464</c:v>
                </c:pt>
                <c:pt idx="143">
                  <c:v>104.28828063816282</c:v>
                </c:pt>
                <c:pt idx="144">
                  <c:v>104.31906230305012</c:v>
                </c:pt>
                <c:pt idx="145">
                  <c:v>104.29597605438464</c:v>
                </c:pt>
                <c:pt idx="146">
                  <c:v>104.25749897327552</c:v>
                </c:pt>
                <c:pt idx="147">
                  <c:v>104.03433190284261</c:v>
                </c:pt>
                <c:pt idx="148">
                  <c:v>104.01894107039895</c:v>
                </c:pt>
                <c:pt idx="149">
                  <c:v>104.14976314616997</c:v>
                </c:pt>
                <c:pt idx="150">
                  <c:v>104.19593564350092</c:v>
                </c:pt>
                <c:pt idx="151">
                  <c:v>104.13437231372632</c:v>
                </c:pt>
                <c:pt idx="152">
                  <c:v>104.13437231372632</c:v>
                </c:pt>
                <c:pt idx="153">
                  <c:v>104.14206772994815</c:v>
                </c:pt>
                <c:pt idx="154">
                  <c:v>104.32675771927192</c:v>
                </c:pt>
                <c:pt idx="155">
                  <c:v>104.44988437882111</c:v>
                </c:pt>
                <c:pt idx="156">
                  <c:v>104.63457436814491</c:v>
                </c:pt>
                <c:pt idx="157">
                  <c:v>104.60379270325762</c:v>
                </c:pt>
                <c:pt idx="158">
                  <c:v>104.69613769791953</c:v>
                </c:pt>
                <c:pt idx="159">
                  <c:v>104.73461477902862</c:v>
                </c:pt>
                <c:pt idx="160">
                  <c:v>104.71922394658499</c:v>
                </c:pt>
                <c:pt idx="161">
                  <c:v>104.71922394658499</c:v>
                </c:pt>
                <c:pt idx="162">
                  <c:v>104.78847251495525</c:v>
                </c:pt>
                <c:pt idx="163">
                  <c:v>104.72691823195946</c:v>
                </c:pt>
                <c:pt idx="164">
                  <c:v>104.63458680746578</c:v>
                </c:pt>
                <c:pt idx="165">
                  <c:v>104.57303252446998</c:v>
                </c:pt>
                <c:pt idx="166">
                  <c:v>104.61150395134237</c:v>
                </c:pt>
                <c:pt idx="167">
                  <c:v>104.61150395134237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987-4DA8-995C-4BA853F78AFF}"/>
            </c:ext>
          </c:extLst>
        </c:ser>
        <c:ser>
          <c:idx val="2"/>
          <c:order val="2"/>
          <c:tx>
            <c:strRef>
              <c:f>RF!$H$69</c:f>
              <c:strCache>
                <c:ptCount val="1"/>
                <c:pt idx="0">
                  <c:v>INLACIA LX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RF!$I$69:$FT$69</c:f>
              <c:numCache>
                <c:formatCode>General</c:formatCode>
                <c:ptCount val="168"/>
                <c:pt idx="0">
                  <c:v>100</c:v>
                </c:pt>
                <c:pt idx="1">
                  <c:v>99.974645030425961</c:v>
                </c:pt>
                <c:pt idx="2">
                  <c:v>99.999999999999986</c:v>
                </c:pt>
                <c:pt idx="3">
                  <c:v>100.0760649087221</c:v>
                </c:pt>
                <c:pt idx="4">
                  <c:v>100.12677484787018</c:v>
                </c:pt>
                <c:pt idx="5">
                  <c:v>100.17748478701823</c:v>
                </c:pt>
                <c:pt idx="6">
                  <c:v>100.15212981744419</c:v>
                </c:pt>
                <c:pt idx="7">
                  <c:v>100.25354969574033</c:v>
                </c:pt>
                <c:pt idx="8">
                  <c:v>100.27890466531437</c:v>
                </c:pt>
                <c:pt idx="9">
                  <c:v>100.32961460446245</c:v>
                </c:pt>
                <c:pt idx="10">
                  <c:v>100.40567951318457</c:v>
                </c:pt>
                <c:pt idx="11">
                  <c:v>100.50709939148071</c:v>
                </c:pt>
                <c:pt idx="12">
                  <c:v>100.48174442190668</c:v>
                </c:pt>
                <c:pt idx="13">
                  <c:v>100.53245436105475</c:v>
                </c:pt>
                <c:pt idx="14">
                  <c:v>100.32961460446246</c:v>
                </c:pt>
                <c:pt idx="15">
                  <c:v>100.4817444219067</c:v>
                </c:pt>
                <c:pt idx="16">
                  <c:v>100.58316430020284</c:v>
                </c:pt>
                <c:pt idx="17">
                  <c:v>100.65922920892494</c:v>
                </c:pt>
                <c:pt idx="18">
                  <c:v>100.76064908722108</c:v>
                </c:pt>
                <c:pt idx="19">
                  <c:v>100.76064908722108</c:v>
                </c:pt>
                <c:pt idx="20">
                  <c:v>100.78600405679511</c:v>
                </c:pt>
                <c:pt idx="21">
                  <c:v>100.8367139959432</c:v>
                </c:pt>
                <c:pt idx="22">
                  <c:v>100.86206896551722</c:v>
                </c:pt>
                <c:pt idx="23">
                  <c:v>100.88742393509126</c:v>
                </c:pt>
                <c:pt idx="24">
                  <c:v>100.93813387423934</c:v>
                </c:pt>
                <c:pt idx="25">
                  <c:v>100.96348884381337</c:v>
                </c:pt>
                <c:pt idx="26">
                  <c:v>100.96348884381337</c:v>
                </c:pt>
                <c:pt idx="27">
                  <c:v>100.96348884381337</c:v>
                </c:pt>
                <c:pt idx="28">
                  <c:v>100.88742393509125</c:v>
                </c:pt>
                <c:pt idx="29">
                  <c:v>100.88742393509125</c:v>
                </c:pt>
                <c:pt idx="30">
                  <c:v>100.91277890466529</c:v>
                </c:pt>
                <c:pt idx="31">
                  <c:v>100.91277890466529</c:v>
                </c:pt>
                <c:pt idx="32">
                  <c:v>101.01419878296146</c:v>
                </c:pt>
                <c:pt idx="33">
                  <c:v>101.03955375253548</c:v>
                </c:pt>
                <c:pt idx="34">
                  <c:v>101.09026369168355</c:v>
                </c:pt>
                <c:pt idx="35">
                  <c:v>101.21703853955374</c:v>
                </c:pt>
                <c:pt idx="36">
                  <c:v>101.2677484787018</c:v>
                </c:pt>
                <c:pt idx="37">
                  <c:v>101.34381338742392</c:v>
                </c:pt>
                <c:pt idx="38">
                  <c:v>101.4705882352941</c:v>
                </c:pt>
                <c:pt idx="39">
                  <c:v>101.5466531440162</c:v>
                </c:pt>
                <c:pt idx="40">
                  <c:v>101.59736308316428</c:v>
                </c:pt>
                <c:pt idx="41">
                  <c:v>101.59736308316428</c:v>
                </c:pt>
                <c:pt idx="42">
                  <c:v>101.59736308316428</c:v>
                </c:pt>
                <c:pt idx="43">
                  <c:v>101.41987829614602</c:v>
                </c:pt>
                <c:pt idx="44">
                  <c:v>101.16632860040565</c:v>
                </c:pt>
                <c:pt idx="45">
                  <c:v>101.29310344827586</c:v>
                </c:pt>
                <c:pt idx="46">
                  <c:v>101.2677484787018</c:v>
                </c:pt>
                <c:pt idx="47">
                  <c:v>101.1156186612576</c:v>
                </c:pt>
                <c:pt idx="48">
                  <c:v>101.06490872210952</c:v>
                </c:pt>
                <c:pt idx="49">
                  <c:v>101.21703853955376</c:v>
                </c:pt>
                <c:pt idx="50">
                  <c:v>101.16632860040568</c:v>
                </c:pt>
                <c:pt idx="51">
                  <c:v>100.96348884381339</c:v>
                </c:pt>
                <c:pt idx="52">
                  <c:v>100.86206896551725</c:v>
                </c:pt>
                <c:pt idx="53">
                  <c:v>100.88742393509129</c:v>
                </c:pt>
                <c:pt idx="54">
                  <c:v>100.93813387423937</c:v>
                </c:pt>
                <c:pt idx="55">
                  <c:v>100.78600405679515</c:v>
                </c:pt>
                <c:pt idx="56">
                  <c:v>100.55780933062881</c:v>
                </c:pt>
                <c:pt idx="57">
                  <c:v>100.22819472616635</c:v>
                </c:pt>
                <c:pt idx="58">
                  <c:v>100.30425963488845</c:v>
                </c:pt>
                <c:pt idx="59">
                  <c:v>100.17748478701826</c:v>
                </c:pt>
                <c:pt idx="60">
                  <c:v>100.30425963488847</c:v>
                </c:pt>
                <c:pt idx="61">
                  <c:v>100.05070993914811</c:v>
                </c:pt>
                <c:pt idx="62">
                  <c:v>99.721095334685629</c:v>
                </c:pt>
                <c:pt idx="63">
                  <c:v>99.771805273833706</c:v>
                </c:pt>
                <c:pt idx="64">
                  <c:v>99.923935091277912</c:v>
                </c:pt>
                <c:pt idx="65">
                  <c:v>100.02535496957407</c:v>
                </c:pt>
                <c:pt idx="66">
                  <c:v>100.10141987829617</c:v>
                </c:pt>
                <c:pt idx="67">
                  <c:v>100.10141987829617</c:v>
                </c:pt>
                <c:pt idx="68">
                  <c:v>100.10141987829617</c:v>
                </c:pt>
                <c:pt idx="69">
                  <c:v>100.20283975659234</c:v>
                </c:pt>
                <c:pt idx="70">
                  <c:v>100.7352941176471</c:v>
                </c:pt>
                <c:pt idx="71">
                  <c:v>100.83671399594327</c:v>
                </c:pt>
                <c:pt idx="72">
                  <c:v>100.83671399594327</c:v>
                </c:pt>
                <c:pt idx="73">
                  <c:v>101.03955375253555</c:v>
                </c:pt>
                <c:pt idx="74">
                  <c:v>101.41987829614608</c:v>
                </c:pt>
                <c:pt idx="75">
                  <c:v>101.52129817444222</c:v>
                </c:pt>
                <c:pt idx="76">
                  <c:v>101.54665314401626</c:v>
                </c:pt>
                <c:pt idx="77">
                  <c:v>101.80020283975662</c:v>
                </c:pt>
                <c:pt idx="78">
                  <c:v>101.9269776876268</c:v>
                </c:pt>
                <c:pt idx="79">
                  <c:v>101.90162271805275</c:v>
                </c:pt>
                <c:pt idx="80">
                  <c:v>101.97768762677485</c:v>
                </c:pt>
                <c:pt idx="81">
                  <c:v>101.90162271805274</c:v>
                </c:pt>
                <c:pt idx="82">
                  <c:v>101.95233265720081</c:v>
                </c:pt>
                <c:pt idx="83">
                  <c:v>101.95233265720081</c:v>
                </c:pt>
                <c:pt idx="84">
                  <c:v>101.90162271805274</c:v>
                </c:pt>
                <c:pt idx="85">
                  <c:v>101.82555780933062</c:v>
                </c:pt>
                <c:pt idx="86">
                  <c:v>101.90162271805274</c:v>
                </c:pt>
                <c:pt idx="87">
                  <c:v>101.90162271805274</c:v>
                </c:pt>
                <c:pt idx="88">
                  <c:v>101.90162271805274</c:v>
                </c:pt>
                <c:pt idx="89">
                  <c:v>102.00304259634889</c:v>
                </c:pt>
                <c:pt idx="90">
                  <c:v>102.2058823529412</c:v>
                </c:pt>
                <c:pt idx="91">
                  <c:v>102.18052738336715</c:v>
                </c:pt>
                <c:pt idx="92">
                  <c:v>102.18052738336715</c:v>
                </c:pt>
                <c:pt idx="93">
                  <c:v>102.15517241379312</c:v>
                </c:pt>
                <c:pt idx="94">
                  <c:v>102.00304259634891</c:v>
                </c:pt>
                <c:pt idx="95">
                  <c:v>101.9269776876268</c:v>
                </c:pt>
                <c:pt idx="96">
                  <c:v>101.9269776876268</c:v>
                </c:pt>
                <c:pt idx="97">
                  <c:v>101.6480730223124</c:v>
                </c:pt>
                <c:pt idx="98">
                  <c:v>101.62271805273836</c:v>
                </c:pt>
                <c:pt idx="99">
                  <c:v>101.24239350912782</c:v>
                </c:pt>
                <c:pt idx="100">
                  <c:v>101.41987829614607</c:v>
                </c:pt>
                <c:pt idx="101">
                  <c:v>101.47058823529416</c:v>
                </c:pt>
                <c:pt idx="102">
                  <c:v>101.54665314401626</c:v>
                </c:pt>
                <c:pt idx="103">
                  <c:v>101.54665314401626</c:v>
                </c:pt>
                <c:pt idx="104">
                  <c:v>101.74949290060857</c:v>
                </c:pt>
                <c:pt idx="105">
                  <c:v>101.85091277890471</c:v>
                </c:pt>
                <c:pt idx="106">
                  <c:v>101.92697768762683</c:v>
                </c:pt>
                <c:pt idx="107">
                  <c:v>102.05375253549701</c:v>
                </c:pt>
                <c:pt idx="108">
                  <c:v>102.25659229208931</c:v>
                </c:pt>
                <c:pt idx="109">
                  <c:v>102.33265720081143</c:v>
                </c:pt>
                <c:pt idx="110">
                  <c:v>102.33265720081143</c:v>
                </c:pt>
                <c:pt idx="111">
                  <c:v>102.43407707910757</c:v>
                </c:pt>
                <c:pt idx="112">
                  <c:v>102.3073022312374</c:v>
                </c:pt>
                <c:pt idx="113">
                  <c:v>102.33265720081144</c:v>
                </c:pt>
                <c:pt idx="114">
                  <c:v>102.35801217038546</c:v>
                </c:pt>
                <c:pt idx="115">
                  <c:v>102.28194726166338</c:v>
                </c:pt>
                <c:pt idx="116">
                  <c:v>102.48478701825566</c:v>
                </c:pt>
                <c:pt idx="117">
                  <c:v>102.56085192697778</c:v>
                </c:pt>
                <c:pt idx="118">
                  <c:v>102.78904665314408</c:v>
                </c:pt>
                <c:pt idx="119">
                  <c:v>102.81440162271812</c:v>
                </c:pt>
                <c:pt idx="120">
                  <c:v>102.71298174442198</c:v>
                </c:pt>
                <c:pt idx="121">
                  <c:v>102.76369168357006</c:v>
                </c:pt>
                <c:pt idx="122">
                  <c:v>102.78904665314408</c:v>
                </c:pt>
                <c:pt idx="123">
                  <c:v>102.71298174442197</c:v>
                </c:pt>
                <c:pt idx="124">
                  <c:v>102.71298174442197</c:v>
                </c:pt>
                <c:pt idx="125">
                  <c:v>102.6622718052739</c:v>
                </c:pt>
                <c:pt idx="126">
                  <c:v>102.68762677484793</c:v>
                </c:pt>
                <c:pt idx="127">
                  <c:v>102.71298174442195</c:v>
                </c:pt>
                <c:pt idx="128">
                  <c:v>102.78904665314406</c:v>
                </c:pt>
                <c:pt idx="129">
                  <c:v>102.78904665314406</c:v>
                </c:pt>
                <c:pt idx="130">
                  <c:v>102.71298174442194</c:v>
                </c:pt>
                <c:pt idx="131">
                  <c:v>102.76369168357002</c:v>
                </c:pt>
                <c:pt idx="132">
                  <c:v>102.76369168357002</c:v>
                </c:pt>
                <c:pt idx="133">
                  <c:v>102.86511156186616</c:v>
                </c:pt>
                <c:pt idx="134">
                  <c:v>102.76369168357002</c:v>
                </c:pt>
                <c:pt idx="135">
                  <c:v>102.6876267748479</c:v>
                </c:pt>
                <c:pt idx="136">
                  <c:v>102.76369168357</c:v>
                </c:pt>
                <c:pt idx="137">
                  <c:v>102.76369168357</c:v>
                </c:pt>
                <c:pt idx="138">
                  <c:v>102.73833671399598</c:v>
                </c:pt>
                <c:pt idx="139">
                  <c:v>102.78904665314406</c:v>
                </c:pt>
                <c:pt idx="140">
                  <c:v>102.83975659229213</c:v>
                </c:pt>
                <c:pt idx="141">
                  <c:v>102.81440162271809</c:v>
                </c:pt>
                <c:pt idx="142">
                  <c:v>102.81440162271809</c:v>
                </c:pt>
                <c:pt idx="143">
                  <c:v>102.81440162271809</c:v>
                </c:pt>
                <c:pt idx="144">
                  <c:v>102.78904665314407</c:v>
                </c:pt>
                <c:pt idx="145">
                  <c:v>102.73833671399601</c:v>
                </c:pt>
                <c:pt idx="146">
                  <c:v>102.53549695740369</c:v>
                </c:pt>
                <c:pt idx="147">
                  <c:v>102.53549695740369</c:v>
                </c:pt>
                <c:pt idx="148">
                  <c:v>102.58620689655177</c:v>
                </c:pt>
                <c:pt idx="149">
                  <c:v>102.58620689655177</c:v>
                </c:pt>
                <c:pt idx="150">
                  <c:v>102.51014198782966</c:v>
                </c:pt>
                <c:pt idx="151">
                  <c:v>102.53549695740368</c:v>
                </c:pt>
                <c:pt idx="152">
                  <c:v>102.51014198782966</c:v>
                </c:pt>
                <c:pt idx="153">
                  <c:v>102.6115618661258</c:v>
                </c:pt>
                <c:pt idx="154">
                  <c:v>102.83975659229213</c:v>
                </c:pt>
                <c:pt idx="155">
                  <c:v>102.94117647058827</c:v>
                </c:pt>
                <c:pt idx="156">
                  <c:v>102.91582150101424</c:v>
                </c:pt>
                <c:pt idx="157">
                  <c:v>103.01724137931039</c:v>
                </c:pt>
                <c:pt idx="158">
                  <c:v>103.01724137931039</c:v>
                </c:pt>
                <c:pt idx="159">
                  <c:v>103.04259634888443</c:v>
                </c:pt>
                <c:pt idx="160">
                  <c:v>103.06795131845846</c:v>
                </c:pt>
                <c:pt idx="161">
                  <c:v>103.22008113590267</c:v>
                </c:pt>
                <c:pt idx="162">
                  <c:v>103.19472616632865</c:v>
                </c:pt>
                <c:pt idx="163">
                  <c:v>103.22008113590267</c:v>
                </c:pt>
                <c:pt idx="164">
                  <c:v>103.09330628803248</c:v>
                </c:pt>
                <c:pt idx="165">
                  <c:v>103.19472616632864</c:v>
                </c:pt>
                <c:pt idx="166">
                  <c:v>103.09330628803248</c:v>
                </c:pt>
                <c:pt idx="167">
                  <c:v>103.09330628803248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987-4DA8-995C-4BA853F78AFF}"/>
            </c:ext>
          </c:extLst>
        </c:ser>
        <c:ser>
          <c:idx val="3"/>
          <c:order val="3"/>
          <c:tx>
            <c:strRef>
              <c:f>RF!$H$70</c:f>
              <c:strCache>
                <c:ptCount val="1"/>
                <c:pt idx="0">
                  <c:v>LLAHYBI LX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RF!$I$70:$FT$70</c:f>
              <c:numCache>
                <c:formatCode>General</c:formatCode>
                <c:ptCount val="168"/>
                <c:pt idx="0">
                  <c:v>100</c:v>
                </c:pt>
                <c:pt idx="1">
                  <c:v>100.01304206064559</c:v>
                </c:pt>
                <c:pt idx="2">
                  <c:v>100.05216824258234</c:v>
                </c:pt>
                <c:pt idx="3">
                  <c:v>100.09781545484186</c:v>
                </c:pt>
                <c:pt idx="4">
                  <c:v>100.11737854581024</c:v>
                </c:pt>
                <c:pt idx="5">
                  <c:v>100.17606781871537</c:v>
                </c:pt>
                <c:pt idx="6">
                  <c:v>100.28040430388002</c:v>
                </c:pt>
                <c:pt idx="7">
                  <c:v>100.36526599219862</c:v>
                </c:pt>
                <c:pt idx="8">
                  <c:v>100.4958224357657</c:v>
                </c:pt>
                <c:pt idx="9">
                  <c:v>100.54151719101419</c:v>
                </c:pt>
                <c:pt idx="10">
                  <c:v>100.57415630190594</c:v>
                </c:pt>
                <c:pt idx="11">
                  <c:v>100.71124056765139</c:v>
                </c:pt>
                <c:pt idx="12">
                  <c:v>100.84179701121846</c:v>
                </c:pt>
                <c:pt idx="13">
                  <c:v>100.85485265557519</c:v>
                </c:pt>
                <c:pt idx="14">
                  <c:v>100.86790829993191</c:v>
                </c:pt>
                <c:pt idx="15">
                  <c:v>100.62637887933279</c:v>
                </c:pt>
                <c:pt idx="16">
                  <c:v>100.84179701121847</c:v>
                </c:pt>
                <c:pt idx="17">
                  <c:v>100.95276998825051</c:v>
                </c:pt>
                <c:pt idx="18">
                  <c:v>101.10943772053102</c:v>
                </c:pt>
                <c:pt idx="19">
                  <c:v>101.19429940884963</c:v>
                </c:pt>
                <c:pt idx="20">
                  <c:v>101.22041069756304</c:v>
                </c:pt>
                <c:pt idx="21">
                  <c:v>101.18124376449292</c:v>
                </c:pt>
                <c:pt idx="22">
                  <c:v>101.2269385197414</c:v>
                </c:pt>
                <c:pt idx="23">
                  <c:v>101.29874456370329</c:v>
                </c:pt>
                <c:pt idx="24">
                  <c:v>101.33791149677343</c:v>
                </c:pt>
                <c:pt idx="25">
                  <c:v>101.37055060766519</c:v>
                </c:pt>
                <c:pt idx="26">
                  <c:v>101.28568891934658</c:v>
                </c:pt>
                <c:pt idx="27">
                  <c:v>101.05068732092583</c:v>
                </c:pt>
                <c:pt idx="28">
                  <c:v>100.94624216607215</c:v>
                </c:pt>
                <c:pt idx="29">
                  <c:v>100.64596234586787</c:v>
                </c:pt>
                <c:pt idx="30">
                  <c:v>100.46318332487395</c:v>
                </c:pt>
                <c:pt idx="31">
                  <c:v>100.6263788793328</c:v>
                </c:pt>
                <c:pt idx="32">
                  <c:v>100.52193372447913</c:v>
                </c:pt>
                <c:pt idx="33">
                  <c:v>100.79610225597</c:v>
                </c:pt>
                <c:pt idx="34">
                  <c:v>100.81568572250505</c:v>
                </c:pt>
                <c:pt idx="35">
                  <c:v>100.92013087735873</c:v>
                </c:pt>
                <c:pt idx="36">
                  <c:v>101.06374296528253</c:v>
                </c:pt>
                <c:pt idx="37">
                  <c:v>101.12249336488772</c:v>
                </c:pt>
                <c:pt idx="38">
                  <c:v>101.20082723102797</c:v>
                </c:pt>
                <c:pt idx="39">
                  <c:v>101.30527238588165</c:v>
                </c:pt>
                <c:pt idx="40">
                  <c:v>101.36402278548682</c:v>
                </c:pt>
                <c:pt idx="41">
                  <c:v>101.39013407420023</c:v>
                </c:pt>
                <c:pt idx="42">
                  <c:v>101.35749496330847</c:v>
                </c:pt>
                <c:pt idx="43">
                  <c:v>101.35749496330847</c:v>
                </c:pt>
                <c:pt idx="44">
                  <c:v>101.08332643181757</c:v>
                </c:pt>
                <c:pt idx="45">
                  <c:v>100.73082403418644</c:v>
                </c:pt>
                <c:pt idx="46">
                  <c:v>100.92665869953707</c:v>
                </c:pt>
                <c:pt idx="47">
                  <c:v>100.88096394428858</c:v>
                </c:pt>
                <c:pt idx="48">
                  <c:v>100.75040750072149</c:v>
                </c:pt>
                <c:pt idx="49">
                  <c:v>100.61332323497604</c:v>
                </c:pt>
                <c:pt idx="50">
                  <c:v>100.94624216607211</c:v>
                </c:pt>
                <c:pt idx="51">
                  <c:v>100.93318652171541</c:v>
                </c:pt>
                <c:pt idx="52">
                  <c:v>100.63943452368946</c:v>
                </c:pt>
                <c:pt idx="53">
                  <c:v>100.56762847972757</c:v>
                </c:pt>
                <c:pt idx="54">
                  <c:v>100.60026759061935</c:v>
                </c:pt>
                <c:pt idx="55">
                  <c:v>100.64596234586783</c:v>
                </c:pt>
                <c:pt idx="56">
                  <c:v>100.46971114705225</c:v>
                </c:pt>
                <c:pt idx="57">
                  <c:v>100.20207043773972</c:v>
                </c:pt>
                <c:pt idx="58">
                  <c:v>99.973596661497325</c:v>
                </c:pt>
                <c:pt idx="59">
                  <c:v>100.15637568249124</c:v>
                </c:pt>
                <c:pt idx="60">
                  <c:v>99.960541017140599</c:v>
                </c:pt>
                <c:pt idx="61">
                  <c:v>100.26082083734491</c:v>
                </c:pt>
                <c:pt idx="62">
                  <c:v>100.00623577238908</c:v>
                </c:pt>
                <c:pt idx="63">
                  <c:v>99.634149908222881</c:v>
                </c:pt>
                <c:pt idx="64">
                  <c:v>99.719011596541478</c:v>
                </c:pt>
                <c:pt idx="65">
                  <c:v>99.940957550605532</c:v>
                </c:pt>
                <c:pt idx="66">
                  <c:v>99.993180128032364</c:v>
                </c:pt>
                <c:pt idx="67">
                  <c:v>99.993180128032364</c:v>
                </c:pt>
                <c:pt idx="68">
                  <c:v>99.993180128032364</c:v>
                </c:pt>
                <c:pt idx="69">
                  <c:v>100.15637568249122</c:v>
                </c:pt>
                <c:pt idx="70">
                  <c:v>100.20207043773969</c:v>
                </c:pt>
                <c:pt idx="71">
                  <c:v>100.84832483339679</c:v>
                </c:pt>
                <c:pt idx="72">
                  <c:v>100.92665869953704</c:v>
                </c:pt>
                <c:pt idx="73">
                  <c:v>101.08332643181754</c:v>
                </c:pt>
                <c:pt idx="74">
                  <c:v>101.20082723102792</c:v>
                </c:pt>
                <c:pt idx="75">
                  <c:v>101.67083042786943</c:v>
                </c:pt>
                <c:pt idx="76">
                  <c:v>101.7752755827231</c:v>
                </c:pt>
                <c:pt idx="77">
                  <c:v>101.82749816014994</c:v>
                </c:pt>
                <c:pt idx="78">
                  <c:v>102.19958402431612</c:v>
                </c:pt>
                <c:pt idx="79">
                  <c:v>102.29750135699143</c:v>
                </c:pt>
                <c:pt idx="80">
                  <c:v>102.23222313520789</c:v>
                </c:pt>
                <c:pt idx="81">
                  <c:v>102.31055700134812</c:v>
                </c:pt>
                <c:pt idx="82">
                  <c:v>102.25180660174293</c:v>
                </c:pt>
                <c:pt idx="83">
                  <c:v>102.26486224609964</c:v>
                </c:pt>
                <c:pt idx="84">
                  <c:v>102.2583344239213</c:v>
                </c:pt>
                <c:pt idx="85">
                  <c:v>102.12125890860773</c:v>
                </c:pt>
                <c:pt idx="86">
                  <c:v>101.99071079878529</c:v>
                </c:pt>
                <c:pt idx="87">
                  <c:v>101.99071079878529</c:v>
                </c:pt>
                <c:pt idx="88">
                  <c:v>102.21264258548344</c:v>
                </c:pt>
                <c:pt idx="89">
                  <c:v>102.23222480195682</c:v>
                </c:pt>
                <c:pt idx="90">
                  <c:v>102.29749885686803</c:v>
                </c:pt>
                <c:pt idx="91">
                  <c:v>102.56512248200404</c:v>
                </c:pt>
                <c:pt idx="92">
                  <c:v>102.51290323807507</c:v>
                </c:pt>
                <c:pt idx="93">
                  <c:v>102.56512248200404</c:v>
                </c:pt>
                <c:pt idx="94">
                  <c:v>102.49984842709283</c:v>
                </c:pt>
                <c:pt idx="95">
                  <c:v>102.27791664039466</c:v>
                </c:pt>
                <c:pt idx="96">
                  <c:v>102.27791664039466</c:v>
                </c:pt>
                <c:pt idx="97">
                  <c:v>102.23222480195682</c:v>
                </c:pt>
                <c:pt idx="98">
                  <c:v>101.88627231092734</c:v>
                </c:pt>
                <c:pt idx="99">
                  <c:v>101.86016268896286</c:v>
                </c:pt>
                <c:pt idx="100">
                  <c:v>101.50768279244224</c:v>
                </c:pt>
                <c:pt idx="101">
                  <c:v>101.70350495717591</c:v>
                </c:pt>
                <c:pt idx="102">
                  <c:v>101.72308717364929</c:v>
                </c:pt>
                <c:pt idx="103">
                  <c:v>101.72308717364929</c:v>
                </c:pt>
                <c:pt idx="104">
                  <c:v>101.88627231092735</c:v>
                </c:pt>
                <c:pt idx="105">
                  <c:v>102.1082040976255</c:v>
                </c:pt>
                <c:pt idx="106">
                  <c:v>102.43528528187056</c:v>
                </c:pt>
                <c:pt idx="107">
                  <c:v>102.58574262662329</c:v>
                </c:pt>
                <c:pt idx="108">
                  <c:v>102.79507458454012</c:v>
                </c:pt>
                <c:pt idx="109">
                  <c:v>102.90628218718344</c:v>
                </c:pt>
                <c:pt idx="110">
                  <c:v>103.03057303719656</c:v>
                </c:pt>
                <c:pt idx="111">
                  <c:v>102.97824004771735</c:v>
                </c:pt>
                <c:pt idx="112">
                  <c:v>103.13523901615498</c:v>
                </c:pt>
                <c:pt idx="113">
                  <c:v>103.04365628456638</c:v>
                </c:pt>
                <c:pt idx="114">
                  <c:v>102.97169842403245</c:v>
                </c:pt>
                <c:pt idx="115">
                  <c:v>103.00440654245696</c:v>
                </c:pt>
                <c:pt idx="116">
                  <c:v>102.91936543455324</c:v>
                </c:pt>
                <c:pt idx="117">
                  <c:v>103.05673953193616</c:v>
                </c:pt>
                <c:pt idx="118">
                  <c:v>103.31186285564732</c:v>
                </c:pt>
                <c:pt idx="119">
                  <c:v>103.51465318987927</c:v>
                </c:pt>
                <c:pt idx="120">
                  <c:v>103.59969429778299</c:v>
                </c:pt>
                <c:pt idx="121">
                  <c:v>103.54081968461887</c:v>
                </c:pt>
                <c:pt idx="122">
                  <c:v>103.50811156619436</c:v>
                </c:pt>
                <c:pt idx="123">
                  <c:v>103.56044455567357</c:v>
                </c:pt>
                <c:pt idx="124">
                  <c:v>103.56044455567357</c:v>
                </c:pt>
                <c:pt idx="125">
                  <c:v>103.46886182408494</c:v>
                </c:pt>
                <c:pt idx="126">
                  <c:v>103.42961208197555</c:v>
                </c:pt>
                <c:pt idx="127">
                  <c:v>103.43615370566044</c:v>
                </c:pt>
                <c:pt idx="128">
                  <c:v>103.48194507145476</c:v>
                </c:pt>
                <c:pt idx="129">
                  <c:v>103.40344558723595</c:v>
                </c:pt>
                <c:pt idx="130">
                  <c:v>103.42307045829065</c:v>
                </c:pt>
                <c:pt idx="131">
                  <c:v>103.33802935038695</c:v>
                </c:pt>
                <c:pt idx="132">
                  <c:v>103.31840447933224</c:v>
                </c:pt>
                <c:pt idx="133">
                  <c:v>103.37073746881147</c:v>
                </c:pt>
                <c:pt idx="134">
                  <c:v>103.43615370566049</c:v>
                </c:pt>
                <c:pt idx="135">
                  <c:v>103.36419584512656</c:v>
                </c:pt>
                <c:pt idx="136">
                  <c:v>103.25298824248324</c:v>
                </c:pt>
                <c:pt idx="137">
                  <c:v>103.33148772670206</c:v>
                </c:pt>
                <c:pt idx="138">
                  <c:v>103.44269532934538</c:v>
                </c:pt>
                <c:pt idx="139">
                  <c:v>103.33802935038696</c:v>
                </c:pt>
                <c:pt idx="140">
                  <c:v>103.36419584512657</c:v>
                </c:pt>
                <c:pt idx="141">
                  <c:v>103.42307045829068</c:v>
                </c:pt>
                <c:pt idx="142">
                  <c:v>103.40344558723598</c:v>
                </c:pt>
                <c:pt idx="143">
                  <c:v>103.4099872109209</c:v>
                </c:pt>
                <c:pt idx="144">
                  <c:v>103.40344558723599</c:v>
                </c:pt>
                <c:pt idx="145">
                  <c:v>103.3969039635511</c:v>
                </c:pt>
                <c:pt idx="146">
                  <c:v>103.33802935038698</c:v>
                </c:pt>
                <c:pt idx="147">
                  <c:v>103.0109481661419</c:v>
                </c:pt>
                <c:pt idx="148">
                  <c:v>103.06982277930601</c:v>
                </c:pt>
                <c:pt idx="149">
                  <c:v>103.15486388720971</c:v>
                </c:pt>
                <c:pt idx="150">
                  <c:v>103.20719687668894</c:v>
                </c:pt>
                <c:pt idx="151">
                  <c:v>103.16140551089462</c:v>
                </c:pt>
                <c:pt idx="152">
                  <c:v>103.14832226352483</c:v>
                </c:pt>
                <c:pt idx="153">
                  <c:v>103.18103038194933</c:v>
                </c:pt>
                <c:pt idx="154">
                  <c:v>103.32494610301714</c:v>
                </c:pt>
                <c:pt idx="155">
                  <c:v>103.5866110504132</c:v>
                </c:pt>
                <c:pt idx="156">
                  <c:v>103.65856891094712</c:v>
                </c:pt>
                <c:pt idx="157">
                  <c:v>103.65202728726221</c:v>
                </c:pt>
                <c:pt idx="158">
                  <c:v>103.82865112675455</c:v>
                </c:pt>
                <c:pt idx="159">
                  <c:v>103.76977651359043</c:v>
                </c:pt>
                <c:pt idx="160">
                  <c:v>103.86135924517906</c:v>
                </c:pt>
                <c:pt idx="161">
                  <c:v>103.95957020077874</c:v>
                </c:pt>
                <c:pt idx="162">
                  <c:v>104.16908690605806</c:v>
                </c:pt>
                <c:pt idx="163">
                  <c:v>104.26075046461777</c:v>
                </c:pt>
                <c:pt idx="164">
                  <c:v>104.15599211197811</c:v>
                </c:pt>
                <c:pt idx="165">
                  <c:v>104.02504417117854</c:v>
                </c:pt>
                <c:pt idx="166">
                  <c:v>104.15599211197811</c:v>
                </c:pt>
                <c:pt idx="167">
                  <c:v>104.15599211197811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987-4DA8-995C-4BA853F78AFF}"/>
            </c:ext>
          </c:extLst>
        </c:ser>
        <c:ser>
          <c:idx val="4"/>
          <c:order val="4"/>
          <c:tx>
            <c:strRef>
              <c:f>RF!$H$71</c:f>
              <c:strCache>
                <c:ptCount val="1"/>
                <c:pt idx="0">
                  <c:v>MLATHY1 ID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RF!$I$71:$FT$71</c:f>
              <c:numCache>
                <c:formatCode>General</c:formatCode>
                <c:ptCount val="168"/>
                <c:pt idx="0">
                  <c:v>100</c:v>
                </c:pt>
                <c:pt idx="1">
                  <c:v>99.77997799779979</c:v>
                </c:pt>
                <c:pt idx="2">
                  <c:v>99.85561056105611</c:v>
                </c:pt>
                <c:pt idx="3">
                  <c:v>99.917491749174914</c:v>
                </c:pt>
                <c:pt idx="4">
                  <c:v>100.0137513751375</c:v>
                </c:pt>
                <c:pt idx="5">
                  <c:v>100.11688668866886</c:v>
                </c:pt>
                <c:pt idx="6">
                  <c:v>100.15126512651266</c:v>
                </c:pt>
                <c:pt idx="7">
                  <c:v>100.26815181518153</c:v>
                </c:pt>
                <c:pt idx="8">
                  <c:v>100.35753575357538</c:v>
                </c:pt>
                <c:pt idx="9">
                  <c:v>100.37816281628166</c:v>
                </c:pt>
                <c:pt idx="10">
                  <c:v>100.52255225522555</c:v>
                </c:pt>
                <c:pt idx="11">
                  <c:v>100.66694169416944</c:v>
                </c:pt>
                <c:pt idx="12">
                  <c:v>100.73569856985701</c:v>
                </c:pt>
                <c:pt idx="13">
                  <c:v>100.75632563256328</c:v>
                </c:pt>
                <c:pt idx="14">
                  <c:v>100.61881188118814</c:v>
                </c:pt>
                <c:pt idx="15">
                  <c:v>100.71507150715072</c:v>
                </c:pt>
                <c:pt idx="16">
                  <c:v>100.7975797579758</c:v>
                </c:pt>
                <c:pt idx="17">
                  <c:v>100.94884488448845</c:v>
                </c:pt>
                <c:pt idx="18">
                  <c:v>101.10011001100111</c:v>
                </c:pt>
                <c:pt idx="19">
                  <c:v>101.2926292629263</c:v>
                </c:pt>
                <c:pt idx="20">
                  <c:v>101.28575357535755</c:v>
                </c:pt>
                <c:pt idx="21">
                  <c:v>101.4026402640264</c:v>
                </c:pt>
                <c:pt idx="22">
                  <c:v>101.4026402640264</c:v>
                </c:pt>
                <c:pt idx="23">
                  <c:v>101.53327832783279</c:v>
                </c:pt>
                <c:pt idx="24">
                  <c:v>101.71204620462048</c:v>
                </c:pt>
                <c:pt idx="25">
                  <c:v>101.82205720572058</c:v>
                </c:pt>
                <c:pt idx="26">
                  <c:v>101.65704070407043</c:v>
                </c:pt>
                <c:pt idx="27">
                  <c:v>101.56765676567659</c:v>
                </c:pt>
                <c:pt idx="28">
                  <c:v>101.52640264026404</c:v>
                </c:pt>
                <c:pt idx="29">
                  <c:v>101.42326732673268</c:v>
                </c:pt>
                <c:pt idx="30">
                  <c:v>101.56078107810782</c:v>
                </c:pt>
                <c:pt idx="31">
                  <c:v>101.48514851485149</c:v>
                </c:pt>
                <c:pt idx="32">
                  <c:v>101.82893289328935</c:v>
                </c:pt>
                <c:pt idx="33">
                  <c:v>101.84955995599562</c:v>
                </c:pt>
                <c:pt idx="34">
                  <c:v>101.98019801980199</c:v>
                </c:pt>
                <c:pt idx="35">
                  <c:v>102.05583058305831</c:v>
                </c:pt>
                <c:pt idx="36">
                  <c:v>102.1864686468647</c:v>
                </c:pt>
                <c:pt idx="37">
                  <c:v>102.04895489548956</c:v>
                </c:pt>
                <c:pt idx="38">
                  <c:v>102.15896589658966</c:v>
                </c:pt>
                <c:pt idx="39">
                  <c:v>102.33773377337734</c:v>
                </c:pt>
                <c:pt idx="40">
                  <c:v>102.51650165016503</c:v>
                </c:pt>
                <c:pt idx="41">
                  <c:v>102.47524752475248</c:v>
                </c:pt>
                <c:pt idx="42">
                  <c:v>102.44774477447744</c:v>
                </c:pt>
                <c:pt idx="43">
                  <c:v>102.19334433443343</c:v>
                </c:pt>
                <c:pt idx="44">
                  <c:v>101.77392739273927</c:v>
                </c:pt>
                <c:pt idx="45">
                  <c:v>101.93894389438944</c:v>
                </c:pt>
                <c:pt idx="46">
                  <c:v>101.98019801980197</c:v>
                </c:pt>
                <c:pt idx="47">
                  <c:v>101.84955995599559</c:v>
                </c:pt>
                <c:pt idx="48">
                  <c:v>101.80143014301427</c:v>
                </c:pt>
                <c:pt idx="49">
                  <c:v>102.15209020902087</c:v>
                </c:pt>
                <c:pt idx="50">
                  <c:v>102.12458745874585</c:v>
                </c:pt>
                <c:pt idx="51">
                  <c:v>101.93894389438941</c:v>
                </c:pt>
                <c:pt idx="52">
                  <c:v>101.92519251925189</c:v>
                </c:pt>
                <c:pt idx="53">
                  <c:v>101.92519251925189</c:v>
                </c:pt>
                <c:pt idx="54">
                  <c:v>102.04895489548953</c:v>
                </c:pt>
                <c:pt idx="55">
                  <c:v>101.87706270627061</c:v>
                </c:pt>
                <c:pt idx="56">
                  <c:v>101.65016501650163</c:v>
                </c:pt>
                <c:pt idx="57">
                  <c:v>101.39576457645762</c:v>
                </c:pt>
                <c:pt idx="58">
                  <c:v>101.34075907590757</c:v>
                </c:pt>
                <c:pt idx="59">
                  <c:v>101.60203520352032</c:v>
                </c:pt>
                <c:pt idx="60">
                  <c:v>101.80830583058302</c:v>
                </c:pt>
                <c:pt idx="61">
                  <c:v>101.64328932893285</c:v>
                </c:pt>
                <c:pt idx="62">
                  <c:v>101.36138613861382</c:v>
                </c:pt>
                <c:pt idx="63">
                  <c:v>101.27887788778874</c:v>
                </c:pt>
                <c:pt idx="64">
                  <c:v>101.47827282728268</c:v>
                </c:pt>
                <c:pt idx="65">
                  <c:v>101.57453245324527</c:v>
                </c:pt>
                <c:pt idx="66">
                  <c:v>101.57453245324527</c:v>
                </c:pt>
                <c:pt idx="67">
                  <c:v>101.57453245324527</c:v>
                </c:pt>
                <c:pt idx="68">
                  <c:v>101.6020352035203</c:v>
                </c:pt>
                <c:pt idx="69">
                  <c:v>101.71204620462041</c:v>
                </c:pt>
                <c:pt idx="70">
                  <c:v>102.28272827282724</c:v>
                </c:pt>
                <c:pt idx="71">
                  <c:v>102.39273927392735</c:v>
                </c:pt>
                <c:pt idx="72">
                  <c:v>102.61276127612756</c:v>
                </c:pt>
                <c:pt idx="73">
                  <c:v>102.69526952695263</c:v>
                </c:pt>
                <c:pt idx="74">
                  <c:v>103.10093509350928</c:v>
                </c:pt>
                <c:pt idx="75">
                  <c:v>103.2728272827282</c:v>
                </c:pt>
                <c:pt idx="76">
                  <c:v>103.38283828382831</c:v>
                </c:pt>
                <c:pt idx="77">
                  <c:v>103.60973597359728</c:v>
                </c:pt>
                <c:pt idx="78">
                  <c:v>103.71974697469739</c:v>
                </c:pt>
                <c:pt idx="79">
                  <c:v>103.69224422442235</c:v>
                </c:pt>
                <c:pt idx="80">
                  <c:v>103.71287128712862</c:v>
                </c:pt>
                <c:pt idx="81">
                  <c:v>103.76100110010992</c:v>
                </c:pt>
                <c:pt idx="82">
                  <c:v>103.77475247524744</c:v>
                </c:pt>
                <c:pt idx="83">
                  <c:v>103.75412541254117</c:v>
                </c:pt>
                <c:pt idx="84">
                  <c:v>103.71287128712862</c:v>
                </c:pt>
                <c:pt idx="85">
                  <c:v>103.84350935093501</c:v>
                </c:pt>
                <c:pt idx="86">
                  <c:v>104.27667766776671</c:v>
                </c:pt>
                <c:pt idx="87">
                  <c:v>104.27667766776671</c:v>
                </c:pt>
                <c:pt idx="88">
                  <c:v>104.43481848184813</c:v>
                </c:pt>
                <c:pt idx="89">
                  <c:v>104.46919691969191</c:v>
                </c:pt>
                <c:pt idx="90">
                  <c:v>104.55858085808575</c:v>
                </c:pt>
                <c:pt idx="91">
                  <c:v>104.55170517051698</c:v>
                </c:pt>
                <c:pt idx="92">
                  <c:v>105.03987898789872</c:v>
                </c:pt>
                <c:pt idx="93">
                  <c:v>104.95049504950488</c:v>
                </c:pt>
                <c:pt idx="94">
                  <c:v>104.78547854785472</c:v>
                </c:pt>
                <c:pt idx="95">
                  <c:v>104.81298129812974</c:v>
                </c:pt>
                <c:pt idx="96">
                  <c:v>104.87486248624856</c:v>
                </c:pt>
                <c:pt idx="97">
                  <c:v>104.60671067106705</c:v>
                </c:pt>
                <c:pt idx="98">
                  <c:v>104.62733773377333</c:v>
                </c:pt>
                <c:pt idx="99">
                  <c:v>104.40044004400436</c:v>
                </c:pt>
                <c:pt idx="100">
                  <c:v>104.51045104510446</c:v>
                </c:pt>
                <c:pt idx="101">
                  <c:v>104.59295929592953</c:v>
                </c:pt>
                <c:pt idx="102">
                  <c:v>104.59295929592953</c:v>
                </c:pt>
                <c:pt idx="103">
                  <c:v>104.7098459845984</c:v>
                </c:pt>
                <c:pt idx="104">
                  <c:v>104.90924092409236</c:v>
                </c:pt>
                <c:pt idx="105">
                  <c:v>104.96424642464241</c:v>
                </c:pt>
                <c:pt idx="106">
                  <c:v>104.92986798679863</c:v>
                </c:pt>
                <c:pt idx="107">
                  <c:v>104.92986798679863</c:v>
                </c:pt>
                <c:pt idx="108">
                  <c:v>105.12238723872382</c:v>
                </c:pt>
                <c:pt idx="109">
                  <c:v>105.31490649064901</c:v>
                </c:pt>
                <c:pt idx="110">
                  <c:v>105.31490649064901</c:v>
                </c:pt>
                <c:pt idx="111">
                  <c:v>105.42491749174911</c:v>
                </c:pt>
                <c:pt idx="112">
                  <c:v>105.36991199119905</c:v>
                </c:pt>
                <c:pt idx="113">
                  <c:v>105.41804180418035</c:v>
                </c:pt>
                <c:pt idx="114">
                  <c:v>105.36303630363028</c:v>
                </c:pt>
                <c:pt idx="115">
                  <c:v>105.31490649064899</c:v>
                </c:pt>
                <c:pt idx="116">
                  <c:v>105.51430143014295</c:v>
                </c:pt>
                <c:pt idx="117">
                  <c:v>105.88558855885582</c:v>
                </c:pt>
                <c:pt idx="118">
                  <c:v>106.08498349834976</c:v>
                </c:pt>
                <c:pt idx="119">
                  <c:v>106.13311331133104</c:v>
                </c:pt>
                <c:pt idx="120">
                  <c:v>106.08498349834976</c:v>
                </c:pt>
                <c:pt idx="121">
                  <c:v>106.06435643564349</c:v>
                </c:pt>
                <c:pt idx="122">
                  <c:v>106.12623762376231</c:v>
                </c:pt>
                <c:pt idx="123">
                  <c:v>106.11936193619354</c:v>
                </c:pt>
                <c:pt idx="124">
                  <c:v>105.93371837183712</c:v>
                </c:pt>
                <c:pt idx="125">
                  <c:v>105.96122112211214</c:v>
                </c:pt>
                <c:pt idx="126">
                  <c:v>106.05060506050597</c:v>
                </c:pt>
                <c:pt idx="127">
                  <c:v>106.00247524752469</c:v>
                </c:pt>
                <c:pt idx="128">
                  <c:v>105.98184818481842</c:v>
                </c:pt>
                <c:pt idx="129">
                  <c:v>105.9680968096809</c:v>
                </c:pt>
                <c:pt idx="130">
                  <c:v>105.94059405940587</c:v>
                </c:pt>
                <c:pt idx="131">
                  <c:v>105.9680968096809</c:v>
                </c:pt>
                <c:pt idx="132">
                  <c:v>106.02310231023095</c:v>
                </c:pt>
                <c:pt idx="133">
                  <c:v>106.09185918591852</c:v>
                </c:pt>
                <c:pt idx="134">
                  <c:v>106.08498349834977</c:v>
                </c:pt>
                <c:pt idx="135">
                  <c:v>106.04372937293722</c:v>
                </c:pt>
                <c:pt idx="136">
                  <c:v>106.0643564356435</c:v>
                </c:pt>
                <c:pt idx="137">
                  <c:v>106.13311331133106</c:v>
                </c:pt>
                <c:pt idx="138">
                  <c:v>106.02310231023095</c:v>
                </c:pt>
                <c:pt idx="139">
                  <c:v>105.99559955995592</c:v>
                </c:pt>
                <c:pt idx="140">
                  <c:v>106.15374037403733</c:v>
                </c:pt>
                <c:pt idx="141">
                  <c:v>106.16749174917483</c:v>
                </c:pt>
                <c:pt idx="142">
                  <c:v>106.14686468646856</c:v>
                </c:pt>
                <c:pt idx="143">
                  <c:v>106.12623762376229</c:v>
                </c:pt>
                <c:pt idx="144">
                  <c:v>106.07123212321224</c:v>
                </c:pt>
                <c:pt idx="145">
                  <c:v>106.10561056105603</c:v>
                </c:pt>
                <c:pt idx="146">
                  <c:v>105.91309130913082</c:v>
                </c:pt>
                <c:pt idx="147">
                  <c:v>106.00247524752466</c:v>
                </c:pt>
                <c:pt idx="148">
                  <c:v>106.06435643564348</c:v>
                </c:pt>
                <c:pt idx="149">
                  <c:v>106.07810781078101</c:v>
                </c:pt>
                <c:pt idx="150">
                  <c:v>106.10561056105604</c:v>
                </c:pt>
                <c:pt idx="151">
                  <c:v>106.17436743674361</c:v>
                </c:pt>
                <c:pt idx="152">
                  <c:v>106.17436743674361</c:v>
                </c:pt>
                <c:pt idx="153">
                  <c:v>106.22249724972491</c:v>
                </c:pt>
                <c:pt idx="154">
                  <c:v>106.49064906490642</c:v>
                </c:pt>
                <c:pt idx="155">
                  <c:v>106.53190319031897</c:v>
                </c:pt>
                <c:pt idx="156">
                  <c:v>106.52502750275022</c:v>
                </c:pt>
                <c:pt idx="157">
                  <c:v>106.66254125412534</c:v>
                </c:pt>
                <c:pt idx="158">
                  <c:v>106.62816281628155</c:v>
                </c:pt>
                <c:pt idx="159">
                  <c:v>106.74504950495043</c:v>
                </c:pt>
                <c:pt idx="160">
                  <c:v>106.73129812981291</c:v>
                </c:pt>
                <c:pt idx="161">
                  <c:v>106.8619361936193</c:v>
                </c:pt>
                <c:pt idx="162">
                  <c:v>106.97194719471942</c:v>
                </c:pt>
                <c:pt idx="163">
                  <c:v>106.93756875687563</c:v>
                </c:pt>
                <c:pt idx="164">
                  <c:v>106.83443344334428</c:v>
                </c:pt>
                <c:pt idx="165">
                  <c:v>106.90319031903185</c:v>
                </c:pt>
                <c:pt idx="166">
                  <c:v>106.84818481848178</c:v>
                </c:pt>
                <c:pt idx="167">
                  <c:v>106.84818481848178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6987-4DA8-995C-4BA853F78AFF}"/>
            </c:ext>
          </c:extLst>
        </c:ser>
        <c:ser>
          <c:idx val="5"/>
          <c:order val="5"/>
          <c:tx>
            <c:strRef>
              <c:f>RF!$H$72</c:f>
              <c:strCache>
                <c:ptCount val="1"/>
                <c:pt idx="0">
                  <c:v>MSEMCBZ LX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RF!$I$72:$FT$72</c:f>
              <c:numCache>
                <c:formatCode>General</c:formatCode>
                <c:ptCount val="168"/>
                <c:pt idx="0">
                  <c:v>100</c:v>
                </c:pt>
                <c:pt idx="1">
                  <c:v>100.02046245140168</c:v>
                </c:pt>
                <c:pt idx="2">
                  <c:v>100.24554941682014</c:v>
                </c:pt>
                <c:pt idx="3">
                  <c:v>100.42971147943524</c:v>
                </c:pt>
                <c:pt idx="4">
                  <c:v>100.4706363822386</c:v>
                </c:pt>
                <c:pt idx="5">
                  <c:v>100.40924902803356</c:v>
                </c:pt>
                <c:pt idx="6">
                  <c:v>100.4706363822386</c:v>
                </c:pt>
                <c:pt idx="7">
                  <c:v>100.61396111316903</c:v>
                </c:pt>
                <c:pt idx="8">
                  <c:v>100.73681088253798</c:v>
                </c:pt>
                <c:pt idx="9">
                  <c:v>100.81871072878394</c:v>
                </c:pt>
                <c:pt idx="10">
                  <c:v>100.9006105750299</c:v>
                </c:pt>
                <c:pt idx="11">
                  <c:v>100.94156049815288</c:v>
                </c:pt>
                <c:pt idx="12">
                  <c:v>100.92108553659139</c:v>
                </c:pt>
                <c:pt idx="13">
                  <c:v>100.71633592097648</c:v>
                </c:pt>
                <c:pt idx="14">
                  <c:v>100.75728584409946</c:v>
                </c:pt>
                <c:pt idx="15">
                  <c:v>100.94156049815288</c:v>
                </c:pt>
                <c:pt idx="16">
                  <c:v>101.04393530596035</c:v>
                </c:pt>
                <c:pt idx="17">
                  <c:v>101.18726003689079</c:v>
                </c:pt>
                <c:pt idx="18">
                  <c:v>101.31010980625973</c:v>
                </c:pt>
                <c:pt idx="19">
                  <c:v>101.26915988313677</c:v>
                </c:pt>
                <c:pt idx="20">
                  <c:v>101.33058476782124</c:v>
                </c:pt>
                <c:pt idx="21">
                  <c:v>101.3715346909442</c:v>
                </c:pt>
                <c:pt idx="22">
                  <c:v>101.43295957562869</c:v>
                </c:pt>
                <c:pt idx="23">
                  <c:v>101.43295957562869</c:v>
                </c:pt>
                <c:pt idx="24">
                  <c:v>101.45343453719018</c:v>
                </c:pt>
                <c:pt idx="25">
                  <c:v>101.51485942187465</c:v>
                </c:pt>
                <c:pt idx="26">
                  <c:v>101.49438446031316</c:v>
                </c:pt>
                <c:pt idx="27">
                  <c:v>101.47390949875168</c:v>
                </c:pt>
                <c:pt idx="28">
                  <c:v>101.63770919124362</c:v>
                </c:pt>
                <c:pt idx="29">
                  <c:v>101.55580934499766</c:v>
                </c:pt>
                <c:pt idx="30">
                  <c:v>101.55580934499766</c:v>
                </c:pt>
                <c:pt idx="31">
                  <c:v>101.76055896061257</c:v>
                </c:pt>
                <c:pt idx="32">
                  <c:v>101.86293376842001</c:v>
                </c:pt>
                <c:pt idx="33">
                  <c:v>101.94483361466597</c:v>
                </c:pt>
                <c:pt idx="34">
                  <c:v>101.96530857622744</c:v>
                </c:pt>
                <c:pt idx="35">
                  <c:v>101.94483361466597</c:v>
                </c:pt>
                <c:pt idx="36">
                  <c:v>101.98578353778895</c:v>
                </c:pt>
                <c:pt idx="37">
                  <c:v>102.06768338403492</c:v>
                </c:pt>
                <c:pt idx="38">
                  <c:v>102.04720842247343</c:v>
                </c:pt>
                <c:pt idx="39">
                  <c:v>102.04720842247343</c:v>
                </c:pt>
                <c:pt idx="40">
                  <c:v>102.1495832302809</c:v>
                </c:pt>
                <c:pt idx="41">
                  <c:v>102.19053315340388</c:v>
                </c:pt>
                <c:pt idx="42">
                  <c:v>101.92435865310449</c:v>
                </c:pt>
                <c:pt idx="43">
                  <c:v>101.65818415280511</c:v>
                </c:pt>
                <c:pt idx="44">
                  <c:v>101.69913407592809</c:v>
                </c:pt>
                <c:pt idx="45">
                  <c:v>101.61723422968213</c:v>
                </c:pt>
                <c:pt idx="46">
                  <c:v>101.51485942187466</c:v>
                </c:pt>
                <c:pt idx="47">
                  <c:v>101.2077349984523</c:v>
                </c:pt>
                <c:pt idx="48">
                  <c:v>101.53533438343615</c:v>
                </c:pt>
                <c:pt idx="49">
                  <c:v>101.45343453719016</c:v>
                </c:pt>
                <c:pt idx="50">
                  <c:v>101.3715346909442</c:v>
                </c:pt>
                <c:pt idx="51">
                  <c:v>101.22820996001377</c:v>
                </c:pt>
                <c:pt idx="52">
                  <c:v>101.28963484469824</c:v>
                </c:pt>
                <c:pt idx="53">
                  <c:v>101.33058476782122</c:v>
                </c:pt>
                <c:pt idx="54">
                  <c:v>101.33058476782122</c:v>
                </c:pt>
                <c:pt idx="55">
                  <c:v>100.96203545971437</c:v>
                </c:pt>
                <c:pt idx="56">
                  <c:v>100.73681088253797</c:v>
                </c:pt>
                <c:pt idx="57">
                  <c:v>100.59348615160752</c:v>
                </c:pt>
                <c:pt idx="58">
                  <c:v>100.49111134380006</c:v>
                </c:pt>
                <c:pt idx="59">
                  <c:v>100.79823576722242</c:v>
                </c:pt>
                <c:pt idx="60">
                  <c:v>100.69586095941497</c:v>
                </c:pt>
                <c:pt idx="61">
                  <c:v>100.32731165130812</c:v>
                </c:pt>
                <c:pt idx="62">
                  <c:v>100.40921149755408</c:v>
                </c:pt>
                <c:pt idx="63">
                  <c:v>100.49111134380006</c:v>
                </c:pt>
                <c:pt idx="64">
                  <c:v>100.69586095941499</c:v>
                </c:pt>
                <c:pt idx="65">
                  <c:v>100.65491103629201</c:v>
                </c:pt>
                <c:pt idx="66">
                  <c:v>100.65491103629201</c:v>
                </c:pt>
                <c:pt idx="67">
                  <c:v>100.65491103629201</c:v>
                </c:pt>
                <c:pt idx="68">
                  <c:v>100.75728584409947</c:v>
                </c:pt>
                <c:pt idx="69">
                  <c:v>101.3715346909442</c:v>
                </c:pt>
                <c:pt idx="70">
                  <c:v>101.26915988313675</c:v>
                </c:pt>
                <c:pt idx="71">
                  <c:v>101.45343453719018</c:v>
                </c:pt>
                <c:pt idx="72">
                  <c:v>101.55580934499766</c:v>
                </c:pt>
                <c:pt idx="73">
                  <c:v>101.84245880685855</c:v>
                </c:pt>
                <c:pt idx="74">
                  <c:v>102.06768338403496</c:v>
                </c:pt>
                <c:pt idx="75">
                  <c:v>102.17005819184241</c:v>
                </c:pt>
                <c:pt idx="76">
                  <c:v>102.41575773058032</c:v>
                </c:pt>
                <c:pt idx="77">
                  <c:v>102.4976575768263</c:v>
                </c:pt>
                <c:pt idx="78">
                  <c:v>102.55908246151077</c:v>
                </c:pt>
                <c:pt idx="79">
                  <c:v>102.64098230775673</c:v>
                </c:pt>
                <c:pt idx="80">
                  <c:v>102.62050734619523</c:v>
                </c:pt>
                <c:pt idx="81">
                  <c:v>102.47718261526478</c:v>
                </c:pt>
                <c:pt idx="82">
                  <c:v>102.57955742307225</c:v>
                </c:pt>
                <c:pt idx="83">
                  <c:v>102.51813253838777</c:v>
                </c:pt>
                <c:pt idx="84">
                  <c:v>102.4567076537033</c:v>
                </c:pt>
                <c:pt idx="85">
                  <c:v>102.39531957242488</c:v>
                </c:pt>
                <c:pt idx="86">
                  <c:v>102.39531957242488</c:v>
                </c:pt>
                <c:pt idx="87">
                  <c:v>102.43624495994385</c:v>
                </c:pt>
                <c:pt idx="88">
                  <c:v>102.43624495994385</c:v>
                </c:pt>
                <c:pt idx="89">
                  <c:v>102.78411075385495</c:v>
                </c:pt>
                <c:pt idx="90">
                  <c:v>102.8250361413739</c:v>
                </c:pt>
                <c:pt idx="91">
                  <c:v>102.86596152889285</c:v>
                </c:pt>
                <c:pt idx="92">
                  <c:v>102.80457344761443</c:v>
                </c:pt>
                <c:pt idx="93">
                  <c:v>102.6408718975386</c:v>
                </c:pt>
                <c:pt idx="94">
                  <c:v>102.6408718975386</c:v>
                </c:pt>
                <c:pt idx="95">
                  <c:v>102.6408718975386</c:v>
                </c:pt>
                <c:pt idx="96">
                  <c:v>102.41578226618435</c:v>
                </c:pt>
                <c:pt idx="97">
                  <c:v>102.72272267257651</c:v>
                </c:pt>
                <c:pt idx="98">
                  <c:v>102.29300610362749</c:v>
                </c:pt>
                <c:pt idx="99">
                  <c:v>102.14976724731115</c:v>
                </c:pt>
                <c:pt idx="100">
                  <c:v>102.31346879738696</c:v>
                </c:pt>
                <c:pt idx="101">
                  <c:v>102.43624495994383</c:v>
                </c:pt>
                <c:pt idx="102">
                  <c:v>102.43624495994383</c:v>
                </c:pt>
                <c:pt idx="103">
                  <c:v>102.6408718975386</c:v>
                </c:pt>
                <c:pt idx="104">
                  <c:v>102.74318536633599</c:v>
                </c:pt>
                <c:pt idx="105">
                  <c:v>102.82503614137391</c:v>
                </c:pt>
                <c:pt idx="106">
                  <c:v>103.07078408674266</c:v>
                </c:pt>
                <c:pt idx="107">
                  <c:v>103.09126308219007</c:v>
                </c:pt>
                <c:pt idx="108">
                  <c:v>103.23461605032183</c:v>
                </c:pt>
                <c:pt idx="109">
                  <c:v>103.15270006853224</c:v>
                </c:pt>
                <c:pt idx="110">
                  <c:v>103.23461605032182</c:v>
                </c:pt>
                <c:pt idx="111">
                  <c:v>103.05030509129526</c:v>
                </c:pt>
                <c:pt idx="112">
                  <c:v>103.07078408674265</c:v>
                </c:pt>
                <c:pt idx="113">
                  <c:v>103.05030509129526</c:v>
                </c:pt>
                <c:pt idx="114">
                  <c:v>103.05030509129526</c:v>
                </c:pt>
                <c:pt idx="115">
                  <c:v>103.05030509129526</c:v>
                </c:pt>
                <c:pt idx="116">
                  <c:v>103.25509504576921</c:v>
                </c:pt>
                <c:pt idx="117">
                  <c:v>103.52132198658533</c:v>
                </c:pt>
                <c:pt idx="118">
                  <c:v>103.60323796837493</c:v>
                </c:pt>
                <c:pt idx="119">
                  <c:v>103.60323796837493</c:v>
                </c:pt>
                <c:pt idx="120">
                  <c:v>103.50084299113794</c:v>
                </c:pt>
                <c:pt idx="121">
                  <c:v>103.48036399569055</c:v>
                </c:pt>
                <c:pt idx="122">
                  <c:v>103.39844801390097</c:v>
                </c:pt>
                <c:pt idx="123">
                  <c:v>103.39844801390097</c:v>
                </c:pt>
                <c:pt idx="124">
                  <c:v>103.45988500024316</c:v>
                </c:pt>
                <c:pt idx="125">
                  <c:v>103.54180098203274</c:v>
                </c:pt>
                <c:pt idx="126">
                  <c:v>103.45988500024316</c:v>
                </c:pt>
                <c:pt idx="127">
                  <c:v>103.52132198658533</c:v>
                </c:pt>
                <c:pt idx="128">
                  <c:v>103.45988500024315</c:v>
                </c:pt>
                <c:pt idx="129">
                  <c:v>103.31653203211138</c:v>
                </c:pt>
                <c:pt idx="130">
                  <c:v>103.35749002300615</c:v>
                </c:pt>
                <c:pt idx="131">
                  <c:v>103.35749002300615</c:v>
                </c:pt>
                <c:pt idx="132">
                  <c:v>103.41892700934834</c:v>
                </c:pt>
                <c:pt idx="133">
                  <c:v>103.37796901845354</c:v>
                </c:pt>
                <c:pt idx="134">
                  <c:v>103.19365805942698</c:v>
                </c:pt>
                <c:pt idx="135">
                  <c:v>103.25509504576915</c:v>
                </c:pt>
                <c:pt idx="136">
                  <c:v>103.31653203211135</c:v>
                </c:pt>
                <c:pt idx="137">
                  <c:v>103.27557404121656</c:v>
                </c:pt>
                <c:pt idx="138">
                  <c:v>103.27557404121656</c:v>
                </c:pt>
                <c:pt idx="139">
                  <c:v>103.09126308219001</c:v>
                </c:pt>
                <c:pt idx="140">
                  <c:v>103.27557404121657</c:v>
                </c:pt>
                <c:pt idx="141">
                  <c:v>103.39844801390096</c:v>
                </c:pt>
                <c:pt idx="142">
                  <c:v>103.27557404121659</c:v>
                </c:pt>
                <c:pt idx="143">
                  <c:v>103.19365805942701</c:v>
                </c:pt>
                <c:pt idx="144">
                  <c:v>103.19365805942701</c:v>
                </c:pt>
                <c:pt idx="145">
                  <c:v>102.96838910950565</c:v>
                </c:pt>
                <c:pt idx="146">
                  <c:v>102.98886810495304</c:v>
                </c:pt>
                <c:pt idx="147">
                  <c:v>103.09126308219003</c:v>
                </c:pt>
                <c:pt idx="148">
                  <c:v>103.17317906397962</c:v>
                </c:pt>
                <c:pt idx="149">
                  <c:v>103.2550950457692</c:v>
                </c:pt>
                <c:pt idx="150">
                  <c:v>103.15270006853221</c:v>
                </c:pt>
                <c:pt idx="151">
                  <c:v>103.09126308219004</c:v>
                </c:pt>
                <c:pt idx="152">
                  <c:v>103.2346160503218</c:v>
                </c:pt>
                <c:pt idx="153">
                  <c:v>103.41892700934837</c:v>
                </c:pt>
                <c:pt idx="154">
                  <c:v>103.50084299113794</c:v>
                </c:pt>
                <c:pt idx="155">
                  <c:v>103.54180098203275</c:v>
                </c:pt>
                <c:pt idx="156">
                  <c:v>103.60323796837494</c:v>
                </c:pt>
                <c:pt idx="157">
                  <c:v>103.58275897292754</c:v>
                </c:pt>
                <c:pt idx="158">
                  <c:v>103.62371696382233</c:v>
                </c:pt>
                <c:pt idx="159">
                  <c:v>103.70563294561191</c:v>
                </c:pt>
                <c:pt idx="160">
                  <c:v>103.80802792284889</c:v>
                </c:pt>
                <c:pt idx="161">
                  <c:v>103.95152243222093</c:v>
                </c:pt>
                <c:pt idx="162">
                  <c:v>103.76702949159974</c:v>
                </c:pt>
                <c:pt idx="163">
                  <c:v>103.62353498222771</c:v>
                </c:pt>
                <c:pt idx="164">
                  <c:v>103.80802792284889</c:v>
                </c:pt>
                <c:pt idx="165">
                  <c:v>103.76702949159974</c:v>
                </c:pt>
                <c:pt idx="166">
                  <c:v>103.76702949159974</c:v>
                </c:pt>
                <c:pt idx="167">
                  <c:v>103.76702949159974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6987-4DA8-995C-4BA853F78AFF}"/>
            </c:ext>
          </c:extLst>
        </c:ser>
        <c:ser>
          <c:idx val="6"/>
          <c:order val="6"/>
          <c:tx>
            <c:strRef>
              <c:f>RF!$H$73</c:f>
              <c:strCache>
                <c:ptCount val="1"/>
                <c:pt idx="0">
                  <c:v>PIAHYIA ID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RF!$I$73:$FT$73</c:f>
              <c:numCache>
                <c:formatCode>General</c:formatCode>
                <c:ptCount val="168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100.26761819803747</c:v>
                </c:pt>
                <c:pt idx="4">
                  <c:v>100.44603033006246</c:v>
                </c:pt>
                <c:pt idx="5">
                  <c:v>100.53523639607495</c:v>
                </c:pt>
                <c:pt idx="6">
                  <c:v>100.53523639607495</c:v>
                </c:pt>
                <c:pt idx="7">
                  <c:v>100.62444246208744</c:v>
                </c:pt>
                <c:pt idx="8">
                  <c:v>100.62444246208744</c:v>
                </c:pt>
                <c:pt idx="9">
                  <c:v>100.71364852809994</c:v>
                </c:pt>
                <c:pt idx="10">
                  <c:v>100.80285459411243</c:v>
                </c:pt>
                <c:pt idx="11">
                  <c:v>101.07047279214989</c:v>
                </c:pt>
                <c:pt idx="12">
                  <c:v>101.24888492417486</c:v>
                </c:pt>
                <c:pt idx="13">
                  <c:v>101.24888492417486</c:v>
                </c:pt>
                <c:pt idx="14">
                  <c:v>101.15967885816237</c:v>
                </c:pt>
                <c:pt idx="15">
                  <c:v>101.15967885816237</c:v>
                </c:pt>
                <c:pt idx="16">
                  <c:v>101.33809099018734</c:v>
                </c:pt>
                <c:pt idx="17">
                  <c:v>101.42729705619982</c:v>
                </c:pt>
                <c:pt idx="18">
                  <c:v>101.60570918822479</c:v>
                </c:pt>
                <c:pt idx="19">
                  <c:v>101.69491525423727</c:v>
                </c:pt>
                <c:pt idx="20">
                  <c:v>101.78412132024975</c:v>
                </c:pt>
                <c:pt idx="21">
                  <c:v>101.5165031222123</c:v>
                </c:pt>
                <c:pt idx="22">
                  <c:v>102.14094558429971</c:v>
                </c:pt>
                <c:pt idx="23">
                  <c:v>101.96253345227474</c:v>
                </c:pt>
                <c:pt idx="24">
                  <c:v>102.05173951828723</c:v>
                </c:pt>
                <c:pt idx="25">
                  <c:v>102.05173951828723</c:v>
                </c:pt>
                <c:pt idx="26">
                  <c:v>101.96253345227476</c:v>
                </c:pt>
                <c:pt idx="27">
                  <c:v>101.87332738626226</c:v>
                </c:pt>
                <c:pt idx="28">
                  <c:v>101.96253345227476</c:v>
                </c:pt>
                <c:pt idx="29">
                  <c:v>102.14094558429974</c:v>
                </c:pt>
                <c:pt idx="30">
                  <c:v>102.23015165031224</c:v>
                </c:pt>
                <c:pt idx="31">
                  <c:v>102.31935771632472</c:v>
                </c:pt>
                <c:pt idx="32">
                  <c:v>102.49776984834968</c:v>
                </c:pt>
                <c:pt idx="33">
                  <c:v>102.49776984834968</c:v>
                </c:pt>
                <c:pt idx="34">
                  <c:v>102.49776984834968</c:v>
                </c:pt>
                <c:pt idx="35">
                  <c:v>102.49776984834968</c:v>
                </c:pt>
                <c:pt idx="36">
                  <c:v>102.49776984834968</c:v>
                </c:pt>
                <c:pt idx="37">
                  <c:v>102.67618198037465</c:v>
                </c:pt>
                <c:pt idx="38">
                  <c:v>102.67618198037465</c:v>
                </c:pt>
                <c:pt idx="39">
                  <c:v>102.67618198037465</c:v>
                </c:pt>
                <c:pt idx="40">
                  <c:v>102.76538804638714</c:v>
                </c:pt>
                <c:pt idx="41">
                  <c:v>102.85459411239964</c:v>
                </c:pt>
                <c:pt idx="42">
                  <c:v>102.67618198037466</c:v>
                </c:pt>
                <c:pt idx="43">
                  <c:v>102.14094558429973</c:v>
                </c:pt>
                <c:pt idx="44">
                  <c:v>101.78412132024978</c:v>
                </c:pt>
                <c:pt idx="45">
                  <c:v>101.60570918822481</c:v>
                </c:pt>
                <c:pt idx="46">
                  <c:v>101.69491525423729</c:v>
                </c:pt>
                <c:pt idx="47">
                  <c:v>101.69491525423729</c:v>
                </c:pt>
                <c:pt idx="48">
                  <c:v>101.24888492417485</c:v>
                </c:pt>
                <c:pt idx="49">
                  <c:v>101.33809099018733</c:v>
                </c:pt>
                <c:pt idx="50">
                  <c:v>101.33809099018733</c:v>
                </c:pt>
                <c:pt idx="51">
                  <c:v>100.98126672613738</c:v>
                </c:pt>
                <c:pt idx="52">
                  <c:v>100.7136485280999</c:v>
                </c:pt>
                <c:pt idx="53">
                  <c:v>100.6244424620874</c:v>
                </c:pt>
                <c:pt idx="54">
                  <c:v>100.6244424620874</c:v>
                </c:pt>
                <c:pt idx="55">
                  <c:v>100.35682426404993</c:v>
                </c:pt>
                <c:pt idx="56">
                  <c:v>99.821587867974998</c:v>
                </c:pt>
                <c:pt idx="57">
                  <c:v>99.643175735950024</c:v>
                </c:pt>
                <c:pt idx="58">
                  <c:v>98.840321141837634</c:v>
                </c:pt>
                <c:pt idx="59">
                  <c:v>98.929527207850128</c:v>
                </c:pt>
                <c:pt idx="60">
                  <c:v>99.643175735950038</c:v>
                </c:pt>
                <c:pt idx="61">
                  <c:v>99.464763603925064</c:v>
                </c:pt>
                <c:pt idx="62">
                  <c:v>99.28635147190009</c:v>
                </c:pt>
                <c:pt idx="63">
                  <c:v>99.018733273862622</c:v>
                </c:pt>
                <c:pt idx="64">
                  <c:v>99.286351471900105</c:v>
                </c:pt>
                <c:pt idx="65">
                  <c:v>100</c:v>
                </c:pt>
                <c:pt idx="66">
                  <c:v>100</c:v>
                </c:pt>
                <c:pt idx="67">
                  <c:v>100</c:v>
                </c:pt>
                <c:pt idx="68">
                  <c:v>100</c:v>
                </c:pt>
                <c:pt idx="69">
                  <c:v>100</c:v>
                </c:pt>
                <c:pt idx="70">
                  <c:v>100.98126672613736</c:v>
                </c:pt>
                <c:pt idx="71">
                  <c:v>101.07047279214986</c:v>
                </c:pt>
                <c:pt idx="72">
                  <c:v>100.98126672613736</c:v>
                </c:pt>
                <c:pt idx="73">
                  <c:v>101.33809099018733</c:v>
                </c:pt>
                <c:pt idx="74">
                  <c:v>101.78412132024977</c:v>
                </c:pt>
                <c:pt idx="75">
                  <c:v>101.96253345227473</c:v>
                </c:pt>
                <c:pt idx="76">
                  <c:v>101.96253345227473</c:v>
                </c:pt>
                <c:pt idx="77">
                  <c:v>102.14094558429971</c:v>
                </c:pt>
                <c:pt idx="78">
                  <c:v>102.14094558429971</c:v>
                </c:pt>
                <c:pt idx="79">
                  <c:v>102.14094558429971</c:v>
                </c:pt>
                <c:pt idx="80">
                  <c:v>102.05173951828723</c:v>
                </c:pt>
                <c:pt idx="81">
                  <c:v>101.87332738626226</c:v>
                </c:pt>
                <c:pt idx="82">
                  <c:v>101.96253345227476</c:v>
                </c:pt>
                <c:pt idx="83">
                  <c:v>101.96253345227476</c:v>
                </c:pt>
                <c:pt idx="84">
                  <c:v>101.96253345227476</c:v>
                </c:pt>
                <c:pt idx="85">
                  <c:v>101.78412132024978</c:v>
                </c:pt>
                <c:pt idx="86">
                  <c:v>101.24888492417485</c:v>
                </c:pt>
                <c:pt idx="87">
                  <c:v>101.24888492417485</c:v>
                </c:pt>
                <c:pt idx="88">
                  <c:v>101.7841213202498</c:v>
                </c:pt>
                <c:pt idx="89">
                  <c:v>101.7841213202498</c:v>
                </c:pt>
                <c:pt idx="90">
                  <c:v>102.23015165031225</c:v>
                </c:pt>
                <c:pt idx="91">
                  <c:v>102.40856378233723</c:v>
                </c:pt>
                <c:pt idx="92">
                  <c:v>102.49776984834971</c:v>
                </c:pt>
                <c:pt idx="93">
                  <c:v>101.96253345227477</c:v>
                </c:pt>
                <c:pt idx="94">
                  <c:v>101.87332738626228</c:v>
                </c:pt>
                <c:pt idx="95">
                  <c:v>102.31935771632472</c:v>
                </c:pt>
                <c:pt idx="96">
                  <c:v>102.31935771632472</c:v>
                </c:pt>
                <c:pt idx="97">
                  <c:v>102.05173951828723</c:v>
                </c:pt>
                <c:pt idx="98">
                  <c:v>101.78412132024977</c:v>
                </c:pt>
                <c:pt idx="99">
                  <c:v>101.69491525423729</c:v>
                </c:pt>
                <c:pt idx="100">
                  <c:v>101.69491525423729</c:v>
                </c:pt>
                <c:pt idx="101">
                  <c:v>101.87332738626226</c:v>
                </c:pt>
                <c:pt idx="102">
                  <c:v>102.05173951828722</c:v>
                </c:pt>
                <c:pt idx="103">
                  <c:v>102.05173951828722</c:v>
                </c:pt>
                <c:pt idx="104">
                  <c:v>102.3193577163247</c:v>
                </c:pt>
                <c:pt idx="105">
                  <c:v>102.4085637823372</c:v>
                </c:pt>
                <c:pt idx="106">
                  <c:v>102.58697591436216</c:v>
                </c:pt>
                <c:pt idx="107">
                  <c:v>102.76538804638712</c:v>
                </c:pt>
                <c:pt idx="108">
                  <c:v>102.85459411239961</c:v>
                </c:pt>
                <c:pt idx="109">
                  <c:v>102.9438001784121</c:v>
                </c:pt>
                <c:pt idx="110">
                  <c:v>102.9438001784121</c:v>
                </c:pt>
                <c:pt idx="111">
                  <c:v>102.9438001784121</c:v>
                </c:pt>
                <c:pt idx="112">
                  <c:v>102.85459411239961</c:v>
                </c:pt>
                <c:pt idx="113">
                  <c:v>102.67618198037464</c:v>
                </c:pt>
                <c:pt idx="114">
                  <c:v>102.76538804638713</c:v>
                </c:pt>
                <c:pt idx="115">
                  <c:v>102.76538804638713</c:v>
                </c:pt>
                <c:pt idx="116">
                  <c:v>102.85459411239962</c:v>
                </c:pt>
                <c:pt idx="117">
                  <c:v>103.12221231043711</c:v>
                </c:pt>
                <c:pt idx="118">
                  <c:v>103.65744870651204</c:v>
                </c:pt>
                <c:pt idx="119">
                  <c:v>103.56824264049956</c:v>
                </c:pt>
                <c:pt idx="120">
                  <c:v>103.47903657448708</c:v>
                </c:pt>
                <c:pt idx="121">
                  <c:v>103.56824264049956</c:v>
                </c:pt>
                <c:pt idx="122">
                  <c:v>103.56824264049956</c:v>
                </c:pt>
                <c:pt idx="123">
                  <c:v>103.47903657448708</c:v>
                </c:pt>
                <c:pt idx="124">
                  <c:v>103.92506690454954</c:v>
                </c:pt>
                <c:pt idx="125">
                  <c:v>103.56824264049958</c:v>
                </c:pt>
                <c:pt idx="126">
                  <c:v>103.65744870651206</c:v>
                </c:pt>
                <c:pt idx="127">
                  <c:v>103.74665477252455</c:v>
                </c:pt>
                <c:pt idx="128">
                  <c:v>103.74665477252455</c:v>
                </c:pt>
                <c:pt idx="129">
                  <c:v>103.65744870651206</c:v>
                </c:pt>
                <c:pt idx="130">
                  <c:v>103.65744870651206</c:v>
                </c:pt>
                <c:pt idx="131">
                  <c:v>103.83586083853704</c:v>
                </c:pt>
                <c:pt idx="132">
                  <c:v>103.92506690454954</c:v>
                </c:pt>
                <c:pt idx="133">
                  <c:v>104.10347903657451</c:v>
                </c:pt>
                <c:pt idx="134">
                  <c:v>104.01427297056203</c:v>
                </c:pt>
                <c:pt idx="135">
                  <c:v>103.83586083853706</c:v>
                </c:pt>
                <c:pt idx="136">
                  <c:v>104.01427297056203</c:v>
                </c:pt>
                <c:pt idx="137">
                  <c:v>103.83586083853706</c:v>
                </c:pt>
                <c:pt idx="138">
                  <c:v>103.74665477252456</c:v>
                </c:pt>
                <c:pt idx="139">
                  <c:v>103.74665477252456</c:v>
                </c:pt>
                <c:pt idx="140">
                  <c:v>103.83586083853706</c:v>
                </c:pt>
                <c:pt idx="141">
                  <c:v>103.83586083853706</c:v>
                </c:pt>
                <c:pt idx="142">
                  <c:v>103.74665477252456</c:v>
                </c:pt>
                <c:pt idx="143">
                  <c:v>103.92506690454954</c:v>
                </c:pt>
                <c:pt idx="144">
                  <c:v>103.92506690454954</c:v>
                </c:pt>
                <c:pt idx="145">
                  <c:v>103.92506690454954</c:v>
                </c:pt>
                <c:pt idx="146">
                  <c:v>103.83586083853706</c:v>
                </c:pt>
                <c:pt idx="147">
                  <c:v>103.65744870651207</c:v>
                </c:pt>
                <c:pt idx="148">
                  <c:v>103.92506690454955</c:v>
                </c:pt>
                <c:pt idx="149">
                  <c:v>104.01427297056205</c:v>
                </c:pt>
                <c:pt idx="150">
                  <c:v>104.01427297056205</c:v>
                </c:pt>
                <c:pt idx="151">
                  <c:v>104.01427297056205</c:v>
                </c:pt>
                <c:pt idx="152">
                  <c:v>104.19268510258702</c:v>
                </c:pt>
                <c:pt idx="153">
                  <c:v>104.37109723461199</c:v>
                </c:pt>
                <c:pt idx="154">
                  <c:v>104.63871543264946</c:v>
                </c:pt>
                <c:pt idx="155">
                  <c:v>104.81712756467444</c:v>
                </c:pt>
                <c:pt idx="156">
                  <c:v>104.81712756467444</c:v>
                </c:pt>
                <c:pt idx="157">
                  <c:v>104.9955396966994</c:v>
                </c:pt>
                <c:pt idx="158">
                  <c:v>104.9063336306869</c:v>
                </c:pt>
                <c:pt idx="159">
                  <c:v>104.9955396966994</c:v>
                </c:pt>
                <c:pt idx="160">
                  <c:v>104.9955396966994</c:v>
                </c:pt>
                <c:pt idx="161">
                  <c:v>105.17395182872438</c:v>
                </c:pt>
                <c:pt idx="162">
                  <c:v>105.17395182872438</c:v>
                </c:pt>
                <c:pt idx="163">
                  <c:v>105.17395182872438</c:v>
                </c:pt>
                <c:pt idx="164">
                  <c:v>105.17395182872438</c:v>
                </c:pt>
                <c:pt idx="165">
                  <c:v>105.26315789473688</c:v>
                </c:pt>
                <c:pt idx="166">
                  <c:v>105.17395182872437</c:v>
                </c:pt>
                <c:pt idx="167">
                  <c:v>105.17395182872437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6987-4DA8-995C-4BA853F78AFF}"/>
            </c:ext>
          </c:extLst>
        </c:ser>
        <c:ser>
          <c:idx val="7"/>
          <c:order val="7"/>
          <c:tx>
            <c:strRef>
              <c:f>RF!$H$74</c:f>
              <c:strCache>
                <c:ptCount val="1"/>
                <c:pt idx="0">
                  <c:v>VONEMCX LX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RF!$I$74:$FT$74</c:f>
              <c:numCache>
                <c:formatCode>General</c:formatCode>
                <c:ptCount val="168"/>
                <c:pt idx="0">
                  <c:v>100</c:v>
                </c:pt>
                <c:pt idx="1">
                  <c:v>99.938416750643825</c:v>
                </c:pt>
                <c:pt idx="2">
                  <c:v>99.97760609114323</c:v>
                </c:pt>
                <c:pt idx="3">
                  <c:v>100.07278020378459</c:v>
                </c:pt>
                <c:pt idx="4">
                  <c:v>100.15675736199756</c:v>
                </c:pt>
                <c:pt idx="5">
                  <c:v>100.20154517971113</c:v>
                </c:pt>
                <c:pt idx="6">
                  <c:v>100.12876497592657</c:v>
                </c:pt>
                <c:pt idx="7">
                  <c:v>100.20154517971113</c:v>
                </c:pt>
                <c:pt idx="8">
                  <c:v>100.29671929235251</c:v>
                </c:pt>
                <c:pt idx="9">
                  <c:v>100.34150711006608</c:v>
                </c:pt>
                <c:pt idx="10">
                  <c:v>100.44227969992163</c:v>
                </c:pt>
                <c:pt idx="11">
                  <c:v>100.53745381256299</c:v>
                </c:pt>
                <c:pt idx="12">
                  <c:v>100.57664315306238</c:v>
                </c:pt>
                <c:pt idx="13">
                  <c:v>100.57664315306238</c:v>
                </c:pt>
                <c:pt idx="14">
                  <c:v>100.45347665435003</c:v>
                </c:pt>
                <c:pt idx="15">
                  <c:v>100.57104467584816</c:v>
                </c:pt>
                <c:pt idx="16">
                  <c:v>100.74459746948828</c:v>
                </c:pt>
                <c:pt idx="17">
                  <c:v>100.83417310491546</c:v>
                </c:pt>
                <c:pt idx="18">
                  <c:v>101.00212742134138</c:v>
                </c:pt>
                <c:pt idx="19">
                  <c:v>101.03011980741239</c:v>
                </c:pt>
                <c:pt idx="20">
                  <c:v>101.03571828462658</c:v>
                </c:pt>
                <c:pt idx="21">
                  <c:v>100.58784010749076</c:v>
                </c:pt>
                <c:pt idx="22">
                  <c:v>101.13649087448215</c:v>
                </c:pt>
                <c:pt idx="23">
                  <c:v>101.18127869219573</c:v>
                </c:pt>
                <c:pt idx="24">
                  <c:v>101.22046803269514</c:v>
                </c:pt>
                <c:pt idx="25">
                  <c:v>101.14768782891055</c:v>
                </c:pt>
                <c:pt idx="26">
                  <c:v>101.0301198074124</c:v>
                </c:pt>
                <c:pt idx="27">
                  <c:v>101.01892285298401</c:v>
                </c:pt>
                <c:pt idx="28">
                  <c:v>100.94054417198524</c:v>
                </c:pt>
                <c:pt idx="29">
                  <c:v>100.99652894412722</c:v>
                </c:pt>
                <c:pt idx="30">
                  <c:v>101.00772589855561</c:v>
                </c:pt>
                <c:pt idx="31">
                  <c:v>101.02452133019818</c:v>
                </c:pt>
                <c:pt idx="32">
                  <c:v>101.30444519090807</c:v>
                </c:pt>
                <c:pt idx="33">
                  <c:v>101.30444519090807</c:v>
                </c:pt>
                <c:pt idx="34">
                  <c:v>101.40521778076364</c:v>
                </c:pt>
                <c:pt idx="35">
                  <c:v>101.45560407569143</c:v>
                </c:pt>
                <c:pt idx="36">
                  <c:v>101.42201321240624</c:v>
                </c:pt>
                <c:pt idx="37">
                  <c:v>101.44440712126303</c:v>
                </c:pt>
                <c:pt idx="38">
                  <c:v>101.52838427947599</c:v>
                </c:pt>
                <c:pt idx="39">
                  <c:v>101.54517971111858</c:v>
                </c:pt>
                <c:pt idx="40">
                  <c:v>101.61236143768896</c:v>
                </c:pt>
                <c:pt idx="41">
                  <c:v>101.66274773261675</c:v>
                </c:pt>
                <c:pt idx="42">
                  <c:v>101.62355839211737</c:v>
                </c:pt>
                <c:pt idx="43">
                  <c:v>101.32124062255069</c:v>
                </c:pt>
                <c:pt idx="44">
                  <c:v>101.03571828462661</c:v>
                </c:pt>
                <c:pt idx="45">
                  <c:v>101.16448326055315</c:v>
                </c:pt>
                <c:pt idx="46">
                  <c:v>101.15888478333896</c:v>
                </c:pt>
                <c:pt idx="47">
                  <c:v>100.95174112641364</c:v>
                </c:pt>
                <c:pt idx="48">
                  <c:v>100.7613929011309</c:v>
                </c:pt>
                <c:pt idx="49">
                  <c:v>101.0245213301982</c:v>
                </c:pt>
                <c:pt idx="50">
                  <c:v>101.08610457955437</c:v>
                </c:pt>
                <c:pt idx="51">
                  <c:v>100.89575635427165</c:v>
                </c:pt>
                <c:pt idx="52">
                  <c:v>100.72220356063153</c:v>
                </c:pt>
                <c:pt idx="53">
                  <c:v>100.72780203784572</c:v>
                </c:pt>
                <c:pt idx="54">
                  <c:v>100.7781883327735</c:v>
                </c:pt>
                <c:pt idx="55">
                  <c:v>100.62143097077596</c:v>
                </c:pt>
                <c:pt idx="56">
                  <c:v>100.30231776956668</c:v>
                </c:pt>
                <c:pt idx="57">
                  <c:v>100.00559847721421</c:v>
                </c:pt>
                <c:pt idx="58">
                  <c:v>99.988803045571615</c:v>
                </c:pt>
                <c:pt idx="59">
                  <c:v>99.876833501287663</c:v>
                </c:pt>
                <c:pt idx="60">
                  <c:v>100.26312842906729</c:v>
                </c:pt>
                <c:pt idx="61">
                  <c:v>100.01679543164259</c:v>
                </c:pt>
                <c:pt idx="62">
                  <c:v>99.703280707647522</c:v>
                </c:pt>
                <c:pt idx="63">
                  <c:v>99.692083753219109</c:v>
                </c:pt>
                <c:pt idx="64">
                  <c:v>99.85443959243085</c:v>
                </c:pt>
                <c:pt idx="65">
                  <c:v>100.17355279364013</c:v>
                </c:pt>
                <c:pt idx="66">
                  <c:v>100.17355279364013</c:v>
                </c:pt>
                <c:pt idx="67">
                  <c:v>100.17355279364013</c:v>
                </c:pt>
                <c:pt idx="68">
                  <c:v>100.19034822528272</c:v>
                </c:pt>
                <c:pt idx="69">
                  <c:v>100.29671929235248</c:v>
                </c:pt>
                <c:pt idx="70">
                  <c:v>101.14208935169633</c:v>
                </c:pt>
                <c:pt idx="71">
                  <c:v>101.28205128205127</c:v>
                </c:pt>
                <c:pt idx="72">
                  <c:v>101.43321016683461</c:v>
                </c:pt>
                <c:pt idx="73">
                  <c:v>101.61795991490312</c:v>
                </c:pt>
                <c:pt idx="74">
                  <c:v>102.11062590975253</c:v>
                </c:pt>
                <c:pt idx="75">
                  <c:v>102.18340611353712</c:v>
                </c:pt>
                <c:pt idx="76">
                  <c:v>102.2058000223939</c:v>
                </c:pt>
                <c:pt idx="77">
                  <c:v>102.54170865524576</c:v>
                </c:pt>
                <c:pt idx="78">
                  <c:v>102.59769342738772</c:v>
                </c:pt>
                <c:pt idx="79">
                  <c:v>102.51931474638897</c:v>
                </c:pt>
                <c:pt idx="80">
                  <c:v>102.51931474638897</c:v>
                </c:pt>
                <c:pt idx="81">
                  <c:v>102.41854215653341</c:v>
                </c:pt>
                <c:pt idx="82">
                  <c:v>102.41294367931921</c:v>
                </c:pt>
                <c:pt idx="83">
                  <c:v>102.43533758817601</c:v>
                </c:pt>
                <c:pt idx="84">
                  <c:v>102.36255738439144</c:v>
                </c:pt>
                <c:pt idx="85">
                  <c:v>102.30657261224947</c:v>
                </c:pt>
                <c:pt idx="86">
                  <c:v>102.30657261224947</c:v>
                </c:pt>
                <c:pt idx="87">
                  <c:v>102.36815586160563</c:v>
                </c:pt>
                <c:pt idx="88">
                  <c:v>102.53611017803156</c:v>
                </c:pt>
                <c:pt idx="89">
                  <c:v>102.60329190460195</c:v>
                </c:pt>
                <c:pt idx="90">
                  <c:v>102.972791400739</c:v>
                </c:pt>
                <c:pt idx="91">
                  <c:v>102.98958683238159</c:v>
                </c:pt>
                <c:pt idx="92">
                  <c:v>103.04557160452356</c:v>
                </c:pt>
                <c:pt idx="93">
                  <c:v>103.03997312730937</c:v>
                </c:pt>
                <c:pt idx="94">
                  <c:v>102.88321576531183</c:v>
                </c:pt>
                <c:pt idx="95">
                  <c:v>102.88321576531183</c:v>
                </c:pt>
                <c:pt idx="96">
                  <c:v>102.84402642481244</c:v>
                </c:pt>
                <c:pt idx="97">
                  <c:v>102.58089799574515</c:v>
                </c:pt>
                <c:pt idx="98">
                  <c:v>102.47452692867539</c:v>
                </c:pt>
                <c:pt idx="99">
                  <c:v>102.22819393125069</c:v>
                </c:pt>
                <c:pt idx="100">
                  <c:v>102.41854215653341</c:v>
                </c:pt>
                <c:pt idx="101">
                  <c:v>102.42973911096182</c:v>
                </c:pt>
                <c:pt idx="102">
                  <c:v>102.42973911096182</c:v>
                </c:pt>
                <c:pt idx="103">
                  <c:v>102.52491322360316</c:v>
                </c:pt>
                <c:pt idx="104">
                  <c:v>102.84402642481243</c:v>
                </c:pt>
                <c:pt idx="105">
                  <c:v>103.01757921845257</c:v>
                </c:pt>
                <c:pt idx="106">
                  <c:v>103.22472287537789</c:v>
                </c:pt>
                <c:pt idx="107">
                  <c:v>103.49344978165939</c:v>
                </c:pt>
                <c:pt idx="108">
                  <c:v>103.59982084872915</c:v>
                </c:pt>
                <c:pt idx="109">
                  <c:v>103.7229873474415</c:v>
                </c:pt>
                <c:pt idx="110">
                  <c:v>103.64460866644274</c:v>
                </c:pt>
                <c:pt idx="111">
                  <c:v>103.73978277908409</c:v>
                </c:pt>
                <c:pt idx="112">
                  <c:v>103.55503303101557</c:v>
                </c:pt>
                <c:pt idx="113">
                  <c:v>103.51584369051619</c:v>
                </c:pt>
                <c:pt idx="114">
                  <c:v>103.57182846265817</c:v>
                </c:pt>
                <c:pt idx="115">
                  <c:v>103.41507110066064</c:v>
                </c:pt>
                <c:pt idx="116">
                  <c:v>103.61661628037176</c:v>
                </c:pt>
                <c:pt idx="117">
                  <c:v>103.82935841451128</c:v>
                </c:pt>
                <c:pt idx="118">
                  <c:v>104.12607770686374</c:v>
                </c:pt>
                <c:pt idx="119">
                  <c:v>104.12607770686374</c:v>
                </c:pt>
                <c:pt idx="120">
                  <c:v>103.9693203448662</c:v>
                </c:pt>
                <c:pt idx="121">
                  <c:v>103.95812339043781</c:v>
                </c:pt>
                <c:pt idx="122">
                  <c:v>103.95812339043781</c:v>
                </c:pt>
                <c:pt idx="123">
                  <c:v>103.95812339043781</c:v>
                </c:pt>
                <c:pt idx="124">
                  <c:v>103.85175232336806</c:v>
                </c:pt>
                <c:pt idx="125">
                  <c:v>103.76777516515509</c:v>
                </c:pt>
                <c:pt idx="126">
                  <c:v>103.84615384615387</c:v>
                </c:pt>
                <c:pt idx="127">
                  <c:v>103.75097973351251</c:v>
                </c:pt>
                <c:pt idx="128">
                  <c:v>103.79576755122611</c:v>
                </c:pt>
                <c:pt idx="129">
                  <c:v>103.5550330310156</c:v>
                </c:pt>
                <c:pt idx="130">
                  <c:v>103.33109394244769</c:v>
                </c:pt>
                <c:pt idx="131">
                  <c:v>103.566229985444</c:v>
                </c:pt>
                <c:pt idx="132">
                  <c:v>103.566229985444</c:v>
                </c:pt>
                <c:pt idx="133">
                  <c:v>103.73978277908414</c:v>
                </c:pt>
                <c:pt idx="134">
                  <c:v>103.63901018922857</c:v>
                </c:pt>
                <c:pt idx="135">
                  <c:v>103.51024521330201</c:v>
                </c:pt>
                <c:pt idx="136">
                  <c:v>103.5886238943008</c:v>
                </c:pt>
                <c:pt idx="137">
                  <c:v>103.5830254170866</c:v>
                </c:pt>
                <c:pt idx="138">
                  <c:v>103.51024521330203</c:v>
                </c:pt>
                <c:pt idx="139">
                  <c:v>103.49904825887364</c:v>
                </c:pt>
                <c:pt idx="140">
                  <c:v>103.58302541708662</c:v>
                </c:pt>
                <c:pt idx="141">
                  <c:v>103.53823759937302</c:v>
                </c:pt>
                <c:pt idx="142">
                  <c:v>103.53823759937302</c:v>
                </c:pt>
                <c:pt idx="143">
                  <c:v>103.53263912215883</c:v>
                </c:pt>
                <c:pt idx="144">
                  <c:v>103.44866196394587</c:v>
                </c:pt>
                <c:pt idx="145">
                  <c:v>103.38148023737548</c:v>
                </c:pt>
                <c:pt idx="146">
                  <c:v>103.12954876273659</c:v>
                </c:pt>
                <c:pt idx="147">
                  <c:v>103.112753331094</c:v>
                </c:pt>
                <c:pt idx="148">
                  <c:v>103.23032135259214</c:v>
                </c:pt>
                <c:pt idx="149">
                  <c:v>103.33669241966192</c:v>
                </c:pt>
                <c:pt idx="150">
                  <c:v>103.23591982980635</c:v>
                </c:pt>
                <c:pt idx="151">
                  <c:v>103.19113201209277</c:v>
                </c:pt>
                <c:pt idx="152">
                  <c:v>103.13514723995078</c:v>
                </c:pt>
                <c:pt idx="153">
                  <c:v>103.3926771918039</c:v>
                </c:pt>
                <c:pt idx="154">
                  <c:v>103.59982084872922</c:v>
                </c:pt>
                <c:pt idx="155">
                  <c:v>103.75657821072676</c:v>
                </c:pt>
                <c:pt idx="156">
                  <c:v>103.67819952972798</c:v>
                </c:pt>
                <c:pt idx="157">
                  <c:v>103.81816146008292</c:v>
                </c:pt>
                <c:pt idx="158">
                  <c:v>103.84615384615391</c:v>
                </c:pt>
                <c:pt idx="159">
                  <c:v>103.85735080058228</c:v>
                </c:pt>
                <c:pt idx="160">
                  <c:v>103.91333557272426</c:v>
                </c:pt>
                <c:pt idx="161">
                  <c:v>104.08128988915017</c:v>
                </c:pt>
                <c:pt idx="162">
                  <c:v>104.06449445750758</c:v>
                </c:pt>
                <c:pt idx="163">
                  <c:v>103.96932034486622</c:v>
                </c:pt>
                <c:pt idx="164">
                  <c:v>103.89654014108166</c:v>
                </c:pt>
                <c:pt idx="165">
                  <c:v>104.10368379800697</c:v>
                </c:pt>
                <c:pt idx="166">
                  <c:v>104.06449445750759</c:v>
                </c:pt>
                <c:pt idx="167">
                  <c:v>104.06449445750759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6987-4DA8-995C-4BA853F78A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8475984"/>
        <c:axId val="1575775599"/>
      </c:lineChart>
      <c:dateAx>
        <c:axId val="78475984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33A0"/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1575775599"/>
        <c:crosses val="autoZero"/>
        <c:auto val="1"/>
        <c:lblOffset val="100"/>
        <c:baseTimeUnit val="days"/>
      </c:dateAx>
      <c:valAx>
        <c:axId val="15757755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33A0"/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784759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0033A0"/>
              </a:solidFill>
              <a:latin typeface="+mn-lt"/>
              <a:ea typeface="+mn-ea"/>
              <a:cs typeface="+mn-cs"/>
            </a:defRPr>
          </a:pPr>
          <a:endParaRPr lang="es-P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rgbClr val="0033A0"/>
          </a:solidFill>
        </a:defRPr>
      </a:pPr>
      <a:endParaRPr lang="es-PE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RF!$H$78</c:f>
              <c:strCache>
                <c:ptCount val="1"/>
                <c:pt idx="0">
                  <c:v>MLADLAE CI</c:v>
                </c:pt>
              </c:strCache>
            </c:strRef>
          </c:tx>
          <c:spPr>
            <a:ln w="28575" cap="rnd">
              <a:solidFill>
                <a:srgbClr val="3399FF"/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RF!$I$78:$FT$78</c:f>
              <c:numCache>
                <c:formatCode>General</c:formatCode>
                <c:ptCount val="168"/>
                <c:pt idx="0">
                  <c:v>100</c:v>
                </c:pt>
                <c:pt idx="1">
                  <c:v>99.92756003960811</c:v>
                </c:pt>
                <c:pt idx="2">
                  <c:v>100.7857739325658</c:v>
                </c:pt>
                <c:pt idx="3">
                  <c:v>101.15459029783661</c:v>
                </c:pt>
                <c:pt idx="4">
                  <c:v>101.67592985530258</c:v>
                </c:pt>
                <c:pt idx="5">
                  <c:v>101.58831743076564</c:v>
                </c:pt>
                <c:pt idx="6">
                  <c:v>101.51348181814032</c:v>
                </c:pt>
                <c:pt idx="7">
                  <c:v>101.98839135374882</c:v>
                </c:pt>
                <c:pt idx="8">
                  <c:v>102.26708556357147</c:v>
                </c:pt>
                <c:pt idx="9">
                  <c:v>102.76846135242552</c:v>
                </c:pt>
                <c:pt idx="10">
                  <c:v>102.66807211597693</c:v>
                </c:pt>
                <c:pt idx="11">
                  <c:v>103.26470360077937</c:v>
                </c:pt>
                <c:pt idx="12">
                  <c:v>103.25101415944546</c:v>
                </c:pt>
                <c:pt idx="13">
                  <c:v>103.44061292191996</c:v>
                </c:pt>
                <c:pt idx="14">
                  <c:v>103.14092823538535</c:v>
                </c:pt>
                <c:pt idx="15">
                  <c:v>104.11424751422558</c:v>
                </c:pt>
                <c:pt idx="16">
                  <c:v>104.94268687228207</c:v>
                </c:pt>
                <c:pt idx="17">
                  <c:v>105.26461690098427</c:v>
                </c:pt>
                <c:pt idx="18">
                  <c:v>105.32519267888678</c:v>
                </c:pt>
                <c:pt idx="19">
                  <c:v>106.68113184300948</c:v>
                </c:pt>
                <c:pt idx="20">
                  <c:v>106.60447097153966</c:v>
                </c:pt>
                <c:pt idx="21">
                  <c:v>106.74102314884529</c:v>
                </c:pt>
                <c:pt idx="22">
                  <c:v>105.49825003308281</c:v>
                </c:pt>
                <c:pt idx="23">
                  <c:v>105.96859642158005</c:v>
                </c:pt>
                <c:pt idx="24">
                  <c:v>106.52313287428076</c:v>
                </c:pt>
                <c:pt idx="25">
                  <c:v>106.13366826833132</c:v>
                </c:pt>
                <c:pt idx="26">
                  <c:v>105.50133015738295</c:v>
                </c:pt>
                <c:pt idx="27">
                  <c:v>106.49940450930198</c:v>
                </c:pt>
                <c:pt idx="28">
                  <c:v>107.02108630280132</c:v>
                </c:pt>
                <c:pt idx="29">
                  <c:v>107.0368291603353</c:v>
                </c:pt>
                <c:pt idx="30">
                  <c:v>107.26270494234463</c:v>
                </c:pt>
                <c:pt idx="31">
                  <c:v>107.18798340839709</c:v>
                </c:pt>
                <c:pt idx="32">
                  <c:v>107.33126622769191</c:v>
                </c:pt>
                <c:pt idx="33">
                  <c:v>107.33183662108083</c:v>
                </c:pt>
                <c:pt idx="34">
                  <c:v>107.40096829981702</c:v>
                </c:pt>
                <c:pt idx="35">
                  <c:v>107.10367926551585</c:v>
                </c:pt>
                <c:pt idx="36">
                  <c:v>106.9639328852323</c:v>
                </c:pt>
                <c:pt idx="37">
                  <c:v>107.48960743245404</c:v>
                </c:pt>
                <c:pt idx="38">
                  <c:v>107.24890142233296</c:v>
                </c:pt>
                <c:pt idx="39">
                  <c:v>107.48127968897593</c:v>
                </c:pt>
                <c:pt idx="40">
                  <c:v>107.85967866318046</c:v>
                </c:pt>
                <c:pt idx="41">
                  <c:v>107.43062875604049</c:v>
                </c:pt>
                <c:pt idx="42">
                  <c:v>107.40815525651733</c:v>
                </c:pt>
                <c:pt idx="43">
                  <c:v>106.69904219542136</c:v>
                </c:pt>
                <c:pt idx="44">
                  <c:v>104.23300341779721</c:v>
                </c:pt>
                <c:pt idx="45">
                  <c:v>104.23300341779721</c:v>
                </c:pt>
                <c:pt idx="46">
                  <c:v>104.16581107658332</c:v>
                </c:pt>
                <c:pt idx="47">
                  <c:v>103.5664417035141</c:v>
                </c:pt>
                <c:pt idx="48">
                  <c:v>104.44507567979487</c:v>
                </c:pt>
                <c:pt idx="49">
                  <c:v>105.82793741187425</c:v>
                </c:pt>
                <c:pt idx="50">
                  <c:v>105.82793741187425</c:v>
                </c:pt>
                <c:pt idx="51">
                  <c:v>103.74588746366598</c:v>
                </c:pt>
                <c:pt idx="52">
                  <c:v>102.37717148763161</c:v>
                </c:pt>
                <c:pt idx="53">
                  <c:v>103.57511168302558</c:v>
                </c:pt>
                <c:pt idx="54">
                  <c:v>103.57511168302558</c:v>
                </c:pt>
                <c:pt idx="55">
                  <c:v>103.1234741976847</c:v>
                </c:pt>
                <c:pt idx="56">
                  <c:v>103.18963983079855</c:v>
                </c:pt>
                <c:pt idx="57">
                  <c:v>101.82331950699762</c:v>
                </c:pt>
                <c:pt idx="58">
                  <c:v>102.74895389852479</c:v>
                </c:pt>
                <c:pt idx="59">
                  <c:v>103.04202202174802</c:v>
                </c:pt>
                <c:pt idx="60">
                  <c:v>103.64036468671721</c:v>
                </c:pt>
                <c:pt idx="61">
                  <c:v>102.92087046594301</c:v>
                </c:pt>
                <c:pt idx="62">
                  <c:v>102.34522945785255</c:v>
                </c:pt>
                <c:pt idx="63">
                  <c:v>102.02729218287274</c:v>
                </c:pt>
                <c:pt idx="64">
                  <c:v>102.97790980483424</c:v>
                </c:pt>
                <c:pt idx="65">
                  <c:v>104.02674916836646</c:v>
                </c:pt>
                <c:pt idx="66">
                  <c:v>104.02674916836646</c:v>
                </c:pt>
                <c:pt idx="67">
                  <c:v>104.01214709761031</c:v>
                </c:pt>
                <c:pt idx="68">
                  <c:v>104.40959721100452</c:v>
                </c:pt>
                <c:pt idx="69">
                  <c:v>104.39510921892615</c:v>
                </c:pt>
                <c:pt idx="70">
                  <c:v>106.44384819322194</c:v>
                </c:pt>
                <c:pt idx="71">
                  <c:v>107.07322025854795</c:v>
                </c:pt>
                <c:pt idx="72">
                  <c:v>107.83001820695699</c:v>
                </c:pt>
                <c:pt idx="73">
                  <c:v>108.3129132500103</c:v>
                </c:pt>
                <c:pt idx="74">
                  <c:v>108.90030436191235</c:v>
                </c:pt>
                <c:pt idx="75">
                  <c:v>108.68184369395887</c:v>
                </c:pt>
                <c:pt idx="76">
                  <c:v>108.68184369395887</c:v>
                </c:pt>
                <c:pt idx="77">
                  <c:v>109.25873956750495</c:v>
                </c:pt>
                <c:pt idx="78">
                  <c:v>109.43134060698986</c:v>
                </c:pt>
                <c:pt idx="79">
                  <c:v>109.17911265041278</c:v>
                </c:pt>
                <c:pt idx="80">
                  <c:v>109.03069629061775</c:v>
                </c:pt>
                <c:pt idx="81">
                  <c:v>108.36014182261225</c:v>
                </c:pt>
                <c:pt idx="82">
                  <c:v>108.41683892547015</c:v>
                </c:pt>
                <c:pt idx="83">
                  <c:v>107.94113083911715</c:v>
                </c:pt>
                <c:pt idx="84">
                  <c:v>107.96394657467364</c:v>
                </c:pt>
                <c:pt idx="85">
                  <c:v>106.9796757427663</c:v>
                </c:pt>
                <c:pt idx="86">
                  <c:v>106.9796757427663</c:v>
                </c:pt>
                <c:pt idx="87">
                  <c:v>107.66277886532787</c:v>
                </c:pt>
                <c:pt idx="88">
                  <c:v>106.89240555426269</c:v>
                </c:pt>
                <c:pt idx="89">
                  <c:v>107.82305940761229</c:v>
                </c:pt>
                <c:pt idx="90">
                  <c:v>108.5344540422639</c:v>
                </c:pt>
                <c:pt idx="91">
                  <c:v>108.4053169790141</c:v>
                </c:pt>
                <c:pt idx="92">
                  <c:v>109.00069359836094</c:v>
                </c:pt>
                <c:pt idx="93">
                  <c:v>108.81440311754214</c:v>
                </c:pt>
                <c:pt idx="94">
                  <c:v>108.55122360789792</c:v>
                </c:pt>
                <c:pt idx="95">
                  <c:v>107.75335733548715</c:v>
                </c:pt>
                <c:pt idx="96">
                  <c:v>107.76442296723206</c:v>
                </c:pt>
                <c:pt idx="97">
                  <c:v>106.33273556106177</c:v>
                </c:pt>
                <c:pt idx="98">
                  <c:v>107.09375442054878</c:v>
                </c:pt>
                <c:pt idx="99">
                  <c:v>106.01730801699317</c:v>
                </c:pt>
                <c:pt idx="100">
                  <c:v>106.01730801699317</c:v>
                </c:pt>
                <c:pt idx="101">
                  <c:v>107.56546975317937</c:v>
                </c:pt>
                <c:pt idx="102">
                  <c:v>107.63460143191557</c:v>
                </c:pt>
                <c:pt idx="103">
                  <c:v>108.28895672767594</c:v>
                </c:pt>
                <c:pt idx="104">
                  <c:v>108.03878218729893</c:v>
                </c:pt>
                <c:pt idx="105">
                  <c:v>108.10928281016852</c:v>
                </c:pt>
                <c:pt idx="106">
                  <c:v>108.49863333744015</c:v>
                </c:pt>
                <c:pt idx="107">
                  <c:v>108.49863333744015</c:v>
                </c:pt>
                <c:pt idx="108">
                  <c:v>109.37179153718735</c:v>
                </c:pt>
                <c:pt idx="109">
                  <c:v>110.00173399590228</c:v>
                </c:pt>
                <c:pt idx="110">
                  <c:v>109.19451327191337</c:v>
                </c:pt>
                <c:pt idx="111">
                  <c:v>109.50822963581521</c:v>
                </c:pt>
                <c:pt idx="112">
                  <c:v>107.76624822607654</c:v>
                </c:pt>
                <c:pt idx="113">
                  <c:v>107.61429542727026</c:v>
                </c:pt>
                <c:pt idx="114">
                  <c:v>108.03319233208758</c:v>
                </c:pt>
                <c:pt idx="115">
                  <c:v>108.21469150843953</c:v>
                </c:pt>
                <c:pt idx="116">
                  <c:v>108.21469150843953</c:v>
                </c:pt>
                <c:pt idx="117">
                  <c:v>110.96182014811973</c:v>
                </c:pt>
                <c:pt idx="118">
                  <c:v>111.2481576293538</c:v>
                </c:pt>
                <c:pt idx="119">
                  <c:v>110.10816940227333</c:v>
                </c:pt>
                <c:pt idx="120">
                  <c:v>109.44525820567927</c:v>
                </c:pt>
                <c:pt idx="121">
                  <c:v>108.68823209991463</c:v>
                </c:pt>
                <c:pt idx="122">
                  <c:v>108.74253355053911</c:v>
                </c:pt>
                <c:pt idx="123">
                  <c:v>109.1048474311763</c:v>
                </c:pt>
                <c:pt idx="124">
                  <c:v>108.26442981195267</c:v>
                </c:pt>
                <c:pt idx="125">
                  <c:v>107.97056313798497</c:v>
                </c:pt>
                <c:pt idx="126">
                  <c:v>108.54871387698664</c:v>
                </c:pt>
                <c:pt idx="127">
                  <c:v>108.54871387698664</c:v>
                </c:pt>
                <c:pt idx="128">
                  <c:v>108.71458427448238</c:v>
                </c:pt>
                <c:pt idx="129">
                  <c:v>108.84235239359876</c:v>
                </c:pt>
                <c:pt idx="130">
                  <c:v>108.84235239359876</c:v>
                </c:pt>
                <c:pt idx="131">
                  <c:v>108.94981450806988</c:v>
                </c:pt>
                <c:pt idx="132">
                  <c:v>109.4775424714917</c:v>
                </c:pt>
                <c:pt idx="133">
                  <c:v>109.82936111377289</c:v>
                </c:pt>
                <c:pt idx="134">
                  <c:v>109.49682176803692</c:v>
                </c:pt>
                <c:pt idx="135">
                  <c:v>109.12800540276614</c:v>
                </c:pt>
                <c:pt idx="136">
                  <c:v>109.68356856356687</c:v>
                </c:pt>
                <c:pt idx="137">
                  <c:v>110.48519943234443</c:v>
                </c:pt>
                <c:pt idx="138">
                  <c:v>110.08238762109445</c:v>
                </c:pt>
                <c:pt idx="139">
                  <c:v>110.79286962632382</c:v>
                </c:pt>
                <c:pt idx="140">
                  <c:v>110.79286962632382</c:v>
                </c:pt>
                <c:pt idx="141">
                  <c:v>110.68666237730832</c:v>
                </c:pt>
                <c:pt idx="142">
                  <c:v>109.90910210954284</c:v>
                </c:pt>
                <c:pt idx="143">
                  <c:v>109.90910210954284</c:v>
                </c:pt>
                <c:pt idx="144">
                  <c:v>109.90910210954284</c:v>
                </c:pt>
                <c:pt idx="145">
                  <c:v>110.64388287313987</c:v>
                </c:pt>
                <c:pt idx="146">
                  <c:v>109.63942011526503</c:v>
                </c:pt>
                <c:pt idx="147">
                  <c:v>109.85502881627394</c:v>
                </c:pt>
                <c:pt idx="148">
                  <c:v>110.06322240322699</c:v>
                </c:pt>
                <c:pt idx="149">
                  <c:v>110.06322240322699</c:v>
                </c:pt>
                <c:pt idx="150">
                  <c:v>110.2663965283576</c:v>
                </c:pt>
                <c:pt idx="151">
                  <c:v>111.61377979164664</c:v>
                </c:pt>
                <c:pt idx="152">
                  <c:v>111.10031166294765</c:v>
                </c:pt>
                <c:pt idx="153">
                  <c:v>111.33827978480193</c:v>
                </c:pt>
                <c:pt idx="154">
                  <c:v>111.92304708711498</c:v>
                </c:pt>
                <c:pt idx="155">
                  <c:v>112.35837132153297</c:v>
                </c:pt>
                <c:pt idx="156">
                  <c:v>112.44427256590319</c:v>
                </c:pt>
                <c:pt idx="157">
                  <c:v>112.95203676071307</c:v>
                </c:pt>
                <c:pt idx="158">
                  <c:v>112.95203676071307</c:v>
                </c:pt>
                <c:pt idx="159">
                  <c:v>112.95203676071307</c:v>
                </c:pt>
                <c:pt idx="160">
                  <c:v>112.95203676071307</c:v>
                </c:pt>
                <c:pt idx="161">
                  <c:v>112.95203676071307</c:v>
                </c:pt>
                <c:pt idx="162">
                  <c:v>112.95203676071307</c:v>
                </c:pt>
                <c:pt idx="163">
                  <c:v>112.63672329532227</c:v>
                </c:pt>
                <c:pt idx="164">
                  <c:v>112.56029058120799</c:v>
                </c:pt>
                <c:pt idx="165">
                  <c:v>113.58243553413915</c:v>
                </c:pt>
                <c:pt idx="166">
                  <c:v>113.13638790400962</c:v>
                </c:pt>
                <c:pt idx="167">
                  <c:v>113.13638790400962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031-4DB5-A505-566F798B84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8475984"/>
        <c:axId val="1575775599"/>
      </c:lineChart>
      <c:dateAx>
        <c:axId val="78475984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33A0"/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1575775599"/>
        <c:crosses val="autoZero"/>
        <c:auto val="1"/>
        <c:lblOffset val="100"/>
        <c:baseTimeUnit val="days"/>
      </c:dateAx>
      <c:valAx>
        <c:axId val="15757755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33A0"/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784759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0033A0"/>
              </a:solidFill>
              <a:latin typeface="+mn-lt"/>
              <a:ea typeface="+mn-ea"/>
              <a:cs typeface="+mn-cs"/>
            </a:defRPr>
          </a:pPr>
          <a:endParaRPr lang="es-P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rgbClr val="0033A0"/>
          </a:solidFill>
        </a:defRPr>
      </a:pPr>
      <a:endParaRPr lang="es-PE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EQ!$I$24</c:f>
              <c:strCache>
                <c:ptCount val="1"/>
                <c:pt idx="0">
                  <c:v>EZU US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EQ!$J$3:$FT$3</c:f>
              <c:numCache>
                <c:formatCode>m/d/yyyy</c:formatCode>
                <c:ptCount val="167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</c:numCache>
            </c:numRef>
          </c:cat>
          <c:val>
            <c:numRef>
              <c:f>EQ!$J$24:$FT$24</c:f>
              <c:numCache>
                <c:formatCode>General</c:formatCode>
                <c:ptCount val="167"/>
                <c:pt idx="0">
                  <c:v>100</c:v>
                </c:pt>
                <c:pt idx="1">
                  <c:v>101.41965678627147</c:v>
                </c:pt>
                <c:pt idx="2">
                  <c:v>102.26209048361936</c:v>
                </c:pt>
                <c:pt idx="3">
                  <c:v>102.40249609984402</c:v>
                </c:pt>
                <c:pt idx="4">
                  <c:v>102.13728549141968</c:v>
                </c:pt>
                <c:pt idx="5">
                  <c:v>102.12168486739471</c:v>
                </c:pt>
                <c:pt idx="6">
                  <c:v>102.85491419656789</c:v>
                </c:pt>
                <c:pt idx="7">
                  <c:v>103.49453978159127</c:v>
                </c:pt>
                <c:pt idx="8">
                  <c:v>103.07332293291731</c:v>
                </c:pt>
                <c:pt idx="9">
                  <c:v>103.08892355694228</c:v>
                </c:pt>
                <c:pt idx="10">
                  <c:v>102.83931357254291</c:v>
                </c:pt>
                <c:pt idx="11">
                  <c:v>103.05772230889237</c:v>
                </c:pt>
                <c:pt idx="12">
                  <c:v>103.05772230889237</c:v>
                </c:pt>
                <c:pt idx="13">
                  <c:v>101.29485179407177</c:v>
                </c:pt>
                <c:pt idx="14">
                  <c:v>102.43369734789391</c:v>
                </c:pt>
                <c:pt idx="15">
                  <c:v>103.02652106084246</c:v>
                </c:pt>
                <c:pt idx="16">
                  <c:v>103.69734789391576</c:v>
                </c:pt>
                <c:pt idx="17">
                  <c:v>104.4461778471139</c:v>
                </c:pt>
                <c:pt idx="18">
                  <c:v>106.08424336973479</c:v>
                </c:pt>
                <c:pt idx="19">
                  <c:v>104.78939157566303</c:v>
                </c:pt>
                <c:pt idx="20">
                  <c:v>104.85179407176285</c:v>
                </c:pt>
                <c:pt idx="21">
                  <c:v>103.99375975039</c:v>
                </c:pt>
                <c:pt idx="22">
                  <c:v>104.94539781591263</c:v>
                </c:pt>
                <c:pt idx="23">
                  <c:v>104.63338533541341</c:v>
                </c:pt>
                <c:pt idx="24">
                  <c:v>104.33697347893916</c:v>
                </c:pt>
                <c:pt idx="25">
                  <c:v>103.21372854914196</c:v>
                </c:pt>
                <c:pt idx="26">
                  <c:v>105.07020280811233</c:v>
                </c:pt>
                <c:pt idx="27">
                  <c:v>106.69266770670828</c:v>
                </c:pt>
                <c:pt idx="28">
                  <c:v>106.39625585023403</c:v>
                </c:pt>
                <c:pt idx="29">
                  <c:v>106.4898595943838</c:v>
                </c:pt>
                <c:pt idx="30">
                  <c:v>105.50702028081125</c:v>
                </c:pt>
                <c:pt idx="31">
                  <c:v>105.10140405616228</c:v>
                </c:pt>
                <c:pt idx="32">
                  <c:v>105.10140405616228</c:v>
                </c:pt>
                <c:pt idx="33">
                  <c:v>105.89703588143529</c:v>
                </c:pt>
                <c:pt idx="34">
                  <c:v>106.27145085803436</c:v>
                </c:pt>
                <c:pt idx="35">
                  <c:v>105.78783151326056</c:v>
                </c:pt>
                <c:pt idx="36">
                  <c:v>107.14508580343217</c:v>
                </c:pt>
                <c:pt idx="37">
                  <c:v>106.75507020280814</c:v>
                </c:pt>
                <c:pt idx="38">
                  <c:v>106.92667706708271</c:v>
                </c:pt>
                <c:pt idx="39">
                  <c:v>108.00312012480501</c:v>
                </c:pt>
                <c:pt idx="40">
                  <c:v>107.73790951638067</c:v>
                </c:pt>
                <c:pt idx="41">
                  <c:v>106.98907956318253</c:v>
                </c:pt>
                <c:pt idx="42">
                  <c:v>104.21996879875196</c:v>
                </c:pt>
                <c:pt idx="43">
                  <c:v>100.67082683307333</c:v>
                </c:pt>
                <c:pt idx="44">
                  <c:v>101.91887675507022</c:v>
                </c:pt>
                <c:pt idx="45">
                  <c:v>99.781591263650554</c:v>
                </c:pt>
                <c:pt idx="46">
                  <c:v>98.767550702028089</c:v>
                </c:pt>
                <c:pt idx="47">
                  <c:v>99.6411856474259</c:v>
                </c:pt>
                <c:pt idx="48">
                  <c:v>99.906396255850254</c:v>
                </c:pt>
                <c:pt idx="49">
                  <c:v>99.906396255850254</c:v>
                </c:pt>
                <c:pt idx="50">
                  <c:v>98.268330733229348</c:v>
                </c:pt>
                <c:pt idx="51">
                  <c:v>96.989079563182543</c:v>
                </c:pt>
                <c:pt idx="52">
                  <c:v>98.611544461778479</c:v>
                </c:pt>
                <c:pt idx="53">
                  <c:v>99.11076443057722</c:v>
                </c:pt>
                <c:pt idx="54">
                  <c:v>97.332293291731673</c:v>
                </c:pt>
                <c:pt idx="55">
                  <c:v>97.363494539781584</c:v>
                </c:pt>
                <c:pt idx="56">
                  <c:v>93.900156006240252</c:v>
                </c:pt>
                <c:pt idx="57">
                  <c:v>96.567862714508593</c:v>
                </c:pt>
                <c:pt idx="58">
                  <c:v>95.982839313572555</c:v>
                </c:pt>
                <c:pt idx="59">
                  <c:v>97.160686427457108</c:v>
                </c:pt>
                <c:pt idx="60">
                  <c:v>95.148205928237132</c:v>
                </c:pt>
                <c:pt idx="61">
                  <c:v>93.993759750390012</c:v>
                </c:pt>
                <c:pt idx="62">
                  <c:v>94.149765990639622</c:v>
                </c:pt>
                <c:pt idx="63">
                  <c:v>97.722308892355699</c:v>
                </c:pt>
                <c:pt idx="64">
                  <c:v>99.095163806552264</c:v>
                </c:pt>
                <c:pt idx="65">
                  <c:v>98.455538221528855</c:v>
                </c:pt>
                <c:pt idx="66">
                  <c:v>98.455538221528855</c:v>
                </c:pt>
                <c:pt idx="67">
                  <c:v>99.173166926677055</c:v>
                </c:pt>
                <c:pt idx="68">
                  <c:v>99.04836193447737</c:v>
                </c:pt>
                <c:pt idx="69">
                  <c:v>103.36973478939157</c:v>
                </c:pt>
                <c:pt idx="70">
                  <c:v>103.5101404056162</c:v>
                </c:pt>
                <c:pt idx="71">
                  <c:v>103.90015600624022</c:v>
                </c:pt>
                <c:pt idx="72">
                  <c:v>104.64898595943836</c:v>
                </c:pt>
                <c:pt idx="73">
                  <c:v>105.61622464898596</c:v>
                </c:pt>
                <c:pt idx="74">
                  <c:v>105.17940717628706</c:v>
                </c:pt>
                <c:pt idx="75">
                  <c:v>104.58658346333856</c:v>
                </c:pt>
                <c:pt idx="76">
                  <c:v>106.42745709828394</c:v>
                </c:pt>
                <c:pt idx="77">
                  <c:v>106.00624024961</c:v>
                </c:pt>
                <c:pt idx="78">
                  <c:v>103.69734789391576</c:v>
                </c:pt>
                <c:pt idx="79">
                  <c:v>103.83775351014042</c:v>
                </c:pt>
                <c:pt idx="80">
                  <c:v>102.90171606864274</c:v>
                </c:pt>
                <c:pt idx="81">
                  <c:v>103.75975039001561</c:v>
                </c:pt>
                <c:pt idx="82">
                  <c:v>103.19812792511701</c:v>
                </c:pt>
                <c:pt idx="83">
                  <c:v>102.66770670826833</c:v>
                </c:pt>
                <c:pt idx="84">
                  <c:v>101.65366614664585</c:v>
                </c:pt>
                <c:pt idx="85">
                  <c:v>103.93135725429016</c:v>
                </c:pt>
                <c:pt idx="86">
                  <c:v>104.04056162246488</c:v>
                </c:pt>
                <c:pt idx="87">
                  <c:v>101.59126365054601</c:v>
                </c:pt>
                <c:pt idx="88">
                  <c:v>103.88455538221527</c:v>
                </c:pt>
                <c:pt idx="89">
                  <c:v>107.20748829953195</c:v>
                </c:pt>
                <c:pt idx="90">
                  <c:v>104.83619344773788</c:v>
                </c:pt>
                <c:pt idx="91">
                  <c:v>105.85803432137284</c:v>
                </c:pt>
                <c:pt idx="92">
                  <c:v>105.47581903276129</c:v>
                </c:pt>
                <c:pt idx="93">
                  <c:v>104.18096723868953</c:v>
                </c:pt>
                <c:pt idx="94">
                  <c:v>104.92979719188767</c:v>
                </c:pt>
                <c:pt idx="95">
                  <c:v>104.97659906396255</c:v>
                </c:pt>
                <c:pt idx="96">
                  <c:v>102.8705148205928</c:v>
                </c:pt>
                <c:pt idx="97">
                  <c:v>104.16536661466456</c:v>
                </c:pt>
                <c:pt idx="98">
                  <c:v>103.29173166926674</c:v>
                </c:pt>
                <c:pt idx="99">
                  <c:v>105.81903276131044</c:v>
                </c:pt>
                <c:pt idx="100">
                  <c:v>106.50546021840871</c:v>
                </c:pt>
                <c:pt idx="101">
                  <c:v>106.09984399375975</c:v>
                </c:pt>
                <c:pt idx="102">
                  <c:v>106.09984399375975</c:v>
                </c:pt>
                <c:pt idx="103">
                  <c:v>107.89391575663025</c:v>
                </c:pt>
                <c:pt idx="104">
                  <c:v>107.62870514820591</c:v>
                </c:pt>
                <c:pt idx="105">
                  <c:v>107.33229329173165</c:v>
                </c:pt>
                <c:pt idx="106">
                  <c:v>107.30109204368172</c:v>
                </c:pt>
                <c:pt idx="107">
                  <c:v>107.39469578783149</c:v>
                </c:pt>
                <c:pt idx="108">
                  <c:v>108.17472698907955</c:v>
                </c:pt>
                <c:pt idx="109">
                  <c:v>106.94227769110762</c:v>
                </c:pt>
                <c:pt idx="110">
                  <c:v>108.12792511700466</c:v>
                </c:pt>
                <c:pt idx="111">
                  <c:v>105.5070202808112</c:v>
                </c:pt>
                <c:pt idx="112">
                  <c:v>106.20904836193445</c:v>
                </c:pt>
                <c:pt idx="113">
                  <c:v>106.86427457098281</c:v>
                </c:pt>
                <c:pt idx="114">
                  <c:v>105.21060842433694</c:v>
                </c:pt>
                <c:pt idx="115">
                  <c:v>109.09516380655224</c:v>
                </c:pt>
                <c:pt idx="116">
                  <c:v>109.09516380655224</c:v>
                </c:pt>
                <c:pt idx="117">
                  <c:v>109.42942077405947</c:v>
                </c:pt>
                <c:pt idx="118">
                  <c:v>109.52419221237417</c:v>
                </c:pt>
                <c:pt idx="119">
                  <c:v>108.93976834276675</c:v>
                </c:pt>
                <c:pt idx="120">
                  <c:v>109.47680649321683</c:v>
                </c:pt>
                <c:pt idx="121">
                  <c:v>109.47680649321683</c:v>
                </c:pt>
                <c:pt idx="122">
                  <c:v>109.5399874520933</c:v>
                </c:pt>
                <c:pt idx="123">
                  <c:v>107.39183485029307</c:v>
                </c:pt>
                <c:pt idx="124">
                  <c:v>106.64945858349445</c:v>
                </c:pt>
                <c:pt idx="125">
                  <c:v>108.03943967877699</c:v>
                </c:pt>
                <c:pt idx="126">
                  <c:v>106.99695385731509</c:v>
                </c:pt>
                <c:pt idx="127">
                  <c:v>108.35534447315936</c:v>
                </c:pt>
                <c:pt idx="128">
                  <c:v>109.77691604788011</c:v>
                </c:pt>
                <c:pt idx="129">
                  <c:v>107.96046348018136</c:v>
                </c:pt>
                <c:pt idx="130">
                  <c:v>109.33464933574476</c:v>
                </c:pt>
                <c:pt idx="131">
                  <c:v>109.33464933574476</c:v>
                </c:pt>
                <c:pt idx="132">
                  <c:v>110.37713515720664</c:v>
                </c:pt>
                <c:pt idx="133">
                  <c:v>108.73443022641823</c:v>
                </c:pt>
                <c:pt idx="134">
                  <c:v>107.70773964467546</c:v>
                </c:pt>
                <c:pt idx="135">
                  <c:v>108.21318731568729</c:v>
                </c:pt>
                <c:pt idx="136">
                  <c:v>108.29216351428288</c:v>
                </c:pt>
                <c:pt idx="137">
                  <c:v>107.249677692821</c:v>
                </c:pt>
                <c:pt idx="138">
                  <c:v>107.92887300074312</c:v>
                </c:pt>
                <c:pt idx="139">
                  <c:v>108.60806830866528</c:v>
                </c:pt>
                <c:pt idx="140">
                  <c:v>107.78671584327105</c:v>
                </c:pt>
                <c:pt idx="141">
                  <c:v>107.36024437085484</c:v>
                </c:pt>
                <c:pt idx="142">
                  <c:v>106.58627762461799</c:v>
                </c:pt>
                <c:pt idx="143">
                  <c:v>108.26057303484464</c:v>
                </c:pt>
                <c:pt idx="144">
                  <c:v>108.70283974697995</c:v>
                </c:pt>
                <c:pt idx="145">
                  <c:v>106.77582050124738</c:v>
                </c:pt>
                <c:pt idx="146">
                  <c:v>107.29706341197833</c:v>
                </c:pt>
                <c:pt idx="147">
                  <c:v>107.81830632270928</c:v>
                </c:pt>
                <c:pt idx="148">
                  <c:v>107.67614916523721</c:v>
                </c:pt>
                <c:pt idx="149">
                  <c:v>106.9495681381577</c:v>
                </c:pt>
                <c:pt idx="150">
                  <c:v>110.01384464366689</c:v>
                </c:pt>
                <c:pt idx="151">
                  <c:v>109.88748272591391</c:v>
                </c:pt>
                <c:pt idx="152">
                  <c:v>110.92996854737582</c:v>
                </c:pt>
                <c:pt idx="153">
                  <c:v>112.3041544029392</c:v>
                </c:pt>
                <c:pt idx="154">
                  <c:v>112.17779248518626</c:v>
                </c:pt>
                <c:pt idx="155">
                  <c:v>112.19358772490538</c:v>
                </c:pt>
                <c:pt idx="156">
                  <c:v>113.04653066973783</c:v>
                </c:pt>
                <c:pt idx="157">
                  <c:v>112.62005919732162</c:v>
                </c:pt>
                <c:pt idx="158">
                  <c:v>112.98334971086136</c:v>
                </c:pt>
                <c:pt idx="159">
                  <c:v>113.23607354636725</c:v>
                </c:pt>
                <c:pt idx="160">
                  <c:v>113.53618310103053</c:v>
                </c:pt>
                <c:pt idx="161">
                  <c:v>113.70993073794085</c:v>
                </c:pt>
                <c:pt idx="162">
                  <c:v>113.53618310103053</c:v>
                </c:pt>
                <c:pt idx="163">
                  <c:v>112.3041544029392</c:v>
                </c:pt>
                <c:pt idx="164">
                  <c:v>112.47790203984951</c:v>
                </c:pt>
                <c:pt idx="165">
                  <c:v>112.31994964265833</c:v>
                </c:pt>
                <c:pt idx="166">
                  <c:v>112.92016875198486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FE3-46D0-B9DA-7FA08D83A6FD}"/>
            </c:ext>
          </c:extLst>
        </c:ser>
        <c:ser>
          <c:idx val="1"/>
          <c:order val="1"/>
          <c:tx>
            <c:strRef>
              <c:f>EQ!$I$25</c:f>
              <c:strCache>
                <c:ptCount val="1"/>
                <c:pt idx="0">
                  <c:v>JUPEUIA LN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EQ!$J$3:$FT$3</c:f>
              <c:numCache>
                <c:formatCode>m/d/yyyy</c:formatCode>
                <c:ptCount val="167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</c:numCache>
            </c:numRef>
          </c:cat>
          <c:val>
            <c:numRef>
              <c:f>EQ!$J$25:$FT$25</c:f>
              <c:numCache>
                <c:formatCode>General</c:formatCode>
                <c:ptCount val="167"/>
                <c:pt idx="0">
                  <c:v>100</c:v>
                </c:pt>
                <c:pt idx="1">
                  <c:v>100.45886017807524</c:v>
                </c:pt>
                <c:pt idx="2">
                  <c:v>99.972060642724912</c:v>
                </c:pt>
                <c:pt idx="3">
                  <c:v>100.79941138660881</c:v>
                </c:pt>
                <c:pt idx="4">
                  <c:v>101.71178932193669</c:v>
                </c:pt>
                <c:pt idx="5">
                  <c:v>101.36441431345203</c:v>
                </c:pt>
                <c:pt idx="6">
                  <c:v>102.41673031978227</c:v>
                </c:pt>
                <c:pt idx="7">
                  <c:v>103.45174813497221</c:v>
                </c:pt>
                <c:pt idx="8">
                  <c:v>103.48803802325199</c:v>
                </c:pt>
                <c:pt idx="9">
                  <c:v>103.86549423613472</c:v>
                </c:pt>
                <c:pt idx="10">
                  <c:v>104.57955449831175</c:v>
                </c:pt>
                <c:pt idx="11">
                  <c:v>104.6716785067845</c:v>
                </c:pt>
                <c:pt idx="12">
                  <c:v>103.35854599474879</c:v>
                </c:pt>
                <c:pt idx="13">
                  <c:v>102.92246690823552</c:v>
                </c:pt>
                <c:pt idx="14">
                  <c:v>103.26234956956311</c:v>
                </c:pt>
                <c:pt idx="15">
                  <c:v>104.56059882230666</c:v>
                </c:pt>
                <c:pt idx="16">
                  <c:v>103.17620802909316</c:v>
                </c:pt>
                <c:pt idx="17">
                  <c:v>102.51443511110678</c:v>
                </c:pt>
                <c:pt idx="18">
                  <c:v>102.33599696706901</c:v>
                </c:pt>
                <c:pt idx="19">
                  <c:v>102.86209893823612</c:v>
                </c:pt>
                <c:pt idx="20">
                  <c:v>102.44517235302513</c:v>
                </c:pt>
                <c:pt idx="21">
                  <c:v>103.37168987799106</c:v>
                </c:pt>
                <c:pt idx="22">
                  <c:v>104.00127149403919</c:v>
                </c:pt>
                <c:pt idx="23">
                  <c:v>104.53694529331665</c:v>
                </c:pt>
                <c:pt idx="24">
                  <c:v>105.24786415562897</c:v>
                </c:pt>
                <c:pt idx="25">
                  <c:v>106.45260449470597</c:v>
                </c:pt>
                <c:pt idx="26">
                  <c:v>105.79496276575262</c:v>
                </c:pt>
                <c:pt idx="27">
                  <c:v>106.16031181639407</c:v>
                </c:pt>
                <c:pt idx="28">
                  <c:v>107.23818986845288</c:v>
                </c:pt>
                <c:pt idx="29">
                  <c:v>106.69881888733107</c:v>
                </c:pt>
                <c:pt idx="30">
                  <c:v>108.16011291443081</c:v>
                </c:pt>
                <c:pt idx="31">
                  <c:v>106.03591720828706</c:v>
                </c:pt>
                <c:pt idx="32">
                  <c:v>106.55773445539718</c:v>
                </c:pt>
                <c:pt idx="33">
                  <c:v>106.96957706970279</c:v>
                </c:pt>
                <c:pt idx="34">
                  <c:v>108.95746100791297</c:v>
                </c:pt>
                <c:pt idx="35">
                  <c:v>109.49937002074094</c:v>
                </c:pt>
                <c:pt idx="36">
                  <c:v>109.77104942786515</c:v>
                </c:pt>
                <c:pt idx="37">
                  <c:v>110.02086617968939</c:v>
                </c:pt>
                <c:pt idx="38">
                  <c:v>109.51746464398818</c:v>
                </c:pt>
                <c:pt idx="39">
                  <c:v>109.81393529810391</c:v>
                </c:pt>
                <c:pt idx="40">
                  <c:v>110.7708165105466</c:v>
                </c:pt>
                <c:pt idx="41">
                  <c:v>111.12979205029603</c:v>
                </c:pt>
                <c:pt idx="42">
                  <c:v>109.90191446301806</c:v>
                </c:pt>
                <c:pt idx="43">
                  <c:v>106.09156599047625</c:v>
                </c:pt>
                <c:pt idx="44">
                  <c:v>107.55132124220331</c:v>
                </c:pt>
                <c:pt idx="45">
                  <c:v>107.98373764151948</c:v>
                </c:pt>
                <c:pt idx="46">
                  <c:v>104.19769440993113</c:v>
                </c:pt>
                <c:pt idx="47">
                  <c:v>101.91807248857334</c:v>
                </c:pt>
                <c:pt idx="48">
                  <c:v>104.80046543625186</c:v>
                </c:pt>
                <c:pt idx="49">
                  <c:v>104.25412578070784</c:v>
                </c:pt>
                <c:pt idx="50">
                  <c:v>104.25135757560572</c:v>
                </c:pt>
                <c:pt idx="51">
                  <c:v>104.56686434416143</c:v>
                </c:pt>
                <c:pt idx="52">
                  <c:v>102.89569530358935</c:v>
                </c:pt>
                <c:pt idx="53">
                  <c:v>103.02426622908222</c:v>
                </c:pt>
                <c:pt idx="54">
                  <c:v>104.69101418182967</c:v>
                </c:pt>
                <c:pt idx="55">
                  <c:v>100.1131251028624</c:v>
                </c:pt>
                <c:pt idx="56">
                  <c:v>101.22553125299007</c:v>
                </c:pt>
                <c:pt idx="57">
                  <c:v>99.498326086685694</c:v>
                </c:pt>
                <c:pt idx="58">
                  <c:v>100.08606272234303</c:v>
                </c:pt>
                <c:pt idx="59">
                  <c:v>102.0132414191329</c:v>
                </c:pt>
                <c:pt idx="60">
                  <c:v>100.62083636183681</c:v>
                </c:pt>
                <c:pt idx="61">
                  <c:v>100.21142564822405</c:v>
                </c:pt>
                <c:pt idx="62">
                  <c:v>101.2304234153514</c:v>
                </c:pt>
                <c:pt idx="63">
                  <c:v>102.27277319200417</c:v>
                </c:pt>
                <c:pt idx="64">
                  <c:v>104.37713908058679</c:v>
                </c:pt>
                <c:pt idx="65">
                  <c:v>104.014827641287</c:v>
                </c:pt>
                <c:pt idx="66">
                  <c:v>104.29869798879481</c:v>
                </c:pt>
                <c:pt idx="67">
                  <c:v>103.95981111341996</c:v>
                </c:pt>
                <c:pt idx="68">
                  <c:v>104.98356539898546</c:v>
                </c:pt>
                <c:pt idx="69">
                  <c:v>107.41026502464611</c:v>
                </c:pt>
                <c:pt idx="70">
                  <c:v>106.58416672913553</c:v>
                </c:pt>
                <c:pt idx="71">
                  <c:v>107.80380733463711</c:v>
                </c:pt>
                <c:pt idx="72">
                  <c:v>106.27797063990293</c:v>
                </c:pt>
                <c:pt idx="73">
                  <c:v>107.26684305977557</c:v>
                </c:pt>
                <c:pt idx="74">
                  <c:v>107.41717769853535</c:v>
                </c:pt>
                <c:pt idx="75">
                  <c:v>107.68958924487163</c:v>
                </c:pt>
                <c:pt idx="76">
                  <c:v>108.17443533305774</c:v>
                </c:pt>
                <c:pt idx="77">
                  <c:v>108.2888695121346</c:v>
                </c:pt>
                <c:pt idx="78">
                  <c:v>109.15740708835204</c:v>
                </c:pt>
                <c:pt idx="79">
                  <c:v>108.11095162641509</c:v>
                </c:pt>
                <c:pt idx="80">
                  <c:v>107.5909863388338</c:v>
                </c:pt>
                <c:pt idx="81">
                  <c:v>107.46294202066709</c:v>
                </c:pt>
                <c:pt idx="82">
                  <c:v>108.34793045061593</c:v>
                </c:pt>
                <c:pt idx="83">
                  <c:v>108.00421994514211</c:v>
                </c:pt>
                <c:pt idx="84">
                  <c:v>107.60070047003894</c:v>
                </c:pt>
                <c:pt idx="85">
                  <c:v>105.53678679383283</c:v>
                </c:pt>
                <c:pt idx="86">
                  <c:v>106.20782180655898</c:v>
                </c:pt>
                <c:pt idx="87">
                  <c:v>106.52162923903235</c:v>
                </c:pt>
                <c:pt idx="88">
                  <c:v>106.45194685443991</c:v>
                </c:pt>
                <c:pt idx="89">
                  <c:v>109.21259995442276</c:v>
                </c:pt>
                <c:pt idx="90">
                  <c:v>109.04620459238362</c:v>
                </c:pt>
                <c:pt idx="91">
                  <c:v>107.41327996203047</c:v>
                </c:pt>
                <c:pt idx="92">
                  <c:v>107.1642173771852</c:v>
                </c:pt>
                <c:pt idx="93">
                  <c:v>107.66605300991698</c:v>
                </c:pt>
                <c:pt idx="94">
                  <c:v>107.43124978002457</c:v>
                </c:pt>
                <c:pt idx="95">
                  <c:v>109.98460189892123</c:v>
                </c:pt>
                <c:pt idx="96">
                  <c:v>109.92070976589288</c:v>
                </c:pt>
                <c:pt idx="97">
                  <c:v>108.562756685344</c:v>
                </c:pt>
                <c:pt idx="98">
                  <c:v>109.72627351535709</c:v>
                </c:pt>
                <c:pt idx="99">
                  <c:v>108.77671370707363</c:v>
                </c:pt>
                <c:pt idx="100">
                  <c:v>109.47858449131101</c:v>
                </c:pt>
                <c:pt idx="101">
                  <c:v>110.58873693281292</c:v>
                </c:pt>
                <c:pt idx="102">
                  <c:v>110.10560213244003</c:v>
                </c:pt>
                <c:pt idx="103">
                  <c:v>112.50893630526933</c:v>
                </c:pt>
                <c:pt idx="104">
                  <c:v>113.25059915980157</c:v>
                </c:pt>
                <c:pt idx="105">
                  <c:v>112.19648063474811</c:v>
                </c:pt>
                <c:pt idx="106">
                  <c:v>112.09345574825346</c:v>
                </c:pt>
                <c:pt idx="107">
                  <c:v>111.5439450818775</c:v>
                </c:pt>
                <c:pt idx="108">
                  <c:v>111.72047063172485</c:v>
                </c:pt>
                <c:pt idx="109">
                  <c:v>111.93011728247437</c:v>
                </c:pt>
                <c:pt idx="110">
                  <c:v>111.4750478214338</c:v>
                </c:pt>
                <c:pt idx="111">
                  <c:v>112.74151831310711</c:v>
                </c:pt>
                <c:pt idx="112">
                  <c:v>111.56228790780139</c:v>
                </c:pt>
                <c:pt idx="113">
                  <c:v>112.51612501100688</c:v>
                </c:pt>
                <c:pt idx="114">
                  <c:v>110.47555595037427</c:v>
                </c:pt>
                <c:pt idx="115">
                  <c:v>110.97351455953434</c:v>
                </c:pt>
                <c:pt idx="116">
                  <c:v>112.94409586131367</c:v>
                </c:pt>
                <c:pt idx="117">
                  <c:v>114.60563709241059</c:v>
                </c:pt>
                <c:pt idx="118">
                  <c:v>114.45533264512663</c:v>
                </c:pt>
                <c:pt idx="119">
                  <c:v>116.29091578222035</c:v>
                </c:pt>
                <c:pt idx="120">
                  <c:v>117.2854014708572</c:v>
                </c:pt>
                <c:pt idx="121">
                  <c:v>117.02770909650006</c:v>
                </c:pt>
                <c:pt idx="122">
                  <c:v>116.7777274225641</c:v>
                </c:pt>
                <c:pt idx="123">
                  <c:v>115.73928926979764</c:v>
                </c:pt>
                <c:pt idx="124">
                  <c:v>115.74946834084346</c:v>
                </c:pt>
                <c:pt idx="125">
                  <c:v>116.32276102088983</c:v>
                </c:pt>
                <c:pt idx="126">
                  <c:v>114.89286734748725</c:v>
                </c:pt>
                <c:pt idx="127">
                  <c:v>114.39821101391441</c:v>
                </c:pt>
                <c:pt idx="128">
                  <c:v>115.64658965935246</c:v>
                </c:pt>
                <c:pt idx="129">
                  <c:v>116.32890416671555</c:v>
                </c:pt>
                <c:pt idx="130">
                  <c:v>115.09536191032451</c:v>
                </c:pt>
                <c:pt idx="131">
                  <c:v>116.63621205479288</c:v>
                </c:pt>
                <c:pt idx="132">
                  <c:v>116.54654514135447</c:v>
                </c:pt>
                <c:pt idx="133">
                  <c:v>116.14787899945942</c:v>
                </c:pt>
                <c:pt idx="134">
                  <c:v>112.84791814984345</c:v>
                </c:pt>
                <c:pt idx="135">
                  <c:v>112.69346726430359</c:v>
                </c:pt>
                <c:pt idx="136">
                  <c:v>113.46869452146628</c:v>
                </c:pt>
                <c:pt idx="137">
                  <c:v>113.78864236670353</c:v>
                </c:pt>
                <c:pt idx="138">
                  <c:v>112.43751730977519</c:v>
                </c:pt>
                <c:pt idx="139">
                  <c:v>111.85318847096448</c:v>
                </c:pt>
                <c:pt idx="140">
                  <c:v>111.10514971357055</c:v>
                </c:pt>
                <c:pt idx="141">
                  <c:v>111.15991201074415</c:v>
                </c:pt>
                <c:pt idx="142">
                  <c:v>111.13641779238925</c:v>
                </c:pt>
                <c:pt idx="143">
                  <c:v>112.66338258356707</c:v>
                </c:pt>
                <c:pt idx="144">
                  <c:v>113.5002626400566</c:v>
                </c:pt>
                <c:pt idx="145">
                  <c:v>113.4025192869538</c:v>
                </c:pt>
                <c:pt idx="146">
                  <c:v>113.56889536663103</c:v>
                </c:pt>
                <c:pt idx="147">
                  <c:v>115.83642645867043</c:v>
                </c:pt>
                <c:pt idx="148">
                  <c:v>114.2232788802926</c:v>
                </c:pt>
                <c:pt idx="149">
                  <c:v>113.02613867342026</c:v>
                </c:pt>
                <c:pt idx="150">
                  <c:v>112.67786645662989</c:v>
                </c:pt>
                <c:pt idx="151">
                  <c:v>114.64261299593474</c:v>
                </c:pt>
                <c:pt idx="152">
                  <c:v>114.4808929801609</c:v>
                </c:pt>
                <c:pt idx="153">
                  <c:v>115.41352584292493</c:v>
                </c:pt>
                <c:pt idx="154">
                  <c:v>115.67993964228867</c:v>
                </c:pt>
                <c:pt idx="155">
                  <c:v>116.48926570012841</c:v>
                </c:pt>
                <c:pt idx="156">
                  <c:v>117.22989039464899</c:v>
                </c:pt>
                <c:pt idx="157">
                  <c:v>116.93261686923336</c:v>
                </c:pt>
                <c:pt idx="158">
                  <c:v>116.75636344106265</c:v>
                </c:pt>
                <c:pt idx="159">
                  <c:v>117.48992657089336</c:v>
                </c:pt>
                <c:pt idx="160">
                  <c:v>117.5745889109082</c:v>
                </c:pt>
                <c:pt idx="161">
                  <c:v>116.79940771544042</c:v>
                </c:pt>
                <c:pt idx="162">
                  <c:v>116.72158588647579</c:v>
                </c:pt>
                <c:pt idx="163">
                  <c:v>115.46862528466698</c:v>
                </c:pt>
                <c:pt idx="164">
                  <c:v>114.07776879361781</c:v>
                </c:pt>
                <c:pt idx="165">
                  <c:v>113.59816159113257</c:v>
                </c:pt>
                <c:pt idx="166">
                  <c:v>113.76865119230662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FE3-46D0-B9DA-7FA08D83A6FD}"/>
            </c:ext>
          </c:extLst>
        </c:ser>
        <c:ser>
          <c:idx val="2"/>
          <c:order val="2"/>
          <c:tx>
            <c:strRef>
              <c:f>EQ!$I$26</c:f>
              <c:strCache>
                <c:ptCount val="1"/>
                <c:pt idx="0">
                  <c:v>HHEUC2E LX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EQ!$J$3:$FT$3</c:f>
              <c:numCache>
                <c:formatCode>m/d/yyyy</c:formatCode>
                <c:ptCount val="167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</c:numCache>
            </c:numRef>
          </c:cat>
          <c:val>
            <c:numRef>
              <c:f>EQ!$J$26:$FT$26</c:f>
              <c:numCache>
                <c:formatCode>General</c:formatCode>
                <c:ptCount val="167"/>
                <c:pt idx="0">
                  <c:v>100</c:v>
                </c:pt>
                <c:pt idx="1">
                  <c:v>101.09889281788686</c:v>
                </c:pt>
                <c:pt idx="2">
                  <c:v>102.00773939092292</c:v>
                </c:pt>
                <c:pt idx="3">
                  <c:v>103.41625793370551</c:v>
                </c:pt>
                <c:pt idx="4">
                  <c:v>104.22755272579818</c:v>
                </c:pt>
                <c:pt idx="5">
                  <c:v>103.94714977672679</c:v>
                </c:pt>
                <c:pt idx="6">
                  <c:v>105.09559497402958</c:v>
                </c:pt>
                <c:pt idx="7">
                  <c:v>105.05903553350157</c:v>
                </c:pt>
                <c:pt idx="8">
                  <c:v>104.85703020740081</c:v>
                </c:pt>
                <c:pt idx="9">
                  <c:v>104.96515595926907</c:v>
                </c:pt>
                <c:pt idx="10">
                  <c:v>106.32333007402498</c:v>
                </c:pt>
                <c:pt idx="11">
                  <c:v>106.85419425372467</c:v>
                </c:pt>
                <c:pt idx="12">
                  <c:v>104.88406873924615</c:v>
                </c:pt>
                <c:pt idx="13">
                  <c:v>103.18047529157467</c:v>
                </c:pt>
                <c:pt idx="14">
                  <c:v>103.30584302910107</c:v>
                </c:pt>
                <c:pt idx="15">
                  <c:v>104.92483446985734</c:v>
                </c:pt>
                <c:pt idx="16">
                  <c:v>104.13007328648652</c:v>
                </c:pt>
                <c:pt idx="17">
                  <c:v>103.57931220547627</c:v>
                </c:pt>
                <c:pt idx="18">
                  <c:v>103.48297399787832</c:v>
                </c:pt>
                <c:pt idx="19">
                  <c:v>104.04769538325682</c:v>
                </c:pt>
                <c:pt idx="20">
                  <c:v>103.90755408384415</c:v>
                </c:pt>
                <c:pt idx="21">
                  <c:v>104.34529536989172</c:v>
                </c:pt>
                <c:pt idx="22">
                  <c:v>105.31244514080988</c:v>
                </c:pt>
                <c:pt idx="23">
                  <c:v>105.56566471776124</c:v>
                </c:pt>
                <c:pt idx="24">
                  <c:v>105.13332743715083</c:v>
                </c:pt>
                <c:pt idx="25">
                  <c:v>104.27972697314668</c:v>
                </c:pt>
                <c:pt idx="26">
                  <c:v>103.82268854776363</c:v>
                </c:pt>
                <c:pt idx="27">
                  <c:v>104.11879293092581</c:v>
                </c:pt>
                <c:pt idx="28">
                  <c:v>105.07799541098251</c:v>
                </c:pt>
                <c:pt idx="29">
                  <c:v>104.33091310233959</c:v>
                </c:pt>
                <c:pt idx="30">
                  <c:v>104.77976123418406</c:v>
                </c:pt>
                <c:pt idx="31">
                  <c:v>103.26300214776812</c:v>
                </c:pt>
                <c:pt idx="32">
                  <c:v>104.30907610716723</c:v>
                </c:pt>
                <c:pt idx="33">
                  <c:v>103.86783622611981</c:v>
                </c:pt>
                <c:pt idx="34">
                  <c:v>105.77886968263424</c:v>
                </c:pt>
                <c:pt idx="35">
                  <c:v>105.9023040236553</c:v>
                </c:pt>
                <c:pt idx="36">
                  <c:v>106.33775390152391</c:v>
                </c:pt>
                <c:pt idx="37">
                  <c:v>106.5682513957528</c:v>
                </c:pt>
                <c:pt idx="38">
                  <c:v>106.42930850208576</c:v>
                </c:pt>
                <c:pt idx="39">
                  <c:v>107.39653268277077</c:v>
                </c:pt>
                <c:pt idx="40">
                  <c:v>108.82878057865649</c:v>
                </c:pt>
                <c:pt idx="41">
                  <c:v>108.28722459070904</c:v>
                </c:pt>
                <c:pt idx="42">
                  <c:v>107.73698008397361</c:v>
                </c:pt>
                <c:pt idx="43">
                  <c:v>105.24530359419279</c:v>
                </c:pt>
                <c:pt idx="44">
                  <c:v>106.91399728601949</c:v>
                </c:pt>
                <c:pt idx="45">
                  <c:v>107.95318459607145</c:v>
                </c:pt>
                <c:pt idx="46">
                  <c:v>104.64351736031081</c:v>
                </c:pt>
                <c:pt idx="47">
                  <c:v>102.93887539125754</c:v>
                </c:pt>
                <c:pt idx="48">
                  <c:v>105.67693735607627</c:v>
                </c:pt>
                <c:pt idx="49">
                  <c:v>105.70842286215105</c:v>
                </c:pt>
                <c:pt idx="50">
                  <c:v>106.06856336236113</c:v>
                </c:pt>
                <c:pt idx="51">
                  <c:v>106.16190403208527</c:v>
                </c:pt>
                <c:pt idx="52">
                  <c:v>104.8696397895432</c:v>
                </c:pt>
                <c:pt idx="53">
                  <c:v>104.6000999396628</c:v>
                </c:pt>
                <c:pt idx="54">
                  <c:v>106.60928962874885</c:v>
                </c:pt>
                <c:pt idx="55">
                  <c:v>102.55176806483071</c:v>
                </c:pt>
                <c:pt idx="56">
                  <c:v>102.89281804794724</c:v>
                </c:pt>
                <c:pt idx="57">
                  <c:v>100.96983897810341</c:v>
                </c:pt>
                <c:pt idx="58">
                  <c:v>101.44969270423728</c:v>
                </c:pt>
                <c:pt idx="59">
                  <c:v>103.44548538102826</c:v>
                </c:pt>
                <c:pt idx="60">
                  <c:v>101.93840627452654</c:v>
                </c:pt>
                <c:pt idx="61">
                  <c:v>100.70766856002464</c:v>
                </c:pt>
                <c:pt idx="62">
                  <c:v>101.10720916663303</c:v>
                </c:pt>
                <c:pt idx="63">
                  <c:v>101.60043888577637</c:v>
                </c:pt>
                <c:pt idx="64">
                  <c:v>104.08383917048403</c:v>
                </c:pt>
                <c:pt idx="65">
                  <c:v>103.24652207400433</c:v>
                </c:pt>
                <c:pt idx="66">
                  <c:v>103.45274482914175</c:v>
                </c:pt>
                <c:pt idx="67">
                  <c:v>103.18392132437087</c:v>
                </c:pt>
                <c:pt idx="68">
                  <c:v>104.43249518707663</c:v>
                </c:pt>
                <c:pt idx="69">
                  <c:v>107.41545972639133</c:v>
                </c:pt>
                <c:pt idx="70">
                  <c:v>106.38145261434309</c:v>
                </c:pt>
                <c:pt idx="71">
                  <c:v>107.67456359667723</c:v>
                </c:pt>
                <c:pt idx="72">
                  <c:v>106.42622451708647</c:v>
                </c:pt>
                <c:pt idx="73">
                  <c:v>107.53741859457831</c:v>
                </c:pt>
                <c:pt idx="74">
                  <c:v>107.79583314218578</c:v>
                </c:pt>
                <c:pt idx="75">
                  <c:v>108.2916149494822</c:v>
                </c:pt>
                <c:pt idx="76">
                  <c:v>108.4020237846993</c:v>
                </c:pt>
                <c:pt idx="77">
                  <c:v>108.58532782368326</c:v>
                </c:pt>
                <c:pt idx="78">
                  <c:v>109.65662013401568</c:v>
                </c:pt>
                <c:pt idx="79">
                  <c:v>109.13827605109915</c:v>
                </c:pt>
                <c:pt idx="80">
                  <c:v>108.18167496874067</c:v>
                </c:pt>
                <c:pt idx="81">
                  <c:v>107.51195064408378</c:v>
                </c:pt>
                <c:pt idx="82">
                  <c:v>108.41878864070611</c:v>
                </c:pt>
                <c:pt idx="83">
                  <c:v>107.95851542254169</c:v>
                </c:pt>
                <c:pt idx="84">
                  <c:v>107.67054337472594</c:v>
                </c:pt>
                <c:pt idx="85">
                  <c:v>107.07633309459982</c:v>
                </c:pt>
                <c:pt idx="86">
                  <c:v>107.24077077019939</c:v>
                </c:pt>
                <c:pt idx="87">
                  <c:v>107.68972422957306</c:v>
                </c:pt>
                <c:pt idx="88">
                  <c:v>108.71012371920777</c:v>
                </c:pt>
                <c:pt idx="89">
                  <c:v>111.14918089095951</c:v>
                </c:pt>
                <c:pt idx="90">
                  <c:v>111.19651200617652</c:v>
                </c:pt>
                <c:pt idx="91">
                  <c:v>110.00091071389109</c:v>
                </c:pt>
                <c:pt idx="92">
                  <c:v>109.83936193869643</c:v>
                </c:pt>
                <c:pt idx="93">
                  <c:v>109.55993029934103</c:v>
                </c:pt>
                <c:pt idx="94">
                  <c:v>109.37449786265884</c:v>
                </c:pt>
                <c:pt idx="95">
                  <c:v>109.70244387743993</c:v>
                </c:pt>
                <c:pt idx="96">
                  <c:v>110.37512921274005</c:v>
                </c:pt>
                <c:pt idx="97">
                  <c:v>109.1397793724568</c:v>
                </c:pt>
                <c:pt idx="98">
                  <c:v>111.01914312234486</c:v>
                </c:pt>
                <c:pt idx="99">
                  <c:v>110.56901714081458</c:v>
                </c:pt>
                <c:pt idx="100">
                  <c:v>111.52762780150297</c:v>
                </c:pt>
                <c:pt idx="101">
                  <c:v>112.63278842510553</c:v>
                </c:pt>
                <c:pt idx="102">
                  <c:v>112.33287290877001</c:v>
                </c:pt>
                <c:pt idx="103">
                  <c:v>114.14616124936512</c:v>
                </c:pt>
                <c:pt idx="104">
                  <c:v>114.30980090957704</c:v>
                </c:pt>
                <c:pt idx="105">
                  <c:v>112.94168009452507</c:v>
                </c:pt>
                <c:pt idx="106">
                  <c:v>113.75435545921994</c:v>
                </c:pt>
                <c:pt idx="107">
                  <c:v>113.75194711758279</c:v>
                </c:pt>
                <c:pt idx="108">
                  <c:v>114.20329279864139</c:v>
                </c:pt>
                <c:pt idx="109">
                  <c:v>114.43224033287761</c:v>
                </c:pt>
                <c:pt idx="110">
                  <c:v>113.7266764549349</c:v>
                </c:pt>
                <c:pt idx="111">
                  <c:v>115.71060660192724</c:v>
                </c:pt>
                <c:pt idx="112">
                  <c:v>114.64158167999337</c:v>
                </c:pt>
                <c:pt idx="113">
                  <c:v>116.0412285054264</c:v>
                </c:pt>
                <c:pt idx="114">
                  <c:v>114.24488260563372</c:v>
                </c:pt>
                <c:pt idx="115">
                  <c:v>115.2451835131606</c:v>
                </c:pt>
                <c:pt idx="116">
                  <c:v>116.9320374482634</c:v>
                </c:pt>
                <c:pt idx="117">
                  <c:v>118.36980453249286</c:v>
                </c:pt>
                <c:pt idx="118">
                  <c:v>118.40942146753358</c:v>
                </c:pt>
                <c:pt idx="119">
                  <c:v>119.59935349323747</c:v>
                </c:pt>
                <c:pt idx="120">
                  <c:v>120.37134892435378</c:v>
                </c:pt>
                <c:pt idx="121">
                  <c:v>120.039512237935</c:v>
                </c:pt>
                <c:pt idx="122">
                  <c:v>120.43346588990033</c:v>
                </c:pt>
                <c:pt idx="123">
                  <c:v>120.89911436198719</c:v>
                </c:pt>
                <c:pt idx="124">
                  <c:v>119.64485804121585</c:v>
                </c:pt>
                <c:pt idx="125">
                  <c:v>120.10502599205454</c:v>
                </c:pt>
                <c:pt idx="126">
                  <c:v>118.3201553455024</c:v>
                </c:pt>
                <c:pt idx="127">
                  <c:v>118.47360456983779</c:v>
                </c:pt>
                <c:pt idx="128">
                  <c:v>119.74685456225426</c:v>
                </c:pt>
                <c:pt idx="129">
                  <c:v>120.02112858873629</c:v>
                </c:pt>
                <c:pt idx="130">
                  <c:v>119.52424450822673</c:v>
                </c:pt>
                <c:pt idx="131">
                  <c:v>120.61246743916685</c:v>
                </c:pt>
                <c:pt idx="132">
                  <c:v>120.89467402020497</c:v>
                </c:pt>
                <c:pt idx="133">
                  <c:v>120.72463768197107</c:v>
                </c:pt>
                <c:pt idx="134">
                  <c:v>117.65901079930987</c:v>
                </c:pt>
                <c:pt idx="135">
                  <c:v>118.597292477333</c:v>
                </c:pt>
                <c:pt idx="136">
                  <c:v>119.25926946606587</c:v>
                </c:pt>
                <c:pt idx="137">
                  <c:v>119.35004833564638</c:v>
                </c:pt>
                <c:pt idx="138">
                  <c:v>118.23522741650133</c:v>
                </c:pt>
                <c:pt idx="139">
                  <c:v>118.6302188128366</c:v>
                </c:pt>
                <c:pt idx="140">
                  <c:v>118.23219636783867</c:v>
                </c:pt>
                <c:pt idx="141">
                  <c:v>117.8728473703214</c:v>
                </c:pt>
                <c:pt idx="142">
                  <c:v>118.07935140021256</c:v>
                </c:pt>
                <c:pt idx="143">
                  <c:v>118.41991164820075</c:v>
                </c:pt>
                <c:pt idx="144">
                  <c:v>118.33688400959316</c:v>
                </c:pt>
                <c:pt idx="145">
                  <c:v>118.93516193173608</c:v>
                </c:pt>
                <c:pt idx="146">
                  <c:v>118.55633360240336</c:v>
                </c:pt>
                <c:pt idx="147">
                  <c:v>120.75503193645794</c:v>
                </c:pt>
                <c:pt idx="148">
                  <c:v>119.29849526272083</c:v>
                </c:pt>
                <c:pt idx="149">
                  <c:v>118.31978256837414</c:v>
                </c:pt>
                <c:pt idx="150">
                  <c:v>118.0714088702873</c:v>
                </c:pt>
                <c:pt idx="151">
                  <c:v>119.40865403075546</c:v>
                </c:pt>
                <c:pt idx="152">
                  <c:v>119.49852253245818</c:v>
                </c:pt>
                <c:pt idx="153">
                  <c:v>120.53429848363072</c:v>
                </c:pt>
                <c:pt idx="154">
                  <c:v>121.11053607417061</c:v>
                </c:pt>
                <c:pt idx="155">
                  <c:v>121.8565310006237</c:v>
                </c:pt>
                <c:pt idx="156">
                  <c:v>121.88789896000652</c:v>
                </c:pt>
                <c:pt idx="157">
                  <c:v>122.29664335288288</c:v>
                </c:pt>
                <c:pt idx="158">
                  <c:v>122.1350069815015</c:v>
                </c:pt>
                <c:pt idx="159">
                  <c:v>122.73400932253496</c:v>
                </c:pt>
                <c:pt idx="160">
                  <c:v>122.77292381862205</c:v>
                </c:pt>
                <c:pt idx="161">
                  <c:v>122.58443248069774</c:v>
                </c:pt>
                <c:pt idx="162">
                  <c:v>122.21607209933646</c:v>
                </c:pt>
                <c:pt idx="163">
                  <c:v>120.8496138204632</c:v>
                </c:pt>
                <c:pt idx="164">
                  <c:v>118.97416961142801</c:v>
                </c:pt>
                <c:pt idx="165">
                  <c:v>118.3629581880287</c:v>
                </c:pt>
                <c:pt idx="166">
                  <c:v>118.57157586322022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FE3-46D0-B9DA-7FA08D83A6FD}"/>
            </c:ext>
          </c:extLst>
        </c:ser>
        <c:ser>
          <c:idx val="3"/>
          <c:order val="3"/>
          <c:tx>
            <c:strRef>
              <c:f>EQ!$I$27</c:f>
              <c:strCache>
                <c:ptCount val="1"/>
                <c:pt idx="0">
                  <c:v>INVSACE LX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EQ!$J$3:$FT$3</c:f>
              <c:numCache>
                <c:formatCode>m/d/yyyy</c:formatCode>
                <c:ptCount val="167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</c:numCache>
            </c:numRef>
          </c:cat>
          <c:val>
            <c:numRef>
              <c:f>EQ!$J$27:$FT$27</c:f>
              <c:numCache>
                <c:formatCode>General</c:formatCode>
                <c:ptCount val="167"/>
                <c:pt idx="0">
                  <c:v>100</c:v>
                </c:pt>
                <c:pt idx="1">
                  <c:v>100.8218815312258</c:v>
                </c:pt>
                <c:pt idx="2">
                  <c:v>101.45391817935057</c:v>
                </c:pt>
                <c:pt idx="3">
                  <c:v>102.97134721112826</c:v>
                </c:pt>
                <c:pt idx="4">
                  <c:v>103.45478050401769</c:v>
                </c:pt>
                <c:pt idx="5">
                  <c:v>103.50219867347234</c:v>
                </c:pt>
                <c:pt idx="6">
                  <c:v>104.27507456731041</c:v>
                </c:pt>
                <c:pt idx="7">
                  <c:v>104.19621510430908</c:v>
                </c:pt>
                <c:pt idx="8">
                  <c:v>104.18143562046068</c:v>
                </c:pt>
                <c:pt idx="9">
                  <c:v>104.24036311789436</c:v>
                </c:pt>
                <c:pt idx="10">
                  <c:v>105.02941842292759</c:v>
                </c:pt>
                <c:pt idx="11">
                  <c:v>105.51484287635746</c:v>
                </c:pt>
                <c:pt idx="12">
                  <c:v>104.0172661244641</c:v>
                </c:pt>
                <c:pt idx="13">
                  <c:v>102.01525874345438</c:v>
                </c:pt>
                <c:pt idx="14">
                  <c:v>102.04052294651407</c:v>
                </c:pt>
                <c:pt idx="15">
                  <c:v>103.59484691994581</c:v>
                </c:pt>
                <c:pt idx="16">
                  <c:v>103.09019413119613</c:v>
                </c:pt>
                <c:pt idx="17">
                  <c:v>102.50031127067834</c:v>
                </c:pt>
                <c:pt idx="18">
                  <c:v>101.99449500432669</c:v>
                </c:pt>
                <c:pt idx="19">
                  <c:v>102.40956557059394</c:v>
                </c:pt>
                <c:pt idx="20">
                  <c:v>102.61039164474667</c:v>
                </c:pt>
                <c:pt idx="21">
                  <c:v>103.0828013622631</c:v>
                </c:pt>
                <c:pt idx="22">
                  <c:v>104.32851145990976</c:v>
                </c:pt>
                <c:pt idx="23">
                  <c:v>104.92659538633887</c:v>
                </c:pt>
                <c:pt idx="24">
                  <c:v>105.96865009419137</c:v>
                </c:pt>
                <c:pt idx="25">
                  <c:v>105.05588290131351</c:v>
                </c:pt>
                <c:pt idx="26">
                  <c:v>104.40251879294648</c:v>
                </c:pt>
                <c:pt idx="27">
                  <c:v>104.6608173701089</c:v>
                </c:pt>
                <c:pt idx="28">
                  <c:v>105.91534639083571</c:v>
                </c:pt>
                <c:pt idx="29">
                  <c:v>105.44321240693658</c:v>
                </c:pt>
                <c:pt idx="30">
                  <c:v>106.18285525399716</c:v>
                </c:pt>
                <c:pt idx="31">
                  <c:v>103.97950896006076</c:v>
                </c:pt>
                <c:pt idx="32">
                  <c:v>104.75238023995756</c:v>
                </c:pt>
                <c:pt idx="33">
                  <c:v>104.73470349675137</c:v>
                </c:pt>
                <c:pt idx="34">
                  <c:v>106.62027856076818</c:v>
                </c:pt>
                <c:pt idx="35">
                  <c:v>105.88191293724741</c:v>
                </c:pt>
                <c:pt idx="36">
                  <c:v>106.46687573983016</c:v>
                </c:pt>
                <c:pt idx="37">
                  <c:v>106.89521995202264</c:v>
                </c:pt>
                <c:pt idx="38">
                  <c:v>106.51358545586508</c:v>
                </c:pt>
                <c:pt idx="39">
                  <c:v>107.11231566771662</c:v>
                </c:pt>
                <c:pt idx="40">
                  <c:v>107.74777587131258</c:v>
                </c:pt>
                <c:pt idx="41">
                  <c:v>107.54046739266498</c:v>
                </c:pt>
                <c:pt idx="42">
                  <c:v>106.57885029492093</c:v>
                </c:pt>
                <c:pt idx="43">
                  <c:v>103.11828193362021</c:v>
                </c:pt>
                <c:pt idx="44">
                  <c:v>104.66642945884801</c:v>
                </c:pt>
                <c:pt idx="45">
                  <c:v>105.55920226135088</c:v>
                </c:pt>
                <c:pt idx="46">
                  <c:v>102.16202045822628</c:v>
                </c:pt>
                <c:pt idx="47">
                  <c:v>100.57498157227219</c:v>
                </c:pt>
                <c:pt idx="48">
                  <c:v>103.36481784610292</c:v>
                </c:pt>
                <c:pt idx="49">
                  <c:v>103.33021455578734</c:v>
                </c:pt>
                <c:pt idx="50">
                  <c:v>103.62824819808711</c:v>
                </c:pt>
                <c:pt idx="51">
                  <c:v>104.08941900847073</c:v>
                </c:pt>
                <c:pt idx="52">
                  <c:v>102.60719194723549</c:v>
                </c:pt>
                <c:pt idx="53">
                  <c:v>102.92896308254907</c:v>
                </c:pt>
                <c:pt idx="54">
                  <c:v>104.45968042739703</c:v>
                </c:pt>
                <c:pt idx="55">
                  <c:v>99.691404365838153</c:v>
                </c:pt>
                <c:pt idx="56">
                  <c:v>100.17122915146386</c:v>
                </c:pt>
                <c:pt idx="57">
                  <c:v>98.439514573099189</c:v>
                </c:pt>
                <c:pt idx="58">
                  <c:v>99.307597235887428</c:v>
                </c:pt>
                <c:pt idx="59">
                  <c:v>101.61287319476857</c:v>
                </c:pt>
                <c:pt idx="60">
                  <c:v>100.32204655270624</c:v>
                </c:pt>
                <c:pt idx="61">
                  <c:v>99.267783741479903</c:v>
                </c:pt>
                <c:pt idx="62">
                  <c:v>100.05284684181058</c:v>
                </c:pt>
                <c:pt idx="63">
                  <c:v>100.56825683453587</c:v>
                </c:pt>
                <c:pt idx="64">
                  <c:v>102.79862091887914</c:v>
                </c:pt>
                <c:pt idx="65">
                  <c:v>101.74478832986574</c:v>
                </c:pt>
                <c:pt idx="66">
                  <c:v>101.94801154890278</c:v>
                </c:pt>
                <c:pt idx="67">
                  <c:v>101.68309811606676</c:v>
                </c:pt>
                <c:pt idx="68">
                  <c:v>103.0526538663164</c:v>
                </c:pt>
                <c:pt idx="69">
                  <c:v>106.18985200889563</c:v>
                </c:pt>
                <c:pt idx="70">
                  <c:v>104.81388568570219</c:v>
                </c:pt>
                <c:pt idx="71">
                  <c:v>105.84162190242286</c:v>
                </c:pt>
                <c:pt idx="72">
                  <c:v>104.43854758355015</c:v>
                </c:pt>
                <c:pt idx="73">
                  <c:v>105.28693328092724</c:v>
                </c:pt>
                <c:pt idx="74">
                  <c:v>105.79089074244045</c:v>
                </c:pt>
                <c:pt idx="75">
                  <c:v>106.09624979627441</c:v>
                </c:pt>
                <c:pt idx="76">
                  <c:v>106.10844906475361</c:v>
                </c:pt>
                <c:pt idx="77">
                  <c:v>106.63382478657768</c:v>
                </c:pt>
                <c:pt idx="78">
                  <c:v>107.37191857304929</c:v>
                </c:pt>
                <c:pt idx="79">
                  <c:v>106.40210776239927</c:v>
                </c:pt>
                <c:pt idx="80">
                  <c:v>105.81414263851933</c:v>
                </c:pt>
                <c:pt idx="81">
                  <c:v>105.14409295288216</c:v>
                </c:pt>
                <c:pt idx="82">
                  <c:v>106.01605716565855</c:v>
                </c:pt>
                <c:pt idx="83">
                  <c:v>105.83530093696768</c:v>
                </c:pt>
                <c:pt idx="84">
                  <c:v>105.53120666169885</c:v>
                </c:pt>
                <c:pt idx="85">
                  <c:v>105.28954709631594</c:v>
                </c:pt>
                <c:pt idx="86">
                  <c:v>105.45124079546564</c:v>
                </c:pt>
                <c:pt idx="87">
                  <c:v>106.04448945742705</c:v>
                </c:pt>
                <c:pt idx="88">
                  <c:v>106.64262716918347</c:v>
                </c:pt>
                <c:pt idx="89">
                  <c:v>109.61192195046878</c:v>
                </c:pt>
                <c:pt idx="90">
                  <c:v>109.27348848981217</c:v>
                </c:pt>
                <c:pt idx="91">
                  <c:v>107.59102764150751</c:v>
                </c:pt>
                <c:pt idx="92">
                  <c:v>107.52241934945586</c:v>
                </c:pt>
                <c:pt idx="93">
                  <c:v>107.27588820826813</c:v>
                </c:pt>
                <c:pt idx="94">
                  <c:v>107.31907579880846</c:v>
                </c:pt>
                <c:pt idx="95">
                  <c:v>107.64085888267141</c:v>
                </c:pt>
                <c:pt idx="96">
                  <c:v>108.74297364559777</c:v>
                </c:pt>
                <c:pt idx="97">
                  <c:v>107.35325018879522</c:v>
                </c:pt>
                <c:pt idx="98">
                  <c:v>109.77788800156702</c:v>
                </c:pt>
                <c:pt idx="99">
                  <c:v>109.27942495374866</c:v>
                </c:pt>
                <c:pt idx="100">
                  <c:v>110.14971757126747</c:v>
                </c:pt>
                <c:pt idx="101">
                  <c:v>111.21930914548163</c:v>
                </c:pt>
                <c:pt idx="102">
                  <c:v>110.92315740321142</c:v>
                </c:pt>
                <c:pt idx="103">
                  <c:v>113.33927660949939</c:v>
                </c:pt>
                <c:pt idx="104">
                  <c:v>113.8936233133482</c:v>
                </c:pt>
                <c:pt idx="105">
                  <c:v>112.55999705160988</c:v>
                </c:pt>
                <c:pt idx="106">
                  <c:v>113.43489753583981</c:v>
                </c:pt>
                <c:pt idx="107">
                  <c:v>113.76640860802358</c:v>
                </c:pt>
                <c:pt idx="108">
                  <c:v>113.29999599249204</c:v>
                </c:pt>
                <c:pt idx="109">
                  <c:v>113.42791974757479</c:v>
                </c:pt>
                <c:pt idx="110">
                  <c:v>112.66725923361471</c:v>
                </c:pt>
                <c:pt idx="111">
                  <c:v>114.21911581227464</c:v>
                </c:pt>
                <c:pt idx="112">
                  <c:v>112.89349918255991</c:v>
                </c:pt>
                <c:pt idx="113">
                  <c:v>113.97236477587984</c:v>
                </c:pt>
                <c:pt idx="114">
                  <c:v>112.29835418684534</c:v>
                </c:pt>
                <c:pt idx="115">
                  <c:v>112.78061355460798</c:v>
                </c:pt>
                <c:pt idx="116">
                  <c:v>115.02855373120119</c:v>
                </c:pt>
                <c:pt idx="117">
                  <c:v>116.58854285436823</c:v>
                </c:pt>
                <c:pt idx="118">
                  <c:v>116.48667307687819</c:v>
                </c:pt>
                <c:pt idx="119">
                  <c:v>118.00378716563633</c:v>
                </c:pt>
                <c:pt idx="120">
                  <c:v>118.32734356726161</c:v>
                </c:pt>
                <c:pt idx="121">
                  <c:v>118.54269520793005</c:v>
                </c:pt>
                <c:pt idx="122">
                  <c:v>118.8282913572648</c:v>
                </c:pt>
                <c:pt idx="123">
                  <c:v>119.28773352230044</c:v>
                </c:pt>
                <c:pt idx="124">
                  <c:v>118.50703165155765</c:v>
                </c:pt>
                <c:pt idx="125">
                  <c:v>119.2261487103812</c:v>
                </c:pt>
                <c:pt idx="126">
                  <c:v>118.36514951392125</c:v>
                </c:pt>
                <c:pt idx="127">
                  <c:v>117.78100785745046</c:v>
                </c:pt>
                <c:pt idx="128">
                  <c:v>119.02028487804884</c:v>
                </c:pt>
                <c:pt idx="129">
                  <c:v>119.38912458837203</c:v>
                </c:pt>
                <c:pt idx="130">
                  <c:v>119.69068418311618</c:v>
                </c:pt>
                <c:pt idx="131">
                  <c:v>121.14021217656081</c:v>
                </c:pt>
                <c:pt idx="132">
                  <c:v>121.3273231673996</c:v>
                </c:pt>
                <c:pt idx="133">
                  <c:v>121.25093225994806</c:v>
                </c:pt>
                <c:pt idx="134">
                  <c:v>117.99841252569995</c:v>
                </c:pt>
                <c:pt idx="135">
                  <c:v>118.35506326022715</c:v>
                </c:pt>
                <c:pt idx="136">
                  <c:v>119.6669922071715</c:v>
                </c:pt>
                <c:pt idx="137">
                  <c:v>120.00340121812738</c:v>
                </c:pt>
                <c:pt idx="138">
                  <c:v>118.57931326343729</c:v>
                </c:pt>
                <c:pt idx="139">
                  <c:v>118.53887404667778</c:v>
                </c:pt>
                <c:pt idx="140">
                  <c:v>118.22972779670538</c:v>
                </c:pt>
                <c:pt idx="141">
                  <c:v>117.86532731250369</c:v>
                </c:pt>
                <c:pt idx="142">
                  <c:v>118.17069847598849</c:v>
                </c:pt>
                <c:pt idx="143">
                  <c:v>118.71200789308175</c:v>
                </c:pt>
                <c:pt idx="144">
                  <c:v>118.62877545731529</c:v>
                </c:pt>
                <c:pt idx="145">
                  <c:v>119.3301947658987</c:v>
                </c:pt>
                <c:pt idx="146">
                  <c:v>119.44286605099742</c:v>
                </c:pt>
                <c:pt idx="147">
                  <c:v>121.07333412598557</c:v>
                </c:pt>
                <c:pt idx="148">
                  <c:v>119.64954227195273</c:v>
                </c:pt>
                <c:pt idx="149">
                  <c:v>118.51558153254739</c:v>
                </c:pt>
                <c:pt idx="150">
                  <c:v>118.37270150229783</c:v>
                </c:pt>
                <c:pt idx="151">
                  <c:v>120.26609039430024</c:v>
                </c:pt>
                <c:pt idx="152">
                  <c:v>120.6011885813553</c:v>
                </c:pt>
                <c:pt idx="153">
                  <c:v>121.35637596243799</c:v>
                </c:pt>
                <c:pt idx="154">
                  <c:v>121.74513819773709</c:v>
                </c:pt>
                <c:pt idx="155">
                  <c:v>122.69456395843976</c:v>
                </c:pt>
                <c:pt idx="156">
                  <c:v>122.68001421315236</c:v>
                </c:pt>
                <c:pt idx="157">
                  <c:v>122.8479611923005</c:v>
                </c:pt>
                <c:pt idx="158">
                  <c:v>122.73295166125106</c:v>
                </c:pt>
                <c:pt idx="159">
                  <c:v>123.72995274687254</c:v>
                </c:pt>
                <c:pt idx="160">
                  <c:v>123.86803998379993</c:v>
                </c:pt>
                <c:pt idx="161">
                  <c:v>123.0411568145481</c:v>
                </c:pt>
                <c:pt idx="162">
                  <c:v>122.76697884638568</c:v>
                </c:pt>
                <c:pt idx="163">
                  <c:v>121.6267961262124</c:v>
                </c:pt>
                <c:pt idx="164">
                  <c:v>119.78283533071655</c:v>
                </c:pt>
                <c:pt idx="165">
                  <c:v>119.06684298701785</c:v>
                </c:pt>
                <c:pt idx="166">
                  <c:v>119.32678438201282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FE3-46D0-B9DA-7FA08D83A6FD}"/>
            </c:ext>
          </c:extLst>
        </c:ser>
        <c:ser>
          <c:idx val="4"/>
          <c:order val="4"/>
          <c:tx>
            <c:strRef>
              <c:f>EQ!$I$28</c:f>
              <c:strCache>
                <c:ptCount val="1"/>
                <c:pt idx="0">
                  <c:v>LFMEOBE LN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EQ!$J$3:$FT$3</c:f>
              <c:numCache>
                <c:formatCode>m/d/yyyy</c:formatCode>
                <c:ptCount val="167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</c:numCache>
            </c:numRef>
          </c:cat>
          <c:val>
            <c:numRef>
              <c:f>EQ!$J$28:$FT$28</c:f>
              <c:numCache>
                <c:formatCode>General</c:formatCode>
                <c:ptCount val="167"/>
                <c:pt idx="0">
                  <c:v>100</c:v>
                </c:pt>
                <c:pt idx="1">
                  <c:v>101.15017506282568</c:v>
                </c:pt>
                <c:pt idx="2">
                  <c:v>100.94774117315085</c:v>
                </c:pt>
                <c:pt idx="3">
                  <c:v>102.37326007754029</c:v>
                </c:pt>
                <c:pt idx="4">
                  <c:v>103.49122053544571</c:v>
                </c:pt>
                <c:pt idx="5">
                  <c:v>103.34969168664205</c:v>
                </c:pt>
                <c:pt idx="6">
                  <c:v>104.21288269790814</c:v>
                </c:pt>
                <c:pt idx="7">
                  <c:v>105.01453263363702</c:v>
                </c:pt>
                <c:pt idx="8">
                  <c:v>104.87490896118157</c:v>
                </c:pt>
                <c:pt idx="9">
                  <c:v>104.90293480768791</c:v>
                </c:pt>
                <c:pt idx="10">
                  <c:v>106.63450201123916</c:v>
                </c:pt>
                <c:pt idx="11">
                  <c:v>107.18339786965024</c:v>
                </c:pt>
                <c:pt idx="12">
                  <c:v>104.57816150502165</c:v>
                </c:pt>
                <c:pt idx="13">
                  <c:v>103.56179499582157</c:v>
                </c:pt>
                <c:pt idx="14">
                  <c:v>103.4647119657524</c:v>
                </c:pt>
                <c:pt idx="15">
                  <c:v>105.34653000640412</c:v>
                </c:pt>
                <c:pt idx="16">
                  <c:v>104.24667660814823</c:v>
                </c:pt>
                <c:pt idx="17">
                  <c:v>102.28782429229963</c:v>
                </c:pt>
                <c:pt idx="18">
                  <c:v>101.76504747620527</c:v>
                </c:pt>
                <c:pt idx="19">
                  <c:v>101.85286687341957</c:v>
                </c:pt>
                <c:pt idx="20">
                  <c:v>100.46796123871781</c:v>
                </c:pt>
                <c:pt idx="21">
                  <c:v>100.84963901745185</c:v>
                </c:pt>
                <c:pt idx="22">
                  <c:v>100.03066817888622</c:v>
                </c:pt>
                <c:pt idx="23">
                  <c:v>100.25185936769506</c:v>
                </c:pt>
                <c:pt idx="24">
                  <c:v>99.668302624793526</c:v>
                </c:pt>
                <c:pt idx="25">
                  <c:v>99.631454865429035</c:v>
                </c:pt>
                <c:pt idx="26">
                  <c:v>98.787627495858231</c:v>
                </c:pt>
                <c:pt idx="27">
                  <c:v>99.807927929643625</c:v>
                </c:pt>
                <c:pt idx="28">
                  <c:v>100.87113748244727</c:v>
                </c:pt>
                <c:pt idx="29">
                  <c:v>99.551555769668866</c:v>
                </c:pt>
                <c:pt idx="30">
                  <c:v>100.49675283109764</c:v>
                </c:pt>
                <c:pt idx="31">
                  <c:v>99.844298362407571</c:v>
                </c:pt>
                <c:pt idx="32">
                  <c:v>100.50979433029573</c:v>
                </c:pt>
                <c:pt idx="33">
                  <c:v>98.838675457352664</c:v>
                </c:pt>
                <c:pt idx="34">
                  <c:v>100.5397765384883</c:v>
                </c:pt>
                <c:pt idx="35">
                  <c:v>101.57287841731193</c:v>
                </c:pt>
                <c:pt idx="36">
                  <c:v>102.05725941552865</c:v>
                </c:pt>
                <c:pt idx="37">
                  <c:v>101.1099907687497</c:v>
                </c:pt>
                <c:pt idx="38">
                  <c:v>101.24731247113594</c:v>
                </c:pt>
                <c:pt idx="39">
                  <c:v>101.43758817789113</c:v>
                </c:pt>
                <c:pt idx="40">
                  <c:v>101.61986883390554</c:v>
                </c:pt>
                <c:pt idx="41">
                  <c:v>101.85402528039698</c:v>
                </c:pt>
                <c:pt idx="42">
                  <c:v>101.94232012116382</c:v>
                </c:pt>
                <c:pt idx="43">
                  <c:v>99.506374387304135</c:v>
                </c:pt>
                <c:pt idx="44">
                  <c:v>101.41310303101595</c:v>
                </c:pt>
                <c:pt idx="45">
                  <c:v>102.69034386262639</c:v>
                </c:pt>
                <c:pt idx="46">
                  <c:v>99.34218753116086</c:v>
                </c:pt>
                <c:pt idx="47">
                  <c:v>97.653615680005217</c:v>
                </c:pt>
                <c:pt idx="48">
                  <c:v>101.02373321269771</c:v>
                </c:pt>
                <c:pt idx="49">
                  <c:v>101.3520039822196</c:v>
                </c:pt>
                <c:pt idx="50">
                  <c:v>102.56226261743571</c:v>
                </c:pt>
                <c:pt idx="51">
                  <c:v>102.53192095415992</c:v>
                </c:pt>
                <c:pt idx="52">
                  <c:v>101.55725582366645</c:v>
                </c:pt>
                <c:pt idx="53">
                  <c:v>101.06584178635646</c:v>
                </c:pt>
                <c:pt idx="54">
                  <c:v>104.22894861674337</c:v>
                </c:pt>
                <c:pt idx="55">
                  <c:v>98.505621006549958</c:v>
                </c:pt>
                <c:pt idx="56">
                  <c:v>98.06206992777436</c:v>
                </c:pt>
                <c:pt idx="57">
                  <c:v>96.029120192553165</c:v>
                </c:pt>
                <c:pt idx="58">
                  <c:v>96.291744655203544</c:v>
                </c:pt>
                <c:pt idx="59">
                  <c:v>100.00360951605019</c:v>
                </c:pt>
                <c:pt idx="60">
                  <c:v>99.384638256247939</c:v>
                </c:pt>
                <c:pt idx="61">
                  <c:v>96.834699335196333</c:v>
                </c:pt>
                <c:pt idx="62">
                  <c:v>96.698219581364782</c:v>
                </c:pt>
                <c:pt idx="63">
                  <c:v>97.192659748363411</c:v>
                </c:pt>
                <c:pt idx="64">
                  <c:v>100.64064729377235</c:v>
                </c:pt>
                <c:pt idx="65">
                  <c:v>99.3497674893311</c:v>
                </c:pt>
                <c:pt idx="66">
                  <c:v>99.548206936610754</c:v>
                </c:pt>
                <c:pt idx="67">
                  <c:v>99.289529431953412</c:v>
                </c:pt>
                <c:pt idx="68">
                  <c:v>101.23238063210994</c:v>
                </c:pt>
                <c:pt idx="69">
                  <c:v>104.76641420843738</c:v>
                </c:pt>
                <c:pt idx="70">
                  <c:v>102.63533890175309</c:v>
                </c:pt>
                <c:pt idx="71">
                  <c:v>105.63629515382679</c:v>
                </c:pt>
                <c:pt idx="72">
                  <c:v>105.8365684419803</c:v>
                </c:pt>
                <c:pt idx="73">
                  <c:v>110.4038837750977</c:v>
                </c:pt>
                <c:pt idx="74">
                  <c:v>111.4378244827179</c:v>
                </c:pt>
                <c:pt idx="75">
                  <c:v>112.95355808084373</c:v>
                </c:pt>
                <c:pt idx="76">
                  <c:v>115.52595530391258</c:v>
                </c:pt>
                <c:pt idx="77">
                  <c:v>116.68760392436418</c:v>
                </c:pt>
                <c:pt idx="78">
                  <c:v>117.07517017534774</c:v>
                </c:pt>
                <c:pt idx="79">
                  <c:v>117.35568439626776</c:v>
                </c:pt>
                <c:pt idx="80">
                  <c:v>117.58603342802495</c:v>
                </c:pt>
                <c:pt idx="81">
                  <c:v>115.9671213966774</c:v>
                </c:pt>
                <c:pt idx="82">
                  <c:v>116.23646491285444</c:v>
                </c:pt>
                <c:pt idx="83">
                  <c:v>114.12485962374032</c:v>
                </c:pt>
                <c:pt idx="84">
                  <c:v>114.36634314285476</c:v>
                </c:pt>
                <c:pt idx="85">
                  <c:v>115.36505433692969</c:v>
                </c:pt>
                <c:pt idx="86">
                  <c:v>116.09915578945822</c:v>
                </c:pt>
                <c:pt idx="87">
                  <c:v>116.32742505343921</c:v>
                </c:pt>
                <c:pt idx="88">
                  <c:v>118.90220657957714</c:v>
                </c:pt>
                <c:pt idx="89">
                  <c:v>122.61823609465756</c:v>
                </c:pt>
                <c:pt idx="90">
                  <c:v>122.11381840609081</c:v>
                </c:pt>
                <c:pt idx="91">
                  <c:v>121.42235938344834</c:v>
                </c:pt>
                <c:pt idx="92">
                  <c:v>121.13605888468268</c:v>
                </c:pt>
                <c:pt idx="93">
                  <c:v>120.00028751641156</c:v>
                </c:pt>
                <c:pt idx="94">
                  <c:v>119.99971599160926</c:v>
                </c:pt>
                <c:pt idx="95">
                  <c:v>120.75845564558165</c:v>
                </c:pt>
                <c:pt idx="96">
                  <c:v>123.12895756567509</c:v>
                </c:pt>
                <c:pt idx="97">
                  <c:v>121.93839647606569</c:v>
                </c:pt>
                <c:pt idx="98">
                  <c:v>124.59687537016342</c:v>
                </c:pt>
                <c:pt idx="99">
                  <c:v>125.75643861377735</c:v>
                </c:pt>
                <c:pt idx="100">
                  <c:v>127.28400277578325</c:v>
                </c:pt>
                <c:pt idx="101">
                  <c:v>129.18817155093572</c:v>
                </c:pt>
                <c:pt idx="102">
                  <c:v>128.84417281205248</c:v>
                </c:pt>
                <c:pt idx="103">
                  <c:v>130.60383446034567</c:v>
                </c:pt>
                <c:pt idx="104">
                  <c:v>131.42952427495231</c:v>
                </c:pt>
                <c:pt idx="105">
                  <c:v>130.05658603585834</c:v>
                </c:pt>
                <c:pt idx="106">
                  <c:v>132.80042158760918</c:v>
                </c:pt>
                <c:pt idx="107">
                  <c:v>130.7870737131426</c:v>
                </c:pt>
                <c:pt idx="108">
                  <c:v>131.85328858876585</c:v>
                </c:pt>
                <c:pt idx="109">
                  <c:v>131.10421492942206</c:v>
                </c:pt>
                <c:pt idx="110">
                  <c:v>130.15213250836086</c:v>
                </c:pt>
                <c:pt idx="111">
                  <c:v>131.39870539720673</c:v>
                </c:pt>
                <c:pt idx="112">
                  <c:v>128.77190407322578</c:v>
                </c:pt>
                <c:pt idx="113">
                  <c:v>130.71034427638392</c:v>
                </c:pt>
                <c:pt idx="114">
                  <c:v>127.35846066067216</c:v>
                </c:pt>
                <c:pt idx="115">
                  <c:v>128.52871057482162</c:v>
                </c:pt>
                <c:pt idx="116">
                  <c:v>130.24933949850154</c:v>
                </c:pt>
                <c:pt idx="117">
                  <c:v>132.36496821712001</c:v>
                </c:pt>
                <c:pt idx="118">
                  <c:v>132.03282809594128</c:v>
                </c:pt>
                <c:pt idx="119">
                  <c:v>133.1452398177409</c:v>
                </c:pt>
                <c:pt idx="120">
                  <c:v>133.03139385899325</c:v>
                </c:pt>
                <c:pt idx="121">
                  <c:v>133.12633670823911</c:v>
                </c:pt>
                <c:pt idx="122">
                  <c:v>133.61616996559627</c:v>
                </c:pt>
                <c:pt idx="123">
                  <c:v>130.9436633076987</c:v>
                </c:pt>
                <c:pt idx="124">
                  <c:v>130.98566776000311</c:v>
                </c:pt>
                <c:pt idx="125">
                  <c:v>132.92907216816468</c:v>
                </c:pt>
                <c:pt idx="126">
                  <c:v>130.08945451198298</c:v>
                </c:pt>
                <c:pt idx="127">
                  <c:v>131.82725919581773</c:v>
                </c:pt>
                <c:pt idx="128">
                  <c:v>133.0298803565621</c:v>
                </c:pt>
                <c:pt idx="129">
                  <c:v>134.8064993161378</c:v>
                </c:pt>
                <c:pt idx="130">
                  <c:v>133.61862095010906</c:v>
                </c:pt>
                <c:pt idx="131">
                  <c:v>134.83276419002482</c:v>
                </c:pt>
                <c:pt idx="132">
                  <c:v>133.84097116224734</c:v>
                </c:pt>
                <c:pt idx="133">
                  <c:v>132.15133946100573</c:v>
                </c:pt>
                <c:pt idx="134">
                  <c:v>127.45145913825293</c:v>
                </c:pt>
                <c:pt idx="135">
                  <c:v>128.93414743256932</c:v>
                </c:pt>
                <c:pt idx="136">
                  <c:v>130.6231120365384</c:v>
                </c:pt>
                <c:pt idx="137">
                  <c:v>130.33556855670207</c:v>
                </c:pt>
                <c:pt idx="138">
                  <c:v>129.53950376406138</c:v>
                </c:pt>
                <c:pt idx="139">
                  <c:v>129.82654256790352</c:v>
                </c:pt>
                <c:pt idx="140">
                  <c:v>129.1309122714101</c:v>
                </c:pt>
                <c:pt idx="141">
                  <c:v>127.8579610778029</c:v>
                </c:pt>
                <c:pt idx="142">
                  <c:v>127.26497447082441</c:v>
                </c:pt>
                <c:pt idx="143">
                  <c:v>127.91229128068905</c:v>
                </c:pt>
                <c:pt idx="144">
                  <c:v>128.9698036965865</c:v>
                </c:pt>
                <c:pt idx="145">
                  <c:v>128.86394843275275</c:v>
                </c:pt>
                <c:pt idx="146">
                  <c:v>128.11063790684437</c:v>
                </c:pt>
                <c:pt idx="147">
                  <c:v>129.00329548259282</c:v>
                </c:pt>
                <c:pt idx="148">
                  <c:v>125.19533945541231</c:v>
                </c:pt>
                <c:pt idx="149">
                  <c:v>124.93850951870697</c:v>
                </c:pt>
                <c:pt idx="150">
                  <c:v>124.65986700489623</c:v>
                </c:pt>
                <c:pt idx="151">
                  <c:v>127.85132029430427</c:v>
                </c:pt>
                <c:pt idx="152">
                  <c:v>126.26872754066144</c:v>
                </c:pt>
                <c:pt idx="153">
                  <c:v>128.76050535923858</c:v>
                </c:pt>
                <c:pt idx="154">
                  <c:v>130.25037387345552</c:v>
                </c:pt>
                <c:pt idx="155">
                  <c:v>131.18011947211568</c:v>
                </c:pt>
                <c:pt idx="156">
                  <c:v>131.34110766480919</c:v>
                </c:pt>
                <c:pt idx="157">
                  <c:v>132.35254611228001</c:v>
                </c:pt>
                <c:pt idx="158">
                  <c:v>132.14410617957969</c:v>
                </c:pt>
                <c:pt idx="159">
                  <c:v>134.07390674980846</c:v>
                </c:pt>
                <c:pt idx="160">
                  <c:v>134.93093738764739</c:v>
                </c:pt>
                <c:pt idx="161">
                  <c:v>135.9696680570602</c:v>
                </c:pt>
                <c:pt idx="162">
                  <c:v>135.26321209932237</c:v>
                </c:pt>
                <c:pt idx="163">
                  <c:v>132.07002882893698</c:v>
                </c:pt>
                <c:pt idx="164">
                  <c:v>128.49456087347039</c:v>
                </c:pt>
                <c:pt idx="165">
                  <c:v>127.94550110942399</c:v>
                </c:pt>
                <c:pt idx="166">
                  <c:v>128.15268473340277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CFE3-46D0-B9DA-7FA08D83A6FD}"/>
            </c:ext>
          </c:extLst>
        </c:ser>
        <c:ser>
          <c:idx val="5"/>
          <c:order val="5"/>
          <c:tx>
            <c:strRef>
              <c:f>EQ!$I$29</c:f>
              <c:strCache>
                <c:ptCount val="1"/>
                <c:pt idx="0">
                  <c:v>LNTEDYS LN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numRef>
              <c:f>EQ!$J$3:$FT$3</c:f>
              <c:numCache>
                <c:formatCode>m/d/yyyy</c:formatCode>
                <c:ptCount val="167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</c:numCache>
            </c:numRef>
          </c:cat>
          <c:val>
            <c:numRef>
              <c:f>EQ!$J$29:$FT$29</c:f>
              <c:numCache>
                <c:formatCode>General</c:formatCode>
                <c:ptCount val="167"/>
                <c:pt idx="0">
                  <c:v>100</c:v>
                </c:pt>
                <c:pt idx="1">
                  <c:v>100.74809078775235</c:v>
                </c:pt>
                <c:pt idx="2">
                  <c:v>100.27793630031209</c:v>
                </c:pt>
                <c:pt idx="3">
                  <c:v>101.07714271723823</c:v>
                </c:pt>
                <c:pt idx="4">
                  <c:v>101.34181974058755</c:v>
                </c:pt>
                <c:pt idx="5">
                  <c:v>101.68513812897811</c:v>
                </c:pt>
                <c:pt idx="6">
                  <c:v>102.17046468826588</c:v>
                </c:pt>
                <c:pt idx="7">
                  <c:v>102.17241081730509</c:v>
                </c:pt>
                <c:pt idx="8">
                  <c:v>102.28442352617306</c:v>
                </c:pt>
                <c:pt idx="9">
                  <c:v>102.48792438956083</c:v>
                </c:pt>
                <c:pt idx="10">
                  <c:v>103.41138979111847</c:v>
                </c:pt>
                <c:pt idx="11">
                  <c:v>103.49103687455573</c:v>
                </c:pt>
                <c:pt idx="12">
                  <c:v>101.65967013240056</c:v>
                </c:pt>
                <c:pt idx="13">
                  <c:v>101.32899744639184</c:v>
                </c:pt>
                <c:pt idx="14">
                  <c:v>101.55824005184606</c:v>
                </c:pt>
                <c:pt idx="15">
                  <c:v>103.07075935102682</c:v>
                </c:pt>
                <c:pt idx="16">
                  <c:v>101.69233597274723</c:v>
                </c:pt>
                <c:pt idx="17">
                  <c:v>101.43155631052686</c:v>
                </c:pt>
                <c:pt idx="18">
                  <c:v>101.33401295459286</c:v>
                </c:pt>
                <c:pt idx="19">
                  <c:v>101.61877254940877</c:v>
                </c:pt>
                <c:pt idx="20">
                  <c:v>101.43143212965558</c:v>
                </c:pt>
                <c:pt idx="21">
                  <c:v>102.01599471858941</c:v>
                </c:pt>
                <c:pt idx="22">
                  <c:v>102.42402887176995</c:v>
                </c:pt>
                <c:pt idx="23">
                  <c:v>103.75129307759903</c:v>
                </c:pt>
                <c:pt idx="24">
                  <c:v>103.32516276038452</c:v>
                </c:pt>
                <c:pt idx="25">
                  <c:v>103.86208262721965</c:v>
                </c:pt>
                <c:pt idx="26">
                  <c:v>102.56173059277464</c:v>
                </c:pt>
                <c:pt idx="27">
                  <c:v>103.35098507051153</c:v>
                </c:pt>
                <c:pt idx="28">
                  <c:v>104.60455809756031</c:v>
                </c:pt>
                <c:pt idx="29">
                  <c:v>103.8971972917345</c:v>
                </c:pt>
                <c:pt idx="30">
                  <c:v>104.92155282488515</c:v>
                </c:pt>
                <c:pt idx="31">
                  <c:v>102.33180798811576</c:v>
                </c:pt>
                <c:pt idx="32">
                  <c:v>103.03004201232363</c:v>
                </c:pt>
                <c:pt idx="33">
                  <c:v>104.15392576874689</c:v>
                </c:pt>
                <c:pt idx="34">
                  <c:v>106.55059865435649</c:v>
                </c:pt>
                <c:pt idx="35">
                  <c:v>107.04859419666305</c:v>
                </c:pt>
                <c:pt idx="36">
                  <c:v>107.34017287441243</c:v>
                </c:pt>
                <c:pt idx="37">
                  <c:v>107.59238715543395</c:v>
                </c:pt>
                <c:pt idx="38">
                  <c:v>106.94586963762271</c:v>
                </c:pt>
                <c:pt idx="39">
                  <c:v>107.11180495026791</c:v>
                </c:pt>
                <c:pt idx="40">
                  <c:v>107.77113095225876</c:v>
                </c:pt>
                <c:pt idx="41">
                  <c:v>107.95161260090867</c:v>
                </c:pt>
                <c:pt idx="42">
                  <c:v>106.41626349111372</c:v>
                </c:pt>
                <c:pt idx="43">
                  <c:v>103.17178670338413</c:v>
                </c:pt>
                <c:pt idx="44">
                  <c:v>104.4693938279438</c:v>
                </c:pt>
                <c:pt idx="45">
                  <c:v>104.82312579009697</c:v>
                </c:pt>
                <c:pt idx="46">
                  <c:v>100.35796213926353</c:v>
                </c:pt>
                <c:pt idx="47">
                  <c:v>98.156700274459908</c:v>
                </c:pt>
                <c:pt idx="48">
                  <c:v>101.43092208790202</c:v>
                </c:pt>
                <c:pt idx="49">
                  <c:v>101.09320205075528</c:v>
                </c:pt>
                <c:pt idx="50">
                  <c:v>100.96913847303911</c:v>
                </c:pt>
                <c:pt idx="51">
                  <c:v>101.5542099126036</c:v>
                </c:pt>
                <c:pt idx="52">
                  <c:v>100.27486222466095</c:v>
                </c:pt>
                <c:pt idx="53">
                  <c:v>100.53010576391178</c:v>
                </c:pt>
                <c:pt idx="54">
                  <c:v>102.78141773476425</c:v>
                </c:pt>
                <c:pt idx="55">
                  <c:v>98.48578471376257</c:v>
                </c:pt>
                <c:pt idx="56">
                  <c:v>99.76809498783193</c:v>
                </c:pt>
                <c:pt idx="57">
                  <c:v>97.537455555073379</c:v>
                </c:pt>
                <c:pt idx="58">
                  <c:v>98.769529641976419</c:v>
                </c:pt>
                <c:pt idx="59">
                  <c:v>100.81269016440865</c:v>
                </c:pt>
                <c:pt idx="60">
                  <c:v>99.592157515459277</c:v>
                </c:pt>
                <c:pt idx="61">
                  <c:v>98.566941941609045</c:v>
                </c:pt>
                <c:pt idx="62">
                  <c:v>99.602424197471294</c:v>
                </c:pt>
                <c:pt idx="63">
                  <c:v>99.856370515871234</c:v>
                </c:pt>
                <c:pt idx="64">
                  <c:v>102.46411781358407</c:v>
                </c:pt>
                <c:pt idx="65">
                  <c:v>101.8500971384556</c:v>
                </c:pt>
                <c:pt idx="66">
                  <c:v>102.12805964749428</c:v>
                </c:pt>
                <c:pt idx="67">
                  <c:v>101.79622560076675</c:v>
                </c:pt>
                <c:pt idx="68">
                  <c:v>102.68356725953738</c:v>
                </c:pt>
                <c:pt idx="69">
                  <c:v>105.37029558209711</c:v>
                </c:pt>
                <c:pt idx="70">
                  <c:v>105.13410731778873</c:v>
                </c:pt>
                <c:pt idx="71">
                  <c:v>106.66483440463202</c:v>
                </c:pt>
                <c:pt idx="72">
                  <c:v>105.41954114507644</c:v>
                </c:pt>
                <c:pt idx="73">
                  <c:v>105.93485278882423</c:v>
                </c:pt>
                <c:pt idx="74">
                  <c:v>106.02267971064363</c:v>
                </c:pt>
                <c:pt idx="75">
                  <c:v>105.3428954388644</c:v>
                </c:pt>
                <c:pt idx="76">
                  <c:v>105.77793572161231</c:v>
                </c:pt>
                <c:pt idx="77">
                  <c:v>106.24953484790484</c:v>
                </c:pt>
                <c:pt idx="78">
                  <c:v>107.26438358414508</c:v>
                </c:pt>
                <c:pt idx="79">
                  <c:v>106.45584972889688</c:v>
                </c:pt>
                <c:pt idx="80">
                  <c:v>105.41809542488876</c:v>
                </c:pt>
                <c:pt idx="81">
                  <c:v>104.96104920750382</c:v>
                </c:pt>
                <c:pt idx="82">
                  <c:v>105.6921845785451</c:v>
                </c:pt>
                <c:pt idx="83">
                  <c:v>104.8199797791175</c:v>
                </c:pt>
                <c:pt idx="84">
                  <c:v>104.75260768479549</c:v>
                </c:pt>
                <c:pt idx="85">
                  <c:v>103.84818068010809</c:v>
                </c:pt>
                <c:pt idx="86">
                  <c:v>104.74846104304586</c:v>
                </c:pt>
                <c:pt idx="87">
                  <c:v>105.05795656848207</c:v>
                </c:pt>
                <c:pt idx="88">
                  <c:v>104.66634248509119</c:v>
                </c:pt>
                <c:pt idx="89">
                  <c:v>107.35214511383457</c:v>
                </c:pt>
                <c:pt idx="90">
                  <c:v>107.171552035003</c:v>
                </c:pt>
                <c:pt idx="91">
                  <c:v>105.39616389303279</c:v>
                </c:pt>
                <c:pt idx="92">
                  <c:v>105.40546596114268</c:v>
                </c:pt>
                <c:pt idx="93">
                  <c:v>106.14844006940859</c:v>
                </c:pt>
                <c:pt idx="94">
                  <c:v>105.89848959154722</c:v>
                </c:pt>
                <c:pt idx="95">
                  <c:v>108.53338477735757</c:v>
                </c:pt>
                <c:pt idx="96">
                  <c:v>108.65735430317356</c:v>
                </c:pt>
                <c:pt idx="97">
                  <c:v>107.09264361608511</c:v>
                </c:pt>
                <c:pt idx="98">
                  <c:v>107.50011272754051</c:v>
                </c:pt>
                <c:pt idx="99">
                  <c:v>107.51960482447542</c:v>
                </c:pt>
                <c:pt idx="100">
                  <c:v>108.35272366894226</c:v>
                </c:pt>
                <c:pt idx="101">
                  <c:v>109.55102222560237</c:v>
                </c:pt>
                <c:pt idx="102">
                  <c:v>109.07242094375782</c:v>
                </c:pt>
                <c:pt idx="103">
                  <c:v>111.5294265749497</c:v>
                </c:pt>
                <c:pt idx="104">
                  <c:v>111.64912330753832</c:v>
                </c:pt>
                <c:pt idx="105">
                  <c:v>110.33477479516425</c:v>
                </c:pt>
                <c:pt idx="106">
                  <c:v>111.29720198677745</c:v>
                </c:pt>
                <c:pt idx="107">
                  <c:v>110.33807830085344</c:v>
                </c:pt>
                <c:pt idx="108">
                  <c:v>110.56730475404223</c:v>
                </c:pt>
                <c:pt idx="109">
                  <c:v>111.40477518963266</c:v>
                </c:pt>
                <c:pt idx="110">
                  <c:v>110.84127200561122</c:v>
                </c:pt>
                <c:pt idx="111">
                  <c:v>112.2855492998343</c:v>
                </c:pt>
                <c:pt idx="112">
                  <c:v>111.10358822109488</c:v>
                </c:pt>
                <c:pt idx="113">
                  <c:v>112.0975498289357</c:v>
                </c:pt>
                <c:pt idx="114">
                  <c:v>110.00028956167351</c:v>
                </c:pt>
                <c:pt idx="115">
                  <c:v>111.52482073975796</c:v>
                </c:pt>
                <c:pt idx="116">
                  <c:v>113.43749315881276</c:v>
                </c:pt>
                <c:pt idx="117">
                  <c:v>115.2977090427743</c:v>
                </c:pt>
                <c:pt idx="118">
                  <c:v>114.46413589359395</c:v>
                </c:pt>
                <c:pt idx="119">
                  <c:v>116.08548812243586</c:v>
                </c:pt>
                <c:pt idx="120">
                  <c:v>117.36183282148768</c:v>
                </c:pt>
                <c:pt idx="121">
                  <c:v>116.56189205666224</c:v>
                </c:pt>
                <c:pt idx="122">
                  <c:v>116.64410164382528</c:v>
                </c:pt>
                <c:pt idx="123">
                  <c:v>115.30388488276682</c:v>
                </c:pt>
                <c:pt idx="124">
                  <c:v>115.12678618229768</c:v>
                </c:pt>
                <c:pt idx="125">
                  <c:v>115.23485790368564</c:v>
                </c:pt>
                <c:pt idx="126">
                  <c:v>113.89577246545534</c:v>
                </c:pt>
                <c:pt idx="127">
                  <c:v>112.95466185715148</c:v>
                </c:pt>
                <c:pt idx="128">
                  <c:v>114.41317560403124</c:v>
                </c:pt>
                <c:pt idx="129">
                  <c:v>113.96007765421524</c:v>
                </c:pt>
                <c:pt idx="130">
                  <c:v>112.98601734541883</c:v>
                </c:pt>
                <c:pt idx="131">
                  <c:v>114.00075890726605</c:v>
                </c:pt>
                <c:pt idx="132">
                  <c:v>113.10582253314573</c:v>
                </c:pt>
                <c:pt idx="133">
                  <c:v>113.0079253235685</c:v>
                </c:pt>
                <c:pt idx="134">
                  <c:v>110.03868972504321</c:v>
                </c:pt>
                <c:pt idx="135">
                  <c:v>110.84675871134992</c:v>
                </c:pt>
                <c:pt idx="136">
                  <c:v>111.99757922014844</c:v>
                </c:pt>
                <c:pt idx="137">
                  <c:v>112.35885109852734</c:v>
                </c:pt>
                <c:pt idx="138">
                  <c:v>111.42967050704118</c:v>
                </c:pt>
                <c:pt idx="139">
                  <c:v>111.1070738869772</c:v>
                </c:pt>
                <c:pt idx="140">
                  <c:v>110.44276832224159</c:v>
                </c:pt>
                <c:pt idx="141">
                  <c:v>110.13991838625486</c:v>
                </c:pt>
                <c:pt idx="142">
                  <c:v>109.94233988396768</c:v>
                </c:pt>
                <c:pt idx="143">
                  <c:v>111.45212657224543</c:v>
                </c:pt>
                <c:pt idx="144">
                  <c:v>111.53547945715904</c:v>
                </c:pt>
                <c:pt idx="145">
                  <c:v>112.84494124247807</c:v>
                </c:pt>
                <c:pt idx="146">
                  <c:v>112.46537649167206</c:v>
                </c:pt>
                <c:pt idx="147">
                  <c:v>114.33386126877791</c:v>
                </c:pt>
                <c:pt idx="148">
                  <c:v>112.4693510221001</c:v>
                </c:pt>
                <c:pt idx="149">
                  <c:v>111.4398397238496</c:v>
                </c:pt>
                <c:pt idx="150">
                  <c:v>110.57951169398969</c:v>
                </c:pt>
                <c:pt idx="151">
                  <c:v>111.89087273504336</c:v>
                </c:pt>
                <c:pt idx="152">
                  <c:v>112.0643032310565</c:v>
                </c:pt>
                <c:pt idx="153">
                  <c:v>112.7361184421224</c:v>
                </c:pt>
                <c:pt idx="154">
                  <c:v>113.001471799504</c:v>
                </c:pt>
                <c:pt idx="155">
                  <c:v>113.39804602770208</c:v>
                </c:pt>
                <c:pt idx="156">
                  <c:v>113.4456317871966</c:v>
                </c:pt>
                <c:pt idx="157">
                  <c:v>112.89066703637906</c:v>
                </c:pt>
                <c:pt idx="158">
                  <c:v>112.75389912596407</c:v>
                </c:pt>
                <c:pt idx="159">
                  <c:v>112.81531391231636</c:v>
                </c:pt>
                <c:pt idx="160">
                  <c:v>113.71215630135039</c:v>
                </c:pt>
                <c:pt idx="161">
                  <c:v>113.26815178519426</c:v>
                </c:pt>
                <c:pt idx="162">
                  <c:v>113.85715282275268</c:v>
                </c:pt>
                <c:pt idx="163">
                  <c:v>112.87347122399272</c:v>
                </c:pt>
                <c:pt idx="164">
                  <c:v>111.57580710188378</c:v>
                </c:pt>
                <c:pt idx="165">
                  <c:v>111.35304966069943</c:v>
                </c:pt>
                <c:pt idx="166">
                  <c:v>111.43273298521434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CFE3-46D0-B9DA-7FA08D83A6FD}"/>
            </c:ext>
          </c:extLst>
        </c:ser>
        <c:ser>
          <c:idx val="6"/>
          <c:order val="6"/>
          <c:tx>
            <c:strRef>
              <c:f>EQ!$I$30</c:f>
              <c:strCache>
                <c:ptCount val="1"/>
                <c:pt idx="0">
                  <c:v>JGEUGRI LX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EQ!$J$3:$FT$3</c:f>
              <c:numCache>
                <c:formatCode>m/d/yyyy</c:formatCode>
                <c:ptCount val="167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</c:numCache>
            </c:numRef>
          </c:cat>
          <c:val>
            <c:numRef>
              <c:f>EQ!$J$30:$FT$30</c:f>
              <c:numCache>
                <c:formatCode>General</c:formatCode>
                <c:ptCount val="167"/>
                <c:pt idx="0">
                  <c:v>100</c:v>
                </c:pt>
                <c:pt idx="1">
                  <c:v>100.69774259053136</c:v>
                </c:pt>
                <c:pt idx="2">
                  <c:v>101.33867261820582</c:v>
                </c:pt>
                <c:pt idx="3">
                  <c:v>102.55763331053505</c:v>
                </c:pt>
                <c:pt idx="4">
                  <c:v>103.43921728998741</c:v>
                </c:pt>
                <c:pt idx="5">
                  <c:v>102.79710678064833</c:v>
                </c:pt>
                <c:pt idx="6">
                  <c:v>103.73874403518485</c:v>
                </c:pt>
                <c:pt idx="7">
                  <c:v>104.94885374268289</c:v>
                </c:pt>
                <c:pt idx="8">
                  <c:v>105.12903972130835</c:v>
                </c:pt>
                <c:pt idx="9">
                  <c:v>105.56287905946563</c:v>
                </c:pt>
                <c:pt idx="10">
                  <c:v>106.21101193790402</c:v>
                </c:pt>
                <c:pt idx="11">
                  <c:v>106.61298708584135</c:v>
                </c:pt>
                <c:pt idx="12">
                  <c:v>105.18790011456832</c:v>
                </c:pt>
                <c:pt idx="13">
                  <c:v>103.36990593540615</c:v>
                </c:pt>
                <c:pt idx="14">
                  <c:v>103.5486449802958</c:v>
                </c:pt>
                <c:pt idx="15">
                  <c:v>105.07498223590886</c:v>
                </c:pt>
                <c:pt idx="16">
                  <c:v>104.62593100842516</c:v>
                </c:pt>
                <c:pt idx="17">
                  <c:v>103.91610106856152</c:v>
                </c:pt>
                <c:pt idx="18">
                  <c:v>103.53752996037639</c:v>
                </c:pt>
                <c:pt idx="19">
                  <c:v>104.198888652007</c:v>
                </c:pt>
                <c:pt idx="20">
                  <c:v>104.18385644388236</c:v>
                </c:pt>
                <c:pt idx="21">
                  <c:v>104.88966642915864</c:v>
                </c:pt>
                <c:pt idx="22">
                  <c:v>106.07557736241881</c:v>
                </c:pt>
                <c:pt idx="23">
                  <c:v>106.88319368928974</c:v>
                </c:pt>
                <c:pt idx="24">
                  <c:v>107.6050405248959</c:v>
                </c:pt>
                <c:pt idx="25">
                  <c:v>107.07792058933285</c:v>
                </c:pt>
                <c:pt idx="26">
                  <c:v>106.93527643551198</c:v>
                </c:pt>
                <c:pt idx="27">
                  <c:v>106.57573488086759</c:v>
                </c:pt>
                <c:pt idx="28">
                  <c:v>107.28885767687864</c:v>
                </c:pt>
                <c:pt idx="29">
                  <c:v>106.88918126908146</c:v>
                </c:pt>
                <c:pt idx="30">
                  <c:v>108.15649166500512</c:v>
                </c:pt>
                <c:pt idx="31">
                  <c:v>106.22673623189058</c:v>
                </c:pt>
                <c:pt idx="32">
                  <c:v>107.08537897843509</c:v>
                </c:pt>
                <c:pt idx="33">
                  <c:v>106.51094860907071</c:v>
                </c:pt>
                <c:pt idx="34">
                  <c:v>108.69813384580004</c:v>
                </c:pt>
                <c:pt idx="35">
                  <c:v>108.64992875265825</c:v>
                </c:pt>
                <c:pt idx="36">
                  <c:v>109.34522253705508</c:v>
                </c:pt>
                <c:pt idx="37">
                  <c:v>109.34700514732114</c:v>
                </c:pt>
                <c:pt idx="38">
                  <c:v>109.02051731027846</c:v>
                </c:pt>
                <c:pt idx="39">
                  <c:v>109.76415202484526</c:v>
                </c:pt>
                <c:pt idx="40">
                  <c:v>110.42033530662938</c:v>
                </c:pt>
                <c:pt idx="41">
                  <c:v>110.2286646972458</c:v>
                </c:pt>
                <c:pt idx="42">
                  <c:v>109.78805272934244</c:v>
                </c:pt>
                <c:pt idx="43">
                  <c:v>106.78350888101699</c:v>
                </c:pt>
                <c:pt idx="44">
                  <c:v>108.26306819237162</c:v>
                </c:pt>
                <c:pt idx="45">
                  <c:v>109.2083257529643</c:v>
                </c:pt>
                <c:pt idx="46">
                  <c:v>106.18685105528344</c:v>
                </c:pt>
                <c:pt idx="47">
                  <c:v>104.41337785019685</c:v>
                </c:pt>
                <c:pt idx="48">
                  <c:v>106.91224478125199</c:v>
                </c:pt>
                <c:pt idx="49">
                  <c:v>106.84819153241455</c:v>
                </c:pt>
                <c:pt idx="50">
                  <c:v>106.91669198243027</c:v>
                </c:pt>
                <c:pt idx="51">
                  <c:v>107.01571757048248</c:v>
                </c:pt>
                <c:pt idx="52">
                  <c:v>105.3890339307888</c:v>
                </c:pt>
                <c:pt idx="53">
                  <c:v>105.55903606155294</c:v>
                </c:pt>
                <c:pt idx="54">
                  <c:v>107.08835736028441</c:v>
                </c:pt>
                <c:pt idx="55">
                  <c:v>102.66157632019119</c:v>
                </c:pt>
                <c:pt idx="56">
                  <c:v>103.52387103663924</c:v>
                </c:pt>
                <c:pt idx="57">
                  <c:v>101.75665743802099</c:v>
                </c:pt>
                <c:pt idx="58">
                  <c:v>102.24786741839499</c:v>
                </c:pt>
                <c:pt idx="59">
                  <c:v>104.29079934274793</c:v>
                </c:pt>
                <c:pt idx="60">
                  <c:v>102.90311707895863</c:v>
                </c:pt>
                <c:pt idx="61">
                  <c:v>102.04178647992346</c:v>
                </c:pt>
                <c:pt idx="62">
                  <c:v>102.61021106986259</c:v>
                </c:pt>
                <c:pt idx="63">
                  <c:v>103.47840900111657</c:v>
                </c:pt>
                <c:pt idx="64">
                  <c:v>105.04567963663339</c:v>
                </c:pt>
                <c:pt idx="65">
                  <c:v>104.41131764004371</c:v>
                </c:pt>
                <c:pt idx="66">
                  <c:v>104.61986693699556</c:v>
                </c:pt>
                <c:pt idx="67">
                  <c:v>104.34801064797091</c:v>
                </c:pt>
                <c:pt idx="68">
                  <c:v>105.35223598102334</c:v>
                </c:pt>
                <c:pt idx="69">
                  <c:v>108.21225915015717</c:v>
                </c:pt>
                <c:pt idx="70">
                  <c:v>107.21182638421894</c:v>
                </c:pt>
                <c:pt idx="71">
                  <c:v>108.14071761743575</c:v>
                </c:pt>
                <c:pt idx="72">
                  <c:v>106.88386166503285</c:v>
                </c:pt>
                <c:pt idx="73">
                  <c:v>107.99468687572474</c:v>
                </c:pt>
                <c:pt idx="74">
                  <c:v>108.18719133163876</c:v>
                </c:pt>
                <c:pt idx="75">
                  <c:v>108.29657022622851</c:v>
                </c:pt>
                <c:pt idx="76">
                  <c:v>108.40698411360347</c:v>
                </c:pt>
                <c:pt idx="77">
                  <c:v>108.60000529700743</c:v>
                </c:pt>
                <c:pt idx="78">
                  <c:v>109.60463827395736</c:v>
                </c:pt>
                <c:pt idx="79">
                  <c:v>109.14116620297224</c:v>
                </c:pt>
                <c:pt idx="80">
                  <c:v>109.05578537564321</c:v>
                </c:pt>
                <c:pt idx="81">
                  <c:v>108.88432416365366</c:v>
                </c:pt>
                <c:pt idx="82">
                  <c:v>109.79498002321783</c:v>
                </c:pt>
                <c:pt idx="83">
                  <c:v>109.26031712234614</c:v>
                </c:pt>
                <c:pt idx="84">
                  <c:v>108.81328182893087</c:v>
                </c:pt>
                <c:pt idx="85">
                  <c:v>107.2667645657058</c:v>
                </c:pt>
                <c:pt idx="86">
                  <c:v>107.43149468789525</c:v>
                </c:pt>
                <c:pt idx="87">
                  <c:v>107.64272196215086</c:v>
                </c:pt>
                <c:pt idx="88">
                  <c:v>107.66112661484051</c:v>
                </c:pt>
                <c:pt idx="89">
                  <c:v>110.44005728853232</c:v>
                </c:pt>
                <c:pt idx="90">
                  <c:v>110.08300345952256</c:v>
                </c:pt>
                <c:pt idx="91">
                  <c:v>108.39436359301253</c:v>
                </c:pt>
                <c:pt idx="92">
                  <c:v>107.86611199648925</c:v>
                </c:pt>
                <c:pt idx="93">
                  <c:v>107.83549800581366</c:v>
                </c:pt>
                <c:pt idx="94">
                  <c:v>107.87004543991075</c:v>
                </c:pt>
                <c:pt idx="95">
                  <c:v>108.19348053865465</c:v>
                </c:pt>
                <c:pt idx="96">
                  <c:v>109.00478548705719</c:v>
                </c:pt>
                <c:pt idx="97">
                  <c:v>108.11380012632499</c:v>
                </c:pt>
                <c:pt idx="98">
                  <c:v>110.27960805115096</c:v>
                </c:pt>
                <c:pt idx="99">
                  <c:v>109.4312360234121</c:v>
                </c:pt>
                <c:pt idx="100">
                  <c:v>110.40274413046035</c:v>
                </c:pt>
                <c:pt idx="101">
                  <c:v>111.69013348690929</c:v>
                </c:pt>
                <c:pt idx="102">
                  <c:v>111.39272804642707</c:v>
                </c:pt>
                <c:pt idx="103">
                  <c:v>113.31216335644227</c:v>
                </c:pt>
                <c:pt idx="104">
                  <c:v>113.41610259540712</c:v>
                </c:pt>
                <c:pt idx="105">
                  <c:v>112.14613577294237</c:v>
                </c:pt>
                <c:pt idx="106">
                  <c:v>111.77295788406761</c:v>
                </c:pt>
                <c:pt idx="107">
                  <c:v>111.79391765756779</c:v>
                </c:pt>
                <c:pt idx="108">
                  <c:v>112.07792184816454</c:v>
                </c:pt>
                <c:pt idx="109">
                  <c:v>112.18771710466338</c:v>
                </c:pt>
                <c:pt idx="110">
                  <c:v>111.54493322065322</c:v>
                </c:pt>
                <c:pt idx="111">
                  <c:v>113.38383183363742</c:v>
                </c:pt>
                <c:pt idx="112">
                  <c:v>112.27253557997138</c:v>
                </c:pt>
                <c:pt idx="113">
                  <c:v>113.20908501110412</c:v>
                </c:pt>
                <c:pt idx="114">
                  <c:v>111.18460471430039</c:v>
                </c:pt>
                <c:pt idx="115">
                  <c:v>111.66502709131414</c:v>
                </c:pt>
                <c:pt idx="116">
                  <c:v>113.46643053856978</c:v>
                </c:pt>
                <c:pt idx="117">
                  <c:v>114.58732422357416</c:v>
                </c:pt>
                <c:pt idx="118">
                  <c:v>114.45326117494157</c:v>
                </c:pt>
                <c:pt idx="119">
                  <c:v>115.96217690894983</c:v>
                </c:pt>
                <c:pt idx="120">
                  <c:v>116.13314854454129</c:v>
                </c:pt>
                <c:pt idx="121">
                  <c:v>115.97325848171953</c:v>
                </c:pt>
                <c:pt idx="122">
                  <c:v>116.45701976415546</c:v>
                </c:pt>
                <c:pt idx="123">
                  <c:v>116.90729355571555</c:v>
                </c:pt>
                <c:pt idx="124">
                  <c:v>116.11043807073814</c:v>
                </c:pt>
                <c:pt idx="125">
                  <c:v>116.79355895140506</c:v>
                </c:pt>
                <c:pt idx="126">
                  <c:v>115.24073575662386</c:v>
                </c:pt>
                <c:pt idx="127">
                  <c:v>114.87406420397056</c:v>
                </c:pt>
                <c:pt idx="128">
                  <c:v>116.21571841131517</c:v>
                </c:pt>
                <c:pt idx="129">
                  <c:v>116.08472780030168</c:v>
                </c:pt>
                <c:pt idx="130">
                  <c:v>115.8843821818955</c:v>
                </c:pt>
                <c:pt idx="131">
                  <c:v>117.27831364779816</c:v>
                </c:pt>
                <c:pt idx="132">
                  <c:v>117.67906851348324</c:v>
                </c:pt>
                <c:pt idx="133">
                  <c:v>117.70502279482452</c:v>
                </c:pt>
                <c:pt idx="134">
                  <c:v>114.71660430825361</c:v>
                </c:pt>
                <c:pt idx="135">
                  <c:v>114.6982671973157</c:v>
                </c:pt>
                <c:pt idx="136">
                  <c:v>115.54244658190049</c:v>
                </c:pt>
                <c:pt idx="137">
                  <c:v>115.48377617312616</c:v>
                </c:pt>
                <c:pt idx="138">
                  <c:v>114.24320945911572</c:v>
                </c:pt>
                <c:pt idx="139">
                  <c:v>114.42794008020446</c:v>
                </c:pt>
                <c:pt idx="140">
                  <c:v>114.80457998670209</c:v>
                </c:pt>
                <c:pt idx="141">
                  <c:v>114.50870977742544</c:v>
                </c:pt>
                <c:pt idx="142">
                  <c:v>114.82273717126253</c:v>
                </c:pt>
                <c:pt idx="143">
                  <c:v>115.46079034764008</c:v>
                </c:pt>
                <c:pt idx="144">
                  <c:v>115.92017118283242</c:v>
                </c:pt>
                <c:pt idx="145">
                  <c:v>115.72667072174983</c:v>
                </c:pt>
                <c:pt idx="146">
                  <c:v>115.83049636411396</c:v>
                </c:pt>
                <c:pt idx="147">
                  <c:v>117.58849700210887</c:v>
                </c:pt>
                <c:pt idx="148">
                  <c:v>116.05841812959858</c:v>
                </c:pt>
                <c:pt idx="149">
                  <c:v>114.75669539035901</c:v>
                </c:pt>
                <c:pt idx="150">
                  <c:v>114.2409696624061</c:v>
                </c:pt>
                <c:pt idx="151">
                  <c:v>115.99948461802219</c:v>
                </c:pt>
                <c:pt idx="152">
                  <c:v>115.47788628813737</c:v>
                </c:pt>
                <c:pt idx="153">
                  <c:v>116.27922297911486</c:v>
                </c:pt>
                <c:pt idx="154">
                  <c:v>116.43945176437126</c:v>
                </c:pt>
                <c:pt idx="155">
                  <c:v>117.30967337605585</c:v>
                </c:pt>
                <c:pt idx="156">
                  <c:v>117.7880098973493</c:v>
                </c:pt>
                <c:pt idx="157">
                  <c:v>118.01508337275673</c:v>
                </c:pt>
                <c:pt idx="158">
                  <c:v>118.03171865048094</c:v>
                </c:pt>
                <c:pt idx="159">
                  <c:v>118.89697178579067</c:v>
                </c:pt>
                <c:pt idx="160">
                  <c:v>118.49829857046556</c:v>
                </c:pt>
                <c:pt idx="161">
                  <c:v>117.56839267426632</c:v>
                </c:pt>
                <c:pt idx="162">
                  <c:v>117.22281237497393</c:v>
                </c:pt>
                <c:pt idx="163">
                  <c:v>115.94016299586478</c:v>
                </c:pt>
                <c:pt idx="164">
                  <c:v>114.31264251002828</c:v>
                </c:pt>
                <c:pt idx="165">
                  <c:v>113.89310148133828</c:v>
                </c:pt>
                <c:pt idx="166">
                  <c:v>114.21011061313345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CFE3-46D0-B9DA-7FA08D83A6FD}"/>
            </c:ext>
          </c:extLst>
        </c:ser>
        <c:ser>
          <c:idx val="7"/>
          <c:order val="7"/>
          <c:tx>
            <c:strRef>
              <c:f>EQ!$I$31</c:f>
              <c:strCache>
                <c:ptCount val="1"/>
                <c:pt idx="0">
                  <c:v>EUFN US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EQ!$J$3:$FT$3</c:f>
              <c:numCache>
                <c:formatCode>m/d/yyyy</c:formatCode>
                <c:ptCount val="167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</c:numCache>
            </c:numRef>
          </c:cat>
          <c:val>
            <c:numRef>
              <c:f>EQ!$J$31:$FT$31</c:f>
              <c:numCache>
                <c:formatCode>General</c:formatCode>
                <c:ptCount val="167"/>
                <c:pt idx="0">
                  <c:v>100</c:v>
                </c:pt>
                <c:pt idx="1">
                  <c:v>101.1863035858722</c:v>
                </c:pt>
                <c:pt idx="2">
                  <c:v>101.94122404960906</c:v>
                </c:pt>
                <c:pt idx="3">
                  <c:v>101.15934214073874</c:v>
                </c:pt>
                <c:pt idx="4">
                  <c:v>99.487732542464258</c:v>
                </c:pt>
                <c:pt idx="5">
                  <c:v>100.24265300620112</c:v>
                </c:pt>
                <c:pt idx="6">
                  <c:v>99.919115664599616</c:v>
                </c:pt>
                <c:pt idx="7">
                  <c:v>100.647074683203</c:v>
                </c:pt>
                <c:pt idx="8">
                  <c:v>100.29657589646804</c:v>
                </c:pt>
                <c:pt idx="9">
                  <c:v>100.647074683203</c:v>
                </c:pt>
                <c:pt idx="10">
                  <c:v>100.53922890266917</c:v>
                </c:pt>
                <c:pt idx="11">
                  <c:v>101.10541925047181</c:v>
                </c:pt>
                <c:pt idx="12">
                  <c:v>101.10541925047181</c:v>
                </c:pt>
                <c:pt idx="13">
                  <c:v>99.703424103531916</c:v>
                </c:pt>
                <c:pt idx="14">
                  <c:v>100.53922890266917</c:v>
                </c:pt>
                <c:pt idx="15">
                  <c:v>101.29414936640603</c:v>
                </c:pt>
                <c:pt idx="16">
                  <c:v>101.10541925047181</c:v>
                </c:pt>
                <c:pt idx="17">
                  <c:v>102.04906983014288</c:v>
                </c:pt>
                <c:pt idx="18">
                  <c:v>104.42167700188729</c:v>
                </c:pt>
                <c:pt idx="19">
                  <c:v>102.93879751954704</c:v>
                </c:pt>
                <c:pt idx="20">
                  <c:v>103.72067942841736</c:v>
                </c:pt>
                <c:pt idx="21">
                  <c:v>103.04664330008087</c:v>
                </c:pt>
                <c:pt idx="22">
                  <c:v>104.74521434348881</c:v>
                </c:pt>
                <c:pt idx="23">
                  <c:v>104.20598544081963</c:v>
                </c:pt>
                <c:pt idx="24">
                  <c:v>103.74764087355082</c:v>
                </c:pt>
                <c:pt idx="25">
                  <c:v>100.86276624427069</c:v>
                </c:pt>
                <c:pt idx="26">
                  <c:v>103.01968185494744</c:v>
                </c:pt>
                <c:pt idx="27">
                  <c:v>104.47559989215424</c:v>
                </c:pt>
                <c:pt idx="28">
                  <c:v>102.91183607441361</c:v>
                </c:pt>
                <c:pt idx="29">
                  <c:v>101.64464815314103</c:v>
                </c:pt>
                <c:pt idx="30">
                  <c:v>100.2156915610677</c:v>
                </c:pt>
                <c:pt idx="31">
                  <c:v>98.705850633593982</c:v>
                </c:pt>
                <c:pt idx="32">
                  <c:v>98.705850633593982</c:v>
                </c:pt>
                <c:pt idx="33">
                  <c:v>100.64707468320304</c:v>
                </c:pt>
                <c:pt idx="34">
                  <c:v>101.42895659207336</c:v>
                </c:pt>
                <c:pt idx="35">
                  <c:v>100.43138312213537</c:v>
                </c:pt>
                <c:pt idx="36">
                  <c:v>102.23779994607713</c:v>
                </c:pt>
                <c:pt idx="37">
                  <c:v>101.64464815314103</c:v>
                </c:pt>
                <c:pt idx="38">
                  <c:v>100.97061202480457</c:v>
                </c:pt>
                <c:pt idx="39">
                  <c:v>103.01968185494746</c:v>
                </c:pt>
                <c:pt idx="40">
                  <c:v>103.20841197088168</c:v>
                </c:pt>
                <c:pt idx="41">
                  <c:v>101.67160959827451</c:v>
                </c:pt>
                <c:pt idx="42">
                  <c:v>98.921542194661669</c:v>
                </c:pt>
                <c:pt idx="43">
                  <c:v>95.308708546778149</c:v>
                </c:pt>
                <c:pt idx="44">
                  <c:v>96.791588029118401</c:v>
                </c:pt>
                <c:pt idx="45">
                  <c:v>94.715556753842051</c:v>
                </c:pt>
                <c:pt idx="46">
                  <c:v>94.041520625505569</c:v>
                </c:pt>
                <c:pt idx="47">
                  <c:v>94.904286869776257</c:v>
                </c:pt>
                <c:pt idx="48">
                  <c:v>95.012132650310107</c:v>
                </c:pt>
                <c:pt idx="49">
                  <c:v>94.931248314909723</c:v>
                </c:pt>
                <c:pt idx="50">
                  <c:v>92.208142356430358</c:v>
                </c:pt>
                <c:pt idx="51">
                  <c:v>90.77918576435701</c:v>
                </c:pt>
                <c:pt idx="52">
                  <c:v>92.909139929900292</c:v>
                </c:pt>
                <c:pt idx="53">
                  <c:v>93.664060393637143</c:v>
                </c:pt>
                <c:pt idx="54">
                  <c:v>92.208142356430358</c:v>
                </c:pt>
                <c:pt idx="55">
                  <c:v>92.315988136964208</c:v>
                </c:pt>
                <c:pt idx="56">
                  <c:v>89.26934483688332</c:v>
                </c:pt>
                <c:pt idx="57">
                  <c:v>92.07333513076307</c:v>
                </c:pt>
                <c:pt idx="58">
                  <c:v>91.07576166082508</c:v>
                </c:pt>
                <c:pt idx="59">
                  <c:v>92.936101375033772</c:v>
                </c:pt>
                <c:pt idx="60">
                  <c:v>90.45564842275553</c:v>
                </c:pt>
                <c:pt idx="61">
                  <c:v>89.673766513885226</c:v>
                </c:pt>
                <c:pt idx="62">
                  <c:v>90.132111081154036</c:v>
                </c:pt>
                <c:pt idx="63">
                  <c:v>93.960636290105242</c:v>
                </c:pt>
                <c:pt idx="64">
                  <c:v>95.82097600431392</c:v>
                </c:pt>
                <c:pt idx="65">
                  <c:v>95.093016985710534</c:v>
                </c:pt>
                <c:pt idx="66">
                  <c:v>95.093016985710534</c:v>
                </c:pt>
                <c:pt idx="67">
                  <c:v>95.794014559180468</c:v>
                </c:pt>
                <c:pt idx="68">
                  <c:v>96.036667565381592</c:v>
                </c:pt>
                <c:pt idx="69">
                  <c:v>100.21569156106777</c:v>
                </c:pt>
                <c:pt idx="70">
                  <c:v>100.35049878673507</c:v>
                </c:pt>
                <c:pt idx="71">
                  <c:v>100.70099757347003</c:v>
                </c:pt>
                <c:pt idx="72">
                  <c:v>102.1029927204099</c:v>
                </c:pt>
                <c:pt idx="73">
                  <c:v>103.23537341601521</c:v>
                </c:pt>
                <c:pt idx="74">
                  <c:v>103.55891075761672</c:v>
                </c:pt>
                <c:pt idx="75">
                  <c:v>102.72310595847949</c:v>
                </c:pt>
                <c:pt idx="76">
                  <c:v>104.79913723375584</c:v>
                </c:pt>
                <c:pt idx="77">
                  <c:v>104.2329468859532</c:v>
                </c:pt>
                <c:pt idx="78">
                  <c:v>102.15691561067686</c:v>
                </c:pt>
                <c:pt idx="79">
                  <c:v>102.12995416554341</c:v>
                </c:pt>
                <c:pt idx="80">
                  <c:v>100.16176867080088</c:v>
                </c:pt>
                <c:pt idx="81">
                  <c:v>100.97061202480467</c:v>
                </c:pt>
                <c:pt idx="82">
                  <c:v>100.86276624427082</c:v>
                </c:pt>
                <c:pt idx="83">
                  <c:v>101.13238069560541</c:v>
                </c:pt>
                <c:pt idx="84">
                  <c:v>99.730385548665538</c:v>
                </c:pt>
                <c:pt idx="85">
                  <c:v>101.6716095982746</c:v>
                </c:pt>
                <c:pt idx="86">
                  <c:v>101.45591803720693</c:v>
                </c:pt>
                <c:pt idx="87">
                  <c:v>98.975465084928672</c:v>
                </c:pt>
                <c:pt idx="88">
                  <c:v>100.05392289026702</c:v>
                </c:pt>
                <c:pt idx="89">
                  <c:v>103.74764087355092</c:v>
                </c:pt>
                <c:pt idx="90">
                  <c:v>101.56376381774074</c:v>
                </c:pt>
                <c:pt idx="91">
                  <c:v>102.58829873281216</c:v>
                </c:pt>
                <c:pt idx="92">
                  <c:v>102.29172283634411</c:v>
                </c:pt>
                <c:pt idx="93">
                  <c:v>101.2402264761392</c:v>
                </c:pt>
                <c:pt idx="94">
                  <c:v>101.3750337018065</c:v>
                </c:pt>
                <c:pt idx="95">
                  <c:v>101.26718792127267</c:v>
                </c:pt>
                <c:pt idx="96">
                  <c:v>99.892154219466235</c:v>
                </c:pt>
                <c:pt idx="97">
                  <c:v>101.83337826907531</c:v>
                </c:pt>
                <c:pt idx="98">
                  <c:v>100.56619034780272</c:v>
                </c:pt>
                <c:pt idx="99">
                  <c:v>103.4241035319494</c:v>
                </c:pt>
                <c:pt idx="100">
                  <c:v>103.80156376381782</c:v>
                </c:pt>
                <c:pt idx="101">
                  <c:v>102.8848746292802</c:v>
                </c:pt>
                <c:pt idx="102">
                  <c:v>102.8848746292802</c:v>
                </c:pt>
                <c:pt idx="103">
                  <c:v>104.85306012402275</c:v>
                </c:pt>
                <c:pt idx="104">
                  <c:v>104.63736856295507</c:v>
                </c:pt>
                <c:pt idx="105">
                  <c:v>103.3701806416825</c:v>
                </c:pt>
                <c:pt idx="106">
                  <c:v>103.82852520895129</c:v>
                </c:pt>
                <c:pt idx="107">
                  <c:v>103.23537341601519</c:v>
                </c:pt>
                <c:pt idx="108">
                  <c:v>103.63979509301709</c:v>
                </c:pt>
                <c:pt idx="109">
                  <c:v>101.53680237260727</c:v>
                </c:pt>
                <c:pt idx="110">
                  <c:v>102.56133728767873</c:v>
                </c:pt>
                <c:pt idx="111">
                  <c:v>100.70099757347005</c:v>
                </c:pt>
                <c:pt idx="112">
                  <c:v>101.07845780533849</c:v>
                </c:pt>
                <c:pt idx="113">
                  <c:v>101.64464815314113</c:v>
                </c:pt>
                <c:pt idx="114">
                  <c:v>100.00000000000013</c:v>
                </c:pt>
                <c:pt idx="115">
                  <c:v>103.50498786734981</c:v>
                </c:pt>
                <c:pt idx="116">
                  <c:v>104.74521434348894</c:v>
                </c:pt>
                <c:pt idx="117">
                  <c:v>105.11892795940308</c:v>
                </c:pt>
                <c:pt idx="118">
                  <c:v>106.82549343033344</c:v>
                </c:pt>
                <c:pt idx="119">
                  <c:v>106.63281668361549</c:v>
                </c:pt>
                <c:pt idx="120">
                  <c:v>106.60529143408434</c:v>
                </c:pt>
                <c:pt idx="121">
                  <c:v>106.60529143408434</c:v>
                </c:pt>
                <c:pt idx="122">
                  <c:v>107.62372566673632</c:v>
                </c:pt>
                <c:pt idx="123">
                  <c:v>106.52271568549094</c:v>
                </c:pt>
                <c:pt idx="124">
                  <c:v>105.20150370799647</c:v>
                </c:pt>
                <c:pt idx="125">
                  <c:v>106.05478644346164</c:v>
                </c:pt>
                <c:pt idx="126">
                  <c:v>105.33912995565214</c:v>
                </c:pt>
                <c:pt idx="127">
                  <c:v>106.60529143408431</c:v>
                </c:pt>
                <c:pt idx="128">
                  <c:v>107.32094792189382</c:v>
                </c:pt>
                <c:pt idx="129">
                  <c:v>107.54114991814288</c:v>
                </c:pt>
                <c:pt idx="130">
                  <c:v>109.71564463110251</c:v>
                </c:pt>
                <c:pt idx="131">
                  <c:v>109.71564463110251</c:v>
                </c:pt>
                <c:pt idx="132">
                  <c:v>111.47726060109511</c:v>
                </c:pt>
                <c:pt idx="133">
                  <c:v>110.37625061984973</c:v>
                </c:pt>
                <c:pt idx="134">
                  <c:v>108.77978614704392</c:v>
                </c:pt>
                <c:pt idx="135">
                  <c:v>109.57801838344683</c:v>
                </c:pt>
                <c:pt idx="136">
                  <c:v>110.40377586938087</c:v>
                </c:pt>
                <c:pt idx="137">
                  <c:v>109.35781638719774</c:v>
                </c:pt>
                <c:pt idx="138">
                  <c:v>110.23862437219405</c:v>
                </c:pt>
                <c:pt idx="139">
                  <c:v>111.42221010203284</c:v>
                </c:pt>
                <c:pt idx="140">
                  <c:v>111.14695760672151</c:v>
                </c:pt>
                <c:pt idx="141">
                  <c:v>110.431301118912</c:v>
                </c:pt>
                <c:pt idx="142">
                  <c:v>109.27524063860437</c:v>
                </c:pt>
                <c:pt idx="143">
                  <c:v>111.00933135906585</c:v>
                </c:pt>
                <c:pt idx="144">
                  <c:v>112.08281609078011</c:v>
                </c:pt>
                <c:pt idx="145">
                  <c:v>109.74316988063367</c:v>
                </c:pt>
                <c:pt idx="146">
                  <c:v>111.14695760672154</c:v>
                </c:pt>
                <c:pt idx="147">
                  <c:v>112.77094732905847</c:v>
                </c:pt>
                <c:pt idx="148">
                  <c:v>112.33054333656034</c:v>
                </c:pt>
                <c:pt idx="149">
                  <c:v>110.92675561047247</c:v>
                </c:pt>
                <c:pt idx="150">
                  <c:v>114.78029054483133</c:v>
                </c:pt>
                <c:pt idx="151">
                  <c:v>114.72524004576906</c:v>
                </c:pt>
                <c:pt idx="152">
                  <c:v>115.88130052607671</c:v>
                </c:pt>
                <c:pt idx="153">
                  <c:v>116.32170451857485</c:v>
                </c:pt>
                <c:pt idx="154">
                  <c:v>116.32170451857485</c:v>
                </c:pt>
                <c:pt idx="155">
                  <c:v>116.15655302138805</c:v>
                </c:pt>
                <c:pt idx="156">
                  <c:v>116.87220950919753</c:v>
                </c:pt>
                <c:pt idx="157">
                  <c:v>116.40428026716825</c:v>
                </c:pt>
                <c:pt idx="158">
                  <c:v>115.99140152420124</c:v>
                </c:pt>
                <c:pt idx="159">
                  <c:v>116.4318055166994</c:v>
                </c:pt>
                <c:pt idx="160">
                  <c:v>116.67953276247961</c:v>
                </c:pt>
                <c:pt idx="161">
                  <c:v>117.17498725404003</c:v>
                </c:pt>
                <c:pt idx="162">
                  <c:v>116.92726000825981</c:v>
                </c:pt>
                <c:pt idx="163">
                  <c:v>116.12902777185691</c:v>
                </c:pt>
                <c:pt idx="164">
                  <c:v>115.44089653357855</c:v>
                </c:pt>
                <c:pt idx="165">
                  <c:v>115.02801779061153</c:v>
                </c:pt>
                <c:pt idx="166">
                  <c:v>116.23912876998145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CFE3-46D0-B9DA-7FA08D83A6FD}"/>
            </c:ext>
          </c:extLst>
        </c:ser>
        <c:ser>
          <c:idx val="8"/>
          <c:order val="8"/>
          <c:tx>
            <c:strRef>
              <c:f>EQ!$I$32</c:f>
              <c:strCache>
                <c:ptCount val="1"/>
                <c:pt idx="0">
                  <c:v>SCHEMCA LX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EQ!$J$3:$FT$3</c:f>
              <c:numCache>
                <c:formatCode>m/d/yyyy</c:formatCode>
                <c:ptCount val="167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</c:numCache>
            </c:numRef>
          </c:cat>
          <c:val>
            <c:numRef>
              <c:f>EQ!$J$32:$FT$32</c:f>
              <c:numCache>
                <c:formatCode>General</c:formatCode>
                <c:ptCount val="167"/>
                <c:pt idx="0">
                  <c:v>100</c:v>
                </c:pt>
                <c:pt idx="1">
                  <c:v>100.09182507569872</c:v>
                </c:pt>
                <c:pt idx="2">
                  <c:v>101.53056688261346</c:v>
                </c:pt>
                <c:pt idx="3">
                  <c:v>102.67735550296281</c:v>
                </c:pt>
                <c:pt idx="4">
                  <c:v>102.67735524161873</c:v>
                </c:pt>
                <c:pt idx="5">
                  <c:v>104.72518592961931</c:v>
                </c:pt>
                <c:pt idx="6">
                  <c:v>105.40663756389341</c:v>
                </c:pt>
                <c:pt idx="7">
                  <c:v>106.65676098234141</c:v>
                </c:pt>
                <c:pt idx="8">
                  <c:v>106.7815171426663</c:v>
                </c:pt>
                <c:pt idx="9">
                  <c:v>107.67356156032521</c:v>
                </c:pt>
                <c:pt idx="10">
                  <c:v>107.53566297794238</c:v>
                </c:pt>
                <c:pt idx="11">
                  <c:v>108.76266920593449</c:v>
                </c:pt>
                <c:pt idx="12">
                  <c:v>109.14781054004504</c:v>
                </c:pt>
                <c:pt idx="13">
                  <c:v>108.58826315108546</c:v>
                </c:pt>
                <c:pt idx="14">
                  <c:v>108.06057355696545</c:v>
                </c:pt>
                <c:pt idx="15">
                  <c:v>110.40424187156174</c:v>
                </c:pt>
                <c:pt idx="16">
                  <c:v>109.97726816664853</c:v>
                </c:pt>
                <c:pt idx="17">
                  <c:v>110.43977193860738</c:v>
                </c:pt>
                <c:pt idx="18">
                  <c:v>110.49537250652605</c:v>
                </c:pt>
                <c:pt idx="19">
                  <c:v>112.21724005969564</c:v>
                </c:pt>
                <c:pt idx="20">
                  <c:v>112.73871107378744</c:v>
                </c:pt>
                <c:pt idx="21">
                  <c:v>112.27444291022702</c:v>
                </c:pt>
                <c:pt idx="22">
                  <c:v>112.73343871999616</c:v>
                </c:pt>
                <c:pt idx="23">
                  <c:v>114.1920392247699</c:v>
                </c:pt>
                <c:pt idx="24">
                  <c:v>115.30951250058166</c:v>
                </c:pt>
                <c:pt idx="25">
                  <c:v>113.00848340384572</c:v>
                </c:pt>
                <c:pt idx="26">
                  <c:v>111.68757064163182</c:v>
                </c:pt>
                <c:pt idx="27">
                  <c:v>111.54096724430285</c:v>
                </c:pt>
                <c:pt idx="28">
                  <c:v>112.0310019238575</c:v>
                </c:pt>
                <c:pt idx="29">
                  <c:v>111.97575968371271</c:v>
                </c:pt>
                <c:pt idx="30">
                  <c:v>113.15022596546268</c:v>
                </c:pt>
                <c:pt idx="31">
                  <c:v>110.94072784124435</c:v>
                </c:pt>
                <c:pt idx="32">
                  <c:v>111.18714257539754</c:v>
                </c:pt>
                <c:pt idx="33">
                  <c:v>110.11054433554234</c:v>
                </c:pt>
                <c:pt idx="34">
                  <c:v>112.34737098900783</c:v>
                </c:pt>
                <c:pt idx="35">
                  <c:v>111.63847853139262</c:v>
                </c:pt>
                <c:pt idx="36">
                  <c:v>111.19201161851662</c:v>
                </c:pt>
                <c:pt idx="37">
                  <c:v>112.42740569658682</c:v>
                </c:pt>
                <c:pt idx="38">
                  <c:v>111.39035756825825</c:v>
                </c:pt>
                <c:pt idx="39">
                  <c:v>112.58891794087127</c:v>
                </c:pt>
                <c:pt idx="40">
                  <c:v>112.71254117753314</c:v>
                </c:pt>
                <c:pt idx="41">
                  <c:v>111.54758163231841</c:v>
                </c:pt>
                <c:pt idx="42">
                  <c:v>110.18175577091095</c:v>
                </c:pt>
                <c:pt idx="43">
                  <c:v>106.66276627044432</c:v>
                </c:pt>
                <c:pt idx="44">
                  <c:v>108.37903670103323</c:v>
                </c:pt>
                <c:pt idx="45">
                  <c:v>109.73533953290284</c:v>
                </c:pt>
                <c:pt idx="46">
                  <c:v>106.28515397759654</c:v>
                </c:pt>
                <c:pt idx="47">
                  <c:v>104.73299897047936</c:v>
                </c:pt>
                <c:pt idx="48">
                  <c:v>108.86293090930805</c:v>
                </c:pt>
                <c:pt idx="49">
                  <c:v>109.15286072823532</c:v>
                </c:pt>
                <c:pt idx="50">
                  <c:v>108.07618178087046</c:v>
                </c:pt>
                <c:pt idx="51">
                  <c:v>108.83141425859012</c:v>
                </c:pt>
                <c:pt idx="52">
                  <c:v>107.78913540591498</c:v>
                </c:pt>
                <c:pt idx="53">
                  <c:v>109.11609067759731</c:v>
                </c:pt>
                <c:pt idx="54">
                  <c:v>109.60420531832429</c:v>
                </c:pt>
                <c:pt idx="55">
                  <c:v>106.03543137292633</c:v>
                </c:pt>
                <c:pt idx="56">
                  <c:v>106.19977885928742</c:v>
                </c:pt>
                <c:pt idx="57">
                  <c:v>106.66181828909932</c:v>
                </c:pt>
                <c:pt idx="58">
                  <c:v>105.21593372537362</c:v>
                </c:pt>
                <c:pt idx="59">
                  <c:v>106.98026314045353</c:v>
                </c:pt>
                <c:pt idx="60">
                  <c:v>107.18519722266322</c:v>
                </c:pt>
                <c:pt idx="61">
                  <c:v>105.42361559469938</c:v>
                </c:pt>
                <c:pt idx="62">
                  <c:v>105.96300880013027</c:v>
                </c:pt>
                <c:pt idx="63">
                  <c:v>106.33296192574727</c:v>
                </c:pt>
                <c:pt idx="64">
                  <c:v>108.7290215648578</c:v>
                </c:pt>
                <c:pt idx="65">
                  <c:v>108.51821428084183</c:v>
                </c:pt>
                <c:pt idx="66">
                  <c:v>108.73496661963294</c:v>
                </c:pt>
                <c:pt idx="67">
                  <c:v>108.45241718253382</c:v>
                </c:pt>
                <c:pt idx="68">
                  <c:v>109.85257849348125</c:v>
                </c:pt>
                <c:pt idx="69">
                  <c:v>115.41467376887934</c:v>
                </c:pt>
                <c:pt idx="70">
                  <c:v>113.62495464953282</c:v>
                </c:pt>
                <c:pt idx="71">
                  <c:v>115.05711291285324</c:v>
                </c:pt>
                <c:pt idx="72">
                  <c:v>116.57024760578743</c:v>
                </c:pt>
                <c:pt idx="73">
                  <c:v>118.14584125185964</c:v>
                </c:pt>
                <c:pt idx="74">
                  <c:v>118.90166197197824</c:v>
                </c:pt>
                <c:pt idx="75">
                  <c:v>118.38318240809041</c:v>
                </c:pt>
                <c:pt idx="76">
                  <c:v>120.19592274531306</c:v>
                </c:pt>
                <c:pt idx="77">
                  <c:v>118.89555098408741</c:v>
                </c:pt>
                <c:pt idx="78">
                  <c:v>119.41797732187865</c:v>
                </c:pt>
                <c:pt idx="79">
                  <c:v>118.15423998839266</c:v>
                </c:pt>
                <c:pt idx="80">
                  <c:v>117.46256857534449</c:v>
                </c:pt>
                <c:pt idx="81">
                  <c:v>116.51473798704643</c:v>
                </c:pt>
                <c:pt idx="82">
                  <c:v>117.09703825765381</c:v>
                </c:pt>
                <c:pt idx="83">
                  <c:v>116.79656796189828</c:v>
                </c:pt>
                <c:pt idx="84">
                  <c:v>117.2497107613809</c:v>
                </c:pt>
                <c:pt idx="85">
                  <c:v>116.18647936170727</c:v>
                </c:pt>
                <c:pt idx="86">
                  <c:v>116.36490753579741</c:v>
                </c:pt>
                <c:pt idx="87">
                  <c:v>116.79142391368198</c:v>
                </c:pt>
                <c:pt idx="88">
                  <c:v>116.88136703611211</c:v>
                </c:pt>
                <c:pt idx="89">
                  <c:v>119.92520469074738</c:v>
                </c:pt>
                <c:pt idx="90">
                  <c:v>120.40618299542658</c:v>
                </c:pt>
                <c:pt idx="91">
                  <c:v>118.89320329043633</c:v>
                </c:pt>
                <c:pt idx="92">
                  <c:v>119.49860366698223</c:v>
                </c:pt>
                <c:pt idx="93">
                  <c:v>118.48428367926383</c:v>
                </c:pt>
                <c:pt idx="94">
                  <c:v>118.06382864580446</c:v>
                </c:pt>
                <c:pt idx="95">
                  <c:v>121.14519268736221</c:v>
                </c:pt>
                <c:pt idx="96">
                  <c:v>119.28913822151425</c:v>
                </c:pt>
                <c:pt idx="97">
                  <c:v>118.76840507263707</c:v>
                </c:pt>
                <c:pt idx="98">
                  <c:v>118.51268079740429</c:v>
                </c:pt>
                <c:pt idx="99">
                  <c:v>118.12593018794723</c:v>
                </c:pt>
                <c:pt idx="100">
                  <c:v>118.78367651330497</c:v>
                </c:pt>
                <c:pt idx="101">
                  <c:v>119.82602265129742</c:v>
                </c:pt>
                <c:pt idx="102">
                  <c:v>120.92044779330375</c:v>
                </c:pt>
                <c:pt idx="103">
                  <c:v>120.5550613946416</c:v>
                </c:pt>
                <c:pt idx="104">
                  <c:v>121.12036862978456</c:v>
                </c:pt>
                <c:pt idx="105">
                  <c:v>119.70303677748839</c:v>
                </c:pt>
                <c:pt idx="106">
                  <c:v>121.21947210420882</c:v>
                </c:pt>
                <c:pt idx="107">
                  <c:v>121.63354036139866</c:v>
                </c:pt>
                <c:pt idx="108">
                  <c:v>122.07284068433042</c:v>
                </c:pt>
                <c:pt idx="109">
                  <c:v>122.36401576680076</c:v>
                </c:pt>
                <c:pt idx="110">
                  <c:v>120.24523261921486</c:v>
                </c:pt>
                <c:pt idx="111">
                  <c:v>120.68577641499603</c:v>
                </c:pt>
                <c:pt idx="112">
                  <c:v>120.47380299995596</c:v>
                </c:pt>
                <c:pt idx="113">
                  <c:v>120.79748509564452</c:v>
                </c:pt>
                <c:pt idx="114">
                  <c:v>119.5769053553924</c:v>
                </c:pt>
                <c:pt idx="115">
                  <c:v>119.70949995972848</c:v>
                </c:pt>
                <c:pt idx="116">
                  <c:v>122.58844870939035</c:v>
                </c:pt>
                <c:pt idx="117">
                  <c:v>124.57160608920998</c:v>
                </c:pt>
                <c:pt idx="118">
                  <c:v>125.35310302658092</c:v>
                </c:pt>
                <c:pt idx="119">
                  <c:v>126.91779409967853</c:v>
                </c:pt>
                <c:pt idx="120">
                  <c:v>127.38194129237732</c:v>
                </c:pt>
                <c:pt idx="121">
                  <c:v>127.17948020774601</c:v>
                </c:pt>
                <c:pt idx="122">
                  <c:v>127.89950975283219</c:v>
                </c:pt>
                <c:pt idx="123">
                  <c:v>127.18346617058258</c:v>
                </c:pt>
                <c:pt idx="124">
                  <c:v>126.44613953324605</c:v>
                </c:pt>
                <c:pt idx="125">
                  <c:v>126.4914025879396</c:v>
                </c:pt>
                <c:pt idx="126">
                  <c:v>124.99805863962523</c:v>
                </c:pt>
                <c:pt idx="127">
                  <c:v>124.64507950567931</c:v>
                </c:pt>
                <c:pt idx="128">
                  <c:v>124.61498182408077</c:v>
                </c:pt>
                <c:pt idx="129">
                  <c:v>125.89676326165079</c:v>
                </c:pt>
                <c:pt idx="130">
                  <c:v>127.21091836572641</c:v>
                </c:pt>
                <c:pt idx="131">
                  <c:v>127.69075606547766</c:v>
                </c:pt>
                <c:pt idx="132">
                  <c:v>128.26883499083758</c:v>
                </c:pt>
                <c:pt idx="133">
                  <c:v>128.97962292395826</c:v>
                </c:pt>
                <c:pt idx="134">
                  <c:v>125.83984724016523</c:v>
                </c:pt>
                <c:pt idx="135">
                  <c:v>125.92401982613342</c:v>
                </c:pt>
                <c:pt idx="136">
                  <c:v>127.76255875779756</c:v>
                </c:pt>
                <c:pt idx="137">
                  <c:v>127.80453444948959</c:v>
                </c:pt>
                <c:pt idx="138">
                  <c:v>126.79436455408657</c:v>
                </c:pt>
                <c:pt idx="139">
                  <c:v>126.32686780767465</c:v>
                </c:pt>
                <c:pt idx="140">
                  <c:v>126.21011017026481</c:v>
                </c:pt>
                <c:pt idx="141">
                  <c:v>124.21539216536453</c:v>
                </c:pt>
                <c:pt idx="142">
                  <c:v>126.1236173950662</c:v>
                </c:pt>
                <c:pt idx="143">
                  <c:v>128.08973388030944</c:v>
                </c:pt>
                <c:pt idx="144">
                  <c:v>127.99992644855294</c:v>
                </c:pt>
                <c:pt idx="145">
                  <c:v>126.83706417326708</c:v>
                </c:pt>
                <c:pt idx="146">
                  <c:v>127.74920049777758</c:v>
                </c:pt>
                <c:pt idx="147">
                  <c:v>129.19407108531556</c:v>
                </c:pt>
                <c:pt idx="148">
                  <c:v>128.61321169264332</c:v>
                </c:pt>
                <c:pt idx="149">
                  <c:v>128.46828415060179</c:v>
                </c:pt>
                <c:pt idx="150">
                  <c:v>127.75129152738002</c:v>
                </c:pt>
                <c:pt idx="151">
                  <c:v>128.03822475174815</c:v>
                </c:pt>
                <c:pt idx="152">
                  <c:v>129.40084734108797</c:v>
                </c:pt>
                <c:pt idx="153">
                  <c:v>131.26943083181672</c:v>
                </c:pt>
                <c:pt idx="154">
                  <c:v>131.1733440280525</c:v>
                </c:pt>
                <c:pt idx="155">
                  <c:v>131.97868588405834</c:v>
                </c:pt>
                <c:pt idx="156">
                  <c:v>132.00403241033362</c:v>
                </c:pt>
                <c:pt idx="157">
                  <c:v>131.86909280866385</c:v>
                </c:pt>
                <c:pt idx="158">
                  <c:v>132.81332160693677</c:v>
                </c:pt>
                <c:pt idx="159">
                  <c:v>133.8139610283705</c:v>
                </c:pt>
                <c:pt idx="160">
                  <c:v>134.0455091635435</c:v>
                </c:pt>
                <c:pt idx="161">
                  <c:v>133.89977390285179</c:v>
                </c:pt>
                <c:pt idx="162">
                  <c:v>133.00939389600981</c:v>
                </c:pt>
                <c:pt idx="163">
                  <c:v>132.05700145463277</c:v>
                </c:pt>
                <c:pt idx="164">
                  <c:v>131.70433038418727</c:v>
                </c:pt>
                <c:pt idx="165">
                  <c:v>130.81606399748088</c:v>
                </c:pt>
                <c:pt idx="166">
                  <c:v>132.16918320960542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CFE3-46D0-B9DA-7FA08D83A6FD}"/>
            </c:ext>
          </c:extLst>
        </c:ser>
        <c:ser>
          <c:idx val="9"/>
          <c:order val="9"/>
          <c:tx>
            <c:strRef>
              <c:f>EQ!$I$33</c:f>
              <c:strCache>
                <c:ptCount val="1"/>
                <c:pt idx="0">
                  <c:v>INVUKWA LN</c:v>
                </c:pt>
              </c:strCache>
            </c:strRef>
          </c:tx>
          <c:spPr>
            <a:ln w="28575" cap="rnd">
              <a:solidFill>
                <a:schemeClr val="accent4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EQ!$J$3:$FT$3</c:f>
              <c:numCache>
                <c:formatCode>m/d/yyyy</c:formatCode>
                <c:ptCount val="167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</c:numCache>
            </c:numRef>
          </c:cat>
          <c:val>
            <c:numRef>
              <c:f>EQ!$J$33:$FT$33</c:f>
              <c:numCache>
                <c:formatCode>General</c:formatCode>
                <c:ptCount val="167"/>
                <c:pt idx="0">
                  <c:v>100</c:v>
                </c:pt>
                <c:pt idx="1">
                  <c:v>100.5325048009817</c:v>
                </c:pt>
                <c:pt idx="2">
                  <c:v>99.720433873332567</c:v>
                </c:pt>
                <c:pt idx="3">
                  <c:v>101.04386497780177</c:v>
                </c:pt>
                <c:pt idx="4">
                  <c:v>101.1738509644902</c:v>
                </c:pt>
                <c:pt idx="5">
                  <c:v>101.40184298168806</c:v>
                </c:pt>
                <c:pt idx="6">
                  <c:v>102.29275074868761</c:v>
                </c:pt>
                <c:pt idx="7">
                  <c:v>102.64458389554626</c:v>
                </c:pt>
                <c:pt idx="8">
                  <c:v>102.83709792537434</c:v>
                </c:pt>
                <c:pt idx="9">
                  <c:v>103.38181906630636</c:v>
                </c:pt>
                <c:pt idx="10">
                  <c:v>104.41547074287834</c:v>
                </c:pt>
                <c:pt idx="11">
                  <c:v>104.6114284036223</c:v>
                </c:pt>
                <c:pt idx="12">
                  <c:v>103.69438040183522</c:v>
                </c:pt>
                <c:pt idx="13">
                  <c:v>102.90374803830005</c:v>
                </c:pt>
                <c:pt idx="14">
                  <c:v>103.25285724804401</c:v>
                </c:pt>
                <c:pt idx="15">
                  <c:v>103.00669055545133</c:v>
                </c:pt>
                <c:pt idx="16">
                  <c:v>102.31476153959632</c:v>
                </c:pt>
                <c:pt idx="17">
                  <c:v>102.07118462242958</c:v>
                </c:pt>
                <c:pt idx="18">
                  <c:v>101.59692150509339</c:v>
                </c:pt>
                <c:pt idx="19">
                  <c:v>101.82572885805982</c:v>
                </c:pt>
                <c:pt idx="20">
                  <c:v>102.3055822104776</c:v>
                </c:pt>
                <c:pt idx="21">
                  <c:v>102.77734795916471</c:v>
                </c:pt>
                <c:pt idx="22">
                  <c:v>103.28416779797611</c:v>
                </c:pt>
                <c:pt idx="23">
                  <c:v>103.78182734126098</c:v>
                </c:pt>
                <c:pt idx="24">
                  <c:v>105.98839544821176</c:v>
                </c:pt>
                <c:pt idx="25">
                  <c:v>105.45265303005301</c:v>
                </c:pt>
                <c:pt idx="26">
                  <c:v>104.53259771640745</c:v>
                </c:pt>
                <c:pt idx="27">
                  <c:v>104.05142584213607</c:v>
                </c:pt>
                <c:pt idx="28">
                  <c:v>104.86355578531172</c:v>
                </c:pt>
                <c:pt idx="29">
                  <c:v>105.71014876921562</c:v>
                </c:pt>
                <c:pt idx="30">
                  <c:v>106.68920615934638</c:v>
                </c:pt>
                <c:pt idx="31">
                  <c:v>105.53620476181874</c:v>
                </c:pt>
                <c:pt idx="32">
                  <c:v>106.4173787807847</c:v>
                </c:pt>
                <c:pt idx="33">
                  <c:v>107.4264461862152</c:v>
                </c:pt>
                <c:pt idx="34">
                  <c:v>108.85656371568125</c:v>
                </c:pt>
                <c:pt idx="35">
                  <c:v>108.73059491668118</c:v>
                </c:pt>
                <c:pt idx="36">
                  <c:v>109.46257751149417</c:v>
                </c:pt>
                <c:pt idx="37">
                  <c:v>109.40750744937887</c:v>
                </c:pt>
                <c:pt idx="38">
                  <c:v>109.29998966196173</c:v>
                </c:pt>
                <c:pt idx="39">
                  <c:v>110.12990346974479</c:v>
                </c:pt>
                <c:pt idx="40">
                  <c:v>110.54150385846324</c:v>
                </c:pt>
                <c:pt idx="41">
                  <c:v>111.05340155230429</c:v>
                </c:pt>
                <c:pt idx="42">
                  <c:v>110.76397076670413</c:v>
                </c:pt>
                <c:pt idx="43">
                  <c:v>107.97770698749865</c:v>
                </c:pt>
                <c:pt idx="44">
                  <c:v>108.72798140594303</c:v>
                </c:pt>
                <c:pt idx="45">
                  <c:v>109.04144580858166</c:v>
                </c:pt>
                <c:pt idx="46">
                  <c:v>106.21983988942858</c:v>
                </c:pt>
                <c:pt idx="47">
                  <c:v>103.93505076533226</c:v>
                </c:pt>
                <c:pt idx="48">
                  <c:v>105.78915322991598</c:v>
                </c:pt>
                <c:pt idx="49">
                  <c:v>105.33612061058382</c:v>
                </c:pt>
                <c:pt idx="50">
                  <c:v>105.8639475789695</c:v>
                </c:pt>
                <c:pt idx="51">
                  <c:v>106.5804579014561</c:v>
                </c:pt>
                <c:pt idx="52">
                  <c:v>105.68045364238749</c:v>
                </c:pt>
                <c:pt idx="53">
                  <c:v>106.1509916161539</c:v>
                </c:pt>
                <c:pt idx="54">
                  <c:v>107.06702833704601</c:v>
                </c:pt>
                <c:pt idx="55">
                  <c:v>102.42730011344887</c:v>
                </c:pt>
                <c:pt idx="56">
                  <c:v>103.02804702613112</c:v>
                </c:pt>
                <c:pt idx="57">
                  <c:v>100.11603238116791</c:v>
                </c:pt>
                <c:pt idx="58">
                  <c:v>100.61874185829586</c:v>
                </c:pt>
                <c:pt idx="59">
                  <c:v>102.79097535594137</c:v>
                </c:pt>
                <c:pt idx="60">
                  <c:v>101.64902427483258</c:v>
                </c:pt>
                <c:pt idx="61">
                  <c:v>101.73878892277368</c:v>
                </c:pt>
                <c:pt idx="62">
                  <c:v>103.53260520181334</c:v>
                </c:pt>
                <c:pt idx="63">
                  <c:v>104.81521569130982</c:v>
                </c:pt>
                <c:pt idx="64">
                  <c:v>105.77758534395579</c:v>
                </c:pt>
                <c:pt idx="65">
                  <c:v>106.27826155689195</c:v>
                </c:pt>
                <c:pt idx="66">
                  <c:v>106.56830911765631</c:v>
                </c:pt>
                <c:pt idx="67">
                  <c:v>106.22204783168375</c:v>
                </c:pt>
                <c:pt idx="68">
                  <c:v>106.9431069392987</c:v>
                </c:pt>
                <c:pt idx="69">
                  <c:v>108.2156840015589</c:v>
                </c:pt>
                <c:pt idx="70">
                  <c:v>107.16411124667694</c:v>
                </c:pt>
                <c:pt idx="71">
                  <c:v>107.72830910641679</c:v>
                </c:pt>
                <c:pt idx="72">
                  <c:v>106.68644403136058</c:v>
                </c:pt>
                <c:pt idx="73">
                  <c:v>106.23131474803579</c:v>
                </c:pt>
                <c:pt idx="74">
                  <c:v>106.38537968032013</c:v>
                </c:pt>
                <c:pt idx="75">
                  <c:v>106.73766699387983</c:v>
                </c:pt>
                <c:pt idx="76">
                  <c:v>105.54470720078946</c:v>
                </c:pt>
                <c:pt idx="77">
                  <c:v>106.03073067779333</c:v>
                </c:pt>
                <c:pt idx="78">
                  <c:v>106.62152965635954</c:v>
                </c:pt>
                <c:pt idx="79">
                  <c:v>105.40240644968439</c:v>
                </c:pt>
                <c:pt idx="80">
                  <c:v>104.48102458182842</c:v>
                </c:pt>
                <c:pt idx="81">
                  <c:v>103.71172982579436</c:v>
                </c:pt>
                <c:pt idx="82">
                  <c:v>103.72619996702473</c:v>
                </c:pt>
                <c:pt idx="83">
                  <c:v>103.54959601760291</c:v>
                </c:pt>
                <c:pt idx="84">
                  <c:v>102.82867647586959</c:v>
                </c:pt>
                <c:pt idx="85">
                  <c:v>101.03142470140192</c:v>
                </c:pt>
                <c:pt idx="86">
                  <c:v>101.40103660828998</c:v>
                </c:pt>
                <c:pt idx="87">
                  <c:v>101.7006416506205</c:v>
                </c:pt>
                <c:pt idx="88">
                  <c:v>100.94712316518874</c:v>
                </c:pt>
                <c:pt idx="89">
                  <c:v>102.1401327670836</c:v>
                </c:pt>
                <c:pt idx="90">
                  <c:v>101.74122843141593</c:v>
                </c:pt>
                <c:pt idx="91">
                  <c:v>100.67200181954969</c:v>
                </c:pt>
                <c:pt idx="92">
                  <c:v>100.0742726988488</c:v>
                </c:pt>
                <c:pt idx="93">
                  <c:v>100.4981603495269</c:v>
                </c:pt>
                <c:pt idx="94">
                  <c:v>100.50866889924295</c:v>
                </c:pt>
                <c:pt idx="95">
                  <c:v>102.42914817204128</c:v>
                </c:pt>
                <c:pt idx="96">
                  <c:v>102.30538003256095</c:v>
                </c:pt>
                <c:pt idx="97">
                  <c:v>101.4393945593209</c:v>
                </c:pt>
                <c:pt idx="98">
                  <c:v>103.32058067309397</c:v>
                </c:pt>
                <c:pt idx="99">
                  <c:v>102.49595877127537</c:v>
                </c:pt>
                <c:pt idx="100">
                  <c:v>103.01778276054391</c:v>
                </c:pt>
                <c:pt idx="101">
                  <c:v>103.81283300362176</c:v>
                </c:pt>
                <c:pt idx="102">
                  <c:v>103.35930044921867</c:v>
                </c:pt>
                <c:pt idx="103">
                  <c:v>104.44469275194155</c:v>
                </c:pt>
                <c:pt idx="104">
                  <c:v>104.58019578830682</c:v>
                </c:pt>
                <c:pt idx="105">
                  <c:v>103.3166163969603</c:v>
                </c:pt>
                <c:pt idx="106">
                  <c:v>102.54672275233659</c:v>
                </c:pt>
                <c:pt idx="107">
                  <c:v>101.81538410768253</c:v>
                </c:pt>
                <c:pt idx="108">
                  <c:v>101.57458419453714</c:v>
                </c:pt>
                <c:pt idx="109">
                  <c:v>102.15467873974011</c:v>
                </c:pt>
                <c:pt idx="110">
                  <c:v>101.4168127754474</c:v>
                </c:pt>
                <c:pt idx="111">
                  <c:v>103.36752497275273</c:v>
                </c:pt>
                <c:pt idx="112">
                  <c:v>102.92055172224126</c:v>
                </c:pt>
                <c:pt idx="113">
                  <c:v>102.41687255913008</c:v>
                </c:pt>
                <c:pt idx="114">
                  <c:v>101.23037262496088</c:v>
                </c:pt>
                <c:pt idx="115">
                  <c:v>102.08647278133736</c:v>
                </c:pt>
                <c:pt idx="116">
                  <c:v>103.07014546086403</c:v>
                </c:pt>
                <c:pt idx="117">
                  <c:v>103.49374580543591</c:v>
                </c:pt>
                <c:pt idx="118">
                  <c:v>103.41657875162043</c:v>
                </c:pt>
                <c:pt idx="119">
                  <c:v>104.39155641921487</c:v>
                </c:pt>
                <c:pt idx="120">
                  <c:v>104.42588144750103</c:v>
                </c:pt>
                <c:pt idx="121">
                  <c:v>104.15640400618109</c:v>
                </c:pt>
                <c:pt idx="122">
                  <c:v>104.20905789625657</c:v>
                </c:pt>
                <c:pt idx="123">
                  <c:v>104.9623175171558</c:v>
                </c:pt>
                <c:pt idx="124">
                  <c:v>105.71613035276593</c:v>
                </c:pt>
                <c:pt idx="125">
                  <c:v>106.7419208331672</c:v>
                </c:pt>
                <c:pt idx="126">
                  <c:v>106.36086885116796</c:v>
                </c:pt>
                <c:pt idx="127">
                  <c:v>106.10652297844925</c:v>
                </c:pt>
                <c:pt idx="128">
                  <c:v>106.80874814664989</c:v>
                </c:pt>
                <c:pt idx="129">
                  <c:v>105.26155037283014</c:v>
                </c:pt>
                <c:pt idx="130">
                  <c:v>105.37466643370131</c:v>
                </c:pt>
                <c:pt idx="131">
                  <c:v>106.21112881469226</c:v>
                </c:pt>
                <c:pt idx="132">
                  <c:v>106.5948442531345</c:v>
                </c:pt>
                <c:pt idx="133">
                  <c:v>107.01182836637788</c:v>
                </c:pt>
                <c:pt idx="134">
                  <c:v>105.05233768758927</c:v>
                </c:pt>
                <c:pt idx="135">
                  <c:v>103.80556394745135</c:v>
                </c:pt>
                <c:pt idx="136">
                  <c:v>104.86378487281941</c:v>
                </c:pt>
                <c:pt idx="137">
                  <c:v>105.27892542564284</c:v>
                </c:pt>
                <c:pt idx="138">
                  <c:v>104.70868010540258</c:v>
                </c:pt>
                <c:pt idx="139">
                  <c:v>104.04638396720925</c:v>
                </c:pt>
                <c:pt idx="140">
                  <c:v>104.63357124443681</c:v>
                </c:pt>
                <c:pt idx="141">
                  <c:v>105.8857912865216</c:v>
                </c:pt>
                <c:pt idx="142">
                  <c:v>105.73695537759637</c:v>
                </c:pt>
                <c:pt idx="143">
                  <c:v>106.15841618061073</c:v>
                </c:pt>
                <c:pt idx="144">
                  <c:v>106.23781000214339</c:v>
                </c:pt>
                <c:pt idx="145">
                  <c:v>107.52758700902864</c:v>
                </c:pt>
                <c:pt idx="146">
                  <c:v>106.99075037413778</c:v>
                </c:pt>
                <c:pt idx="147">
                  <c:v>108.83026933958378</c:v>
                </c:pt>
                <c:pt idx="148">
                  <c:v>109.39203016132471</c:v>
                </c:pt>
                <c:pt idx="149">
                  <c:v>109.32155114195125</c:v>
                </c:pt>
                <c:pt idx="150">
                  <c:v>108.62197932706582</c:v>
                </c:pt>
                <c:pt idx="151">
                  <c:v>108.5541450252984</c:v>
                </c:pt>
                <c:pt idx="152">
                  <c:v>108.63951095076</c:v>
                </c:pt>
                <c:pt idx="153">
                  <c:v>108.6212619966923</c:v>
                </c:pt>
                <c:pt idx="154">
                  <c:v>108.32004807108015</c:v>
                </c:pt>
                <c:pt idx="155">
                  <c:v>109.31420049922994</c:v>
                </c:pt>
                <c:pt idx="156">
                  <c:v>109.52471926220016</c:v>
                </c:pt>
                <c:pt idx="157">
                  <c:v>108.91012846570462</c:v>
                </c:pt>
                <c:pt idx="158">
                  <c:v>108.66369604033805</c:v>
                </c:pt>
                <c:pt idx="159">
                  <c:v>108.59133637517532</c:v>
                </c:pt>
                <c:pt idx="160">
                  <c:v>108.67502091441322</c:v>
                </c:pt>
                <c:pt idx="161">
                  <c:v>108.1753162636612</c:v>
                </c:pt>
                <c:pt idx="162">
                  <c:v>107.61875101071743</c:v>
                </c:pt>
                <c:pt idx="163">
                  <c:v>107.46271672517148</c:v>
                </c:pt>
                <c:pt idx="164">
                  <c:v>106.72149151434981</c:v>
                </c:pt>
                <c:pt idx="165">
                  <c:v>106.5203325485501</c:v>
                </c:pt>
                <c:pt idx="166">
                  <c:v>106.80049458766048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CFE3-46D0-B9DA-7FA08D83A6FD}"/>
            </c:ext>
          </c:extLst>
        </c:ser>
        <c:ser>
          <c:idx val="10"/>
          <c:order val="10"/>
          <c:tx>
            <c:strRef>
              <c:f>EQ!$I$34</c:f>
              <c:strCache>
                <c:ptCount val="1"/>
                <c:pt idx="0">
                  <c:v>GREK US</c:v>
                </c:pt>
              </c:strCache>
            </c:strRef>
          </c:tx>
          <c:spPr>
            <a:ln w="28575" cap="rnd">
              <a:solidFill>
                <a:schemeClr val="accent5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EQ!$J$3:$FT$3</c:f>
              <c:numCache>
                <c:formatCode>m/d/yyyy</c:formatCode>
                <c:ptCount val="167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</c:numCache>
            </c:numRef>
          </c:cat>
          <c:val>
            <c:numRef>
              <c:f>EQ!$J$34:$FT$34</c:f>
              <c:numCache>
                <c:formatCode>General</c:formatCode>
                <c:ptCount val="167"/>
                <c:pt idx="0">
                  <c:v>100</c:v>
                </c:pt>
                <c:pt idx="1">
                  <c:v>102.32832650584129</c:v>
                </c:pt>
                <c:pt idx="2">
                  <c:v>102.57927476862388</c:v>
                </c:pt>
                <c:pt idx="3">
                  <c:v>102.24548626915491</c:v>
                </c:pt>
                <c:pt idx="4">
                  <c:v>103.14064633591261</c:v>
                </c:pt>
                <c:pt idx="5">
                  <c:v>104.97648308299195</c:v>
                </c:pt>
                <c:pt idx="6">
                  <c:v>104.6578667880443</c:v>
                </c:pt>
                <c:pt idx="7">
                  <c:v>105.43164921863145</c:v>
                </c:pt>
                <c:pt idx="8">
                  <c:v>104.68821119708693</c:v>
                </c:pt>
                <c:pt idx="9">
                  <c:v>104.91579426490669</c:v>
                </c:pt>
                <c:pt idx="10">
                  <c:v>105.96267637687755</c:v>
                </c:pt>
                <c:pt idx="11">
                  <c:v>106.25094826278257</c:v>
                </c:pt>
                <c:pt idx="12">
                  <c:v>106.25094826278257</c:v>
                </c:pt>
                <c:pt idx="13">
                  <c:v>106.02336519496281</c:v>
                </c:pt>
                <c:pt idx="14">
                  <c:v>107.32817478379606</c:v>
                </c:pt>
                <c:pt idx="15">
                  <c:v>109.54331664390834</c:v>
                </c:pt>
                <c:pt idx="16">
                  <c:v>109.61917766651491</c:v>
                </c:pt>
                <c:pt idx="17">
                  <c:v>110.84812623274159</c:v>
                </c:pt>
                <c:pt idx="18">
                  <c:v>114.32256106812316</c:v>
                </c:pt>
                <c:pt idx="19">
                  <c:v>117.1294189045668</c:v>
                </c:pt>
                <c:pt idx="20">
                  <c:v>114.73221059019873</c:v>
                </c:pt>
                <c:pt idx="21">
                  <c:v>111.89500834471245</c:v>
                </c:pt>
                <c:pt idx="22">
                  <c:v>113.27567895615228</c:v>
                </c:pt>
                <c:pt idx="23">
                  <c:v>115.33909877105138</c:v>
                </c:pt>
                <c:pt idx="24">
                  <c:v>115.44530420270061</c:v>
                </c:pt>
                <c:pt idx="25">
                  <c:v>113.26050675163098</c:v>
                </c:pt>
                <c:pt idx="26">
                  <c:v>114.04946138673947</c:v>
                </c:pt>
                <c:pt idx="27">
                  <c:v>113.44257320588677</c:v>
                </c:pt>
                <c:pt idx="28">
                  <c:v>113.0936125018965</c:v>
                </c:pt>
                <c:pt idx="29">
                  <c:v>112.03155818540432</c:v>
                </c:pt>
                <c:pt idx="30">
                  <c:v>111.60673645880745</c:v>
                </c:pt>
                <c:pt idx="31">
                  <c:v>109.08815050826884</c:v>
                </c:pt>
                <c:pt idx="32">
                  <c:v>109.08815050826884</c:v>
                </c:pt>
                <c:pt idx="33">
                  <c:v>107.20679714762552</c:v>
                </c:pt>
                <c:pt idx="34">
                  <c:v>110.59019875587921</c:v>
                </c:pt>
                <c:pt idx="35">
                  <c:v>107.78334091943559</c:v>
                </c:pt>
                <c:pt idx="36">
                  <c:v>107.57093005613716</c:v>
                </c:pt>
                <c:pt idx="37">
                  <c:v>107.78334091943559</c:v>
                </c:pt>
                <c:pt idx="38">
                  <c:v>106.72128660294339</c:v>
                </c:pt>
                <c:pt idx="39">
                  <c:v>108.49643453193747</c:v>
                </c:pt>
                <c:pt idx="40">
                  <c:v>109.28538916704595</c:v>
                </c:pt>
                <c:pt idx="41">
                  <c:v>107.23714155666816</c:v>
                </c:pt>
                <c:pt idx="42">
                  <c:v>102.67030799575176</c:v>
                </c:pt>
                <c:pt idx="43">
                  <c:v>96.889698073129992</c:v>
                </c:pt>
                <c:pt idx="44">
                  <c:v>101.25929297526926</c:v>
                </c:pt>
                <c:pt idx="45">
                  <c:v>99.939311181914704</c:v>
                </c:pt>
                <c:pt idx="46">
                  <c:v>98.846912456379897</c:v>
                </c:pt>
                <c:pt idx="47">
                  <c:v>98.740707024730668</c:v>
                </c:pt>
                <c:pt idx="48">
                  <c:v>100.69792140798056</c:v>
                </c:pt>
                <c:pt idx="49">
                  <c:v>101.0165377029282</c:v>
                </c:pt>
                <c:pt idx="50">
                  <c:v>98.331057502655113</c:v>
                </c:pt>
                <c:pt idx="51">
                  <c:v>96.161432256106792</c:v>
                </c:pt>
                <c:pt idx="52">
                  <c:v>97.420725231376082</c:v>
                </c:pt>
                <c:pt idx="53">
                  <c:v>97.633136094674526</c:v>
                </c:pt>
                <c:pt idx="54">
                  <c:v>96.343498710362596</c:v>
                </c:pt>
                <c:pt idx="55">
                  <c:v>95.933849188287027</c:v>
                </c:pt>
                <c:pt idx="56">
                  <c:v>94.674556213017723</c:v>
                </c:pt>
                <c:pt idx="57">
                  <c:v>97.526930663025325</c:v>
                </c:pt>
                <c:pt idx="58">
                  <c:v>95.979365801850989</c:v>
                </c:pt>
                <c:pt idx="59">
                  <c:v>96.495220755575772</c:v>
                </c:pt>
                <c:pt idx="60">
                  <c:v>94.674556213017738</c:v>
                </c:pt>
                <c:pt idx="61">
                  <c:v>93.384918828705793</c:v>
                </c:pt>
                <c:pt idx="62">
                  <c:v>92.15597026247913</c:v>
                </c:pt>
                <c:pt idx="63">
                  <c:v>96.904870277651327</c:v>
                </c:pt>
                <c:pt idx="64">
                  <c:v>100.13654984069184</c:v>
                </c:pt>
                <c:pt idx="65">
                  <c:v>99.044151115157021</c:v>
                </c:pt>
                <c:pt idx="66">
                  <c:v>99.044151115157021</c:v>
                </c:pt>
                <c:pt idx="67">
                  <c:v>99.908966772872077</c:v>
                </c:pt>
                <c:pt idx="68">
                  <c:v>101.21377636170534</c:v>
                </c:pt>
                <c:pt idx="69">
                  <c:v>108.01092398725535</c:v>
                </c:pt>
                <c:pt idx="70">
                  <c:v>106.67576998937946</c:v>
                </c:pt>
                <c:pt idx="71">
                  <c:v>107.11576392049763</c:v>
                </c:pt>
                <c:pt idx="72">
                  <c:v>108.31436807768166</c:v>
                </c:pt>
                <c:pt idx="73">
                  <c:v>110.05917159763312</c:v>
                </c:pt>
                <c:pt idx="74">
                  <c:v>109.83158852981336</c:v>
                </c:pt>
                <c:pt idx="75">
                  <c:v>108.61781216810802</c:v>
                </c:pt>
                <c:pt idx="76">
                  <c:v>110.65088757396448</c:v>
                </c:pt>
                <c:pt idx="77">
                  <c:v>108.05644060081927</c:v>
                </c:pt>
                <c:pt idx="78">
                  <c:v>106.63025337581549</c:v>
                </c:pt>
                <c:pt idx="79">
                  <c:v>106.20543164921861</c:v>
                </c:pt>
                <c:pt idx="80">
                  <c:v>105.88681535427096</c:v>
                </c:pt>
                <c:pt idx="81">
                  <c:v>106.50887573964495</c:v>
                </c:pt>
                <c:pt idx="82">
                  <c:v>106.34198148991047</c:v>
                </c:pt>
                <c:pt idx="83">
                  <c:v>104.91579426490668</c:v>
                </c:pt>
                <c:pt idx="84">
                  <c:v>104.83993324230008</c:v>
                </c:pt>
                <c:pt idx="85">
                  <c:v>106.12957062661204</c:v>
                </c:pt>
                <c:pt idx="86">
                  <c:v>106.0081929904415</c:v>
                </c:pt>
                <c:pt idx="87">
                  <c:v>103.27719617660443</c:v>
                </c:pt>
                <c:pt idx="88">
                  <c:v>106.43301471703838</c:v>
                </c:pt>
                <c:pt idx="89">
                  <c:v>110.62054316492184</c:v>
                </c:pt>
                <c:pt idx="90">
                  <c:v>109.1834319526627</c:v>
                </c:pt>
                <c:pt idx="91">
                  <c:v>108.96419359732967</c:v>
                </c:pt>
                <c:pt idx="92">
                  <c:v>110.33227127901682</c:v>
                </c:pt>
                <c:pt idx="93">
                  <c:v>109.14883932635409</c:v>
                </c:pt>
                <c:pt idx="94">
                  <c:v>109.2881201638598</c:v>
                </c:pt>
                <c:pt idx="95">
                  <c:v>109.99848277954786</c:v>
                </c:pt>
                <c:pt idx="96">
                  <c:v>106.96404187528447</c:v>
                </c:pt>
                <c:pt idx="97">
                  <c:v>106.2122591412532</c:v>
                </c:pt>
                <c:pt idx="98">
                  <c:v>103.21650735851918</c:v>
                </c:pt>
                <c:pt idx="99">
                  <c:v>106.81231983007129</c:v>
                </c:pt>
                <c:pt idx="100">
                  <c:v>108.35988469124561</c:v>
                </c:pt>
                <c:pt idx="101">
                  <c:v>107.02473069336972</c:v>
                </c:pt>
                <c:pt idx="102">
                  <c:v>107.02473069336972</c:v>
                </c:pt>
                <c:pt idx="103">
                  <c:v>111.34880898194503</c:v>
                </c:pt>
                <c:pt idx="104">
                  <c:v>112.28948566226669</c:v>
                </c:pt>
                <c:pt idx="105">
                  <c:v>112.42603550295853</c:v>
                </c:pt>
                <c:pt idx="106">
                  <c:v>112.82051282051277</c:v>
                </c:pt>
                <c:pt idx="107">
                  <c:v>113.18464572902438</c:v>
                </c:pt>
                <c:pt idx="108">
                  <c:v>113.06326809285385</c:v>
                </c:pt>
                <c:pt idx="109">
                  <c:v>111.27294795933847</c:v>
                </c:pt>
                <c:pt idx="110">
                  <c:v>111.36398118646636</c:v>
                </c:pt>
                <c:pt idx="111">
                  <c:v>108.8150508268851</c:v>
                </c:pt>
                <c:pt idx="112">
                  <c:v>110.52950993779392</c:v>
                </c:pt>
                <c:pt idx="113">
                  <c:v>110.74192080109235</c:v>
                </c:pt>
                <c:pt idx="114">
                  <c:v>110.36261568805942</c:v>
                </c:pt>
                <c:pt idx="115">
                  <c:v>114.4439387042937</c:v>
                </c:pt>
                <c:pt idx="116">
                  <c:v>115.44530420270061</c:v>
                </c:pt>
                <c:pt idx="117">
                  <c:v>117.7666514944621</c:v>
                </c:pt>
                <c:pt idx="118">
                  <c:v>117.70596267637683</c:v>
                </c:pt>
                <c:pt idx="119">
                  <c:v>116.97769685935361</c:v>
                </c:pt>
                <c:pt idx="120">
                  <c:v>117.11424670004547</c:v>
                </c:pt>
                <c:pt idx="121">
                  <c:v>117.11424670004547</c:v>
                </c:pt>
                <c:pt idx="122">
                  <c:v>117.97906235776054</c:v>
                </c:pt>
                <c:pt idx="123">
                  <c:v>115.36944318009402</c:v>
                </c:pt>
                <c:pt idx="124">
                  <c:v>114.76255499924133</c:v>
                </c:pt>
                <c:pt idx="125">
                  <c:v>113.9280837505689</c:v>
                </c:pt>
                <c:pt idx="126">
                  <c:v>113.41222879684412</c:v>
                </c:pt>
                <c:pt idx="127">
                  <c:v>115.20551751648341</c:v>
                </c:pt>
                <c:pt idx="128">
                  <c:v>115.14451380056258</c:v>
                </c:pt>
                <c:pt idx="129">
                  <c:v>115.4037795932261</c:v>
                </c:pt>
                <c:pt idx="130">
                  <c:v>115.96806396549378</c:v>
                </c:pt>
                <c:pt idx="131">
                  <c:v>115.96806396549378</c:v>
                </c:pt>
                <c:pt idx="132">
                  <c:v>119.79604713952571</c:v>
                </c:pt>
                <c:pt idx="133">
                  <c:v>118.24045238354461</c:v>
                </c:pt>
                <c:pt idx="134">
                  <c:v>116.24258068713749</c:v>
                </c:pt>
                <c:pt idx="135">
                  <c:v>116.97462527818743</c:v>
                </c:pt>
                <c:pt idx="136">
                  <c:v>118.30145609946543</c:v>
                </c:pt>
                <c:pt idx="137">
                  <c:v>116.01381675243438</c:v>
                </c:pt>
                <c:pt idx="138">
                  <c:v>116.80686505940515</c:v>
                </c:pt>
                <c:pt idx="139">
                  <c:v>116.4713446218406</c:v>
                </c:pt>
                <c:pt idx="140">
                  <c:v>115.57153981200838</c:v>
                </c:pt>
                <c:pt idx="141">
                  <c:v>113.76781244151931</c:v>
                </c:pt>
                <c:pt idx="142">
                  <c:v>113.89393762418564</c:v>
                </c:pt>
                <c:pt idx="143">
                  <c:v>117.64566615331654</c:v>
                </c:pt>
                <c:pt idx="144">
                  <c:v>117.67616801127696</c:v>
                </c:pt>
                <c:pt idx="145">
                  <c:v>114.80746827010002</c:v>
                </c:pt>
                <c:pt idx="146">
                  <c:v>117.73717172719778</c:v>
                </c:pt>
                <c:pt idx="147">
                  <c:v>119.07925347745598</c:v>
                </c:pt>
                <c:pt idx="148">
                  <c:v>119.00299883255495</c:v>
                </c:pt>
                <c:pt idx="149">
                  <c:v>119.7502943525851</c:v>
                </c:pt>
                <c:pt idx="150">
                  <c:v>123.09314547575666</c:v>
                </c:pt>
                <c:pt idx="151">
                  <c:v>122.32770135024005</c:v>
                </c:pt>
                <c:pt idx="152">
                  <c:v>124.98136299279608</c:v>
                </c:pt>
                <c:pt idx="153">
                  <c:v>126.20143731121264</c:v>
                </c:pt>
                <c:pt idx="154">
                  <c:v>125.25587971443981</c:v>
                </c:pt>
                <c:pt idx="155">
                  <c:v>123.82229239030036</c:v>
                </c:pt>
                <c:pt idx="156">
                  <c:v>124.7373481291128</c:v>
                </c:pt>
                <c:pt idx="157">
                  <c:v>124.99661392177632</c:v>
                </c:pt>
                <c:pt idx="158">
                  <c:v>124.92035927687529</c:v>
                </c:pt>
                <c:pt idx="159">
                  <c:v>125.18831809905754</c:v>
                </c:pt>
                <c:pt idx="160">
                  <c:v>125.44499123379443</c:v>
                </c:pt>
                <c:pt idx="161">
                  <c:v>126.35394660101474</c:v>
                </c:pt>
                <c:pt idx="162">
                  <c:v>126.77868497311353</c:v>
                </c:pt>
                <c:pt idx="163">
                  <c:v>126.14043359529185</c:v>
                </c:pt>
                <c:pt idx="164">
                  <c:v>126.81147447042098</c:v>
                </c:pt>
                <c:pt idx="165">
                  <c:v>127.05548933410428</c:v>
                </c:pt>
                <c:pt idx="166">
                  <c:v>128.86272441825881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CFE3-46D0-B9DA-7FA08D83A6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25654912"/>
        <c:axId val="1575770799"/>
      </c:lineChart>
      <c:dateAx>
        <c:axId val="425654912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33A0"/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1575770799"/>
        <c:crosses val="autoZero"/>
        <c:auto val="1"/>
        <c:lblOffset val="100"/>
        <c:baseTimeUnit val="days"/>
      </c:dateAx>
      <c:valAx>
        <c:axId val="1575770799"/>
        <c:scaling>
          <c:orientation val="minMax"/>
          <c:min val="8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33A0"/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4256549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0033A0"/>
              </a:solidFill>
              <a:latin typeface="+mn-lt"/>
              <a:ea typeface="+mn-ea"/>
              <a:cs typeface="+mn-cs"/>
            </a:defRPr>
          </a:pPr>
          <a:endParaRPr lang="es-P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rgbClr val="0033A0"/>
          </a:solidFill>
        </a:defRPr>
      </a:pPr>
      <a:endParaRPr lang="es-PE"/>
    </a:p>
  </c:txPr>
  <c:externalData r:id="rId4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EQ!$I$38</c:f>
              <c:strCache>
                <c:ptCount val="1"/>
                <c:pt idx="0">
                  <c:v>EWJ US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EQ!$J$37:$FU$37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EQ!$J$38:$FU$38</c:f>
              <c:numCache>
                <c:formatCode>General</c:formatCode>
                <c:ptCount val="168"/>
                <c:pt idx="0">
                  <c:v>100</c:v>
                </c:pt>
                <c:pt idx="1">
                  <c:v>100.73074064899679</c:v>
                </c:pt>
                <c:pt idx="2">
                  <c:v>102.9601189001734</c:v>
                </c:pt>
                <c:pt idx="3">
                  <c:v>102.88580629180085</c:v>
                </c:pt>
                <c:pt idx="4">
                  <c:v>102.70002477086948</c:v>
                </c:pt>
                <c:pt idx="5">
                  <c:v>102.62571216249692</c:v>
                </c:pt>
                <c:pt idx="6">
                  <c:v>104.79316324002976</c:v>
                </c:pt>
                <c:pt idx="7">
                  <c:v>105.63537280158538</c:v>
                </c:pt>
                <c:pt idx="8">
                  <c:v>104.59499628436963</c:v>
                </c:pt>
                <c:pt idx="9">
                  <c:v>105.32573693336641</c:v>
                </c:pt>
                <c:pt idx="10">
                  <c:v>105.79638345305926</c:v>
                </c:pt>
                <c:pt idx="11">
                  <c:v>105.87069606143181</c:v>
                </c:pt>
                <c:pt idx="12">
                  <c:v>105.87069606143181</c:v>
                </c:pt>
                <c:pt idx="13">
                  <c:v>103.69085954917023</c:v>
                </c:pt>
                <c:pt idx="14">
                  <c:v>105.00371563041868</c:v>
                </c:pt>
                <c:pt idx="15">
                  <c:v>105.10279910824875</c:v>
                </c:pt>
                <c:pt idx="16">
                  <c:v>104.73123606638597</c:v>
                </c:pt>
                <c:pt idx="17">
                  <c:v>104.81793410948728</c:v>
                </c:pt>
                <c:pt idx="18">
                  <c:v>106.31657171166712</c:v>
                </c:pt>
                <c:pt idx="19">
                  <c:v>105.5362893237553</c:v>
                </c:pt>
                <c:pt idx="20">
                  <c:v>106.6262075798861</c:v>
                </c:pt>
                <c:pt idx="21">
                  <c:v>106.16794649492201</c:v>
                </c:pt>
                <c:pt idx="22">
                  <c:v>106.37849888531092</c:v>
                </c:pt>
                <c:pt idx="23">
                  <c:v>107.35694822888287</c:v>
                </c:pt>
                <c:pt idx="24">
                  <c:v>108.36016844191234</c:v>
                </c:pt>
                <c:pt idx="25">
                  <c:v>106.63859301461483</c:v>
                </c:pt>
                <c:pt idx="26">
                  <c:v>110.72578647510531</c:v>
                </c:pt>
                <c:pt idx="27">
                  <c:v>113.06663363884076</c:v>
                </c:pt>
                <c:pt idx="28">
                  <c:v>115.30839732474611</c:v>
                </c:pt>
                <c:pt idx="29">
                  <c:v>116.38593014614816</c:v>
                </c:pt>
                <c:pt idx="30">
                  <c:v>115.64280406242263</c:v>
                </c:pt>
                <c:pt idx="31">
                  <c:v>116.23730492940305</c:v>
                </c:pt>
                <c:pt idx="32">
                  <c:v>116.23730492940305</c:v>
                </c:pt>
                <c:pt idx="33">
                  <c:v>113.78498885310879</c:v>
                </c:pt>
                <c:pt idx="34">
                  <c:v>113.17810255139959</c:v>
                </c:pt>
                <c:pt idx="35">
                  <c:v>112.95516472628194</c:v>
                </c:pt>
                <c:pt idx="36">
                  <c:v>113.28957146395842</c:v>
                </c:pt>
                <c:pt idx="37">
                  <c:v>113.19048798612835</c:v>
                </c:pt>
                <c:pt idx="38">
                  <c:v>112.9923210304682</c:v>
                </c:pt>
                <c:pt idx="39">
                  <c:v>114.49095863264803</c:v>
                </c:pt>
                <c:pt idx="40">
                  <c:v>114.54050037156308</c:v>
                </c:pt>
                <c:pt idx="41">
                  <c:v>114.40426058954674</c:v>
                </c:pt>
                <c:pt idx="42">
                  <c:v>111.71662125340603</c:v>
                </c:pt>
                <c:pt idx="43">
                  <c:v>107.54272974981424</c:v>
                </c:pt>
                <c:pt idx="44">
                  <c:v>109.72256626207583</c:v>
                </c:pt>
                <c:pt idx="45">
                  <c:v>106.3784988853109</c:v>
                </c:pt>
                <c:pt idx="46">
                  <c:v>104.9913301956899</c:v>
                </c:pt>
                <c:pt idx="47">
                  <c:v>106.06886301709193</c:v>
                </c:pt>
                <c:pt idx="48">
                  <c:v>107.08446866485015</c:v>
                </c:pt>
                <c:pt idx="49">
                  <c:v>106.18033192965076</c:v>
                </c:pt>
                <c:pt idx="50">
                  <c:v>104.27297498142188</c:v>
                </c:pt>
                <c:pt idx="51">
                  <c:v>103.24498389893489</c:v>
                </c:pt>
                <c:pt idx="52">
                  <c:v>105.36289323755268</c:v>
                </c:pt>
                <c:pt idx="53">
                  <c:v>105.37527867228144</c:v>
                </c:pt>
                <c:pt idx="54">
                  <c:v>104.22343324250686</c:v>
                </c:pt>
                <c:pt idx="55">
                  <c:v>104.13673519940554</c:v>
                </c:pt>
                <c:pt idx="56">
                  <c:v>100.56972999752296</c:v>
                </c:pt>
                <c:pt idx="57">
                  <c:v>103.48030715878132</c:v>
                </c:pt>
                <c:pt idx="58">
                  <c:v>103.14590042110483</c:v>
                </c:pt>
                <c:pt idx="59">
                  <c:v>104.96655932623239</c:v>
                </c:pt>
                <c:pt idx="60">
                  <c:v>102.43993064156554</c:v>
                </c:pt>
                <c:pt idx="61">
                  <c:v>100.8545949962844</c:v>
                </c:pt>
                <c:pt idx="62">
                  <c:v>100.96606390884322</c:v>
                </c:pt>
                <c:pt idx="63">
                  <c:v>104.58261084964086</c:v>
                </c:pt>
                <c:pt idx="64">
                  <c:v>107.1092395343077</c:v>
                </c:pt>
                <c:pt idx="65">
                  <c:v>105.63537280158539</c:v>
                </c:pt>
                <c:pt idx="66">
                  <c:v>105.63537280158539</c:v>
                </c:pt>
                <c:pt idx="67">
                  <c:v>105.98216497399062</c:v>
                </c:pt>
                <c:pt idx="68">
                  <c:v>105.90785236561808</c:v>
                </c:pt>
                <c:pt idx="69">
                  <c:v>110.73817190983408</c:v>
                </c:pt>
                <c:pt idx="70">
                  <c:v>109.26430517711175</c:v>
                </c:pt>
                <c:pt idx="71">
                  <c:v>109.15283626455292</c:v>
                </c:pt>
                <c:pt idx="72">
                  <c:v>109.42531582858561</c:v>
                </c:pt>
                <c:pt idx="73">
                  <c:v>110.73817190983407</c:v>
                </c:pt>
                <c:pt idx="74">
                  <c:v>110.31706712905626</c:v>
                </c:pt>
                <c:pt idx="75">
                  <c:v>110.73817190983405</c:v>
                </c:pt>
                <c:pt idx="76">
                  <c:v>111.70423581867726</c:v>
                </c:pt>
                <c:pt idx="77">
                  <c:v>110.63908843200399</c:v>
                </c:pt>
                <c:pt idx="78">
                  <c:v>107.92667822640577</c:v>
                </c:pt>
                <c:pt idx="79">
                  <c:v>108.69457517958884</c:v>
                </c:pt>
                <c:pt idx="80">
                  <c:v>107.83998018330445</c:v>
                </c:pt>
                <c:pt idx="81">
                  <c:v>108.14961605152341</c:v>
                </c:pt>
                <c:pt idx="82">
                  <c:v>108.59549170175875</c:v>
                </c:pt>
                <c:pt idx="83">
                  <c:v>108.44686648501363</c:v>
                </c:pt>
                <c:pt idx="84">
                  <c:v>107.51795888035672</c:v>
                </c:pt>
                <c:pt idx="85">
                  <c:v>110.35422343324251</c:v>
                </c:pt>
                <c:pt idx="86">
                  <c:v>109.3633886549418</c:v>
                </c:pt>
                <c:pt idx="87">
                  <c:v>109.14045082982415</c:v>
                </c:pt>
                <c:pt idx="88">
                  <c:v>110.55239038890268</c:v>
                </c:pt>
                <c:pt idx="89">
                  <c:v>113.54966559326235</c:v>
                </c:pt>
                <c:pt idx="90">
                  <c:v>112.69507059697797</c:v>
                </c:pt>
                <c:pt idx="91">
                  <c:v>114.21847906861532</c:v>
                </c:pt>
                <c:pt idx="92">
                  <c:v>114.26802080753038</c:v>
                </c:pt>
                <c:pt idx="93">
                  <c:v>114.0203121129552</c:v>
                </c:pt>
                <c:pt idx="94">
                  <c:v>115.29601189001737</c:v>
                </c:pt>
                <c:pt idx="95">
                  <c:v>114.0203121129552</c:v>
                </c:pt>
                <c:pt idx="96">
                  <c:v>112.79415407480805</c:v>
                </c:pt>
                <c:pt idx="97">
                  <c:v>112.60837255387668</c:v>
                </c:pt>
                <c:pt idx="98">
                  <c:v>111.82809016596487</c:v>
                </c:pt>
                <c:pt idx="99">
                  <c:v>112.96755016101068</c:v>
                </c:pt>
                <c:pt idx="100">
                  <c:v>113.16571711667083</c:v>
                </c:pt>
                <c:pt idx="101">
                  <c:v>113.46296755016104</c:v>
                </c:pt>
                <c:pt idx="102">
                  <c:v>113.46296755016104</c:v>
                </c:pt>
                <c:pt idx="103">
                  <c:v>115.06068863017094</c:v>
                </c:pt>
                <c:pt idx="104">
                  <c:v>114.30517711171665</c:v>
                </c:pt>
                <c:pt idx="105">
                  <c:v>114.81297993559576</c:v>
                </c:pt>
                <c:pt idx="106">
                  <c:v>115.1350012385435</c:v>
                </c:pt>
                <c:pt idx="107">
                  <c:v>115.09784493435723</c:v>
                </c:pt>
                <c:pt idx="108">
                  <c:v>115.90289819172655</c:v>
                </c:pt>
                <c:pt idx="109">
                  <c:v>116.34877384196187</c:v>
                </c:pt>
                <c:pt idx="110">
                  <c:v>116.5840971018083</c:v>
                </c:pt>
                <c:pt idx="111">
                  <c:v>112.36066385930148</c:v>
                </c:pt>
                <c:pt idx="112">
                  <c:v>113.88407233093885</c:v>
                </c:pt>
                <c:pt idx="113">
                  <c:v>112.64552885806295</c:v>
                </c:pt>
                <c:pt idx="114">
                  <c:v>110.58954669308895</c:v>
                </c:pt>
                <c:pt idx="115">
                  <c:v>114.16893732970031</c:v>
                </c:pt>
                <c:pt idx="116">
                  <c:v>114.82536537032452</c:v>
                </c:pt>
                <c:pt idx="117">
                  <c:v>116.497399058707</c:v>
                </c:pt>
                <c:pt idx="118">
                  <c:v>116.57171166707955</c:v>
                </c:pt>
                <c:pt idx="119">
                  <c:v>116.98043101312861</c:v>
                </c:pt>
                <c:pt idx="120">
                  <c:v>119.22219469903399</c:v>
                </c:pt>
                <c:pt idx="121">
                  <c:v>119.22219469903399</c:v>
                </c:pt>
                <c:pt idx="122">
                  <c:v>120.10156056477587</c:v>
                </c:pt>
                <c:pt idx="123">
                  <c:v>114.87490710923957</c:v>
                </c:pt>
                <c:pt idx="124">
                  <c:v>114.70151102303696</c:v>
                </c:pt>
                <c:pt idx="125">
                  <c:v>115.66757493188015</c:v>
                </c:pt>
                <c:pt idx="126">
                  <c:v>114.93683428288337</c:v>
                </c:pt>
                <c:pt idx="127">
                  <c:v>115.44463710676247</c:v>
                </c:pt>
                <c:pt idx="128">
                  <c:v>115.51894971513504</c:v>
                </c:pt>
                <c:pt idx="129">
                  <c:v>115.24647015110233</c:v>
                </c:pt>
                <c:pt idx="130">
                  <c:v>115.35793906366116</c:v>
                </c:pt>
                <c:pt idx="131">
                  <c:v>115.35793906366116</c:v>
                </c:pt>
                <c:pt idx="132">
                  <c:v>117.99603666088683</c:v>
                </c:pt>
                <c:pt idx="133">
                  <c:v>115.27124102055986</c:v>
                </c:pt>
                <c:pt idx="134">
                  <c:v>114.61481297993565</c:v>
                </c:pt>
                <c:pt idx="135">
                  <c:v>115.82858558335401</c:v>
                </c:pt>
                <c:pt idx="136">
                  <c:v>117.10428536041618</c:v>
                </c:pt>
                <c:pt idx="137">
                  <c:v>114.8377508050533</c:v>
                </c:pt>
                <c:pt idx="138">
                  <c:v>116.28684666831812</c:v>
                </c:pt>
                <c:pt idx="139">
                  <c:v>115.80381471389653</c:v>
                </c:pt>
                <c:pt idx="140">
                  <c:v>113.83453059202384</c:v>
                </c:pt>
                <c:pt idx="141">
                  <c:v>112.07579886054006</c:v>
                </c:pt>
                <c:pt idx="142">
                  <c:v>112.00148625216751</c:v>
                </c:pt>
                <c:pt idx="143">
                  <c:v>114.86252167451083</c:v>
                </c:pt>
                <c:pt idx="144">
                  <c:v>114.18132276442908</c:v>
                </c:pt>
                <c:pt idx="145">
                  <c:v>112.83131037899436</c:v>
                </c:pt>
                <c:pt idx="146">
                  <c:v>112.96755016101069</c:v>
                </c:pt>
                <c:pt idx="147">
                  <c:v>113.33911320287348</c:v>
                </c:pt>
                <c:pt idx="148">
                  <c:v>111.25836016844195</c:v>
                </c:pt>
                <c:pt idx="149">
                  <c:v>110.66385930146151</c:v>
                </c:pt>
                <c:pt idx="150">
                  <c:v>115.54372058459256</c:v>
                </c:pt>
                <c:pt idx="151">
                  <c:v>114.42903145900424</c:v>
                </c:pt>
                <c:pt idx="152">
                  <c:v>115.0730740648997</c:v>
                </c:pt>
                <c:pt idx="153">
                  <c:v>117.17859796878874</c:v>
                </c:pt>
                <c:pt idx="154">
                  <c:v>117.85979687887047</c:v>
                </c:pt>
                <c:pt idx="155">
                  <c:v>117.84741144414173</c:v>
                </c:pt>
                <c:pt idx="156">
                  <c:v>120.01486252167456</c:v>
                </c:pt>
                <c:pt idx="157">
                  <c:v>118.96210056973003</c:v>
                </c:pt>
                <c:pt idx="158">
                  <c:v>119.24696556849148</c:v>
                </c:pt>
                <c:pt idx="159">
                  <c:v>121.11716621253409</c:v>
                </c:pt>
                <c:pt idx="160">
                  <c:v>121.95937577408971</c:v>
                </c:pt>
                <c:pt idx="161">
                  <c:v>121.63735447114198</c:v>
                </c:pt>
                <c:pt idx="162">
                  <c:v>121.58781273222695</c:v>
                </c:pt>
                <c:pt idx="163">
                  <c:v>118.11989100817445</c:v>
                </c:pt>
                <c:pt idx="164">
                  <c:v>117.38915035917766</c:v>
                </c:pt>
                <c:pt idx="165">
                  <c:v>116.75749318801094</c:v>
                </c:pt>
                <c:pt idx="166">
                  <c:v>117.88456774832802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9C4-4A9F-9FD6-6157466CB7DE}"/>
            </c:ext>
          </c:extLst>
        </c:ser>
        <c:ser>
          <c:idx val="1"/>
          <c:order val="1"/>
          <c:tx>
            <c:strRef>
              <c:f>EQ!$I$39</c:f>
              <c:strCache>
                <c:ptCount val="1"/>
                <c:pt idx="0">
                  <c:v>BBJP US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EQ!$J$37:$FU$37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EQ!$J$39:$FU$39</c:f>
              <c:numCache>
                <c:formatCode>General</c:formatCode>
                <c:ptCount val="168"/>
                <c:pt idx="0">
                  <c:v>100</c:v>
                </c:pt>
                <c:pt idx="1">
                  <c:v>100.6979214079806</c:v>
                </c:pt>
                <c:pt idx="2">
                  <c:v>102.92823547261418</c:v>
                </c:pt>
                <c:pt idx="3">
                  <c:v>102.77651342740099</c:v>
                </c:pt>
                <c:pt idx="4">
                  <c:v>102.62479138218782</c:v>
                </c:pt>
                <c:pt idx="5">
                  <c:v>102.5944469731452</c:v>
                </c:pt>
                <c:pt idx="6">
                  <c:v>104.67303899256561</c:v>
                </c:pt>
                <c:pt idx="7">
                  <c:v>105.41647701411014</c:v>
                </c:pt>
                <c:pt idx="8">
                  <c:v>104.4909725383098</c:v>
                </c:pt>
                <c:pt idx="9">
                  <c:v>105.21923835533299</c:v>
                </c:pt>
                <c:pt idx="10">
                  <c:v>105.67440449097251</c:v>
                </c:pt>
                <c:pt idx="11">
                  <c:v>105.87164314974962</c:v>
                </c:pt>
                <c:pt idx="12">
                  <c:v>105.87164314974962</c:v>
                </c:pt>
                <c:pt idx="13">
                  <c:v>103.56546806250945</c:v>
                </c:pt>
                <c:pt idx="14">
                  <c:v>104.94613867394929</c:v>
                </c:pt>
                <c:pt idx="15">
                  <c:v>105.06751631011981</c:v>
                </c:pt>
                <c:pt idx="16">
                  <c:v>104.71855560612953</c:v>
                </c:pt>
                <c:pt idx="17">
                  <c:v>104.76407221969347</c:v>
                </c:pt>
                <c:pt idx="18">
                  <c:v>106.20543164921858</c:v>
                </c:pt>
                <c:pt idx="19">
                  <c:v>105.27992717341826</c:v>
                </c:pt>
                <c:pt idx="20">
                  <c:v>106.44818692155967</c:v>
                </c:pt>
                <c:pt idx="21">
                  <c:v>106.06888180852674</c:v>
                </c:pt>
                <c:pt idx="22">
                  <c:v>106.15991503565463</c:v>
                </c:pt>
                <c:pt idx="23">
                  <c:v>107.35851919283868</c:v>
                </c:pt>
                <c:pt idx="24">
                  <c:v>108.26885146411769</c:v>
                </c:pt>
                <c:pt idx="25">
                  <c:v>106.61508117129414</c:v>
                </c:pt>
                <c:pt idx="26">
                  <c:v>110.60537096040051</c:v>
                </c:pt>
                <c:pt idx="27">
                  <c:v>113.12395691093913</c:v>
                </c:pt>
                <c:pt idx="28">
                  <c:v>115.23289333940218</c:v>
                </c:pt>
                <c:pt idx="29">
                  <c:v>116.35563647397963</c:v>
                </c:pt>
                <c:pt idx="30">
                  <c:v>115.6273706569564</c:v>
                </c:pt>
                <c:pt idx="31">
                  <c:v>116.09770899711722</c:v>
                </c:pt>
                <c:pt idx="32">
                  <c:v>116.09770899711722</c:v>
                </c:pt>
                <c:pt idx="33">
                  <c:v>113.7460172963131</c:v>
                </c:pt>
                <c:pt idx="34">
                  <c:v>113.14671521772108</c:v>
                </c:pt>
                <c:pt idx="35">
                  <c:v>112.98740707024724</c:v>
                </c:pt>
                <c:pt idx="36">
                  <c:v>113.30602336519492</c:v>
                </c:pt>
                <c:pt idx="37">
                  <c:v>113.21499013806701</c:v>
                </c:pt>
                <c:pt idx="38">
                  <c:v>113.06326809285383</c:v>
                </c:pt>
                <c:pt idx="39">
                  <c:v>114.45911090881499</c:v>
                </c:pt>
                <c:pt idx="40">
                  <c:v>114.50462752237894</c:v>
                </c:pt>
                <c:pt idx="41">
                  <c:v>114.39842209072974</c:v>
                </c:pt>
                <c:pt idx="42">
                  <c:v>111.74328629949927</c:v>
                </c:pt>
                <c:pt idx="43">
                  <c:v>107.44955241996657</c:v>
                </c:pt>
                <c:pt idx="44">
                  <c:v>109.74055530268542</c:v>
                </c:pt>
                <c:pt idx="45">
                  <c:v>106.38749810347439</c:v>
                </c:pt>
                <c:pt idx="46">
                  <c:v>104.9613108784706</c:v>
                </c:pt>
                <c:pt idx="47">
                  <c:v>105.97784858139882</c:v>
                </c:pt>
                <c:pt idx="48">
                  <c:v>106.96404187528442</c:v>
                </c:pt>
                <c:pt idx="49">
                  <c:v>106.1447428311333</c:v>
                </c:pt>
                <c:pt idx="50">
                  <c:v>104.21787285692606</c:v>
                </c:pt>
                <c:pt idx="51">
                  <c:v>103.18616294947653</c:v>
                </c:pt>
                <c:pt idx="52">
                  <c:v>105.34061599150354</c:v>
                </c:pt>
                <c:pt idx="53">
                  <c:v>105.34061599150354</c:v>
                </c:pt>
                <c:pt idx="54">
                  <c:v>104.21787285692606</c:v>
                </c:pt>
                <c:pt idx="55">
                  <c:v>104.00546199362763</c:v>
                </c:pt>
                <c:pt idx="56">
                  <c:v>100.53102715824606</c:v>
                </c:pt>
                <c:pt idx="57">
                  <c:v>103.48960703990285</c:v>
                </c:pt>
                <c:pt idx="58">
                  <c:v>103.18616294947653</c:v>
                </c:pt>
                <c:pt idx="59">
                  <c:v>104.94613867394929</c:v>
                </c:pt>
                <c:pt idx="60">
                  <c:v>102.47306933697463</c:v>
                </c:pt>
                <c:pt idx="61">
                  <c:v>100.9406766803216</c:v>
                </c:pt>
                <c:pt idx="62">
                  <c:v>101.12274313457741</c:v>
                </c:pt>
                <c:pt idx="63">
                  <c:v>104.55166135639502</c:v>
                </c:pt>
                <c:pt idx="64">
                  <c:v>107.19162494310417</c:v>
                </c:pt>
                <c:pt idx="65">
                  <c:v>105.59854346836589</c:v>
                </c:pt>
                <c:pt idx="66">
                  <c:v>105.59854346836589</c:v>
                </c:pt>
                <c:pt idx="67">
                  <c:v>105.97784858139882</c:v>
                </c:pt>
                <c:pt idx="68">
                  <c:v>105.79578212714303</c:v>
                </c:pt>
                <c:pt idx="69">
                  <c:v>110.65088757396444</c:v>
                </c:pt>
                <c:pt idx="70">
                  <c:v>109.10332271279009</c:v>
                </c:pt>
                <c:pt idx="71">
                  <c:v>109.04263389470484</c:v>
                </c:pt>
                <c:pt idx="72">
                  <c:v>109.25504475800328</c:v>
                </c:pt>
                <c:pt idx="73">
                  <c:v>110.36261568805941</c:v>
                </c:pt>
                <c:pt idx="74">
                  <c:v>110.07434380215439</c:v>
                </c:pt>
                <c:pt idx="75">
                  <c:v>110.39296009710205</c:v>
                </c:pt>
                <c:pt idx="76">
                  <c:v>111.348808981945</c:v>
                </c:pt>
                <c:pt idx="77">
                  <c:v>110.2867546654528</c:v>
                </c:pt>
                <c:pt idx="78">
                  <c:v>107.58610226065839</c:v>
                </c:pt>
                <c:pt idx="79">
                  <c:v>108.26126536185701</c:v>
                </c:pt>
                <c:pt idx="80">
                  <c:v>107.43438021544523</c:v>
                </c:pt>
                <c:pt idx="81">
                  <c:v>107.76816871491421</c:v>
                </c:pt>
                <c:pt idx="82">
                  <c:v>108.0260961917766</c:v>
                </c:pt>
                <c:pt idx="83">
                  <c:v>108.01092398725527</c:v>
                </c:pt>
                <c:pt idx="84">
                  <c:v>107.07024730693361</c:v>
                </c:pt>
                <c:pt idx="85">
                  <c:v>110.01365498406911</c:v>
                </c:pt>
                <c:pt idx="86">
                  <c:v>108.98194507661954</c:v>
                </c:pt>
                <c:pt idx="87">
                  <c:v>108.70884539523584</c:v>
                </c:pt>
                <c:pt idx="88">
                  <c:v>110.04399939311172</c:v>
                </c:pt>
                <c:pt idx="89">
                  <c:v>113.10878470641772</c:v>
                </c:pt>
                <c:pt idx="90">
                  <c:v>112.24396904870267</c:v>
                </c:pt>
                <c:pt idx="91">
                  <c:v>113.60946745562117</c:v>
                </c:pt>
                <c:pt idx="92">
                  <c:v>113.77636170535565</c:v>
                </c:pt>
                <c:pt idx="93">
                  <c:v>113.73084509179169</c:v>
                </c:pt>
                <c:pt idx="94">
                  <c:v>114.95979365801837</c:v>
                </c:pt>
                <c:pt idx="95">
                  <c:v>113.77636170535564</c:v>
                </c:pt>
                <c:pt idx="96">
                  <c:v>112.44120770747975</c:v>
                </c:pt>
                <c:pt idx="97">
                  <c:v>112.25914125322393</c:v>
                </c:pt>
                <c:pt idx="98">
                  <c:v>111.54604764072204</c:v>
                </c:pt>
                <c:pt idx="99">
                  <c:v>112.53224093460764</c:v>
                </c:pt>
                <c:pt idx="100">
                  <c:v>112.62327416173555</c:v>
                </c:pt>
                <c:pt idx="101">
                  <c:v>113.01775147928979</c:v>
                </c:pt>
                <c:pt idx="102">
                  <c:v>113.01775147928979</c:v>
                </c:pt>
                <c:pt idx="103">
                  <c:v>114.47428311333623</c:v>
                </c:pt>
                <c:pt idx="104">
                  <c:v>113.746017296313</c:v>
                </c:pt>
                <c:pt idx="105">
                  <c:v>114.39842209072964</c:v>
                </c:pt>
                <c:pt idx="106">
                  <c:v>114.59566074950675</c:v>
                </c:pt>
                <c:pt idx="107">
                  <c:v>114.32256106812304</c:v>
                </c:pt>
                <c:pt idx="108">
                  <c:v>114.97496586253968</c:v>
                </c:pt>
                <c:pt idx="109">
                  <c:v>115.36944318009391</c:v>
                </c:pt>
                <c:pt idx="110">
                  <c:v>115.7184038840842</c:v>
                </c:pt>
                <c:pt idx="111">
                  <c:v>111.7736307085418</c:v>
                </c:pt>
                <c:pt idx="112">
                  <c:v>113.26050675163087</c:v>
                </c:pt>
                <c:pt idx="113">
                  <c:v>112.10741920801078</c:v>
                </c:pt>
                <c:pt idx="114">
                  <c:v>110.19572143832484</c:v>
                </c:pt>
                <c:pt idx="115">
                  <c:v>113.39705659232273</c:v>
                </c:pt>
                <c:pt idx="116">
                  <c:v>113.91291154604751</c:v>
                </c:pt>
                <c:pt idx="117">
                  <c:v>115.82460931573345</c:v>
                </c:pt>
                <c:pt idx="118">
                  <c:v>115.83978152025475</c:v>
                </c:pt>
                <c:pt idx="119">
                  <c:v>116.23425883780899</c:v>
                </c:pt>
                <c:pt idx="120">
                  <c:v>118.25216203914414</c:v>
                </c:pt>
                <c:pt idx="121">
                  <c:v>118.25216203914414</c:v>
                </c:pt>
                <c:pt idx="122">
                  <c:v>118.55560612957049</c:v>
                </c:pt>
                <c:pt idx="123">
                  <c:v>113.63981186466383</c:v>
                </c:pt>
                <c:pt idx="124">
                  <c:v>113.45774541040802</c:v>
                </c:pt>
                <c:pt idx="125">
                  <c:v>114.36807768168703</c:v>
                </c:pt>
                <c:pt idx="126">
                  <c:v>113.74601729631304</c:v>
                </c:pt>
                <c:pt idx="127">
                  <c:v>114.17083902290992</c:v>
                </c:pt>
                <c:pt idx="128">
                  <c:v>114.26187225003781</c:v>
                </c:pt>
                <c:pt idx="129">
                  <c:v>114.12532240934596</c:v>
                </c:pt>
                <c:pt idx="130">
                  <c:v>114.12532240934596</c:v>
                </c:pt>
                <c:pt idx="131">
                  <c:v>114.12532240934596</c:v>
                </c:pt>
                <c:pt idx="132">
                  <c:v>116.84114701866169</c:v>
                </c:pt>
                <c:pt idx="133">
                  <c:v>114.06463359126069</c:v>
                </c:pt>
                <c:pt idx="134">
                  <c:v>113.44257320588667</c:v>
                </c:pt>
                <c:pt idx="135">
                  <c:v>114.6260051585494</c:v>
                </c:pt>
                <c:pt idx="136">
                  <c:v>115.80943711121212</c:v>
                </c:pt>
                <c:pt idx="137">
                  <c:v>113.50326202397196</c:v>
                </c:pt>
                <c:pt idx="138">
                  <c:v>114.97496586253969</c:v>
                </c:pt>
                <c:pt idx="139">
                  <c:v>114.51979972690019</c:v>
                </c:pt>
                <c:pt idx="140">
                  <c:v>112.51706873008634</c:v>
                </c:pt>
                <c:pt idx="141">
                  <c:v>110.89364284630543</c:v>
                </c:pt>
                <c:pt idx="142">
                  <c:v>110.84812623274146</c:v>
                </c:pt>
                <c:pt idx="143">
                  <c:v>113.59429525109984</c:v>
                </c:pt>
                <c:pt idx="144">
                  <c:v>113.03292368381109</c:v>
                </c:pt>
                <c:pt idx="145">
                  <c:v>111.68259748141388</c:v>
                </c:pt>
                <c:pt idx="146">
                  <c:v>111.89500834471231</c:v>
                </c:pt>
                <c:pt idx="147">
                  <c:v>112.18328023061731</c:v>
                </c:pt>
                <c:pt idx="148">
                  <c:v>110.13503262023953</c:v>
                </c:pt>
                <c:pt idx="149">
                  <c:v>109.5736610529508</c:v>
                </c:pt>
                <c:pt idx="150">
                  <c:v>114.32256106812299</c:v>
                </c:pt>
                <c:pt idx="151">
                  <c:v>113.1543013199816</c:v>
                </c:pt>
                <c:pt idx="152">
                  <c:v>113.76118950083429</c:v>
                </c:pt>
                <c:pt idx="153">
                  <c:v>115.79426490669074</c:v>
                </c:pt>
                <c:pt idx="154">
                  <c:v>116.53770292823529</c:v>
                </c:pt>
                <c:pt idx="155">
                  <c:v>116.56804733727792</c:v>
                </c:pt>
                <c:pt idx="156">
                  <c:v>118.64663935669834</c:v>
                </c:pt>
                <c:pt idx="157">
                  <c:v>117.55424063116352</c:v>
                </c:pt>
                <c:pt idx="158">
                  <c:v>117.94871794871774</c:v>
                </c:pt>
                <c:pt idx="159">
                  <c:v>119.63283265058391</c:v>
                </c:pt>
                <c:pt idx="160">
                  <c:v>120.5128205128203</c:v>
                </c:pt>
                <c:pt idx="161">
                  <c:v>120.14868760430868</c:v>
                </c:pt>
                <c:pt idx="162">
                  <c:v>120.16385980883001</c:v>
                </c:pt>
                <c:pt idx="163">
                  <c:v>116.79563040509767</c:v>
                </c:pt>
                <c:pt idx="164">
                  <c:v>116.08253679259577</c:v>
                </c:pt>
                <c:pt idx="165">
                  <c:v>115.50599302078572</c:v>
                </c:pt>
                <c:pt idx="166">
                  <c:v>116.62873615536319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9C4-4A9F-9FD6-6157466CB7DE}"/>
            </c:ext>
          </c:extLst>
        </c:ser>
        <c:ser>
          <c:idx val="2"/>
          <c:order val="2"/>
          <c:tx>
            <c:strRef>
              <c:f>EQ!$I$40</c:f>
              <c:strCache>
                <c:ptCount val="1"/>
                <c:pt idx="0">
                  <c:v>DXJ US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EQ!$J$37:$FU$37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EQ!$J$40:$FU$40</c:f>
              <c:numCache>
                <c:formatCode>General</c:formatCode>
                <c:ptCount val="168"/>
                <c:pt idx="0">
                  <c:v>100</c:v>
                </c:pt>
                <c:pt idx="1">
                  <c:v>100.57574916759158</c:v>
                </c:pt>
                <c:pt idx="2">
                  <c:v>102.35849056603774</c:v>
                </c:pt>
                <c:pt idx="3">
                  <c:v>102.24750277469479</c:v>
                </c:pt>
                <c:pt idx="4">
                  <c:v>102.40011098779136</c:v>
                </c:pt>
                <c:pt idx="5">
                  <c:v>102.87874583795785</c:v>
                </c:pt>
                <c:pt idx="6">
                  <c:v>105.59794672586018</c:v>
                </c:pt>
                <c:pt idx="7">
                  <c:v>106.43035516093234</c:v>
                </c:pt>
                <c:pt idx="8">
                  <c:v>106.40954495005553</c:v>
                </c:pt>
                <c:pt idx="9">
                  <c:v>107.0824084350722</c:v>
                </c:pt>
                <c:pt idx="10">
                  <c:v>107.83157602663712</c:v>
                </c:pt>
                <c:pt idx="11">
                  <c:v>107.95643729189796</c:v>
                </c:pt>
                <c:pt idx="12">
                  <c:v>107.95643729189796</c:v>
                </c:pt>
                <c:pt idx="13">
                  <c:v>105.61875693673701</c:v>
                </c:pt>
                <c:pt idx="14">
                  <c:v>106.87430632630416</c:v>
                </c:pt>
                <c:pt idx="15">
                  <c:v>107.30438401775811</c:v>
                </c:pt>
                <c:pt idx="16">
                  <c:v>105.20948945615989</c:v>
                </c:pt>
                <c:pt idx="17">
                  <c:v>104.05105438401783</c:v>
                </c:pt>
                <c:pt idx="18">
                  <c:v>104.45338512763604</c:v>
                </c:pt>
                <c:pt idx="19">
                  <c:v>103.71115427303003</c:v>
                </c:pt>
                <c:pt idx="20">
                  <c:v>105.1054384017759</c:v>
                </c:pt>
                <c:pt idx="21">
                  <c:v>105.94478357380696</c:v>
                </c:pt>
                <c:pt idx="22">
                  <c:v>106.61071032186469</c:v>
                </c:pt>
                <c:pt idx="23">
                  <c:v>108.47669256381806</c:v>
                </c:pt>
                <c:pt idx="24">
                  <c:v>111.01553829078809</c:v>
                </c:pt>
                <c:pt idx="25">
                  <c:v>109.53801331853504</c:v>
                </c:pt>
                <c:pt idx="26">
                  <c:v>113.5058268590456</c:v>
                </c:pt>
                <c:pt idx="27">
                  <c:v>114.49778024417326</c:v>
                </c:pt>
                <c:pt idx="28">
                  <c:v>115.53829078801344</c:v>
                </c:pt>
                <c:pt idx="29">
                  <c:v>115.60072142064384</c:v>
                </c:pt>
                <c:pt idx="30">
                  <c:v>115.32325194228646</c:v>
                </c:pt>
                <c:pt idx="31">
                  <c:v>115.73945615982252</c:v>
                </c:pt>
                <c:pt idx="32">
                  <c:v>115.73945615982252</c:v>
                </c:pt>
                <c:pt idx="33">
                  <c:v>114.37985571587134</c:v>
                </c:pt>
                <c:pt idx="34">
                  <c:v>115.0319089900112</c:v>
                </c:pt>
                <c:pt idx="35">
                  <c:v>115.35793562708112</c:v>
                </c:pt>
                <c:pt idx="36">
                  <c:v>115.58684794672595</c:v>
                </c:pt>
                <c:pt idx="37">
                  <c:v>115.55216426193128</c:v>
                </c:pt>
                <c:pt idx="38">
                  <c:v>116.35682574916768</c:v>
                </c:pt>
                <c:pt idx="39">
                  <c:v>118.02164261931195</c:v>
                </c:pt>
                <c:pt idx="40">
                  <c:v>117.77885682574924</c:v>
                </c:pt>
                <c:pt idx="41">
                  <c:v>117.63318534961164</c:v>
                </c:pt>
                <c:pt idx="42">
                  <c:v>115.75332963374038</c:v>
                </c:pt>
                <c:pt idx="43">
                  <c:v>111.54966703662605</c:v>
                </c:pt>
                <c:pt idx="44">
                  <c:v>112.63179800221984</c:v>
                </c:pt>
                <c:pt idx="45">
                  <c:v>110.05133185349621</c:v>
                </c:pt>
                <c:pt idx="46">
                  <c:v>108.71947835738077</c:v>
                </c:pt>
                <c:pt idx="47">
                  <c:v>109.32297447280808</c:v>
                </c:pt>
                <c:pt idx="48">
                  <c:v>110.91842397336303</c:v>
                </c:pt>
                <c:pt idx="49">
                  <c:v>110.49528301886802</c:v>
                </c:pt>
                <c:pt idx="50">
                  <c:v>108.74722530521655</c:v>
                </c:pt>
                <c:pt idx="51">
                  <c:v>107.96337402885693</c:v>
                </c:pt>
                <c:pt idx="52">
                  <c:v>109.75998890122098</c:v>
                </c:pt>
                <c:pt idx="53">
                  <c:v>109.80854605993353</c:v>
                </c:pt>
                <c:pt idx="54">
                  <c:v>109.46170921198681</c:v>
                </c:pt>
                <c:pt idx="55">
                  <c:v>107.54716981132087</c:v>
                </c:pt>
                <c:pt idx="56">
                  <c:v>105.06381798002232</c:v>
                </c:pt>
                <c:pt idx="57">
                  <c:v>107.33906770255284</c:v>
                </c:pt>
                <c:pt idx="58">
                  <c:v>108.3171476137626</c:v>
                </c:pt>
                <c:pt idx="59">
                  <c:v>110.51609322974483</c:v>
                </c:pt>
                <c:pt idx="60">
                  <c:v>108.47669256381808</c:v>
                </c:pt>
                <c:pt idx="61">
                  <c:v>107.29744728079922</c:v>
                </c:pt>
                <c:pt idx="62">
                  <c:v>107.22807991120987</c:v>
                </c:pt>
                <c:pt idx="63">
                  <c:v>110.00277469478368</c:v>
                </c:pt>
                <c:pt idx="64">
                  <c:v>112.48612652608223</c:v>
                </c:pt>
                <c:pt idx="65">
                  <c:v>111.84100998890132</c:v>
                </c:pt>
                <c:pt idx="66">
                  <c:v>111.84100998890132</c:v>
                </c:pt>
                <c:pt idx="67">
                  <c:v>112.17397336293018</c:v>
                </c:pt>
                <c:pt idx="68">
                  <c:v>111.66065482796903</c:v>
                </c:pt>
                <c:pt idx="69">
                  <c:v>116.05854605993353</c:v>
                </c:pt>
                <c:pt idx="70">
                  <c:v>114.71975582685917</c:v>
                </c:pt>
                <c:pt idx="71">
                  <c:v>114.95560488346294</c:v>
                </c:pt>
                <c:pt idx="72">
                  <c:v>114.99028856825763</c:v>
                </c:pt>
                <c:pt idx="73">
                  <c:v>115.28856825749179</c:v>
                </c:pt>
                <c:pt idx="74">
                  <c:v>114.46309655937858</c:v>
                </c:pt>
                <c:pt idx="75">
                  <c:v>114.96254162042186</c:v>
                </c:pt>
                <c:pt idx="76">
                  <c:v>115.55216426193132</c:v>
                </c:pt>
                <c:pt idx="77">
                  <c:v>114.44228634850178</c:v>
                </c:pt>
                <c:pt idx="78">
                  <c:v>112.20172031076594</c:v>
                </c:pt>
                <c:pt idx="79">
                  <c:v>112.09073251942299</c:v>
                </c:pt>
                <c:pt idx="80">
                  <c:v>111.36237513873486</c:v>
                </c:pt>
                <c:pt idx="81">
                  <c:v>111.12652608213108</c:v>
                </c:pt>
                <c:pt idx="82">
                  <c:v>111.54273029966717</c:v>
                </c:pt>
                <c:pt idx="83">
                  <c:v>112.39594894561611</c:v>
                </c:pt>
                <c:pt idx="84">
                  <c:v>111.83407325194241</c:v>
                </c:pt>
                <c:pt idx="85">
                  <c:v>112.42369589345185</c:v>
                </c:pt>
                <c:pt idx="86">
                  <c:v>111.96587125416218</c:v>
                </c:pt>
                <c:pt idx="87">
                  <c:v>111.55660377358505</c:v>
                </c:pt>
                <c:pt idx="88">
                  <c:v>113.06881243063279</c:v>
                </c:pt>
                <c:pt idx="89">
                  <c:v>114.7197558268592</c:v>
                </c:pt>
                <c:pt idx="90">
                  <c:v>114.82380688124323</c:v>
                </c:pt>
                <c:pt idx="91">
                  <c:v>115.55216426193137</c:v>
                </c:pt>
                <c:pt idx="92">
                  <c:v>116.71753607103234</c:v>
                </c:pt>
                <c:pt idx="93">
                  <c:v>117.29328523862392</c:v>
                </c:pt>
                <c:pt idx="94">
                  <c:v>118.978912319645</c:v>
                </c:pt>
                <c:pt idx="95">
                  <c:v>119.18007769145409</c:v>
                </c:pt>
                <c:pt idx="96">
                  <c:v>118.32685904550515</c:v>
                </c:pt>
                <c:pt idx="97">
                  <c:v>117.88984461709225</c:v>
                </c:pt>
                <c:pt idx="98">
                  <c:v>116.87708102108782</c:v>
                </c:pt>
                <c:pt idx="99">
                  <c:v>117.68174250832421</c:v>
                </c:pt>
                <c:pt idx="100">
                  <c:v>117.32796892341852</c:v>
                </c:pt>
                <c:pt idx="101">
                  <c:v>117.6401220865706</c:v>
                </c:pt>
                <c:pt idx="102">
                  <c:v>117.6401220865706</c:v>
                </c:pt>
                <c:pt idx="103">
                  <c:v>118.83324084350733</c:v>
                </c:pt>
                <c:pt idx="104">
                  <c:v>118.62513873473928</c:v>
                </c:pt>
                <c:pt idx="105">
                  <c:v>118.76387347391798</c:v>
                </c:pt>
                <c:pt idx="106">
                  <c:v>118.97891231964495</c:v>
                </c:pt>
                <c:pt idx="107">
                  <c:v>117.41814650388467</c:v>
                </c:pt>
                <c:pt idx="108">
                  <c:v>118.75693673695903</c:v>
                </c:pt>
                <c:pt idx="109">
                  <c:v>119.63790233074373</c:v>
                </c:pt>
                <c:pt idx="110">
                  <c:v>120.34544950055505</c:v>
                </c:pt>
                <c:pt idx="111">
                  <c:v>117.4042730299668</c:v>
                </c:pt>
                <c:pt idx="112">
                  <c:v>117.86209766925647</c:v>
                </c:pt>
                <c:pt idx="113">
                  <c:v>117.61237513873483</c:v>
                </c:pt>
                <c:pt idx="114">
                  <c:v>115.63540510543848</c:v>
                </c:pt>
                <c:pt idx="115">
                  <c:v>117.86903440621541</c:v>
                </c:pt>
                <c:pt idx="116">
                  <c:v>118.73612652608223</c:v>
                </c:pt>
                <c:pt idx="117">
                  <c:v>120.67841287458391</c:v>
                </c:pt>
                <c:pt idx="118">
                  <c:v>120.96281908990022</c:v>
                </c:pt>
                <c:pt idx="119">
                  <c:v>122.00332963374039</c:v>
                </c:pt>
                <c:pt idx="120">
                  <c:v>123.82769145394018</c:v>
                </c:pt>
                <c:pt idx="121">
                  <c:v>123.82769145394018</c:v>
                </c:pt>
                <c:pt idx="122">
                  <c:v>124.68784683684805</c:v>
                </c:pt>
                <c:pt idx="123">
                  <c:v>120.2344617092121</c:v>
                </c:pt>
                <c:pt idx="124">
                  <c:v>120.40094339622651</c:v>
                </c:pt>
                <c:pt idx="125">
                  <c:v>120.44171321582567</c:v>
                </c:pt>
                <c:pt idx="126">
                  <c:v>120.85986521171442</c:v>
                </c:pt>
                <c:pt idx="127">
                  <c:v>120.92258801109773</c:v>
                </c:pt>
                <c:pt idx="128">
                  <c:v>120.92955721102923</c:v>
                </c:pt>
                <c:pt idx="129">
                  <c:v>122.47671959581764</c:v>
                </c:pt>
                <c:pt idx="130">
                  <c:v>121.77283040273821</c:v>
                </c:pt>
                <c:pt idx="131">
                  <c:v>121.77283040273821</c:v>
                </c:pt>
                <c:pt idx="132">
                  <c:v>125.27136876834084</c:v>
                </c:pt>
                <c:pt idx="133">
                  <c:v>122.36521239691398</c:v>
                </c:pt>
                <c:pt idx="134">
                  <c:v>121.32680160712354</c:v>
                </c:pt>
                <c:pt idx="135">
                  <c:v>121.73101520314933</c:v>
                </c:pt>
                <c:pt idx="136">
                  <c:v>123.20151638869147</c:v>
                </c:pt>
                <c:pt idx="137">
                  <c:v>121.98887560061407</c:v>
                </c:pt>
                <c:pt idx="138">
                  <c:v>123.33393118738957</c:v>
                </c:pt>
                <c:pt idx="139">
                  <c:v>123.1527319891711</c:v>
                </c:pt>
                <c:pt idx="140">
                  <c:v>122.20492079848991</c:v>
                </c:pt>
                <c:pt idx="141">
                  <c:v>119.76570082247216</c:v>
                </c:pt>
                <c:pt idx="142">
                  <c:v>119.90508482110174</c:v>
                </c:pt>
                <c:pt idx="143">
                  <c:v>122.98547119081557</c:v>
                </c:pt>
                <c:pt idx="144">
                  <c:v>122.97153279095261</c:v>
                </c:pt>
                <c:pt idx="145">
                  <c:v>122.28855119766764</c:v>
                </c:pt>
                <c:pt idx="146">
                  <c:v>123.340900387321</c:v>
                </c:pt>
                <c:pt idx="147">
                  <c:v>123.73117558348386</c:v>
                </c:pt>
                <c:pt idx="148">
                  <c:v>121.70313840342338</c:v>
                </c:pt>
                <c:pt idx="149">
                  <c:v>120.83895761191995</c:v>
                </c:pt>
                <c:pt idx="150">
                  <c:v>121.89827600150481</c:v>
                </c:pt>
                <c:pt idx="151">
                  <c:v>121.00621841027545</c:v>
                </c:pt>
                <c:pt idx="152">
                  <c:v>118.95030443048906</c:v>
                </c:pt>
                <c:pt idx="153">
                  <c:v>121.33377080705498</c:v>
                </c:pt>
                <c:pt idx="154">
                  <c:v>122.8391179922545</c:v>
                </c:pt>
                <c:pt idx="155">
                  <c:v>123.79389838286717</c:v>
                </c:pt>
                <c:pt idx="156">
                  <c:v>125.01350837087605</c:v>
                </c:pt>
                <c:pt idx="157">
                  <c:v>125.16683076936862</c:v>
                </c:pt>
                <c:pt idx="158">
                  <c:v>125.20167676902601</c:v>
                </c:pt>
                <c:pt idx="159">
                  <c:v>126.93003835203288</c:v>
                </c:pt>
                <c:pt idx="160">
                  <c:v>127.28546754853831</c:v>
                </c:pt>
                <c:pt idx="161">
                  <c:v>126.95791515175878</c:v>
                </c:pt>
                <c:pt idx="162">
                  <c:v>126.52582475600708</c:v>
                </c:pt>
                <c:pt idx="163">
                  <c:v>123.83571358245605</c:v>
                </c:pt>
                <c:pt idx="164">
                  <c:v>121.80767640239557</c:v>
                </c:pt>
                <c:pt idx="165">
                  <c:v>122.37915079677687</c:v>
                </c:pt>
                <c:pt idx="166">
                  <c:v>123.73117558348385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9C4-4A9F-9FD6-6157466CB7DE}"/>
            </c:ext>
          </c:extLst>
        </c:ser>
        <c:ser>
          <c:idx val="3"/>
          <c:order val="3"/>
          <c:tx>
            <c:strRef>
              <c:f>EQ!$I$41</c:f>
              <c:strCache>
                <c:ptCount val="1"/>
                <c:pt idx="0">
                  <c:v>LJSEYIA ID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EQ!$J$37:$FU$37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EQ!$J$41:$FU$41</c:f>
              <c:numCache>
                <c:formatCode>General</c:formatCode>
                <c:ptCount val="168"/>
                <c:pt idx="0">
                  <c:v>100</c:v>
                </c:pt>
                <c:pt idx="1">
                  <c:v>100.10330438607684</c:v>
                </c:pt>
                <c:pt idx="2">
                  <c:v>101.60801522018377</c:v>
                </c:pt>
                <c:pt idx="3">
                  <c:v>103.67919983435358</c:v>
                </c:pt>
                <c:pt idx="4">
                  <c:v>102.65249826500819</c:v>
                </c:pt>
                <c:pt idx="5">
                  <c:v>101.99589122042555</c:v>
                </c:pt>
                <c:pt idx="6">
                  <c:v>103.86585899734582</c:v>
                </c:pt>
                <c:pt idx="7">
                  <c:v>104.00319793433358</c:v>
                </c:pt>
                <c:pt idx="8">
                  <c:v>106.86413947366906</c:v>
                </c:pt>
                <c:pt idx="9">
                  <c:v>108.05962064293516</c:v>
                </c:pt>
                <c:pt idx="10">
                  <c:v>108.90298185293759</c:v>
                </c:pt>
                <c:pt idx="11">
                  <c:v>108.52167896823391</c:v>
                </c:pt>
                <c:pt idx="12">
                  <c:v>108.04964384900822</c:v>
                </c:pt>
                <c:pt idx="13">
                  <c:v>106.77838226844217</c:v>
                </c:pt>
                <c:pt idx="14">
                  <c:v>105.07976516474945</c:v>
                </c:pt>
                <c:pt idx="15">
                  <c:v>106.00796224637989</c:v>
                </c:pt>
                <c:pt idx="16">
                  <c:v>104.926332323751</c:v>
                </c:pt>
                <c:pt idx="17">
                  <c:v>101.37712806064239</c:v>
                </c:pt>
                <c:pt idx="18">
                  <c:v>100.48090095135781</c:v>
                </c:pt>
                <c:pt idx="19">
                  <c:v>100.1008980402587</c:v>
                </c:pt>
                <c:pt idx="20">
                  <c:v>99.555752679904145</c:v>
                </c:pt>
                <c:pt idx="21">
                  <c:v>102.00435449742837</c:v>
                </c:pt>
                <c:pt idx="22">
                  <c:v>102.23380128609939</c:v>
                </c:pt>
                <c:pt idx="23">
                  <c:v>105.68599275706214</c:v>
                </c:pt>
                <c:pt idx="24">
                  <c:v>107.296499722411</c:v>
                </c:pt>
                <c:pt idx="25">
                  <c:v>107.47708610086582</c:v>
                </c:pt>
                <c:pt idx="26">
                  <c:v>109.10180152401399</c:v>
                </c:pt>
                <c:pt idx="27">
                  <c:v>110.89654105962433</c:v>
                </c:pt>
                <c:pt idx="28">
                  <c:v>111.87169087575191</c:v>
                </c:pt>
                <c:pt idx="29">
                  <c:v>110.58733966360228</c:v>
                </c:pt>
                <c:pt idx="30">
                  <c:v>111.41597141086481</c:v>
                </c:pt>
                <c:pt idx="31">
                  <c:v>109.37351014730369</c:v>
                </c:pt>
                <c:pt idx="32">
                  <c:v>108.72325582720427</c:v>
                </c:pt>
                <c:pt idx="33">
                  <c:v>107.85233316156655</c:v>
                </c:pt>
                <c:pt idx="34">
                  <c:v>110.56539849863343</c:v>
                </c:pt>
                <c:pt idx="35">
                  <c:v>111.71630460081656</c:v>
                </c:pt>
                <c:pt idx="36">
                  <c:v>110.44898570376891</c:v>
                </c:pt>
                <c:pt idx="37">
                  <c:v>109.99816521866065</c:v>
                </c:pt>
                <c:pt idx="38">
                  <c:v>110.60861250571496</c:v>
                </c:pt>
                <c:pt idx="39">
                  <c:v>111.10032104242896</c:v>
                </c:pt>
                <c:pt idx="40">
                  <c:v>112.19549592180861</c:v>
                </c:pt>
                <c:pt idx="41">
                  <c:v>113.31378811112781</c:v>
                </c:pt>
                <c:pt idx="42">
                  <c:v>112.50296359581259</c:v>
                </c:pt>
                <c:pt idx="43">
                  <c:v>109.05262828146468</c:v>
                </c:pt>
                <c:pt idx="44">
                  <c:v>105.4196668674108</c:v>
                </c:pt>
                <c:pt idx="45">
                  <c:v>108.05554520900428</c:v>
                </c:pt>
                <c:pt idx="46">
                  <c:v>108.78925194102474</c:v>
                </c:pt>
                <c:pt idx="47">
                  <c:v>105.1921576634991</c:v>
                </c:pt>
                <c:pt idx="48">
                  <c:v>107.14365215971623</c:v>
                </c:pt>
                <c:pt idx="49">
                  <c:v>108.24577759846433</c:v>
                </c:pt>
                <c:pt idx="50">
                  <c:v>107.46061856044214</c:v>
                </c:pt>
                <c:pt idx="51">
                  <c:v>106.82066343184496</c:v>
                </c:pt>
                <c:pt idx="52">
                  <c:v>105.80243729899763</c:v>
                </c:pt>
                <c:pt idx="53">
                  <c:v>106.3825870014976</c:v>
                </c:pt>
                <c:pt idx="54">
                  <c:v>109.25235118469271</c:v>
                </c:pt>
                <c:pt idx="55">
                  <c:v>104.86217333055733</c:v>
                </c:pt>
                <c:pt idx="56">
                  <c:v>105.97724076844815</c:v>
                </c:pt>
                <c:pt idx="57">
                  <c:v>101.83897143443107</c:v>
                </c:pt>
                <c:pt idx="58">
                  <c:v>104.68941787120572</c:v>
                </c:pt>
                <c:pt idx="59">
                  <c:v>107.58225378627574</c:v>
                </c:pt>
                <c:pt idx="60">
                  <c:v>107.46981441535489</c:v>
                </c:pt>
                <c:pt idx="61">
                  <c:v>107.57519454672729</c:v>
                </c:pt>
                <c:pt idx="62">
                  <c:v>105.07407259066258</c:v>
                </c:pt>
                <c:pt idx="63">
                  <c:v>103.80119650360396</c:v>
                </c:pt>
                <c:pt idx="64">
                  <c:v>108.68152119775004</c:v>
                </c:pt>
                <c:pt idx="65">
                  <c:v>107.27418546605202</c:v>
                </c:pt>
                <c:pt idx="66">
                  <c:v>107.32131082613451</c:v>
                </c:pt>
                <c:pt idx="67">
                  <c:v>107.34125442577552</c:v>
                </c:pt>
                <c:pt idx="68">
                  <c:v>107.86350274396146</c:v>
                </c:pt>
                <c:pt idx="69">
                  <c:v>110.46108005384578</c:v>
                </c:pt>
                <c:pt idx="70">
                  <c:v>109.56580985410375</c:v>
                </c:pt>
                <c:pt idx="71">
                  <c:v>109.68555717030608</c:v>
                </c:pt>
                <c:pt idx="72">
                  <c:v>109.21721600005475</c:v>
                </c:pt>
                <c:pt idx="73">
                  <c:v>109.46805002065109</c:v>
                </c:pt>
                <c:pt idx="74">
                  <c:v>110.66338615349692</c:v>
                </c:pt>
                <c:pt idx="75">
                  <c:v>112.17023182122274</c:v>
                </c:pt>
                <c:pt idx="76">
                  <c:v>110.95592687426731</c:v>
                </c:pt>
                <c:pt idx="77">
                  <c:v>111.43653489449912</c:v>
                </c:pt>
                <c:pt idx="78">
                  <c:v>111.281446185546</c:v>
                </c:pt>
                <c:pt idx="79">
                  <c:v>110.54630898200881</c:v>
                </c:pt>
                <c:pt idx="80">
                  <c:v>109.41187994076751</c:v>
                </c:pt>
                <c:pt idx="81">
                  <c:v>109.00707894414923</c:v>
                </c:pt>
                <c:pt idx="82">
                  <c:v>110.13819382215941</c:v>
                </c:pt>
                <c:pt idx="83">
                  <c:v>111.73070988483224</c:v>
                </c:pt>
                <c:pt idx="84">
                  <c:v>112.2873262797131</c:v>
                </c:pt>
                <c:pt idx="85">
                  <c:v>107.74470255633145</c:v>
                </c:pt>
                <c:pt idx="86">
                  <c:v>108.59604323548396</c:v>
                </c:pt>
                <c:pt idx="87">
                  <c:v>108.58001551988875</c:v>
                </c:pt>
                <c:pt idx="88">
                  <c:v>109.15830724750445</c:v>
                </c:pt>
                <c:pt idx="89">
                  <c:v>108.15287712806578</c:v>
                </c:pt>
                <c:pt idx="90">
                  <c:v>110.79511658150847</c:v>
                </c:pt>
                <c:pt idx="91">
                  <c:v>110.25588881855016</c:v>
                </c:pt>
                <c:pt idx="92">
                  <c:v>111.54374827875881</c:v>
                </c:pt>
                <c:pt idx="93">
                  <c:v>112.49019672391229</c:v>
                </c:pt>
                <c:pt idx="94">
                  <c:v>113.33645608036215</c:v>
                </c:pt>
                <c:pt idx="95">
                  <c:v>111.95048696913976</c:v>
                </c:pt>
                <c:pt idx="96">
                  <c:v>111.26036924588396</c:v>
                </c:pt>
                <c:pt idx="97">
                  <c:v>110.7775015931505</c:v>
                </c:pt>
                <c:pt idx="98">
                  <c:v>112.9489780914367</c:v>
                </c:pt>
                <c:pt idx="99">
                  <c:v>111.07245990443238</c:v>
                </c:pt>
                <c:pt idx="100">
                  <c:v>112.5081095821031</c:v>
                </c:pt>
                <c:pt idx="101">
                  <c:v>113.31881312977283</c:v>
                </c:pt>
                <c:pt idx="102">
                  <c:v>114.46643464119641</c:v>
                </c:pt>
                <c:pt idx="103">
                  <c:v>114.3526480065396</c:v>
                </c:pt>
                <c:pt idx="104">
                  <c:v>114.45128273121045</c:v>
                </c:pt>
                <c:pt idx="105">
                  <c:v>114.09167182349925</c:v>
                </c:pt>
                <c:pt idx="106">
                  <c:v>115.30481948316779</c:v>
                </c:pt>
                <c:pt idx="107">
                  <c:v>114.86513806510474</c:v>
                </c:pt>
                <c:pt idx="108">
                  <c:v>114.47005264840476</c:v>
                </c:pt>
                <c:pt idx="109">
                  <c:v>117.20691867804419</c:v>
                </c:pt>
                <c:pt idx="110">
                  <c:v>116.78220275202932</c:v>
                </c:pt>
                <c:pt idx="111">
                  <c:v>117.11802098879437</c:v>
                </c:pt>
                <c:pt idx="112">
                  <c:v>114.61886486610848</c:v>
                </c:pt>
                <c:pt idx="113">
                  <c:v>115.90652072926535</c:v>
                </c:pt>
                <c:pt idx="114">
                  <c:v>115.80083968873097</c:v>
                </c:pt>
                <c:pt idx="115">
                  <c:v>114.51200368680546</c:v>
                </c:pt>
                <c:pt idx="116">
                  <c:v>116.3423062116307</c:v>
                </c:pt>
                <c:pt idx="117">
                  <c:v>119.58657393632821</c:v>
                </c:pt>
                <c:pt idx="118">
                  <c:v>118.09992183797873</c:v>
                </c:pt>
                <c:pt idx="119">
                  <c:v>119.05957955062065</c:v>
                </c:pt>
                <c:pt idx="120">
                  <c:v>121.72930332838386</c:v>
                </c:pt>
                <c:pt idx="121">
                  <c:v>119.4524468342733</c:v>
                </c:pt>
                <c:pt idx="122">
                  <c:v>120.72064233997337</c:v>
                </c:pt>
                <c:pt idx="123">
                  <c:v>118.74946329710343</c:v>
                </c:pt>
                <c:pt idx="124">
                  <c:v>117.81473005218332</c:v>
                </c:pt>
                <c:pt idx="125">
                  <c:v>118.83835850166869</c:v>
                </c:pt>
                <c:pt idx="126">
                  <c:v>117.88944056534761</c:v>
                </c:pt>
                <c:pt idx="127">
                  <c:v>119.10522505218607</c:v>
                </c:pt>
                <c:pt idx="128">
                  <c:v>119.7733477756756</c:v>
                </c:pt>
                <c:pt idx="129">
                  <c:v>120.49355330990251</c:v>
                </c:pt>
                <c:pt idx="130">
                  <c:v>120.39646292332972</c:v>
                </c:pt>
                <c:pt idx="131">
                  <c:v>122.06315985870842</c:v>
                </c:pt>
                <c:pt idx="132">
                  <c:v>124.23686332221911</c:v>
                </c:pt>
                <c:pt idx="133">
                  <c:v>123.50899834663983</c:v>
                </c:pt>
                <c:pt idx="134">
                  <c:v>122.06135059734504</c:v>
                </c:pt>
                <c:pt idx="135">
                  <c:v>122.44343296261221</c:v>
                </c:pt>
                <c:pt idx="136">
                  <c:v>122.01985088977771</c:v>
                </c:pt>
                <c:pt idx="137">
                  <c:v>122.34439642655406</c:v>
                </c:pt>
                <c:pt idx="138">
                  <c:v>123.16052058862923</c:v>
                </c:pt>
                <c:pt idx="139">
                  <c:v>124.23891670289542</c:v>
                </c:pt>
                <c:pt idx="140">
                  <c:v>123.2314262617116</c:v>
                </c:pt>
                <c:pt idx="141">
                  <c:v>120.66321256548632</c:v>
                </c:pt>
                <c:pt idx="142">
                  <c:v>120.69056943268336</c:v>
                </c:pt>
                <c:pt idx="143">
                  <c:v>123.57682392672064</c:v>
                </c:pt>
                <c:pt idx="144">
                  <c:v>123.52355415028777</c:v>
                </c:pt>
                <c:pt idx="145">
                  <c:v>124.72488154639242</c:v>
                </c:pt>
                <c:pt idx="146">
                  <c:v>123.48469170349172</c:v>
                </c:pt>
                <c:pt idx="147">
                  <c:v>125.61754224676574</c:v>
                </c:pt>
                <c:pt idx="148">
                  <c:v>123.0295480838076</c:v>
                </c:pt>
                <c:pt idx="149">
                  <c:v>123.79412932587742</c:v>
                </c:pt>
                <c:pt idx="150">
                  <c:v>119.42458800868984</c:v>
                </c:pt>
                <c:pt idx="151">
                  <c:v>119.15384673800949</c:v>
                </c:pt>
                <c:pt idx="152">
                  <c:v>116.29997696197704</c:v>
                </c:pt>
                <c:pt idx="153">
                  <c:v>116.87155140462245</c:v>
                </c:pt>
                <c:pt idx="154">
                  <c:v>118.77768122414642</c:v>
                </c:pt>
                <c:pt idx="155">
                  <c:v>120.28580602056421</c:v>
                </c:pt>
                <c:pt idx="156">
                  <c:v>119.47277844236805</c:v>
                </c:pt>
                <c:pt idx="157">
                  <c:v>123.05117655185791</c:v>
                </c:pt>
                <c:pt idx="158">
                  <c:v>123.13315736042813</c:v>
                </c:pt>
                <c:pt idx="159">
                  <c:v>124.22107350700661</c:v>
                </c:pt>
                <c:pt idx="160">
                  <c:v>125.24234698154748</c:v>
                </c:pt>
                <c:pt idx="161">
                  <c:v>125.39548826344326</c:v>
                </c:pt>
                <c:pt idx="162">
                  <c:v>124.49129885276979</c:v>
                </c:pt>
                <c:pt idx="163">
                  <c:v>123.22880447322106</c:v>
                </c:pt>
                <c:pt idx="164">
                  <c:v>118.65447315528125</c:v>
                </c:pt>
                <c:pt idx="165">
                  <c:v>121.1388594794342</c:v>
                </c:pt>
                <c:pt idx="166">
                  <c:v>121.29203181960709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9C4-4A9F-9FD6-6157466CB7DE}"/>
            </c:ext>
          </c:extLst>
        </c:ser>
        <c:ser>
          <c:idx val="4"/>
          <c:order val="4"/>
          <c:tx>
            <c:strRef>
              <c:f>EQ!$I$42</c:f>
              <c:strCache>
                <c:ptCount val="1"/>
                <c:pt idx="0">
                  <c:v>JPJEIAC LX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EQ!$J$37:$FU$37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EQ!$J$42:$FU$42</c:f>
              <c:numCache>
                <c:formatCode>General</c:formatCode>
                <c:ptCount val="168"/>
                <c:pt idx="0">
                  <c:v>100</c:v>
                </c:pt>
                <c:pt idx="1">
                  <c:v>100</c:v>
                </c:pt>
                <c:pt idx="2">
                  <c:v>102.85331995316945</c:v>
                </c:pt>
                <c:pt idx="3">
                  <c:v>105.13463789931427</c:v>
                </c:pt>
                <c:pt idx="4">
                  <c:v>104.3184479009868</c:v>
                </c:pt>
                <c:pt idx="5">
                  <c:v>103.60595417293864</c:v>
                </c:pt>
                <c:pt idx="6">
                  <c:v>105.55945810336178</c:v>
                </c:pt>
                <c:pt idx="7">
                  <c:v>107.54979560803885</c:v>
                </c:pt>
                <c:pt idx="8">
                  <c:v>107.8088121326201</c:v>
                </c:pt>
                <c:pt idx="9">
                  <c:v>110.13655274168596</c:v>
                </c:pt>
                <c:pt idx="10">
                  <c:v>110.53530186505446</c:v>
                </c:pt>
                <c:pt idx="11">
                  <c:v>110.23879610665223</c:v>
                </c:pt>
                <c:pt idx="12">
                  <c:v>110.06839049837508</c:v>
                </c:pt>
                <c:pt idx="13">
                  <c:v>108.52792379954968</c:v>
                </c:pt>
                <c:pt idx="14">
                  <c:v>107.53275504721113</c:v>
                </c:pt>
                <c:pt idx="15">
                  <c:v>106.99768143722089</c:v>
                </c:pt>
                <c:pt idx="16">
                  <c:v>107.90083116108978</c:v>
                </c:pt>
                <c:pt idx="17">
                  <c:v>109.22317868132045</c:v>
                </c:pt>
                <c:pt idx="18">
                  <c:v>110.34103947161853</c:v>
                </c:pt>
                <c:pt idx="19">
                  <c:v>110.31036646212866</c:v>
                </c:pt>
                <c:pt idx="20">
                  <c:v>110.60346410836534</c:v>
                </c:pt>
                <c:pt idx="21">
                  <c:v>109.02210006355342</c:v>
                </c:pt>
                <c:pt idx="22">
                  <c:v>107.20557627931905</c:v>
                </c:pt>
                <c:pt idx="23">
                  <c:v>110.68185068817284</c:v>
                </c:pt>
                <c:pt idx="24">
                  <c:v>110.21834743365901</c:v>
                </c:pt>
                <c:pt idx="25">
                  <c:v>108.99483516622909</c:v>
                </c:pt>
                <c:pt idx="26">
                  <c:v>111.74177357165671</c:v>
                </c:pt>
                <c:pt idx="27">
                  <c:v>115.01356125057795</c:v>
                </c:pt>
                <c:pt idx="28">
                  <c:v>118.91584968012462</c:v>
                </c:pt>
                <c:pt idx="29">
                  <c:v>118.91584968012462</c:v>
                </c:pt>
                <c:pt idx="30">
                  <c:v>120.1529943962167</c:v>
                </c:pt>
                <c:pt idx="31">
                  <c:v>118.05359730224222</c:v>
                </c:pt>
                <c:pt idx="32">
                  <c:v>117.53897236524524</c:v>
                </c:pt>
                <c:pt idx="33">
                  <c:v>116.46200892093368</c:v>
                </c:pt>
                <c:pt idx="34">
                  <c:v>117.78094832899878</c:v>
                </c:pt>
                <c:pt idx="35">
                  <c:v>118.73521973535081</c:v>
                </c:pt>
                <c:pt idx="36">
                  <c:v>118.25808403217481</c:v>
                </c:pt>
                <c:pt idx="37">
                  <c:v>118.25808403217481</c:v>
                </c:pt>
                <c:pt idx="38">
                  <c:v>117.20497737302202</c:v>
                </c:pt>
                <c:pt idx="39">
                  <c:v>117.10614212022128</c:v>
                </c:pt>
                <c:pt idx="40">
                  <c:v>118.21377857402274</c:v>
                </c:pt>
                <c:pt idx="41">
                  <c:v>119.34186370081747</c:v>
                </c:pt>
                <c:pt idx="42">
                  <c:v>117.76731588033662</c:v>
                </c:pt>
                <c:pt idx="43">
                  <c:v>109.39699240176314</c:v>
                </c:pt>
                <c:pt idx="44">
                  <c:v>112.95846961475551</c:v>
                </c:pt>
                <c:pt idx="45">
                  <c:v>111.73154923516005</c:v>
                </c:pt>
                <c:pt idx="46">
                  <c:v>108.49043456572871</c:v>
                </c:pt>
                <c:pt idx="47">
                  <c:v>106.51032139754825</c:v>
                </c:pt>
                <c:pt idx="48">
                  <c:v>109.6798657115032</c:v>
                </c:pt>
                <c:pt idx="49">
                  <c:v>110.65799390301402</c:v>
                </c:pt>
                <c:pt idx="50">
                  <c:v>108.58926981852946</c:v>
                </c:pt>
                <c:pt idx="51">
                  <c:v>108.592677930695</c:v>
                </c:pt>
                <c:pt idx="52">
                  <c:v>108.19733691949203</c:v>
                </c:pt>
                <c:pt idx="53">
                  <c:v>108.35751819127255</c:v>
                </c:pt>
                <c:pt idx="54">
                  <c:v>110.73638048282153</c:v>
                </c:pt>
                <c:pt idx="55">
                  <c:v>108.64379961317813</c:v>
                </c:pt>
                <c:pt idx="56">
                  <c:v>108.64379961317813</c:v>
                </c:pt>
                <c:pt idx="57">
                  <c:v>108.89259180126278</c:v>
                </c:pt>
                <c:pt idx="58">
                  <c:v>104.96644658655731</c:v>
                </c:pt>
                <c:pt idx="59">
                  <c:v>107.58046861752875</c:v>
                </c:pt>
                <c:pt idx="60">
                  <c:v>106.1490615080007</c:v>
                </c:pt>
                <c:pt idx="61">
                  <c:v>103.23853371862702</c:v>
                </c:pt>
                <c:pt idx="62">
                  <c:v>102.58758429500831</c:v>
                </c:pt>
                <c:pt idx="63">
                  <c:v>101.52766141152445</c:v>
                </c:pt>
                <c:pt idx="64">
                  <c:v>107.15786270900142</c:v>
                </c:pt>
                <c:pt idx="65">
                  <c:v>104.5540650145266</c:v>
                </c:pt>
                <c:pt idx="66">
                  <c:v>105.75712860896327</c:v>
                </c:pt>
                <c:pt idx="67">
                  <c:v>105.75712860896327</c:v>
                </c:pt>
                <c:pt idx="68">
                  <c:v>105.63784468316926</c:v>
                </c:pt>
                <c:pt idx="69">
                  <c:v>111.33280011179153</c:v>
                </c:pt>
                <c:pt idx="70">
                  <c:v>109.86731188060806</c:v>
                </c:pt>
                <c:pt idx="71">
                  <c:v>110.08202294703727</c:v>
                </c:pt>
                <c:pt idx="72">
                  <c:v>109.13456776501634</c:v>
                </c:pt>
                <c:pt idx="73">
                  <c:v>111.14194583052114</c:v>
                </c:pt>
                <c:pt idx="74">
                  <c:v>110.46373150957808</c:v>
                </c:pt>
                <c:pt idx="75">
                  <c:v>112.3995392196065</c:v>
                </c:pt>
                <c:pt idx="76">
                  <c:v>111.26804598064624</c:v>
                </c:pt>
                <c:pt idx="77">
                  <c:v>111.06355925071365</c:v>
                </c:pt>
                <c:pt idx="78">
                  <c:v>110.79431838963575</c:v>
                </c:pt>
                <c:pt idx="79">
                  <c:v>110.40238549059832</c:v>
                </c:pt>
                <c:pt idx="80">
                  <c:v>108.85169445527627</c:v>
                </c:pt>
                <c:pt idx="81">
                  <c:v>108.80398088495868</c:v>
                </c:pt>
                <c:pt idx="82">
                  <c:v>109.7343955061519</c:v>
                </c:pt>
                <c:pt idx="83">
                  <c:v>110.99880511956832</c:v>
                </c:pt>
                <c:pt idx="84">
                  <c:v>110.99880511956832</c:v>
                </c:pt>
                <c:pt idx="85">
                  <c:v>111.32939199962598</c:v>
                </c:pt>
                <c:pt idx="86">
                  <c:v>110.66821823951065</c:v>
                </c:pt>
                <c:pt idx="87">
                  <c:v>110.66821823951065</c:v>
                </c:pt>
                <c:pt idx="88">
                  <c:v>110.66821823951065</c:v>
                </c:pt>
                <c:pt idx="89">
                  <c:v>110.66821823951065</c:v>
                </c:pt>
                <c:pt idx="90">
                  <c:v>114.88405298828727</c:v>
                </c:pt>
                <c:pt idx="91">
                  <c:v>114.62162835154047</c:v>
                </c:pt>
                <c:pt idx="92">
                  <c:v>114.52279309873971</c:v>
                </c:pt>
                <c:pt idx="93">
                  <c:v>114.43077407027006</c:v>
                </c:pt>
                <c:pt idx="94">
                  <c:v>115.3952698131187</c:v>
                </c:pt>
                <c:pt idx="95">
                  <c:v>112.49155824807612</c:v>
                </c:pt>
                <c:pt idx="96">
                  <c:v>112.49155824807612</c:v>
                </c:pt>
                <c:pt idx="97">
                  <c:v>110.21834743365898</c:v>
                </c:pt>
                <c:pt idx="98">
                  <c:v>109.90820922659458</c:v>
                </c:pt>
                <c:pt idx="99">
                  <c:v>107.54297938370777</c:v>
                </c:pt>
                <c:pt idx="100">
                  <c:v>109.24021924214814</c:v>
                </c:pt>
                <c:pt idx="101">
                  <c:v>111.11808904536232</c:v>
                </c:pt>
                <c:pt idx="102">
                  <c:v>113.72529485200268</c:v>
                </c:pt>
                <c:pt idx="103">
                  <c:v>112.88689925927912</c:v>
                </c:pt>
                <c:pt idx="104">
                  <c:v>112.35182564928887</c:v>
                </c:pt>
                <c:pt idx="105">
                  <c:v>111.49638949573757</c:v>
                </c:pt>
                <c:pt idx="106">
                  <c:v>112.72073254607601</c:v>
                </c:pt>
                <c:pt idx="107">
                  <c:v>112.11194318402929</c:v>
                </c:pt>
                <c:pt idx="108">
                  <c:v>111.44903921202283</c:v>
                </c:pt>
                <c:pt idx="109">
                  <c:v>112.69029307797366</c:v>
                </c:pt>
                <c:pt idx="110">
                  <c:v>111.17846616222427</c:v>
                </c:pt>
                <c:pt idx="111">
                  <c:v>110.53923733207517</c:v>
                </c:pt>
                <c:pt idx="112">
                  <c:v>110.01838421121298</c:v>
                </c:pt>
                <c:pt idx="113">
                  <c:v>108.90565254391643</c:v>
                </c:pt>
                <c:pt idx="114">
                  <c:v>106.77150761363036</c:v>
                </c:pt>
                <c:pt idx="115">
                  <c:v>106.58548864189386</c:v>
                </c:pt>
                <c:pt idx="116">
                  <c:v>109.01388176383584</c:v>
                </c:pt>
                <c:pt idx="117">
                  <c:v>113.25511431942813</c:v>
                </c:pt>
                <c:pt idx="118">
                  <c:v>113.33290407124521</c:v>
                </c:pt>
                <c:pt idx="119">
                  <c:v>114.41519627043944</c:v>
                </c:pt>
                <c:pt idx="120">
                  <c:v>115.66321446263525</c:v>
                </c:pt>
                <c:pt idx="121">
                  <c:v>115.45352034904137</c:v>
                </c:pt>
                <c:pt idx="122">
                  <c:v>115.82555829251436</c:v>
                </c:pt>
                <c:pt idx="123">
                  <c:v>112.54147790058447</c:v>
                </c:pt>
                <c:pt idx="124">
                  <c:v>111.60123655253452</c:v>
                </c:pt>
                <c:pt idx="125">
                  <c:v>112.07812155280445</c:v>
                </c:pt>
                <c:pt idx="126">
                  <c:v>112.50765626935964</c:v>
                </c:pt>
                <c:pt idx="127">
                  <c:v>112.50765626935964</c:v>
                </c:pt>
                <c:pt idx="128">
                  <c:v>112.65308928362636</c:v>
                </c:pt>
                <c:pt idx="129">
                  <c:v>112.65985360987133</c:v>
                </c:pt>
                <c:pt idx="130">
                  <c:v>113.10968130516143</c:v>
                </c:pt>
                <c:pt idx="131">
                  <c:v>114.78046988766746</c:v>
                </c:pt>
                <c:pt idx="132">
                  <c:v>115.08486456869082</c:v>
                </c:pt>
                <c:pt idx="133">
                  <c:v>114.09389077380362</c:v>
                </c:pt>
                <c:pt idx="134">
                  <c:v>111.6722619781066</c:v>
                </c:pt>
                <c:pt idx="135">
                  <c:v>112.55500655307438</c:v>
                </c:pt>
                <c:pt idx="136">
                  <c:v>113.61362361041121</c:v>
                </c:pt>
                <c:pt idx="137">
                  <c:v>113.23143917757076</c:v>
                </c:pt>
                <c:pt idx="138">
                  <c:v>114.25961676680524</c:v>
                </c:pt>
                <c:pt idx="139">
                  <c:v>115.59218903706309</c:v>
                </c:pt>
                <c:pt idx="140">
                  <c:v>113.16717807824361</c:v>
                </c:pt>
                <c:pt idx="141">
                  <c:v>108.68581194095512</c:v>
                </c:pt>
                <c:pt idx="142">
                  <c:v>108.68581194095512</c:v>
                </c:pt>
                <c:pt idx="143">
                  <c:v>111.40168892830806</c:v>
                </c:pt>
                <c:pt idx="144">
                  <c:v>111.40168892830806</c:v>
                </c:pt>
                <c:pt idx="145">
                  <c:v>111.53359329008485</c:v>
                </c:pt>
                <c:pt idx="146">
                  <c:v>110.02853070058042</c:v>
                </c:pt>
                <c:pt idx="147">
                  <c:v>111.53359329008485</c:v>
                </c:pt>
                <c:pt idx="148">
                  <c:v>107.772627897885</c:v>
                </c:pt>
                <c:pt idx="149">
                  <c:v>106.8594438548149</c:v>
                </c:pt>
                <c:pt idx="150">
                  <c:v>109.40621268604376</c:v>
                </c:pt>
                <c:pt idx="151">
                  <c:v>112.47721680125728</c:v>
                </c:pt>
                <c:pt idx="152">
                  <c:v>113.49186573800183</c:v>
                </c:pt>
                <c:pt idx="153">
                  <c:v>113.42084031242972</c:v>
                </c:pt>
                <c:pt idx="154">
                  <c:v>116.29906112966179</c:v>
                </c:pt>
                <c:pt idx="155">
                  <c:v>115.41631655469402</c:v>
                </c:pt>
                <c:pt idx="156">
                  <c:v>115.3824949234692</c:v>
                </c:pt>
                <c:pt idx="157">
                  <c:v>116.30244329278428</c:v>
                </c:pt>
                <c:pt idx="158">
                  <c:v>116.30244329278428</c:v>
                </c:pt>
                <c:pt idx="159">
                  <c:v>117.13783758403727</c:v>
                </c:pt>
                <c:pt idx="160">
                  <c:v>118.45011687556025</c:v>
                </c:pt>
                <c:pt idx="161">
                  <c:v>121.16221893372042</c:v>
                </c:pt>
                <c:pt idx="162">
                  <c:v>120.9946363349186</c:v>
                </c:pt>
                <c:pt idx="163">
                  <c:v>118.35435539053064</c:v>
                </c:pt>
                <c:pt idx="164">
                  <c:v>114.94114245983221</c:v>
                </c:pt>
                <c:pt idx="165">
                  <c:v>115.64567338540722</c:v>
                </c:pt>
                <c:pt idx="166">
                  <c:v>114.64701789866983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B9C4-4A9F-9FD6-6157466CB7DE}"/>
            </c:ext>
          </c:extLst>
        </c:ser>
        <c:ser>
          <c:idx val="5"/>
          <c:order val="5"/>
          <c:tx>
            <c:strRef>
              <c:f>EQ!$I$43</c:f>
              <c:strCache>
                <c:ptCount val="1"/>
                <c:pt idx="0">
                  <c:v>NOMIRL6 ID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numRef>
              <c:f>EQ!$J$37:$FU$37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EQ!$J$43:$FU$43</c:f>
              <c:numCache>
                <c:formatCode>General</c:formatCode>
                <c:ptCount val="168"/>
                <c:pt idx="0">
                  <c:v>100</c:v>
                </c:pt>
                <c:pt idx="1">
                  <c:v>100.10831353032079</c:v>
                </c:pt>
                <c:pt idx="2">
                  <c:v>101.24065335782383</c:v>
                </c:pt>
                <c:pt idx="3">
                  <c:v>102.74507552039823</c:v>
                </c:pt>
                <c:pt idx="4">
                  <c:v>102.27947268908287</c:v>
                </c:pt>
                <c:pt idx="5">
                  <c:v>101.82006056671807</c:v>
                </c:pt>
                <c:pt idx="6">
                  <c:v>105.73453331349934</c:v>
                </c:pt>
                <c:pt idx="7">
                  <c:v>105.88210176327597</c:v>
                </c:pt>
                <c:pt idx="8">
                  <c:v>106.60675354853868</c:v>
                </c:pt>
                <c:pt idx="9">
                  <c:v>106.40819067068705</c:v>
                </c:pt>
                <c:pt idx="10">
                  <c:v>107.85895371572973</c:v>
                </c:pt>
                <c:pt idx="11">
                  <c:v>106.39340691785146</c:v>
                </c:pt>
                <c:pt idx="12">
                  <c:v>106.7138894932238</c:v>
                </c:pt>
                <c:pt idx="13">
                  <c:v>104.75159264582459</c:v>
                </c:pt>
                <c:pt idx="14">
                  <c:v>105.5743521702648</c:v>
                </c:pt>
                <c:pt idx="15">
                  <c:v>106.03650235833241</c:v>
                </c:pt>
                <c:pt idx="16">
                  <c:v>103.91385075853985</c:v>
                </c:pt>
                <c:pt idx="17">
                  <c:v>100.78444822633135</c:v>
                </c:pt>
                <c:pt idx="18">
                  <c:v>99.881182760130486</c:v>
                </c:pt>
                <c:pt idx="19">
                  <c:v>100.04213340318624</c:v>
                </c:pt>
                <c:pt idx="20">
                  <c:v>99.759311768339103</c:v>
                </c:pt>
                <c:pt idx="21">
                  <c:v>102.48567036834638</c:v>
                </c:pt>
                <c:pt idx="22">
                  <c:v>103.24145118471012</c:v>
                </c:pt>
                <c:pt idx="23">
                  <c:v>104.30608014030612</c:v>
                </c:pt>
                <c:pt idx="24">
                  <c:v>106.35972976557323</c:v>
                </c:pt>
                <c:pt idx="25">
                  <c:v>106.30832137374681</c:v>
                </c:pt>
                <c:pt idx="26">
                  <c:v>109.38725952931743</c:v>
                </c:pt>
                <c:pt idx="27">
                  <c:v>109.5205737729613</c:v>
                </c:pt>
                <c:pt idx="28">
                  <c:v>111.1357011450435</c:v>
                </c:pt>
                <c:pt idx="29">
                  <c:v>109.86252789916301</c:v>
                </c:pt>
                <c:pt idx="30">
                  <c:v>109.22146112778599</c:v>
                </c:pt>
                <c:pt idx="31">
                  <c:v>107.41309608492604</c:v>
                </c:pt>
                <c:pt idx="32">
                  <c:v>106.54059355541881</c:v>
                </c:pt>
                <c:pt idx="33">
                  <c:v>105.85166567008447</c:v>
                </c:pt>
                <c:pt idx="34">
                  <c:v>108.43636752486854</c:v>
                </c:pt>
                <c:pt idx="35">
                  <c:v>108.86425197162785</c:v>
                </c:pt>
                <c:pt idx="36">
                  <c:v>108.62726413964326</c:v>
                </c:pt>
                <c:pt idx="37">
                  <c:v>108.19298364419956</c:v>
                </c:pt>
                <c:pt idx="38">
                  <c:v>109.45816700932386</c:v>
                </c:pt>
                <c:pt idx="39">
                  <c:v>111.15360949603459</c:v>
                </c:pt>
                <c:pt idx="40">
                  <c:v>111.37300985280808</c:v>
                </c:pt>
                <c:pt idx="41">
                  <c:v>112.36755089991992</c:v>
                </c:pt>
                <c:pt idx="42">
                  <c:v>111.83971438946502</c:v>
                </c:pt>
                <c:pt idx="43">
                  <c:v>105.90384002202146</c:v>
                </c:pt>
                <c:pt idx="44">
                  <c:v>106.03897092986487</c:v>
                </c:pt>
                <c:pt idx="45">
                  <c:v>106.76692659611469</c:v>
                </c:pt>
                <c:pt idx="46">
                  <c:v>104.66864042385488</c:v>
                </c:pt>
                <c:pt idx="47">
                  <c:v>104.41476600204433</c:v>
                </c:pt>
                <c:pt idx="48">
                  <c:v>107.38108970438032</c:v>
                </c:pt>
                <c:pt idx="49">
                  <c:v>107.52200031069096</c:v>
                </c:pt>
                <c:pt idx="50">
                  <c:v>105.38440559330432</c:v>
                </c:pt>
                <c:pt idx="51">
                  <c:v>105.25697056902088</c:v>
                </c:pt>
                <c:pt idx="52">
                  <c:v>105.25458643534512</c:v>
                </c:pt>
                <c:pt idx="53">
                  <c:v>105.30740164355437</c:v>
                </c:pt>
                <c:pt idx="54">
                  <c:v>106.07939168403078</c:v>
                </c:pt>
                <c:pt idx="55">
                  <c:v>101.92873468532751</c:v>
                </c:pt>
                <c:pt idx="56">
                  <c:v>103.0151738629982</c:v>
                </c:pt>
                <c:pt idx="57">
                  <c:v>102.85862336087594</c:v>
                </c:pt>
                <c:pt idx="58">
                  <c:v>103.26374520689542</c:v>
                </c:pt>
                <c:pt idx="59">
                  <c:v>105.92571428159414</c:v>
                </c:pt>
                <c:pt idx="60">
                  <c:v>105.10708769173272</c:v>
                </c:pt>
                <c:pt idx="61">
                  <c:v>104.20405631079169</c:v>
                </c:pt>
                <c:pt idx="62">
                  <c:v>102.4254869731877</c:v>
                </c:pt>
                <c:pt idx="63">
                  <c:v>102.39692654755206</c:v>
                </c:pt>
                <c:pt idx="64">
                  <c:v>106.45599452269575</c:v>
                </c:pt>
                <c:pt idx="65">
                  <c:v>105.08383292572829</c:v>
                </c:pt>
                <c:pt idx="66">
                  <c:v>105.12999606781096</c:v>
                </c:pt>
                <c:pt idx="67">
                  <c:v>105.14953245378778</c:v>
                </c:pt>
                <c:pt idx="68">
                  <c:v>105.38415389654375</c:v>
                </c:pt>
                <c:pt idx="69">
                  <c:v>109.84990441639881</c:v>
                </c:pt>
                <c:pt idx="70">
                  <c:v>108.07822023107838</c:v>
                </c:pt>
                <c:pt idx="71">
                  <c:v>108.01496015613314</c:v>
                </c:pt>
                <c:pt idx="72">
                  <c:v>107.42250920588863</c:v>
                </c:pt>
                <c:pt idx="73">
                  <c:v>107.80322852399142</c:v>
                </c:pt>
                <c:pt idx="74">
                  <c:v>107.88079265060497</c:v>
                </c:pt>
                <c:pt idx="75">
                  <c:v>108.79871129449644</c:v>
                </c:pt>
                <c:pt idx="76">
                  <c:v>109.39642312816382</c:v>
                </c:pt>
                <c:pt idx="77">
                  <c:v>108.91253298659498</c:v>
                </c:pt>
                <c:pt idx="78">
                  <c:v>108.31694199716704</c:v>
                </c:pt>
                <c:pt idx="79">
                  <c:v>107.51673833652541</c:v>
                </c:pt>
                <c:pt idx="80">
                  <c:v>107.15734972934233</c:v>
                </c:pt>
                <c:pt idx="81">
                  <c:v>106.69603069214179</c:v>
                </c:pt>
                <c:pt idx="82">
                  <c:v>107.28618407483367</c:v>
                </c:pt>
                <c:pt idx="83">
                  <c:v>107.58358417678539</c:v>
                </c:pt>
                <c:pt idx="84">
                  <c:v>108.10919628695684</c:v>
                </c:pt>
                <c:pt idx="85">
                  <c:v>104.82702544679911</c:v>
                </c:pt>
                <c:pt idx="86">
                  <c:v>105.02400164586041</c:v>
                </c:pt>
                <c:pt idx="87">
                  <c:v>105.01731007980274</c:v>
                </c:pt>
                <c:pt idx="88">
                  <c:v>105.57924995939027</c:v>
                </c:pt>
                <c:pt idx="89">
                  <c:v>104.60944757139002</c:v>
                </c:pt>
                <c:pt idx="90">
                  <c:v>106.57937605704733</c:v>
                </c:pt>
                <c:pt idx="91">
                  <c:v>107.59742624121252</c:v>
                </c:pt>
                <c:pt idx="92">
                  <c:v>108.25379244541385</c:v>
                </c:pt>
                <c:pt idx="93">
                  <c:v>108.99073160026728</c:v>
                </c:pt>
                <c:pt idx="94">
                  <c:v>110.96724332016413</c:v>
                </c:pt>
                <c:pt idx="95">
                  <c:v>110.42778115838128</c:v>
                </c:pt>
                <c:pt idx="96">
                  <c:v>110.78892852413888</c:v>
                </c:pt>
                <c:pt idx="97">
                  <c:v>110.99848663050075</c:v>
                </c:pt>
                <c:pt idx="98">
                  <c:v>110.57533357083528</c:v>
                </c:pt>
                <c:pt idx="99">
                  <c:v>110.16772633798956</c:v>
                </c:pt>
                <c:pt idx="100">
                  <c:v>110.9604200172473</c:v>
                </c:pt>
                <c:pt idx="101">
                  <c:v>111.91877099398243</c:v>
                </c:pt>
                <c:pt idx="102">
                  <c:v>111.75670714503437</c:v>
                </c:pt>
                <c:pt idx="103">
                  <c:v>114.15069714273557</c:v>
                </c:pt>
                <c:pt idx="104">
                  <c:v>113.16072095320258</c:v>
                </c:pt>
                <c:pt idx="105">
                  <c:v>113.11769976440372</c:v>
                </c:pt>
                <c:pt idx="106">
                  <c:v>114.49118904541348</c:v>
                </c:pt>
                <c:pt idx="107">
                  <c:v>114.77181881603889</c:v>
                </c:pt>
                <c:pt idx="108">
                  <c:v>114.66760143708785</c:v>
                </c:pt>
                <c:pt idx="109">
                  <c:v>116.20232860955375</c:v>
                </c:pt>
                <c:pt idx="110">
                  <c:v>115.01281118800954</c:v>
                </c:pt>
                <c:pt idx="111">
                  <c:v>114.68973149829286</c:v>
                </c:pt>
                <c:pt idx="112">
                  <c:v>114.44973541984768</c:v>
                </c:pt>
                <c:pt idx="113">
                  <c:v>114.74638013278809</c:v>
                </c:pt>
                <c:pt idx="114">
                  <c:v>112.61382877925583</c:v>
                </c:pt>
                <c:pt idx="115">
                  <c:v>112.26779569764362</c:v>
                </c:pt>
                <c:pt idx="116">
                  <c:v>113.57056957270495</c:v>
                </c:pt>
                <c:pt idx="117">
                  <c:v>115.7631708865832</c:v>
                </c:pt>
                <c:pt idx="118">
                  <c:v>116.26883031615169</c:v>
                </c:pt>
                <c:pt idx="119">
                  <c:v>116.63107208797639</c:v>
                </c:pt>
                <c:pt idx="120">
                  <c:v>119.15408888293562</c:v>
                </c:pt>
                <c:pt idx="121">
                  <c:v>117.69421232237902</c:v>
                </c:pt>
                <c:pt idx="122">
                  <c:v>119.28132300882393</c:v>
                </c:pt>
                <c:pt idx="123">
                  <c:v>114.72889094200775</c:v>
                </c:pt>
                <c:pt idx="124">
                  <c:v>115.0216467512149</c:v>
                </c:pt>
                <c:pt idx="125">
                  <c:v>114.08879478556099</c:v>
                </c:pt>
                <c:pt idx="126">
                  <c:v>114.5954439824129</c:v>
                </c:pt>
                <c:pt idx="127">
                  <c:v>115.1528345881873</c:v>
                </c:pt>
                <c:pt idx="128">
                  <c:v>116.5930362487107</c:v>
                </c:pt>
                <c:pt idx="129">
                  <c:v>116.70013509588787</c:v>
                </c:pt>
                <c:pt idx="130">
                  <c:v>117.24152208421374</c:v>
                </c:pt>
                <c:pt idx="131">
                  <c:v>118.1466208823927</c:v>
                </c:pt>
                <c:pt idx="132">
                  <c:v>119.84922302870831</c:v>
                </c:pt>
                <c:pt idx="133">
                  <c:v>117.87501533682011</c:v>
                </c:pt>
                <c:pt idx="134">
                  <c:v>116.87947006637359</c:v>
                </c:pt>
                <c:pt idx="135">
                  <c:v>117.82875412103392</c:v>
                </c:pt>
                <c:pt idx="136">
                  <c:v>116.37719572203868</c:v>
                </c:pt>
                <c:pt idx="137">
                  <c:v>116.25638878103334</c:v>
                </c:pt>
                <c:pt idx="138">
                  <c:v>117.067310512435</c:v>
                </c:pt>
                <c:pt idx="139">
                  <c:v>116.4786362039013</c:v>
                </c:pt>
                <c:pt idx="140">
                  <c:v>115.24310272304402</c:v>
                </c:pt>
                <c:pt idx="141">
                  <c:v>112.60141813097738</c:v>
                </c:pt>
                <c:pt idx="142">
                  <c:v>112.63613143253633</c:v>
                </c:pt>
                <c:pt idx="143">
                  <c:v>116.14119379165975</c:v>
                </c:pt>
                <c:pt idx="144">
                  <c:v>116.09112926312326</c:v>
                </c:pt>
                <c:pt idx="145">
                  <c:v>116.72819337498913</c:v>
                </c:pt>
                <c:pt idx="146">
                  <c:v>116.65259621718489</c:v>
                </c:pt>
                <c:pt idx="147">
                  <c:v>117.22306678863268</c:v>
                </c:pt>
                <c:pt idx="148">
                  <c:v>114.68249585164426</c:v>
                </c:pt>
                <c:pt idx="149">
                  <c:v>115.20975981503585</c:v>
                </c:pt>
                <c:pt idx="150">
                  <c:v>111.44647614858786</c:v>
                </c:pt>
                <c:pt idx="151">
                  <c:v>110.39813081628854</c:v>
                </c:pt>
                <c:pt idx="152">
                  <c:v>108.91147675451644</c:v>
                </c:pt>
                <c:pt idx="153">
                  <c:v>110.73399671530848</c:v>
                </c:pt>
                <c:pt idx="154">
                  <c:v>112.82687510293282</c:v>
                </c:pt>
                <c:pt idx="155">
                  <c:v>112.82734084442392</c:v>
                </c:pt>
                <c:pt idx="156">
                  <c:v>113.23364015014003</c:v>
                </c:pt>
                <c:pt idx="157">
                  <c:v>114.03716240487115</c:v>
                </c:pt>
                <c:pt idx="158">
                  <c:v>114.11599502983002</c:v>
                </c:pt>
                <c:pt idx="159">
                  <c:v>116.61112848213862</c:v>
                </c:pt>
                <c:pt idx="160">
                  <c:v>117.3354812482975</c:v>
                </c:pt>
                <c:pt idx="161">
                  <c:v>117.88330957524533</c:v>
                </c:pt>
                <c:pt idx="162">
                  <c:v>117.56313861496618</c:v>
                </c:pt>
                <c:pt idx="163">
                  <c:v>115.64459291258829</c:v>
                </c:pt>
                <c:pt idx="164">
                  <c:v>111.87636611578716</c:v>
                </c:pt>
                <c:pt idx="165">
                  <c:v>112.24133726713779</c:v>
                </c:pt>
                <c:pt idx="166">
                  <c:v>113.00331083342043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B9C4-4A9F-9FD6-6157466CB7DE}"/>
            </c:ext>
          </c:extLst>
        </c:ser>
        <c:ser>
          <c:idx val="6"/>
          <c:order val="6"/>
          <c:tx>
            <c:strRef>
              <c:f>EQ!$I$44</c:f>
              <c:strCache>
                <c:ptCount val="1"/>
                <c:pt idx="0">
                  <c:v>ESJDCJJ LX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EQ!$J$37:$FU$37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EQ!$J$44:$FU$44</c:f>
              <c:numCache>
                <c:formatCode>General</c:formatCode>
                <c:ptCount val="168"/>
                <c:pt idx="0">
                  <c:v>100</c:v>
                </c:pt>
                <c:pt idx="1">
                  <c:v>100.10831353032079</c:v>
                </c:pt>
                <c:pt idx="2">
                  <c:v>100.98132330488278</c:v>
                </c:pt>
                <c:pt idx="3">
                  <c:v>102.72093730019076</c:v>
                </c:pt>
                <c:pt idx="4">
                  <c:v>102.81368090552772</c:v>
                </c:pt>
                <c:pt idx="5">
                  <c:v>102.47995578799213</c:v>
                </c:pt>
                <c:pt idx="6">
                  <c:v>106.06804542794043</c:v>
                </c:pt>
                <c:pt idx="7">
                  <c:v>106.21607934405212</c:v>
                </c:pt>
                <c:pt idx="8">
                  <c:v>107.11648334646236</c:v>
                </c:pt>
                <c:pt idx="9">
                  <c:v>107.06598068985367</c:v>
                </c:pt>
                <c:pt idx="10">
                  <c:v>108.55551643091238</c:v>
                </c:pt>
                <c:pt idx="11">
                  <c:v>107.82296632366965</c:v>
                </c:pt>
                <c:pt idx="12">
                  <c:v>108.33148684026773</c:v>
                </c:pt>
                <c:pt idx="13">
                  <c:v>106.68504817007752</c:v>
                </c:pt>
                <c:pt idx="14">
                  <c:v>106.91070629024199</c:v>
                </c:pt>
                <c:pt idx="15">
                  <c:v>108.13978239808448</c:v>
                </c:pt>
                <c:pt idx="16">
                  <c:v>106.30680323514099</c:v>
                </c:pt>
                <c:pt idx="17">
                  <c:v>102.83263355426384</c:v>
                </c:pt>
                <c:pt idx="18">
                  <c:v>101.80143383120227</c:v>
                </c:pt>
                <c:pt idx="19">
                  <c:v>101.46972841941982</c:v>
                </c:pt>
                <c:pt idx="20">
                  <c:v>101.53558579558303</c:v>
                </c:pt>
                <c:pt idx="21">
                  <c:v>104.59878350213739</c:v>
                </c:pt>
                <c:pt idx="22">
                  <c:v>105.23105334926201</c:v>
                </c:pt>
                <c:pt idx="23">
                  <c:v>106.48664567501136</c:v>
                </c:pt>
                <c:pt idx="24">
                  <c:v>110.8250984469494</c:v>
                </c:pt>
                <c:pt idx="25">
                  <c:v>111.45971114917967</c:v>
                </c:pt>
                <c:pt idx="26">
                  <c:v>115.11644389786235</c:v>
                </c:pt>
                <c:pt idx="27">
                  <c:v>114.2942483904303</c:v>
                </c:pt>
                <c:pt idx="28">
                  <c:v>115.18376180885996</c:v>
                </c:pt>
                <c:pt idx="29">
                  <c:v>113.86421388336012</c:v>
                </c:pt>
                <c:pt idx="30">
                  <c:v>114.51551231397679</c:v>
                </c:pt>
                <c:pt idx="31">
                  <c:v>113.01462887121718</c:v>
                </c:pt>
                <c:pt idx="32">
                  <c:v>111.1987717491177</c:v>
                </c:pt>
                <c:pt idx="33">
                  <c:v>111.09031769723845</c:v>
                </c:pt>
                <c:pt idx="34">
                  <c:v>113.30674826009599</c:v>
                </c:pt>
                <c:pt idx="35">
                  <c:v>113.92221929822284</c:v>
                </c:pt>
                <c:pt idx="36">
                  <c:v>113.01341713065408</c:v>
                </c:pt>
                <c:pt idx="37">
                  <c:v>112.5616012520898</c:v>
                </c:pt>
                <c:pt idx="38">
                  <c:v>114.57022745294866</c:v>
                </c:pt>
                <c:pt idx="39">
                  <c:v>115.47018572201792</c:v>
                </c:pt>
                <c:pt idx="40">
                  <c:v>115.14697593601656</c:v>
                </c:pt>
                <c:pt idx="41">
                  <c:v>116.95726465816531</c:v>
                </c:pt>
                <c:pt idx="42">
                  <c:v>116.45363290798622</c:v>
                </c:pt>
                <c:pt idx="43">
                  <c:v>110.40840411576332</c:v>
                </c:pt>
                <c:pt idx="44">
                  <c:v>109.42012093856098</c:v>
                </c:pt>
                <c:pt idx="45">
                  <c:v>110.39611204125592</c:v>
                </c:pt>
                <c:pt idx="46">
                  <c:v>108.84756658963825</c:v>
                </c:pt>
                <c:pt idx="47">
                  <c:v>107.91990637475644</c:v>
                </c:pt>
                <c:pt idx="48">
                  <c:v>110.72913140387392</c:v>
                </c:pt>
                <c:pt idx="49">
                  <c:v>110.58452900538929</c:v>
                </c:pt>
                <c:pt idx="50">
                  <c:v>108.48665798487647</c:v>
                </c:pt>
                <c:pt idx="51">
                  <c:v>108.30677128686634</c:v>
                </c:pt>
                <c:pt idx="52">
                  <c:v>108.31909498088373</c:v>
                </c:pt>
                <c:pt idx="53">
                  <c:v>109.19621514855145</c:v>
                </c:pt>
                <c:pt idx="54">
                  <c:v>110.11475843369747</c:v>
                </c:pt>
                <c:pt idx="55">
                  <c:v>105.58140218528354</c:v>
                </c:pt>
                <c:pt idx="56">
                  <c:v>106.70678238911454</c:v>
                </c:pt>
                <c:pt idx="57">
                  <c:v>105.92444737466829</c:v>
                </c:pt>
                <c:pt idx="58">
                  <c:v>106.76014386367791</c:v>
                </c:pt>
                <c:pt idx="59">
                  <c:v>109.56466251055947</c:v>
                </c:pt>
                <c:pt idx="60">
                  <c:v>109.41203780707086</c:v>
                </c:pt>
                <c:pt idx="61">
                  <c:v>108.89840610899429</c:v>
                </c:pt>
                <c:pt idx="62">
                  <c:v>107.37754103052939</c:v>
                </c:pt>
                <c:pt idx="63">
                  <c:v>107.30147502364157</c:v>
                </c:pt>
                <c:pt idx="64">
                  <c:v>112.1799182440658</c:v>
                </c:pt>
                <c:pt idx="65">
                  <c:v>110.86608249665473</c:v>
                </c:pt>
                <c:pt idx="66">
                  <c:v>110.91478577075456</c:v>
                </c:pt>
                <c:pt idx="67">
                  <c:v>110.93539714853827</c:v>
                </c:pt>
                <c:pt idx="68">
                  <c:v>111.85064922867933</c:v>
                </c:pt>
                <c:pt idx="69">
                  <c:v>116.85744988101521</c:v>
                </c:pt>
                <c:pt idx="70">
                  <c:v>115.17643585679888</c:v>
                </c:pt>
                <c:pt idx="71">
                  <c:v>115.5299248821574</c:v>
                </c:pt>
                <c:pt idx="72">
                  <c:v>115.43694195413602</c:v>
                </c:pt>
                <c:pt idx="73">
                  <c:v>115.61301598251241</c:v>
                </c:pt>
                <c:pt idx="74">
                  <c:v>115.81546591411576</c:v>
                </c:pt>
                <c:pt idx="75">
                  <c:v>116.04669040487724</c:v>
                </c:pt>
                <c:pt idx="76">
                  <c:v>116.54719307714289</c:v>
                </c:pt>
                <c:pt idx="77">
                  <c:v>116.71750899069953</c:v>
                </c:pt>
                <c:pt idx="78">
                  <c:v>116.07738720977085</c:v>
                </c:pt>
                <c:pt idx="79">
                  <c:v>114.91671876024591</c:v>
                </c:pt>
                <c:pt idx="80">
                  <c:v>114.04089427693845</c:v>
                </c:pt>
                <c:pt idx="81">
                  <c:v>113.75442442880207</c:v>
                </c:pt>
                <c:pt idx="82">
                  <c:v>114.84530575295656</c:v>
                </c:pt>
                <c:pt idx="83">
                  <c:v>115.35536436461921</c:v>
                </c:pt>
                <c:pt idx="84">
                  <c:v>115.91894641059055</c:v>
                </c:pt>
                <c:pt idx="85">
                  <c:v>113.74316802634078</c:v>
                </c:pt>
                <c:pt idx="86">
                  <c:v>114.2374221845992</c:v>
                </c:pt>
                <c:pt idx="87">
                  <c:v>114.2301435888037</c:v>
                </c:pt>
                <c:pt idx="88">
                  <c:v>114.84138066090905</c:v>
                </c:pt>
                <c:pt idx="89">
                  <c:v>113.78650060399414</c:v>
                </c:pt>
                <c:pt idx="90">
                  <c:v>117.64192735470915</c:v>
                </c:pt>
                <c:pt idx="91">
                  <c:v>119.68265432690616</c:v>
                </c:pt>
                <c:pt idx="92">
                  <c:v>120.45277160296638</c:v>
                </c:pt>
                <c:pt idx="93">
                  <c:v>121.73780114292506</c:v>
                </c:pt>
                <c:pt idx="94">
                  <c:v>123.59833918717572</c:v>
                </c:pt>
                <c:pt idx="95">
                  <c:v>123.92702604143032</c:v>
                </c:pt>
                <c:pt idx="96">
                  <c:v>124.2562224533892</c:v>
                </c:pt>
                <c:pt idx="97">
                  <c:v>124.13108288618346</c:v>
                </c:pt>
                <c:pt idx="98">
                  <c:v>125.36472753489804</c:v>
                </c:pt>
                <c:pt idx="99">
                  <c:v>124.48327331276066</c:v>
                </c:pt>
                <c:pt idx="100">
                  <c:v>125.25231414193755</c:v>
                </c:pt>
                <c:pt idx="101">
                  <c:v>126.47986804917721</c:v>
                </c:pt>
                <c:pt idx="102">
                  <c:v>126.29671902021231</c:v>
                </c:pt>
                <c:pt idx="103">
                  <c:v>128.39156377917607</c:v>
                </c:pt>
                <c:pt idx="104">
                  <c:v>127.72762819951765</c:v>
                </c:pt>
                <c:pt idx="105">
                  <c:v>127.18821772632232</c:v>
                </c:pt>
                <c:pt idx="106">
                  <c:v>129.01655612472953</c:v>
                </c:pt>
                <c:pt idx="107">
                  <c:v>128.68752705545353</c:v>
                </c:pt>
                <c:pt idx="108">
                  <c:v>129.49990135088998</c:v>
                </c:pt>
                <c:pt idx="109">
                  <c:v>132.22424407777939</c:v>
                </c:pt>
                <c:pt idx="110">
                  <c:v>131.32402428311875</c:v>
                </c:pt>
                <c:pt idx="111">
                  <c:v>130.07324927668861</c:v>
                </c:pt>
                <c:pt idx="112">
                  <c:v>128.86492409461272</c:v>
                </c:pt>
                <c:pt idx="113">
                  <c:v>129.5103875541665</c:v>
                </c:pt>
                <c:pt idx="114">
                  <c:v>127.97964448991488</c:v>
                </c:pt>
                <c:pt idx="115">
                  <c:v>127.7459831378538</c:v>
                </c:pt>
                <c:pt idx="116">
                  <c:v>129.06579629372914</c:v>
                </c:pt>
                <c:pt idx="117">
                  <c:v>131.9626756114157</c:v>
                </c:pt>
                <c:pt idx="118">
                  <c:v>132.11429645298648</c:v>
                </c:pt>
                <c:pt idx="119">
                  <c:v>132.92393649065122</c:v>
                </c:pt>
                <c:pt idx="120">
                  <c:v>135.86875142260746</c:v>
                </c:pt>
                <c:pt idx="121">
                  <c:v>133.94760430238262</c:v>
                </c:pt>
                <c:pt idx="122">
                  <c:v>135.6680057576225</c:v>
                </c:pt>
                <c:pt idx="123">
                  <c:v>135.69318999207533</c:v>
                </c:pt>
                <c:pt idx="124">
                  <c:v>131.87016085797259</c:v>
                </c:pt>
                <c:pt idx="125">
                  <c:v>131.77686615041728</c:v>
                </c:pt>
                <c:pt idx="126">
                  <c:v>133.00293820454124</c:v>
                </c:pt>
                <c:pt idx="127">
                  <c:v>133.21169631351754</c:v>
                </c:pt>
                <c:pt idx="128">
                  <c:v>134.78316705033714</c:v>
                </c:pt>
                <c:pt idx="129">
                  <c:v>135.4772486766345</c:v>
                </c:pt>
                <c:pt idx="130">
                  <c:v>135.63052042600557</c:v>
                </c:pt>
                <c:pt idx="131">
                  <c:v>137.69830604394426</c:v>
                </c:pt>
                <c:pt idx="132">
                  <c:v>140.0986132963323</c:v>
                </c:pt>
                <c:pt idx="133">
                  <c:v>138.13047067025002</c:v>
                </c:pt>
                <c:pt idx="134">
                  <c:v>137.49739153151035</c:v>
                </c:pt>
                <c:pt idx="135">
                  <c:v>138.18606220273381</c:v>
                </c:pt>
                <c:pt idx="136">
                  <c:v>137.12392369944277</c:v>
                </c:pt>
                <c:pt idx="137">
                  <c:v>137.73432132294599</c:v>
                </c:pt>
                <c:pt idx="138">
                  <c:v>138.48397388602038</c:v>
                </c:pt>
                <c:pt idx="139">
                  <c:v>137.73687347887144</c:v>
                </c:pt>
                <c:pt idx="140">
                  <c:v>137.09928326015802</c:v>
                </c:pt>
                <c:pt idx="141">
                  <c:v>134.96822646273867</c:v>
                </c:pt>
                <c:pt idx="142">
                  <c:v>135.00983511051456</c:v>
                </c:pt>
                <c:pt idx="143">
                  <c:v>137.66411035304128</c:v>
                </c:pt>
                <c:pt idx="144">
                  <c:v>137.45784795026</c:v>
                </c:pt>
                <c:pt idx="145">
                  <c:v>137.6836404066687</c:v>
                </c:pt>
                <c:pt idx="146">
                  <c:v>138.29875009085964</c:v>
                </c:pt>
                <c:pt idx="147">
                  <c:v>140.00378279684725</c:v>
                </c:pt>
                <c:pt idx="148">
                  <c:v>137.75714568460569</c:v>
                </c:pt>
                <c:pt idx="149">
                  <c:v>139.98315975875937</c:v>
                </c:pt>
                <c:pt idx="150">
                  <c:v>134.62047154131434</c:v>
                </c:pt>
                <c:pt idx="151">
                  <c:v>132.67269445584185</c:v>
                </c:pt>
                <c:pt idx="152">
                  <c:v>129.9205419753869</c:v>
                </c:pt>
                <c:pt idx="153">
                  <c:v>131.40311411933902</c:v>
                </c:pt>
                <c:pt idx="154">
                  <c:v>133.29693293709013</c:v>
                </c:pt>
                <c:pt idx="155">
                  <c:v>134.30035683411216</c:v>
                </c:pt>
                <c:pt idx="156">
                  <c:v>135.11962833497327</c:v>
                </c:pt>
                <c:pt idx="157">
                  <c:v>137.74741226215693</c:v>
                </c:pt>
                <c:pt idx="158">
                  <c:v>137.84263551974172</c:v>
                </c:pt>
                <c:pt idx="159">
                  <c:v>139.74375001651416</c:v>
                </c:pt>
                <c:pt idx="160">
                  <c:v>140.31782283420912</c:v>
                </c:pt>
                <c:pt idx="161">
                  <c:v>140.18521070960554</c:v>
                </c:pt>
                <c:pt idx="162">
                  <c:v>138.45407920386174</c:v>
                </c:pt>
                <c:pt idx="163">
                  <c:v>137.15813471159012</c:v>
                </c:pt>
                <c:pt idx="164">
                  <c:v>133.0043460383711</c:v>
                </c:pt>
                <c:pt idx="165">
                  <c:v>134.3092999760083</c:v>
                </c:pt>
                <c:pt idx="166">
                  <c:v>135.08376709880605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B9C4-4A9F-9FD6-6157466CB7DE}"/>
            </c:ext>
          </c:extLst>
        </c:ser>
        <c:ser>
          <c:idx val="7"/>
          <c:order val="7"/>
          <c:tx>
            <c:strRef>
              <c:f>EQ!$I$45</c:f>
              <c:strCache>
                <c:ptCount val="1"/>
                <c:pt idx="0">
                  <c:v>CGJPYIA  ID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EQ!$J$37:$FU$37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EQ!$J$45:$FU$45</c:f>
              <c:numCache>
                <c:formatCode>General</c:formatCode>
                <c:ptCount val="168"/>
                <c:pt idx="0">
                  <c:v>100</c:v>
                </c:pt>
                <c:pt idx="1">
                  <c:v>99.989124018997785</c:v>
                </c:pt>
                <c:pt idx="2">
                  <c:v>99.555661218617701</c:v>
                </c:pt>
                <c:pt idx="3">
                  <c:v>99.848986853830709</c:v>
                </c:pt>
                <c:pt idx="4">
                  <c:v>99.836271061299527</c:v>
                </c:pt>
                <c:pt idx="5">
                  <c:v>103.84923714036212</c:v>
                </c:pt>
                <c:pt idx="6">
                  <c:v>104.15328076609579</c:v>
                </c:pt>
                <c:pt idx="7">
                  <c:v>103.02264502589858</c:v>
                </c:pt>
                <c:pt idx="8">
                  <c:v>104.77237808769709</c:v>
                </c:pt>
                <c:pt idx="9">
                  <c:v>104.33765926583047</c:v>
                </c:pt>
                <c:pt idx="10">
                  <c:v>106.00451734500879</c:v>
                </c:pt>
                <c:pt idx="11">
                  <c:v>107.53761864332631</c:v>
                </c:pt>
                <c:pt idx="12">
                  <c:v>107.99587008783885</c:v>
                </c:pt>
                <c:pt idx="13">
                  <c:v>107.53810295903595</c:v>
                </c:pt>
                <c:pt idx="14">
                  <c:v>107.98548041887386</c:v>
                </c:pt>
                <c:pt idx="15">
                  <c:v>107.24085885475752</c:v>
                </c:pt>
                <c:pt idx="16">
                  <c:v>104.59589174417754</c:v>
                </c:pt>
                <c:pt idx="17">
                  <c:v>104.64253371749285</c:v>
                </c:pt>
                <c:pt idx="18">
                  <c:v>103.34873228927779</c:v>
                </c:pt>
                <c:pt idx="19">
                  <c:v>101.82159829271217</c:v>
                </c:pt>
                <c:pt idx="20">
                  <c:v>101.60379001367818</c:v>
                </c:pt>
                <c:pt idx="21">
                  <c:v>102.02467859589467</c:v>
                </c:pt>
                <c:pt idx="22">
                  <c:v>101.84033745309729</c:v>
                </c:pt>
                <c:pt idx="23">
                  <c:v>101.80111419872919</c:v>
                </c:pt>
                <c:pt idx="24">
                  <c:v>102.96645807765249</c:v>
                </c:pt>
                <c:pt idx="25">
                  <c:v>104.496629700931</c:v>
                </c:pt>
                <c:pt idx="26">
                  <c:v>103.46173488492823</c:v>
                </c:pt>
                <c:pt idx="27">
                  <c:v>102.29431542088075</c:v>
                </c:pt>
                <c:pt idx="28">
                  <c:v>102.30107965551431</c:v>
                </c:pt>
                <c:pt idx="29">
                  <c:v>104.25162133716489</c:v>
                </c:pt>
                <c:pt idx="30">
                  <c:v>105.93408119088379</c:v>
                </c:pt>
                <c:pt idx="31">
                  <c:v>105.9135867820043</c:v>
                </c:pt>
                <c:pt idx="32">
                  <c:v>106.67959525918312</c:v>
                </c:pt>
                <c:pt idx="33">
                  <c:v>105.17952359908475</c:v>
                </c:pt>
                <c:pt idx="34">
                  <c:v>106.24491337932703</c:v>
                </c:pt>
                <c:pt idx="35">
                  <c:v>105.83037120435827</c:v>
                </c:pt>
                <c:pt idx="36">
                  <c:v>106.8433733923742</c:v>
                </c:pt>
                <c:pt idx="37">
                  <c:v>108.06238086290878</c:v>
                </c:pt>
                <c:pt idx="38">
                  <c:v>108.14198035083965</c:v>
                </c:pt>
                <c:pt idx="39">
                  <c:v>108.62766386448793</c:v>
                </c:pt>
                <c:pt idx="40">
                  <c:v>109.04256334209563</c:v>
                </c:pt>
                <c:pt idx="41">
                  <c:v>110.44499749114867</c:v>
                </c:pt>
                <c:pt idx="42">
                  <c:v>112.53653423379124</c:v>
                </c:pt>
                <c:pt idx="43">
                  <c:v>113.96798084752012</c:v>
                </c:pt>
                <c:pt idx="44">
                  <c:v>112.29569055116593</c:v>
                </c:pt>
                <c:pt idx="45">
                  <c:v>108.74394400449688</c:v>
                </c:pt>
                <c:pt idx="46">
                  <c:v>105.84224016124229</c:v>
                </c:pt>
                <c:pt idx="47">
                  <c:v>107.89286846715952</c:v>
                </c:pt>
                <c:pt idx="48">
                  <c:v>108.88644486073341</c:v>
                </c:pt>
                <c:pt idx="49">
                  <c:v>104.6752416217649</c:v>
                </c:pt>
                <c:pt idx="50">
                  <c:v>107.5622059947742</c:v>
                </c:pt>
                <c:pt idx="51">
                  <c:v>108.95282736875393</c:v>
                </c:pt>
                <c:pt idx="52">
                  <c:v>107.48699557978934</c:v>
                </c:pt>
                <c:pt idx="53">
                  <c:v>106.97859243627798</c:v>
                </c:pt>
                <c:pt idx="54">
                  <c:v>107.42265651177912</c:v>
                </c:pt>
                <c:pt idx="55">
                  <c:v>105.48536120151195</c:v>
                </c:pt>
                <c:pt idx="56">
                  <c:v>108.88036181979129</c:v>
                </c:pt>
                <c:pt idx="57">
                  <c:v>105.28634769910204</c:v>
                </c:pt>
                <c:pt idx="58">
                  <c:v>105.58561847573588</c:v>
                </c:pt>
                <c:pt idx="59">
                  <c:v>102.1784619156218</c:v>
                </c:pt>
                <c:pt idx="60">
                  <c:v>104.34496722124322</c:v>
                </c:pt>
                <c:pt idx="61">
                  <c:v>107.42267424582903</c:v>
                </c:pt>
                <c:pt idx="62">
                  <c:v>106.34659604861319</c:v>
                </c:pt>
                <c:pt idx="63">
                  <c:v>105.59795611580776</c:v>
                </c:pt>
                <c:pt idx="64">
                  <c:v>103.29706035649748</c:v>
                </c:pt>
                <c:pt idx="65">
                  <c:v>102.51421974797205</c:v>
                </c:pt>
                <c:pt idx="66">
                  <c:v>107.75954283564216</c:v>
                </c:pt>
                <c:pt idx="67">
                  <c:v>107.779567872266</c:v>
                </c:pt>
                <c:pt idx="68">
                  <c:v>107.90092374802008</c:v>
                </c:pt>
                <c:pt idx="69">
                  <c:v>105.28747823802816</c:v>
                </c:pt>
                <c:pt idx="70">
                  <c:v>106.72970035529943</c:v>
                </c:pt>
                <c:pt idx="71">
                  <c:v>111.38175014577752</c:v>
                </c:pt>
                <c:pt idx="72">
                  <c:v>110.50517505106255</c:v>
                </c:pt>
                <c:pt idx="73">
                  <c:v>112.05017616650809</c:v>
                </c:pt>
                <c:pt idx="74">
                  <c:v>112.01661924788314</c:v>
                </c:pt>
                <c:pt idx="75">
                  <c:v>114.38558048217689</c:v>
                </c:pt>
                <c:pt idx="76">
                  <c:v>114.20685221575091</c:v>
                </c:pt>
                <c:pt idx="77">
                  <c:v>116.01049562992011</c:v>
                </c:pt>
                <c:pt idx="78">
                  <c:v>114.23849510597637</c:v>
                </c:pt>
                <c:pt idx="79">
                  <c:v>115.49913905245081</c:v>
                </c:pt>
                <c:pt idx="80">
                  <c:v>115.55701305711953</c:v>
                </c:pt>
                <c:pt idx="81">
                  <c:v>115.12626708466368</c:v>
                </c:pt>
                <c:pt idx="82">
                  <c:v>113.85615503116659</c:v>
                </c:pt>
                <c:pt idx="83">
                  <c:v>114.36847401403958</c:v>
                </c:pt>
                <c:pt idx="84">
                  <c:v>116.70101413877167</c:v>
                </c:pt>
                <c:pt idx="85">
                  <c:v>115.84044176221563</c:v>
                </c:pt>
                <c:pt idx="86">
                  <c:v>116.34380931412176</c:v>
                </c:pt>
                <c:pt idx="87">
                  <c:v>115.40951475995257</c:v>
                </c:pt>
                <c:pt idx="88">
                  <c:v>116.02706256019789</c:v>
                </c:pt>
                <c:pt idx="89">
                  <c:v>114.63719343505811</c:v>
                </c:pt>
                <c:pt idx="90">
                  <c:v>114.93792314407938</c:v>
                </c:pt>
                <c:pt idx="91">
                  <c:v>114.82753825277216</c:v>
                </c:pt>
                <c:pt idx="92">
                  <c:v>119.81780509019512</c:v>
                </c:pt>
                <c:pt idx="93">
                  <c:v>121.35555784968743</c:v>
                </c:pt>
                <c:pt idx="94">
                  <c:v>122.23530145095921</c:v>
                </c:pt>
                <c:pt idx="95">
                  <c:v>122.0743385037414</c:v>
                </c:pt>
                <c:pt idx="96">
                  <c:v>122.35800326074137</c:v>
                </c:pt>
                <c:pt idx="97">
                  <c:v>121.42236778300443</c:v>
                </c:pt>
                <c:pt idx="98">
                  <c:v>121.50389250620722</c:v>
                </c:pt>
                <c:pt idx="99">
                  <c:v>122.15950573155786</c:v>
                </c:pt>
                <c:pt idx="100">
                  <c:v>122.32344105542809</c:v>
                </c:pt>
                <c:pt idx="101">
                  <c:v>120.68496663055899</c:v>
                </c:pt>
                <c:pt idx="102">
                  <c:v>123.53141577975829</c:v>
                </c:pt>
                <c:pt idx="103">
                  <c:v>125.86383966243392</c:v>
                </c:pt>
                <c:pt idx="104">
                  <c:v>129.16921577215166</c:v>
                </c:pt>
                <c:pt idx="105">
                  <c:v>128.17290939448259</c:v>
                </c:pt>
                <c:pt idx="106">
                  <c:v>127.11708369505857</c:v>
                </c:pt>
                <c:pt idx="107">
                  <c:v>127.5504983024736</c:v>
                </c:pt>
                <c:pt idx="108">
                  <c:v>127.75017721622278</c:v>
                </c:pt>
                <c:pt idx="109">
                  <c:v>130.74085325111014</c:v>
                </c:pt>
                <c:pt idx="110">
                  <c:v>130.61867893035975</c:v>
                </c:pt>
                <c:pt idx="111">
                  <c:v>132.61801678677861</c:v>
                </c:pt>
                <c:pt idx="112">
                  <c:v>130.50406859148549</c:v>
                </c:pt>
                <c:pt idx="113">
                  <c:v>130.07869751676634</c:v>
                </c:pt>
                <c:pt idx="114">
                  <c:v>125.38361074111296</c:v>
                </c:pt>
                <c:pt idx="115">
                  <c:v>126.62616141669935</c:v>
                </c:pt>
                <c:pt idx="116">
                  <c:v>124.98808020056673</c:v>
                </c:pt>
                <c:pt idx="117">
                  <c:v>125.89258950685461</c:v>
                </c:pt>
                <c:pt idx="118">
                  <c:v>128.53702180434919</c:v>
                </c:pt>
                <c:pt idx="119">
                  <c:v>132.95276460576309</c:v>
                </c:pt>
                <c:pt idx="120">
                  <c:v>134.68325413678792</c:v>
                </c:pt>
                <c:pt idx="121">
                  <c:v>135.4960272198233</c:v>
                </c:pt>
                <c:pt idx="122">
                  <c:v>138.0751501881229</c:v>
                </c:pt>
                <c:pt idx="123">
                  <c:v>137.60647881706103</c:v>
                </c:pt>
                <c:pt idx="124">
                  <c:v>139.76304784528088</c:v>
                </c:pt>
                <c:pt idx="125">
                  <c:v>134.4996268482067</c:v>
                </c:pt>
                <c:pt idx="126">
                  <c:v>133.54259560396392</c:v>
                </c:pt>
                <c:pt idx="127">
                  <c:v>137.05628079029773</c:v>
                </c:pt>
                <c:pt idx="128">
                  <c:v>134.03053575357629</c:v>
                </c:pt>
                <c:pt idx="129">
                  <c:v>135.11767209248137</c:v>
                </c:pt>
                <c:pt idx="130">
                  <c:v>135.16423362960265</c:v>
                </c:pt>
                <c:pt idx="131">
                  <c:v>136.16283813566847</c:v>
                </c:pt>
                <c:pt idx="132">
                  <c:v>135.37257600373425</c:v>
                </c:pt>
                <c:pt idx="133">
                  <c:v>137.98550641393516</c:v>
                </c:pt>
                <c:pt idx="134">
                  <c:v>138.6311462089466</c:v>
                </c:pt>
                <c:pt idx="135">
                  <c:v>135.85378619120513</c:v>
                </c:pt>
                <c:pt idx="136">
                  <c:v>132.7915424534738</c:v>
                </c:pt>
                <c:pt idx="137">
                  <c:v>134.6610826759171</c:v>
                </c:pt>
                <c:pt idx="138">
                  <c:v>134.96755889451921</c:v>
                </c:pt>
                <c:pt idx="139">
                  <c:v>134.37181553458461</c:v>
                </c:pt>
                <c:pt idx="140">
                  <c:v>135.38964501769033</c:v>
                </c:pt>
                <c:pt idx="141">
                  <c:v>135.95313613522126</c:v>
                </c:pt>
                <c:pt idx="142">
                  <c:v>133.67531178445054</c:v>
                </c:pt>
                <c:pt idx="143">
                  <c:v>130.46358145661233</c:v>
                </c:pt>
                <c:pt idx="144">
                  <c:v>130.40734303264259</c:v>
                </c:pt>
                <c:pt idx="145">
                  <c:v>130.93503330446669</c:v>
                </c:pt>
                <c:pt idx="146">
                  <c:v>132.75558561307557</c:v>
                </c:pt>
                <c:pt idx="147">
                  <c:v>132.99235990815518</c:v>
                </c:pt>
                <c:pt idx="148">
                  <c:v>130.71802319381268</c:v>
                </c:pt>
                <c:pt idx="149">
                  <c:v>132.31700441785213</c:v>
                </c:pt>
                <c:pt idx="150">
                  <c:v>124.73570795649592</c:v>
                </c:pt>
                <c:pt idx="151">
                  <c:v>124.19381056904203</c:v>
                </c:pt>
                <c:pt idx="152">
                  <c:v>122.359352630787</c:v>
                </c:pt>
                <c:pt idx="153">
                  <c:v>123.12440913449441</c:v>
                </c:pt>
                <c:pt idx="154">
                  <c:v>125.28124894252403</c:v>
                </c:pt>
                <c:pt idx="155">
                  <c:v>126.60153844456522</c:v>
                </c:pt>
                <c:pt idx="156">
                  <c:v>128.83504690686038</c:v>
                </c:pt>
                <c:pt idx="157">
                  <c:v>129.06195522211689</c:v>
                </c:pt>
                <c:pt idx="158">
                  <c:v>129.15117431962793</c:v>
                </c:pt>
                <c:pt idx="159">
                  <c:v>131.22920278558013</c:v>
                </c:pt>
                <c:pt idx="160">
                  <c:v>131.22923018007035</c:v>
                </c:pt>
                <c:pt idx="161">
                  <c:v>131.91117634368294</c:v>
                </c:pt>
                <c:pt idx="162">
                  <c:v>133.18783029436972</c:v>
                </c:pt>
                <c:pt idx="163">
                  <c:v>134.45937335205113</c:v>
                </c:pt>
                <c:pt idx="164">
                  <c:v>132.87226506307434</c:v>
                </c:pt>
                <c:pt idx="165">
                  <c:v>131.01773691403969</c:v>
                </c:pt>
                <c:pt idx="166">
                  <c:v>126.55460185022874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B9C4-4A9F-9FD6-6157466CB7DE}"/>
            </c:ext>
          </c:extLst>
        </c:ser>
        <c:ser>
          <c:idx val="8"/>
          <c:order val="8"/>
          <c:tx>
            <c:strRef>
              <c:f>EQ!$I$46</c:f>
              <c:strCache>
                <c:ptCount val="1"/>
                <c:pt idx="0">
                  <c:v>PARJSCI LX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EQ!$J$37:$FU$37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EQ!$J$46:$FU$46</c:f>
              <c:numCache>
                <c:formatCode>General</c:formatCode>
                <c:ptCount val="168"/>
                <c:pt idx="0">
                  <c:v>100</c:v>
                </c:pt>
                <c:pt idx="1">
                  <c:v>100.10831353032079</c:v>
                </c:pt>
                <c:pt idx="2">
                  <c:v>99.671432341303884</c:v>
                </c:pt>
                <c:pt idx="3">
                  <c:v>100.61225989029327</c:v>
                </c:pt>
                <c:pt idx="4">
                  <c:v>101.4542295076544</c:v>
                </c:pt>
                <c:pt idx="5">
                  <c:v>102.55372877120681</c:v>
                </c:pt>
                <c:pt idx="6">
                  <c:v>103.34812877158103</c:v>
                </c:pt>
                <c:pt idx="7">
                  <c:v>105.05178739667815</c:v>
                </c:pt>
                <c:pt idx="8">
                  <c:v>105.69588642526851</c:v>
                </c:pt>
                <c:pt idx="9">
                  <c:v>105.30441113744099</c:v>
                </c:pt>
                <c:pt idx="10">
                  <c:v>105.25798773505646</c:v>
                </c:pt>
                <c:pt idx="11">
                  <c:v>106.6643820484486</c:v>
                </c:pt>
                <c:pt idx="12">
                  <c:v>106.33494908440535</c:v>
                </c:pt>
                <c:pt idx="13">
                  <c:v>106.60551854694113</c:v>
                </c:pt>
                <c:pt idx="14">
                  <c:v>104.88965402505217</c:v>
                </c:pt>
                <c:pt idx="15">
                  <c:v>105.67979824802582</c:v>
                </c:pt>
                <c:pt idx="16">
                  <c:v>105.69869162964788</c:v>
                </c:pt>
                <c:pt idx="17">
                  <c:v>104.26168575477462</c:v>
                </c:pt>
                <c:pt idx="18">
                  <c:v>101.89012083568333</c:v>
                </c:pt>
                <c:pt idx="19">
                  <c:v>102.9521310629334</c:v>
                </c:pt>
                <c:pt idx="20">
                  <c:v>102.22650118281754</c:v>
                </c:pt>
                <c:pt idx="21">
                  <c:v>102.94823284129394</c:v>
                </c:pt>
                <c:pt idx="22">
                  <c:v>105.02218056869533</c:v>
                </c:pt>
                <c:pt idx="23">
                  <c:v>104.94430515131661</c:v>
                </c:pt>
                <c:pt idx="24">
                  <c:v>107.1820221576132</c:v>
                </c:pt>
                <c:pt idx="25">
                  <c:v>108.98912438417327</c:v>
                </c:pt>
                <c:pt idx="26">
                  <c:v>109.47110184501784</c:v>
                </c:pt>
                <c:pt idx="27">
                  <c:v>110.74095613280291</c:v>
                </c:pt>
                <c:pt idx="28">
                  <c:v>110.65013047050557</c:v>
                </c:pt>
                <c:pt idx="29">
                  <c:v>111.39740633694802</c:v>
                </c:pt>
                <c:pt idx="30">
                  <c:v>111.46298111859353</c:v>
                </c:pt>
                <c:pt idx="31">
                  <c:v>112.77034330317821</c:v>
                </c:pt>
                <c:pt idx="32">
                  <c:v>111.54956107285233</c:v>
                </c:pt>
                <c:pt idx="33">
                  <c:v>112.9882108846531</c:v>
                </c:pt>
                <c:pt idx="34">
                  <c:v>113.88494034326625</c:v>
                </c:pt>
                <c:pt idx="35">
                  <c:v>116.35733981999716</c:v>
                </c:pt>
                <c:pt idx="36">
                  <c:v>117.1951559540274</c:v>
                </c:pt>
                <c:pt idx="37">
                  <c:v>116.90455559676954</c:v>
                </c:pt>
                <c:pt idx="38">
                  <c:v>117.83535438636372</c:v>
                </c:pt>
                <c:pt idx="39">
                  <c:v>120.07024337796481</c:v>
                </c:pt>
                <c:pt idx="40">
                  <c:v>121.77794965065007</c:v>
                </c:pt>
                <c:pt idx="41">
                  <c:v>120.04506137041153</c:v>
                </c:pt>
                <c:pt idx="42">
                  <c:v>122.67442882200146</c:v>
                </c:pt>
                <c:pt idx="43">
                  <c:v>123.04844323663333</c:v>
                </c:pt>
                <c:pt idx="44">
                  <c:v>115.52120157904493</c:v>
                </c:pt>
                <c:pt idx="45">
                  <c:v>114.9022145563136</c:v>
                </c:pt>
                <c:pt idx="46">
                  <c:v>117.34233203403913</c:v>
                </c:pt>
                <c:pt idx="47">
                  <c:v>115.44727367156011</c:v>
                </c:pt>
                <c:pt idx="48">
                  <c:v>112.41125573066105</c:v>
                </c:pt>
                <c:pt idx="49">
                  <c:v>116.99060942652049</c:v>
                </c:pt>
                <c:pt idx="50">
                  <c:v>117.33821934366827</c:v>
                </c:pt>
                <c:pt idx="51">
                  <c:v>113.82089973210093</c:v>
                </c:pt>
                <c:pt idx="52">
                  <c:v>113.44931757748232</c:v>
                </c:pt>
                <c:pt idx="53">
                  <c:v>114.91679424122262</c:v>
                </c:pt>
                <c:pt idx="54">
                  <c:v>115.32618716416557</c:v>
                </c:pt>
                <c:pt idx="55">
                  <c:v>113.7111698925374</c:v>
                </c:pt>
                <c:pt idx="56">
                  <c:v>111.32956416737179</c:v>
                </c:pt>
                <c:pt idx="57">
                  <c:v>110.70031941991388</c:v>
                </c:pt>
                <c:pt idx="58">
                  <c:v>111.6537136926806</c:v>
                </c:pt>
                <c:pt idx="59">
                  <c:v>111.41534693646459</c:v>
                </c:pt>
                <c:pt idx="60">
                  <c:v>115.09074528201026</c:v>
                </c:pt>
                <c:pt idx="61">
                  <c:v>113.77648591864582</c:v>
                </c:pt>
                <c:pt idx="62">
                  <c:v>111.28787171182772</c:v>
                </c:pt>
                <c:pt idx="63">
                  <c:v>110.014683863309</c:v>
                </c:pt>
                <c:pt idx="64">
                  <c:v>110.08552769794338</c:v>
                </c:pt>
                <c:pt idx="65">
                  <c:v>115.30359667801162</c:v>
                </c:pt>
                <c:pt idx="66">
                  <c:v>113.23872236510036</c:v>
                </c:pt>
                <c:pt idx="67">
                  <c:v>113.25976560176346</c:v>
                </c:pt>
                <c:pt idx="68">
                  <c:v>113.38729198096173</c:v>
                </c:pt>
                <c:pt idx="69">
                  <c:v>113.84621388939374</c:v>
                </c:pt>
                <c:pt idx="70">
                  <c:v>120.09430858553966</c:v>
                </c:pt>
                <c:pt idx="71">
                  <c:v>118.49707706772458</c:v>
                </c:pt>
                <c:pt idx="72">
                  <c:v>119.06707361785119</c:v>
                </c:pt>
                <c:pt idx="73">
                  <c:v>118.54065047642517</c:v>
                </c:pt>
                <c:pt idx="74">
                  <c:v>120.48994504484061</c:v>
                </c:pt>
                <c:pt idx="75">
                  <c:v>119.57208345121407</c:v>
                </c:pt>
                <c:pt idx="76">
                  <c:v>119.31768994121742</c:v>
                </c:pt>
                <c:pt idx="77">
                  <c:v>121.2963224183485</c:v>
                </c:pt>
                <c:pt idx="78">
                  <c:v>120.61307384970284</c:v>
                </c:pt>
                <c:pt idx="79">
                  <c:v>120.45226894440772</c:v>
                </c:pt>
                <c:pt idx="80">
                  <c:v>119.54530256224692</c:v>
                </c:pt>
                <c:pt idx="81">
                  <c:v>118.70445717224553</c:v>
                </c:pt>
                <c:pt idx="82">
                  <c:v>119.1713209386907</c:v>
                </c:pt>
                <c:pt idx="83">
                  <c:v>119.23398474818879</c:v>
                </c:pt>
                <c:pt idx="84">
                  <c:v>121.12389348487082</c:v>
                </c:pt>
                <c:pt idx="85">
                  <c:v>118.09598817504556</c:v>
                </c:pt>
                <c:pt idx="86">
                  <c:v>119.3724654983757</c:v>
                </c:pt>
                <c:pt idx="87">
                  <c:v>119.36485972516358</c:v>
                </c:pt>
                <c:pt idx="88">
                  <c:v>120.00357228454993</c:v>
                </c:pt>
                <c:pt idx="89">
                  <c:v>118.90127471173254</c:v>
                </c:pt>
                <c:pt idx="90">
                  <c:v>119.21319045805245</c:v>
                </c:pt>
                <c:pt idx="91">
                  <c:v>121.74923496592574</c:v>
                </c:pt>
                <c:pt idx="92">
                  <c:v>124.48757581860951</c:v>
                </c:pt>
                <c:pt idx="93">
                  <c:v>124.25569676668646</c:v>
                </c:pt>
                <c:pt idx="94">
                  <c:v>124.11744241466438</c:v>
                </c:pt>
                <c:pt idx="95">
                  <c:v>126.51992833718276</c:v>
                </c:pt>
                <c:pt idx="96">
                  <c:v>126.8560124649175</c:v>
                </c:pt>
                <c:pt idx="97">
                  <c:v>126.65199467194465</c:v>
                </c:pt>
                <c:pt idx="98">
                  <c:v>127.30825354984157</c:v>
                </c:pt>
                <c:pt idx="99">
                  <c:v>124.15587892607631</c:v>
                </c:pt>
                <c:pt idx="100">
                  <c:v>123.24458849488229</c:v>
                </c:pt>
                <c:pt idx="101">
                  <c:v>124.41899099002769</c:v>
                </c:pt>
                <c:pt idx="102">
                  <c:v>126.28349762499994</c:v>
                </c:pt>
                <c:pt idx="103">
                  <c:v>126.62567579400934</c:v>
                </c:pt>
                <c:pt idx="104">
                  <c:v>130.55199316723787</c:v>
                </c:pt>
                <c:pt idx="105">
                  <c:v>128.36967761101718</c:v>
                </c:pt>
                <c:pt idx="106">
                  <c:v>128.78197211642427</c:v>
                </c:pt>
                <c:pt idx="107">
                  <c:v>130.52559661789002</c:v>
                </c:pt>
                <c:pt idx="108">
                  <c:v>129.95666662071187</c:v>
                </c:pt>
                <c:pt idx="109">
                  <c:v>129.20553595975434</c:v>
                </c:pt>
                <c:pt idx="110">
                  <c:v>130.54883131181884</c:v>
                </c:pt>
                <c:pt idx="111">
                  <c:v>129.08604169490187</c:v>
                </c:pt>
                <c:pt idx="112">
                  <c:v>129.40541994411703</c:v>
                </c:pt>
                <c:pt idx="113">
                  <c:v>128.3047231704804</c:v>
                </c:pt>
                <c:pt idx="114">
                  <c:v>128.32940192049003</c:v>
                </c:pt>
                <c:pt idx="115">
                  <c:v>124.8145697763529</c:v>
                </c:pt>
                <c:pt idx="116">
                  <c:v>125.04902869365242</c:v>
                </c:pt>
                <c:pt idx="117">
                  <c:v>126.44599156650384</c:v>
                </c:pt>
                <c:pt idx="118">
                  <c:v>129.35937582777956</c:v>
                </c:pt>
                <c:pt idx="119">
                  <c:v>130.93038940342134</c:v>
                </c:pt>
                <c:pt idx="120">
                  <c:v>133.17900870989385</c:v>
                </c:pt>
                <c:pt idx="121">
                  <c:v>134.53201653404085</c:v>
                </c:pt>
                <c:pt idx="122">
                  <c:v>135.40337565125637</c:v>
                </c:pt>
                <c:pt idx="123">
                  <c:v>137.89174747457557</c:v>
                </c:pt>
                <c:pt idx="124">
                  <c:v>138.07110942578387</c:v>
                </c:pt>
                <c:pt idx="125">
                  <c:v>133.45601444269045</c:v>
                </c:pt>
                <c:pt idx="126">
                  <c:v>133.28741066815209</c:v>
                </c:pt>
                <c:pt idx="127">
                  <c:v>134.16863670366786</c:v>
                </c:pt>
                <c:pt idx="128">
                  <c:v>134.40028911680713</c:v>
                </c:pt>
                <c:pt idx="129">
                  <c:v>134.7919505590859</c:v>
                </c:pt>
                <c:pt idx="130">
                  <c:v>133.2525167977177</c:v>
                </c:pt>
                <c:pt idx="131">
                  <c:v>134.3338707386545</c:v>
                </c:pt>
                <c:pt idx="132">
                  <c:v>135.321030873849</c:v>
                </c:pt>
                <c:pt idx="133">
                  <c:v>135.79709616155461</c:v>
                </c:pt>
                <c:pt idx="134">
                  <c:v>132.20675170883916</c:v>
                </c:pt>
                <c:pt idx="135">
                  <c:v>130.82369792694109</c:v>
                </c:pt>
                <c:pt idx="136">
                  <c:v>131.54968432975195</c:v>
                </c:pt>
                <c:pt idx="137">
                  <c:v>132.14722495867591</c:v>
                </c:pt>
                <c:pt idx="138">
                  <c:v>130.87171920181405</c:v>
                </c:pt>
                <c:pt idx="139">
                  <c:v>132.479861558604</c:v>
                </c:pt>
                <c:pt idx="140">
                  <c:v>133.10144411938487</c:v>
                </c:pt>
                <c:pt idx="141">
                  <c:v>130.76354827961356</c:v>
                </c:pt>
                <c:pt idx="142">
                  <c:v>127.46503802868176</c:v>
                </c:pt>
                <c:pt idx="143">
                  <c:v>128.03760271444102</c:v>
                </c:pt>
                <c:pt idx="144">
                  <c:v>131.16532366158626</c:v>
                </c:pt>
                <c:pt idx="145">
                  <c:v>132.20272049150844</c:v>
                </c:pt>
                <c:pt idx="146">
                  <c:v>131.21267820480892</c:v>
                </c:pt>
                <c:pt idx="147">
                  <c:v>131.13446474262045</c:v>
                </c:pt>
                <c:pt idx="148">
                  <c:v>132.11935894968951</c:v>
                </c:pt>
                <c:pt idx="149">
                  <c:v>128.09193414885385</c:v>
                </c:pt>
                <c:pt idx="150">
                  <c:v>123.3727577130737</c:v>
                </c:pt>
                <c:pt idx="151">
                  <c:v>124.10375568540444</c:v>
                </c:pt>
                <c:pt idx="152">
                  <c:v>122.01842766484485</c:v>
                </c:pt>
                <c:pt idx="153">
                  <c:v>123.5723065944855</c:v>
                </c:pt>
                <c:pt idx="154">
                  <c:v>127.09731931509297</c:v>
                </c:pt>
                <c:pt idx="155">
                  <c:v>131.66007106503207</c:v>
                </c:pt>
                <c:pt idx="156">
                  <c:v>129.48494773074694</c:v>
                </c:pt>
                <c:pt idx="157">
                  <c:v>130.1613567366513</c:v>
                </c:pt>
                <c:pt idx="158">
                  <c:v>130.03961006986714</c:v>
                </c:pt>
                <c:pt idx="159">
                  <c:v>130.21056849436607</c:v>
                </c:pt>
                <c:pt idx="160">
                  <c:v>132.54425570308615</c:v>
                </c:pt>
                <c:pt idx="161">
                  <c:v>133.90552510504182</c:v>
                </c:pt>
                <c:pt idx="162">
                  <c:v>134.39124470495466</c:v>
                </c:pt>
                <c:pt idx="163">
                  <c:v>135.23298089902391</c:v>
                </c:pt>
                <c:pt idx="164">
                  <c:v>131.40124736070501</c:v>
                </c:pt>
                <c:pt idx="165">
                  <c:v>129.12801459333582</c:v>
                </c:pt>
                <c:pt idx="166">
                  <c:v>128.76170455313337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B9C4-4A9F-9FD6-6157466CB7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25654912"/>
        <c:axId val="1575770799"/>
      </c:lineChart>
      <c:dateAx>
        <c:axId val="425654912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33A0"/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1575770799"/>
        <c:crosses val="autoZero"/>
        <c:auto val="1"/>
        <c:lblOffset val="100"/>
        <c:baseTimeUnit val="days"/>
      </c:dateAx>
      <c:valAx>
        <c:axId val="1575770799"/>
        <c:scaling>
          <c:orientation val="minMax"/>
          <c:min val="8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33A0"/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425654912"/>
        <c:crosses val="autoZero"/>
        <c:crossBetween val="between"/>
      </c:valAx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0033A0"/>
              </a:solidFill>
              <a:latin typeface="+mn-lt"/>
              <a:ea typeface="+mn-ea"/>
              <a:cs typeface="+mn-cs"/>
            </a:defRPr>
          </a:pPr>
          <a:endParaRPr lang="es-PE"/>
        </a:p>
      </c:txPr>
    </c:legend>
    <c:plotVisOnly val="1"/>
    <c:dispBlanksAs val="gap"/>
    <c:showDLblsOverMax val="0"/>
    <c:extLst/>
  </c:chart>
  <c:txPr>
    <a:bodyPr/>
    <a:lstStyle/>
    <a:p>
      <a:pPr>
        <a:defRPr>
          <a:solidFill>
            <a:srgbClr val="0033A0"/>
          </a:solidFill>
        </a:defRPr>
      </a:pPr>
      <a:endParaRPr lang="es-PE"/>
    </a:p>
  </c:txPr>
  <c:externalData r:id="rId2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EQ!$I$50</c:f>
              <c:strCache>
                <c:ptCount val="1"/>
                <c:pt idx="0">
                  <c:v>MACSMCI LX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EQ!$J$37:$FU$37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EQ!$J$50:$FU$50</c:f>
              <c:numCache>
                <c:formatCode>General</c:formatCode>
                <c:ptCount val="168"/>
                <c:pt idx="0">
                  <c:v>100</c:v>
                </c:pt>
                <c:pt idx="1">
                  <c:v>101.09689213893967</c:v>
                </c:pt>
                <c:pt idx="2">
                  <c:v>101.75502742230347</c:v>
                </c:pt>
                <c:pt idx="3">
                  <c:v>102.26691042047533</c:v>
                </c:pt>
                <c:pt idx="4">
                  <c:v>103.32723948811702</c:v>
                </c:pt>
                <c:pt idx="5">
                  <c:v>102.7056672760512</c:v>
                </c:pt>
                <c:pt idx="6">
                  <c:v>104.3510054844607</c:v>
                </c:pt>
                <c:pt idx="7">
                  <c:v>106.98857094882406</c:v>
                </c:pt>
                <c:pt idx="8">
                  <c:v>107.13716618625298</c:v>
                </c:pt>
                <c:pt idx="9">
                  <c:v>107.21146380496745</c:v>
                </c:pt>
                <c:pt idx="10">
                  <c:v>107.24861261432468</c:v>
                </c:pt>
                <c:pt idx="11">
                  <c:v>108.25163046696991</c:v>
                </c:pt>
                <c:pt idx="12">
                  <c:v>108.54882094182774</c:v>
                </c:pt>
                <c:pt idx="13">
                  <c:v>108.43737451375607</c:v>
                </c:pt>
                <c:pt idx="14">
                  <c:v>110.1833685535459</c:v>
                </c:pt>
                <c:pt idx="15">
                  <c:v>112.11510664012189</c:v>
                </c:pt>
                <c:pt idx="16">
                  <c:v>111.85506497462129</c:v>
                </c:pt>
                <c:pt idx="17">
                  <c:v>110.74060069390437</c:v>
                </c:pt>
                <c:pt idx="18">
                  <c:v>112.11510664012191</c:v>
                </c:pt>
                <c:pt idx="19">
                  <c:v>114.52977924834188</c:v>
                </c:pt>
                <c:pt idx="20">
                  <c:v>113.26671973019604</c:v>
                </c:pt>
                <c:pt idx="21">
                  <c:v>112.33799949626528</c:v>
                </c:pt>
                <c:pt idx="22">
                  <c:v>110.14621974418868</c:v>
                </c:pt>
                <c:pt idx="23">
                  <c:v>113.93539829862623</c:v>
                </c:pt>
                <c:pt idx="24">
                  <c:v>114.15829115476961</c:v>
                </c:pt>
                <c:pt idx="25">
                  <c:v>110.70345188454716</c:v>
                </c:pt>
                <c:pt idx="26">
                  <c:v>110.48055902840377</c:v>
                </c:pt>
                <c:pt idx="27">
                  <c:v>114.26973758284132</c:v>
                </c:pt>
                <c:pt idx="28">
                  <c:v>117.20449352206253</c:v>
                </c:pt>
                <c:pt idx="29">
                  <c:v>117.83602328113545</c:v>
                </c:pt>
                <c:pt idx="30">
                  <c:v>122.14528516657423</c:v>
                </c:pt>
                <c:pt idx="31">
                  <c:v>119.69346374899699</c:v>
                </c:pt>
                <c:pt idx="32">
                  <c:v>120.84507683907114</c:v>
                </c:pt>
                <c:pt idx="33">
                  <c:v>119.80491017706868</c:v>
                </c:pt>
                <c:pt idx="34">
                  <c:v>120.84507683907113</c:v>
                </c:pt>
                <c:pt idx="35">
                  <c:v>120.25069588935541</c:v>
                </c:pt>
                <c:pt idx="36">
                  <c:v>120.17639827064096</c:v>
                </c:pt>
                <c:pt idx="37">
                  <c:v>122.47962445078925</c:v>
                </c:pt>
                <c:pt idx="38">
                  <c:v>123.92842801572122</c:v>
                </c:pt>
                <c:pt idx="39">
                  <c:v>125.86016610229723</c:v>
                </c:pt>
                <c:pt idx="40">
                  <c:v>127.6433089514443</c:v>
                </c:pt>
                <c:pt idx="41">
                  <c:v>125.48867800872493</c:v>
                </c:pt>
                <c:pt idx="42">
                  <c:v>126.0830589584406</c:v>
                </c:pt>
                <c:pt idx="43">
                  <c:v>120.80792802971388</c:v>
                </c:pt>
                <c:pt idx="44">
                  <c:v>119.65631493963973</c:v>
                </c:pt>
                <c:pt idx="45">
                  <c:v>119.76776136771144</c:v>
                </c:pt>
                <c:pt idx="46">
                  <c:v>117.87317209049267</c:v>
                </c:pt>
                <c:pt idx="47">
                  <c:v>116.16432686006006</c:v>
                </c:pt>
                <c:pt idx="48">
                  <c:v>120.28784469871268</c:v>
                </c:pt>
                <c:pt idx="49">
                  <c:v>119.91635660514036</c:v>
                </c:pt>
                <c:pt idx="50">
                  <c:v>119.28482684606745</c:v>
                </c:pt>
                <c:pt idx="51">
                  <c:v>117.72457685306377</c:v>
                </c:pt>
                <c:pt idx="52">
                  <c:v>117.6502792343493</c:v>
                </c:pt>
                <c:pt idx="53">
                  <c:v>116.0900292413456</c:v>
                </c:pt>
                <c:pt idx="54">
                  <c:v>118.05891613727884</c:v>
                </c:pt>
                <c:pt idx="55">
                  <c:v>114.67837448577086</c:v>
                </c:pt>
                <c:pt idx="56">
                  <c:v>114.71552329512808</c:v>
                </c:pt>
                <c:pt idx="57">
                  <c:v>111.74361854654964</c:v>
                </c:pt>
                <c:pt idx="58">
                  <c:v>112.70948758983765</c:v>
                </c:pt>
                <c:pt idx="59">
                  <c:v>116.94445185656195</c:v>
                </c:pt>
                <c:pt idx="60">
                  <c:v>113.63820782376843</c:v>
                </c:pt>
                <c:pt idx="61">
                  <c:v>113.63820782376843</c:v>
                </c:pt>
                <c:pt idx="62">
                  <c:v>113.63820782376843</c:v>
                </c:pt>
                <c:pt idx="63">
                  <c:v>109.62613641318752</c:v>
                </c:pt>
                <c:pt idx="64">
                  <c:v>115.01271376998595</c:v>
                </c:pt>
                <c:pt idx="65">
                  <c:v>112.11510664012195</c:v>
                </c:pt>
                <c:pt idx="66">
                  <c:v>112.11510664012195</c:v>
                </c:pt>
                <c:pt idx="67">
                  <c:v>112.11510664012195</c:v>
                </c:pt>
                <c:pt idx="68">
                  <c:v>112.59804116176593</c:v>
                </c:pt>
                <c:pt idx="69">
                  <c:v>120.88222564842836</c:v>
                </c:pt>
                <c:pt idx="70">
                  <c:v>120.88222564842836</c:v>
                </c:pt>
                <c:pt idx="71">
                  <c:v>123.81698158764958</c:v>
                </c:pt>
                <c:pt idx="72">
                  <c:v>123.74268396893514</c:v>
                </c:pt>
                <c:pt idx="73">
                  <c:v>124.85714824965204</c:v>
                </c:pt>
                <c:pt idx="74">
                  <c:v>125.08004110579543</c:v>
                </c:pt>
                <c:pt idx="75">
                  <c:v>127.49471371401542</c:v>
                </c:pt>
                <c:pt idx="76">
                  <c:v>130.83810655616617</c:v>
                </c:pt>
                <c:pt idx="77">
                  <c:v>131.46963631523909</c:v>
                </c:pt>
                <c:pt idx="78">
                  <c:v>132.62124940531322</c:v>
                </c:pt>
                <c:pt idx="79">
                  <c:v>133.0670351176</c:v>
                </c:pt>
                <c:pt idx="80">
                  <c:v>131.72967798073969</c:v>
                </c:pt>
                <c:pt idx="81">
                  <c:v>131.06099941230954</c:v>
                </c:pt>
                <c:pt idx="82">
                  <c:v>131.46963631523909</c:v>
                </c:pt>
                <c:pt idx="83">
                  <c:v>128.60917799473231</c:v>
                </c:pt>
                <c:pt idx="84">
                  <c:v>129.94653513159258</c:v>
                </c:pt>
                <c:pt idx="85">
                  <c:v>132.8742733581276</c:v>
                </c:pt>
                <c:pt idx="86">
                  <c:v>132.8742733581276</c:v>
                </c:pt>
                <c:pt idx="87">
                  <c:v>134.78856373701589</c:v>
                </c:pt>
                <c:pt idx="88">
                  <c:v>134.86363394795271</c:v>
                </c:pt>
                <c:pt idx="89">
                  <c:v>137.9790477018297</c:v>
                </c:pt>
                <c:pt idx="90">
                  <c:v>139.63059234243923</c:v>
                </c:pt>
                <c:pt idx="91">
                  <c:v>140.0434785025916</c:v>
                </c:pt>
                <c:pt idx="92">
                  <c:v>142.25804972522704</c:v>
                </c:pt>
                <c:pt idx="93">
                  <c:v>142.37065504163223</c:v>
                </c:pt>
                <c:pt idx="94">
                  <c:v>145.74881453378802</c:v>
                </c:pt>
                <c:pt idx="95">
                  <c:v>145.74881453378802</c:v>
                </c:pt>
                <c:pt idx="96">
                  <c:v>139.96840829165478</c:v>
                </c:pt>
                <c:pt idx="97">
                  <c:v>140.38129445180715</c:v>
                </c:pt>
                <c:pt idx="98">
                  <c:v>139.96840829165478</c:v>
                </c:pt>
                <c:pt idx="99">
                  <c:v>143.49670820568414</c:v>
                </c:pt>
                <c:pt idx="100">
                  <c:v>141.01939124476991</c:v>
                </c:pt>
                <c:pt idx="101">
                  <c:v>145.56113900644601</c:v>
                </c:pt>
                <c:pt idx="102">
                  <c:v>145.56113900644601</c:v>
                </c:pt>
                <c:pt idx="103">
                  <c:v>149.87767613531173</c:v>
                </c:pt>
                <c:pt idx="104">
                  <c:v>152.39252820169438</c:v>
                </c:pt>
                <c:pt idx="105">
                  <c:v>151.6418260923264</c:v>
                </c:pt>
                <c:pt idx="106">
                  <c:v>149.81166612224658</c:v>
                </c:pt>
                <c:pt idx="107">
                  <c:v>147.45860330357254</c:v>
                </c:pt>
                <c:pt idx="108">
                  <c:v>148.20560737299286</c:v>
                </c:pt>
                <c:pt idx="109">
                  <c:v>149.84901632571757</c:v>
                </c:pt>
                <c:pt idx="110">
                  <c:v>148.31765798340592</c:v>
                </c:pt>
                <c:pt idx="111">
                  <c:v>145.18024089184055</c:v>
                </c:pt>
                <c:pt idx="112">
                  <c:v>140.4367650510215</c:v>
                </c:pt>
                <c:pt idx="113">
                  <c:v>145.74049394390582</c:v>
                </c:pt>
                <c:pt idx="114">
                  <c:v>139.68976098160115</c:v>
                </c:pt>
                <c:pt idx="115">
                  <c:v>141.37052013779692</c:v>
                </c:pt>
                <c:pt idx="116">
                  <c:v>141.93077318986215</c:v>
                </c:pt>
                <c:pt idx="117">
                  <c:v>148.91526123894221</c:v>
                </c:pt>
                <c:pt idx="118">
                  <c:v>150.37191917431187</c:v>
                </c:pt>
                <c:pt idx="119">
                  <c:v>154.21899013182659</c:v>
                </c:pt>
                <c:pt idx="120">
                  <c:v>157.13230600256588</c:v>
                </c:pt>
                <c:pt idx="121">
                  <c:v>157.31905701992096</c:v>
                </c:pt>
                <c:pt idx="122">
                  <c:v>161.01672716355159</c:v>
                </c:pt>
                <c:pt idx="123">
                  <c:v>161.01672716355159</c:v>
                </c:pt>
                <c:pt idx="124">
                  <c:v>154.62984237000779</c:v>
                </c:pt>
                <c:pt idx="125">
                  <c:v>158.9624659726457</c:v>
                </c:pt>
                <c:pt idx="126">
                  <c:v>154.55514196306578</c:v>
                </c:pt>
                <c:pt idx="127">
                  <c:v>158.99981617611672</c:v>
                </c:pt>
                <c:pt idx="128">
                  <c:v>162.92158754057346</c:v>
                </c:pt>
                <c:pt idx="129">
                  <c:v>163.14568876139955</c:v>
                </c:pt>
                <c:pt idx="130">
                  <c:v>153.2478848415802</c:v>
                </c:pt>
                <c:pt idx="131">
                  <c:v>154.44309135265274</c:v>
                </c:pt>
                <c:pt idx="132">
                  <c:v>151.67917629579753</c:v>
                </c:pt>
                <c:pt idx="133">
                  <c:v>148.13090696605096</c:v>
                </c:pt>
                <c:pt idx="134">
                  <c:v>145.03084007795661</c:v>
                </c:pt>
                <c:pt idx="135">
                  <c:v>150.446619581254</c:v>
                </c:pt>
                <c:pt idx="136">
                  <c:v>148.50440900076114</c:v>
                </c:pt>
                <c:pt idx="137">
                  <c:v>143.8356335668841</c:v>
                </c:pt>
                <c:pt idx="138">
                  <c:v>143.8356335668841</c:v>
                </c:pt>
                <c:pt idx="139">
                  <c:v>143.1633299044058</c:v>
                </c:pt>
                <c:pt idx="140">
                  <c:v>137.11259694210116</c:v>
                </c:pt>
                <c:pt idx="141">
                  <c:v>129.86665746872399</c:v>
                </c:pt>
                <c:pt idx="142">
                  <c:v>129.08230319583265</c:v>
                </c:pt>
                <c:pt idx="143">
                  <c:v>134.49808269913001</c:v>
                </c:pt>
                <c:pt idx="144">
                  <c:v>134.49808269913001</c:v>
                </c:pt>
                <c:pt idx="145">
                  <c:v>133.90047944359375</c:v>
                </c:pt>
                <c:pt idx="146">
                  <c:v>132.33177089781105</c:v>
                </c:pt>
                <c:pt idx="147">
                  <c:v>134.19928107136187</c:v>
                </c:pt>
                <c:pt idx="148">
                  <c:v>127.43889424310788</c:v>
                </c:pt>
                <c:pt idx="149">
                  <c:v>127.62564526046296</c:v>
                </c:pt>
                <c:pt idx="150">
                  <c:v>124.3014771515425</c:v>
                </c:pt>
                <c:pt idx="151">
                  <c:v>127.84974648128903</c:v>
                </c:pt>
                <c:pt idx="152">
                  <c:v>127.40154403963685</c:v>
                </c:pt>
                <c:pt idx="153">
                  <c:v>130.27750970690511</c:v>
                </c:pt>
                <c:pt idx="154">
                  <c:v>133.26552598458642</c:v>
                </c:pt>
                <c:pt idx="155">
                  <c:v>133.07877496723134</c:v>
                </c:pt>
                <c:pt idx="156">
                  <c:v>134.572783106072</c:v>
                </c:pt>
                <c:pt idx="157">
                  <c:v>135.28243697202132</c:v>
                </c:pt>
                <c:pt idx="158">
                  <c:v>134.57278310607202</c:v>
                </c:pt>
                <c:pt idx="159">
                  <c:v>135.28243697202134</c:v>
                </c:pt>
                <c:pt idx="160">
                  <c:v>135.95474063449961</c:v>
                </c:pt>
                <c:pt idx="161">
                  <c:v>136.48024211679751</c:v>
                </c:pt>
                <c:pt idx="162">
                  <c:v>139.5206435500925</c:v>
                </c:pt>
                <c:pt idx="163">
                  <c:v>139.03267788795873</c:v>
                </c:pt>
                <c:pt idx="164">
                  <c:v>135.16648841105274</c:v>
                </c:pt>
                <c:pt idx="165">
                  <c:v>135.24156005138101</c:v>
                </c:pt>
                <c:pt idx="166">
                  <c:v>136.85560031843883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2AD-4FC5-BDE1-CFD33C343EB1}"/>
            </c:ext>
          </c:extLst>
        </c:ser>
        <c:ser>
          <c:idx val="1"/>
          <c:order val="1"/>
          <c:tx>
            <c:strRef>
              <c:f>EQ!$I$51</c:f>
              <c:strCache>
                <c:ptCount val="1"/>
                <c:pt idx="0">
                  <c:v>KSTR US</c:v>
                </c:pt>
              </c:strCache>
            </c:strRef>
          </c:tx>
          <c:spPr>
            <a:ln w="25400" cap="rnd">
              <a:solidFill>
                <a:srgbClr val="00AEC7"/>
              </a:solidFill>
              <a:round/>
            </a:ln>
            <a:effectLst/>
          </c:spPr>
          <c:marker>
            <c:symbol val="none"/>
          </c:marker>
          <c:cat>
            <c:numRef>
              <c:f>EQ!$J$37:$FU$37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EQ!$J$51:$FU$51</c:f>
              <c:numCache>
                <c:formatCode>General</c:formatCode>
                <c:ptCount val="168"/>
                <c:pt idx="0">
                  <c:v>100</c:v>
                </c:pt>
                <c:pt idx="1">
                  <c:v>104.08382590005374</c:v>
                </c:pt>
                <c:pt idx="2">
                  <c:v>104.94357872111769</c:v>
                </c:pt>
                <c:pt idx="3">
                  <c:v>106.12573885008059</c:v>
                </c:pt>
                <c:pt idx="4">
                  <c:v>107.25416442772702</c:v>
                </c:pt>
                <c:pt idx="5">
                  <c:v>109.18860827512088</c:v>
                </c:pt>
                <c:pt idx="6">
                  <c:v>111.49919398173024</c:v>
                </c:pt>
                <c:pt idx="7">
                  <c:v>114.40085975282103</c:v>
                </c:pt>
                <c:pt idx="8">
                  <c:v>110.15583019881781</c:v>
                </c:pt>
                <c:pt idx="9">
                  <c:v>112.52015045674366</c:v>
                </c:pt>
                <c:pt idx="10">
                  <c:v>113.27243417517461</c:v>
                </c:pt>
                <c:pt idx="11">
                  <c:v>113.5411069317571</c:v>
                </c:pt>
                <c:pt idx="12">
                  <c:v>113.5411069317571</c:v>
                </c:pt>
                <c:pt idx="13">
                  <c:v>110.85437936593227</c:v>
                </c:pt>
                <c:pt idx="14">
                  <c:v>115.74422353573345</c:v>
                </c:pt>
                <c:pt idx="15">
                  <c:v>117.08758731864586</c:v>
                </c:pt>
                <c:pt idx="16">
                  <c:v>117.6786673831273</c:v>
                </c:pt>
                <c:pt idx="17">
                  <c:v>116.01289629231592</c:v>
                </c:pt>
                <c:pt idx="18">
                  <c:v>117.7861364857603</c:v>
                </c:pt>
                <c:pt idx="19">
                  <c:v>116.12036539494889</c:v>
                </c:pt>
                <c:pt idx="20">
                  <c:v>113.21869962385809</c:v>
                </c:pt>
                <c:pt idx="21">
                  <c:v>112.84255776464261</c:v>
                </c:pt>
                <c:pt idx="22">
                  <c:v>110.10209564750127</c:v>
                </c:pt>
                <c:pt idx="23">
                  <c:v>110.15583019881777</c:v>
                </c:pt>
                <c:pt idx="24">
                  <c:v>108.38259000537339</c:v>
                </c:pt>
                <c:pt idx="25">
                  <c:v>106.77055346587849</c:v>
                </c:pt>
                <c:pt idx="26">
                  <c:v>109.02740462117133</c:v>
                </c:pt>
                <c:pt idx="27">
                  <c:v>111.06931757119821</c:v>
                </c:pt>
                <c:pt idx="28">
                  <c:v>111.60666308436316</c:v>
                </c:pt>
                <c:pt idx="29">
                  <c:v>110.26329930145076</c:v>
                </c:pt>
                <c:pt idx="30">
                  <c:v>111.06931757119823</c:v>
                </c:pt>
                <c:pt idx="31">
                  <c:v>111.98280494357866</c:v>
                </c:pt>
                <c:pt idx="32">
                  <c:v>111.98280494357866</c:v>
                </c:pt>
                <c:pt idx="33">
                  <c:v>112.62761955937661</c:v>
                </c:pt>
                <c:pt idx="34">
                  <c:v>113.37990327780756</c:v>
                </c:pt>
                <c:pt idx="35">
                  <c:v>112.84255776464259</c:v>
                </c:pt>
                <c:pt idx="36">
                  <c:v>113.54110693175703</c:v>
                </c:pt>
                <c:pt idx="37">
                  <c:v>113.05749596990856</c:v>
                </c:pt>
                <c:pt idx="38">
                  <c:v>111.98280494357864</c:v>
                </c:pt>
                <c:pt idx="39">
                  <c:v>113.05749596990857</c:v>
                </c:pt>
                <c:pt idx="40">
                  <c:v>112.46641590542713</c:v>
                </c:pt>
                <c:pt idx="41">
                  <c:v>113.97098334228903</c:v>
                </c:pt>
                <c:pt idx="42">
                  <c:v>111.3917248790972</c:v>
                </c:pt>
                <c:pt idx="43">
                  <c:v>102.74046211714126</c:v>
                </c:pt>
                <c:pt idx="44">
                  <c:v>106.5556152606125</c:v>
                </c:pt>
                <c:pt idx="45">
                  <c:v>106.12573885008054</c:v>
                </c:pt>
                <c:pt idx="46">
                  <c:v>105.42718968296609</c:v>
                </c:pt>
                <c:pt idx="47">
                  <c:v>107.68404083825892</c:v>
                </c:pt>
                <c:pt idx="48">
                  <c:v>108.11391724879091</c:v>
                </c:pt>
                <c:pt idx="49">
                  <c:v>106.50188070929602</c:v>
                </c:pt>
                <c:pt idx="50">
                  <c:v>104.40623320795265</c:v>
                </c:pt>
                <c:pt idx="51">
                  <c:v>103.7076840408382</c:v>
                </c:pt>
                <c:pt idx="52">
                  <c:v>105.05104782375062</c:v>
                </c:pt>
                <c:pt idx="53">
                  <c:v>103.11660397635676</c:v>
                </c:pt>
                <c:pt idx="54">
                  <c:v>101.77324019344434</c:v>
                </c:pt>
                <c:pt idx="55">
                  <c:v>101.55830198817834</c:v>
                </c:pt>
                <c:pt idx="56">
                  <c:v>97.205803331542128</c:v>
                </c:pt>
                <c:pt idx="57">
                  <c:v>97.313272434175119</c:v>
                </c:pt>
                <c:pt idx="58">
                  <c:v>97.850617947340098</c:v>
                </c:pt>
                <c:pt idx="59">
                  <c:v>100.64481461579791</c:v>
                </c:pt>
                <c:pt idx="60">
                  <c:v>96.937130574959653</c:v>
                </c:pt>
                <c:pt idx="61">
                  <c:v>97.205803331542143</c:v>
                </c:pt>
                <c:pt idx="62">
                  <c:v>97.743148844707108</c:v>
                </c:pt>
                <c:pt idx="63">
                  <c:v>98.226759806555577</c:v>
                </c:pt>
                <c:pt idx="64">
                  <c:v>99.731327243417454</c:v>
                </c:pt>
                <c:pt idx="65">
                  <c:v>97.635679742074103</c:v>
                </c:pt>
                <c:pt idx="66">
                  <c:v>97.635679742074103</c:v>
                </c:pt>
                <c:pt idx="67">
                  <c:v>96.937130574959625</c:v>
                </c:pt>
                <c:pt idx="68">
                  <c:v>97.958087049973059</c:v>
                </c:pt>
                <c:pt idx="69">
                  <c:v>104.35249865663613</c:v>
                </c:pt>
                <c:pt idx="70">
                  <c:v>104.13756045137013</c:v>
                </c:pt>
                <c:pt idx="71">
                  <c:v>105.53465878559905</c:v>
                </c:pt>
                <c:pt idx="72">
                  <c:v>107.5765717356259</c:v>
                </c:pt>
                <c:pt idx="73">
                  <c:v>110.04836109618473</c:v>
                </c:pt>
                <c:pt idx="74">
                  <c:v>109.24234282643728</c:v>
                </c:pt>
                <c:pt idx="75">
                  <c:v>108.86620096722183</c:v>
                </c:pt>
                <c:pt idx="76">
                  <c:v>111.0693175711982</c:v>
                </c:pt>
                <c:pt idx="77">
                  <c:v>112.46641590542711</c:v>
                </c:pt>
                <c:pt idx="78">
                  <c:v>108.70499731327236</c:v>
                </c:pt>
                <c:pt idx="79">
                  <c:v>112.35894680279411</c:v>
                </c:pt>
                <c:pt idx="80">
                  <c:v>111.17678667383119</c:v>
                </c:pt>
                <c:pt idx="81">
                  <c:v>112.52015045674361</c:v>
                </c:pt>
                <c:pt idx="82">
                  <c:v>116.01289629231587</c:v>
                </c:pt>
                <c:pt idx="83">
                  <c:v>114.07845244492201</c:v>
                </c:pt>
                <c:pt idx="84">
                  <c:v>113.91724879097252</c:v>
                </c:pt>
                <c:pt idx="85">
                  <c:v>124.61042450295534</c:v>
                </c:pt>
                <c:pt idx="86">
                  <c:v>125.14777001612029</c:v>
                </c:pt>
                <c:pt idx="87">
                  <c:v>124.23428264373986</c:v>
                </c:pt>
                <c:pt idx="88">
                  <c:v>124.98656636217081</c:v>
                </c:pt>
                <c:pt idx="89">
                  <c:v>130.52122514776994</c:v>
                </c:pt>
                <c:pt idx="90">
                  <c:v>128.69425040300908</c:v>
                </c:pt>
                <c:pt idx="91">
                  <c:v>127.94196668457812</c:v>
                </c:pt>
                <c:pt idx="92">
                  <c:v>135.24986566362165</c:v>
                </c:pt>
                <c:pt idx="93">
                  <c:v>134.28264373992471</c:v>
                </c:pt>
                <c:pt idx="94">
                  <c:v>139.81730252552384</c:v>
                </c:pt>
                <c:pt idx="95">
                  <c:v>135.24986566362165</c:v>
                </c:pt>
                <c:pt idx="96">
                  <c:v>131.97205803331534</c:v>
                </c:pt>
                <c:pt idx="97">
                  <c:v>132.6706072004298</c:v>
                </c:pt>
                <c:pt idx="98">
                  <c:v>137.29177861364849</c:v>
                </c:pt>
                <c:pt idx="99">
                  <c:v>143.20257925846309</c:v>
                </c:pt>
                <c:pt idx="100">
                  <c:v>139.06501880709286</c:v>
                </c:pt>
                <c:pt idx="101">
                  <c:v>137.45298226759795</c:v>
                </c:pt>
                <c:pt idx="102">
                  <c:v>137.45298226759795</c:v>
                </c:pt>
                <c:pt idx="103">
                  <c:v>143.57872111767853</c:v>
                </c:pt>
                <c:pt idx="104">
                  <c:v>139.97850617947327</c:v>
                </c:pt>
                <c:pt idx="105">
                  <c:v>142.23535733476612</c:v>
                </c:pt>
                <c:pt idx="106">
                  <c:v>134.87372380440613</c:v>
                </c:pt>
                <c:pt idx="107">
                  <c:v>127.7270284793121</c:v>
                </c:pt>
                <c:pt idx="108">
                  <c:v>131.11230521225139</c:v>
                </c:pt>
                <c:pt idx="109">
                  <c:v>132.93927995701227</c:v>
                </c:pt>
                <c:pt idx="110">
                  <c:v>134.17517463729169</c:v>
                </c:pt>
                <c:pt idx="111">
                  <c:v>126.27619559376672</c:v>
                </c:pt>
                <c:pt idx="112">
                  <c:v>123.96560988715736</c:v>
                </c:pt>
                <c:pt idx="113">
                  <c:v>127.8882321332616</c:v>
                </c:pt>
                <c:pt idx="114">
                  <c:v>126.38366469639969</c:v>
                </c:pt>
                <c:pt idx="115">
                  <c:v>131.27350886620087</c:v>
                </c:pt>
                <c:pt idx="116">
                  <c:v>129.93014508328847</c:v>
                </c:pt>
                <c:pt idx="117">
                  <c:v>137.13057495969898</c:v>
                </c:pt>
                <c:pt idx="118">
                  <c:v>135.94841483073606</c:v>
                </c:pt>
                <c:pt idx="119">
                  <c:v>140.94572810317024</c:v>
                </c:pt>
                <c:pt idx="120">
                  <c:v>149.54325631380965</c:v>
                </c:pt>
                <c:pt idx="121">
                  <c:v>149.54325631380965</c:v>
                </c:pt>
                <c:pt idx="122">
                  <c:v>151.37023105857057</c:v>
                </c:pt>
                <c:pt idx="123">
                  <c:v>147.82375067168181</c:v>
                </c:pt>
                <c:pt idx="124">
                  <c:v>150.9940891993551</c:v>
                </c:pt>
                <c:pt idx="125">
                  <c:v>158.03331542181613</c:v>
                </c:pt>
                <c:pt idx="126">
                  <c:v>158.3557227297151</c:v>
                </c:pt>
                <c:pt idx="127">
                  <c:v>165.77109081139162</c:v>
                </c:pt>
                <c:pt idx="128">
                  <c:v>173.8312735088661</c:v>
                </c:pt>
                <c:pt idx="129">
                  <c:v>165.50241805480914</c:v>
                </c:pt>
                <c:pt idx="130">
                  <c:v>151.47770016120359</c:v>
                </c:pt>
                <c:pt idx="131">
                  <c:v>151.47770016120359</c:v>
                </c:pt>
                <c:pt idx="132">
                  <c:v>153.30467490596448</c:v>
                </c:pt>
                <c:pt idx="133">
                  <c:v>153.35840945728097</c:v>
                </c:pt>
                <c:pt idx="134">
                  <c:v>154.80924234282637</c:v>
                </c:pt>
                <c:pt idx="135">
                  <c:v>169.58624395486291</c:v>
                </c:pt>
                <c:pt idx="136">
                  <c:v>161.95593766792041</c:v>
                </c:pt>
                <c:pt idx="137">
                  <c:v>152.98226759806548</c:v>
                </c:pt>
                <c:pt idx="138">
                  <c:v>155.5077915099408</c:v>
                </c:pt>
                <c:pt idx="139">
                  <c:v>147.23267060720033</c:v>
                </c:pt>
                <c:pt idx="140">
                  <c:v>140.2471789360558</c:v>
                </c:pt>
                <c:pt idx="141">
                  <c:v>133.04674905964529</c:v>
                </c:pt>
                <c:pt idx="142">
                  <c:v>131.81085437936588</c:v>
                </c:pt>
                <c:pt idx="143">
                  <c:v>146.21171413218693</c:v>
                </c:pt>
                <c:pt idx="144">
                  <c:v>143.20257925846312</c:v>
                </c:pt>
                <c:pt idx="145">
                  <c:v>136.64696399785055</c:v>
                </c:pt>
                <c:pt idx="146">
                  <c:v>136.53949489521756</c:v>
                </c:pt>
                <c:pt idx="147">
                  <c:v>138.09779688339597</c:v>
                </c:pt>
                <c:pt idx="148">
                  <c:v>130.78989790435244</c:v>
                </c:pt>
                <c:pt idx="149">
                  <c:v>128.53304674905959</c:v>
                </c:pt>
                <c:pt idx="150">
                  <c:v>128.15690488984413</c:v>
                </c:pt>
                <c:pt idx="151">
                  <c:v>126.49113379903272</c:v>
                </c:pt>
                <c:pt idx="152">
                  <c:v>121.60128962923154</c:v>
                </c:pt>
                <c:pt idx="153">
                  <c:v>127.18968296614719</c:v>
                </c:pt>
                <c:pt idx="154">
                  <c:v>130.78989790435244</c:v>
                </c:pt>
                <c:pt idx="155">
                  <c:v>133.04674905964532</c:v>
                </c:pt>
                <c:pt idx="156">
                  <c:v>136.70069854916707</c:v>
                </c:pt>
                <c:pt idx="157">
                  <c:v>134.22890918860824</c:v>
                </c:pt>
                <c:pt idx="158">
                  <c:v>132.72434175174635</c:v>
                </c:pt>
                <c:pt idx="159">
                  <c:v>136.3782912412681</c:v>
                </c:pt>
                <c:pt idx="160">
                  <c:v>133.3154218162278</c:v>
                </c:pt>
                <c:pt idx="161">
                  <c:v>133.04674905964532</c:v>
                </c:pt>
                <c:pt idx="162">
                  <c:v>138.68887694787742</c:v>
                </c:pt>
                <c:pt idx="163">
                  <c:v>136.91563675443305</c:v>
                </c:pt>
                <c:pt idx="164">
                  <c:v>130.198817839871</c:v>
                </c:pt>
                <c:pt idx="165">
                  <c:v>128.4793121977431</c:v>
                </c:pt>
                <c:pt idx="166">
                  <c:v>127.78076303062865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2AD-4FC5-BDE1-CFD33C343EB1}"/>
            </c:ext>
          </c:extLst>
        </c:ser>
        <c:ser>
          <c:idx val="2"/>
          <c:order val="2"/>
          <c:tx>
            <c:strRef>
              <c:f>EQ!$I$52</c:f>
              <c:strCache>
                <c:ptCount val="1"/>
                <c:pt idx="0">
                  <c:v>SCISCAC LX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EQ!$J$37:$FU$37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EQ!$J$52:$FU$52</c:f>
              <c:numCache>
                <c:formatCode>General</c:formatCode>
                <c:ptCount val="168"/>
                <c:pt idx="0">
                  <c:v>100</c:v>
                </c:pt>
                <c:pt idx="1">
                  <c:v>100</c:v>
                </c:pt>
                <c:pt idx="2">
                  <c:v>102.12305964064923</c:v>
                </c:pt>
                <c:pt idx="3">
                  <c:v>103.22402451592311</c:v>
                </c:pt>
                <c:pt idx="4">
                  <c:v>103.09962624846744</c:v>
                </c:pt>
                <c:pt idx="5">
                  <c:v>103.10630701071767</c:v>
                </c:pt>
                <c:pt idx="6">
                  <c:v>104.40887007278319</c:v>
                </c:pt>
                <c:pt idx="7">
                  <c:v>105.09216358959827</c:v>
                </c:pt>
                <c:pt idx="8">
                  <c:v>104.74426908130856</c:v>
                </c:pt>
                <c:pt idx="9">
                  <c:v>103.70726631868965</c:v>
                </c:pt>
                <c:pt idx="10">
                  <c:v>104.62648971719341</c:v>
                </c:pt>
                <c:pt idx="11">
                  <c:v>105.07892578291725</c:v>
                </c:pt>
                <c:pt idx="12">
                  <c:v>105.618459193533</c:v>
                </c:pt>
                <c:pt idx="13">
                  <c:v>104.74457837585719</c:v>
                </c:pt>
                <c:pt idx="14">
                  <c:v>106.09403049149375</c:v>
                </c:pt>
                <c:pt idx="15">
                  <c:v>106.198324613289</c:v>
                </c:pt>
                <c:pt idx="16">
                  <c:v>106.09502023404934</c:v>
                </c:pt>
                <c:pt idx="17">
                  <c:v>105.33916621612757</c:v>
                </c:pt>
                <c:pt idx="18">
                  <c:v>106.2989690594105</c:v>
                </c:pt>
                <c:pt idx="19">
                  <c:v>106.53762073312701</c:v>
                </c:pt>
                <c:pt idx="20">
                  <c:v>106.16485894312812</c:v>
                </c:pt>
                <c:pt idx="21">
                  <c:v>105.14925936327384</c:v>
                </c:pt>
                <c:pt idx="22">
                  <c:v>102.51629672976684</c:v>
                </c:pt>
                <c:pt idx="23">
                  <c:v>104.6061999948038</c:v>
                </c:pt>
                <c:pt idx="24">
                  <c:v>105.81721187047729</c:v>
                </c:pt>
                <c:pt idx="25">
                  <c:v>104.43219088174924</c:v>
                </c:pt>
                <c:pt idx="26">
                  <c:v>104.98786946780301</c:v>
                </c:pt>
                <c:pt idx="27">
                  <c:v>106.53997137169655</c:v>
                </c:pt>
                <c:pt idx="28">
                  <c:v>107.14099253857827</c:v>
                </c:pt>
                <c:pt idx="29">
                  <c:v>107.52971392728605</c:v>
                </c:pt>
                <c:pt idx="30">
                  <c:v>108.86308272639428</c:v>
                </c:pt>
                <c:pt idx="31">
                  <c:v>106.8572457196727</c:v>
                </c:pt>
                <c:pt idx="32">
                  <c:v>106.8572457196727</c:v>
                </c:pt>
                <c:pt idx="33">
                  <c:v>106.8572457196727</c:v>
                </c:pt>
                <c:pt idx="34">
                  <c:v>106.8572457196727</c:v>
                </c:pt>
                <c:pt idx="35">
                  <c:v>106.8572457196727</c:v>
                </c:pt>
                <c:pt idx="36">
                  <c:v>106.8572457196727</c:v>
                </c:pt>
                <c:pt idx="37">
                  <c:v>106.8572457196727</c:v>
                </c:pt>
                <c:pt idx="38">
                  <c:v>109.11354945186815</c:v>
                </c:pt>
                <c:pt idx="39">
                  <c:v>110.47605379745657</c:v>
                </c:pt>
                <c:pt idx="40">
                  <c:v>111.19163766514779</c:v>
                </c:pt>
                <c:pt idx="41">
                  <c:v>110.01607094474635</c:v>
                </c:pt>
                <c:pt idx="42">
                  <c:v>109.39574979803062</c:v>
                </c:pt>
                <c:pt idx="43">
                  <c:v>105.16305390014239</c:v>
                </c:pt>
                <c:pt idx="44">
                  <c:v>105.96814761020472</c:v>
                </c:pt>
                <c:pt idx="45">
                  <c:v>106.20240730133082</c:v>
                </c:pt>
                <c:pt idx="46">
                  <c:v>106.28981394077132</c:v>
                </c:pt>
                <c:pt idx="47">
                  <c:v>105.04508895929806</c:v>
                </c:pt>
                <c:pt idx="48">
                  <c:v>108.08440277078427</c:v>
                </c:pt>
                <c:pt idx="49">
                  <c:v>108.54222056165412</c:v>
                </c:pt>
                <c:pt idx="50">
                  <c:v>107.11934192017476</c:v>
                </c:pt>
                <c:pt idx="51">
                  <c:v>107.30374333006304</c:v>
                </c:pt>
                <c:pt idx="52">
                  <c:v>106.57448864332274</c:v>
                </c:pt>
                <c:pt idx="53">
                  <c:v>105.75108469598199</c:v>
                </c:pt>
                <c:pt idx="54">
                  <c:v>105.24736759409666</c:v>
                </c:pt>
                <c:pt idx="55">
                  <c:v>102.87792391601538</c:v>
                </c:pt>
                <c:pt idx="56">
                  <c:v>101.80535228030497</c:v>
                </c:pt>
                <c:pt idx="57">
                  <c:v>100.28195291052356</c:v>
                </c:pt>
                <c:pt idx="58">
                  <c:v>99.675673736315261</c:v>
                </c:pt>
                <c:pt idx="59">
                  <c:v>101.74788535317107</c:v>
                </c:pt>
                <c:pt idx="60">
                  <c:v>99.987628218055136</c:v>
                </c:pt>
                <c:pt idx="61">
                  <c:v>100.22355809974377</c:v>
                </c:pt>
                <c:pt idx="62">
                  <c:v>101.09273764028053</c:v>
                </c:pt>
                <c:pt idx="63">
                  <c:v>100.12687262384463</c:v>
                </c:pt>
                <c:pt idx="64">
                  <c:v>101.77157731559548</c:v>
                </c:pt>
                <c:pt idx="65">
                  <c:v>100.35933840658871</c:v>
                </c:pt>
                <c:pt idx="66">
                  <c:v>100.35933840658871</c:v>
                </c:pt>
                <c:pt idx="67">
                  <c:v>100.35933840658871</c:v>
                </c:pt>
                <c:pt idx="68">
                  <c:v>100.35933840658871</c:v>
                </c:pt>
                <c:pt idx="69">
                  <c:v>105.27965794497275</c:v>
                </c:pt>
                <c:pt idx="70">
                  <c:v>104.50326676902252</c:v>
                </c:pt>
                <c:pt idx="71">
                  <c:v>106.27935978502791</c:v>
                </c:pt>
                <c:pt idx="72">
                  <c:v>105.79283946004593</c:v>
                </c:pt>
                <c:pt idx="73">
                  <c:v>107.98437691376</c:v>
                </c:pt>
                <c:pt idx="74">
                  <c:v>107.35657083896764</c:v>
                </c:pt>
                <c:pt idx="75">
                  <c:v>108.68363002928399</c:v>
                </c:pt>
                <c:pt idx="76">
                  <c:v>109.42426675541358</c:v>
                </c:pt>
                <c:pt idx="77">
                  <c:v>109.31923032670164</c:v>
                </c:pt>
                <c:pt idx="78">
                  <c:v>109.25069065472707</c:v>
                </c:pt>
                <c:pt idx="79">
                  <c:v>110.45149581029604</c:v>
                </c:pt>
                <c:pt idx="80">
                  <c:v>110.12123109127776</c:v>
                </c:pt>
                <c:pt idx="81">
                  <c:v>109.93893288432011</c:v>
                </c:pt>
                <c:pt idx="82">
                  <c:v>110.36656352724451</c:v>
                </c:pt>
                <c:pt idx="83">
                  <c:v>110.75200639373692</c:v>
                </c:pt>
                <c:pt idx="84">
                  <c:v>111.67166280460874</c:v>
                </c:pt>
                <c:pt idx="85">
                  <c:v>112.75468859606258</c:v>
                </c:pt>
                <c:pt idx="86">
                  <c:v>112.75468859606258</c:v>
                </c:pt>
                <c:pt idx="87">
                  <c:v>112.75468859606258</c:v>
                </c:pt>
                <c:pt idx="88">
                  <c:v>112.75468859606258</c:v>
                </c:pt>
                <c:pt idx="89">
                  <c:v>115.35554645542263</c:v>
                </c:pt>
                <c:pt idx="90">
                  <c:v>116.73487642445608</c:v>
                </c:pt>
                <c:pt idx="91">
                  <c:v>115.82406583767482</c:v>
                </c:pt>
                <c:pt idx="92">
                  <c:v>117.75072343994925</c:v>
                </c:pt>
                <c:pt idx="93">
                  <c:v>117.64748091961933</c:v>
                </c:pt>
                <c:pt idx="94">
                  <c:v>119.45685402905639</c:v>
                </c:pt>
                <c:pt idx="95">
                  <c:v>117.11431897670521</c:v>
                </c:pt>
                <c:pt idx="96">
                  <c:v>115.52293666513671</c:v>
                </c:pt>
                <c:pt idx="97">
                  <c:v>116.6083749540698</c:v>
                </c:pt>
                <c:pt idx="98">
                  <c:v>117.39206548136751</c:v>
                </c:pt>
                <c:pt idx="99">
                  <c:v>118.02123245217382</c:v>
                </c:pt>
                <c:pt idx="100">
                  <c:v>116.68378096502377</c:v>
                </c:pt>
                <c:pt idx="101">
                  <c:v>118.60115973083956</c:v>
                </c:pt>
                <c:pt idx="102">
                  <c:v>118.60115973083956</c:v>
                </c:pt>
                <c:pt idx="103">
                  <c:v>120.63384350438152</c:v>
                </c:pt>
                <c:pt idx="104">
                  <c:v>120.68883607512646</c:v>
                </c:pt>
                <c:pt idx="105">
                  <c:v>121.37782061163622</c:v>
                </c:pt>
                <c:pt idx="106">
                  <c:v>119.57407666298407</c:v>
                </c:pt>
                <c:pt idx="107">
                  <c:v>118.20903610209697</c:v>
                </c:pt>
                <c:pt idx="108">
                  <c:v>119.94702402971214</c:v>
                </c:pt>
                <c:pt idx="109">
                  <c:v>119.30294906166226</c:v>
                </c:pt>
                <c:pt idx="110">
                  <c:v>119.38918038181799</c:v>
                </c:pt>
                <c:pt idx="111">
                  <c:v>117.71404110648274</c:v>
                </c:pt>
                <c:pt idx="112">
                  <c:v>114.60278538298712</c:v>
                </c:pt>
                <c:pt idx="113">
                  <c:v>118.39368494762412</c:v>
                </c:pt>
                <c:pt idx="114">
                  <c:v>115.32313238672712</c:v>
                </c:pt>
                <c:pt idx="115">
                  <c:v>115.17133062226357</c:v>
                </c:pt>
                <c:pt idx="116">
                  <c:v>116.12061745089338</c:v>
                </c:pt>
                <c:pt idx="117">
                  <c:v>121.19700701851197</c:v>
                </c:pt>
                <c:pt idx="118">
                  <c:v>121.49770317868199</c:v>
                </c:pt>
                <c:pt idx="119">
                  <c:v>123.09551881686178</c:v>
                </c:pt>
                <c:pt idx="120">
                  <c:v>124.64496078763716</c:v>
                </c:pt>
                <c:pt idx="121">
                  <c:v>124.64496078763716</c:v>
                </c:pt>
                <c:pt idx="122">
                  <c:v>125.84149767843515</c:v>
                </c:pt>
                <c:pt idx="123">
                  <c:v>122.09427050406354</c:v>
                </c:pt>
                <c:pt idx="124">
                  <c:v>122.08245545230619</c:v>
                </c:pt>
                <c:pt idx="125">
                  <c:v>124.6460742480122</c:v>
                </c:pt>
                <c:pt idx="126">
                  <c:v>120.88350606402896</c:v>
                </c:pt>
                <c:pt idx="127">
                  <c:v>122.69238430218824</c:v>
                </c:pt>
                <c:pt idx="128">
                  <c:v>124.24949677776944</c:v>
                </c:pt>
                <c:pt idx="129">
                  <c:v>124.24949677776944</c:v>
                </c:pt>
                <c:pt idx="130">
                  <c:v>121.3135492044326</c:v>
                </c:pt>
                <c:pt idx="131">
                  <c:v>121.38598598771982</c:v>
                </c:pt>
                <c:pt idx="132">
                  <c:v>120.01172844928379</c:v>
                </c:pt>
                <c:pt idx="133">
                  <c:v>118.95703403848373</c:v>
                </c:pt>
                <c:pt idx="134">
                  <c:v>115.763444106145</c:v>
                </c:pt>
                <c:pt idx="135">
                  <c:v>117.87524542522441</c:v>
                </c:pt>
                <c:pt idx="136">
                  <c:v>115.72744222068543</c:v>
                </c:pt>
                <c:pt idx="137">
                  <c:v>112.60239196032128</c:v>
                </c:pt>
                <c:pt idx="138">
                  <c:v>115.18419727548626</c:v>
                </c:pt>
                <c:pt idx="139">
                  <c:v>114.67905741867726</c:v>
                </c:pt>
                <c:pt idx="140">
                  <c:v>112.63690923194747</c:v>
                </c:pt>
                <c:pt idx="141">
                  <c:v>108.46860845908225</c:v>
                </c:pt>
                <c:pt idx="142">
                  <c:v>109.54625252539003</c:v>
                </c:pt>
                <c:pt idx="143">
                  <c:v>112.2749727511503</c:v>
                </c:pt>
                <c:pt idx="144">
                  <c:v>112.2749727511503</c:v>
                </c:pt>
                <c:pt idx="145">
                  <c:v>112.77374114025768</c:v>
                </c:pt>
                <c:pt idx="146">
                  <c:v>111.78078192136252</c:v>
                </c:pt>
                <c:pt idx="147">
                  <c:v>113.75340069356213</c:v>
                </c:pt>
                <c:pt idx="148">
                  <c:v>111.43375343780893</c:v>
                </c:pt>
                <c:pt idx="149">
                  <c:v>113.2091041468976</c:v>
                </c:pt>
                <c:pt idx="150">
                  <c:v>113.23310540387064</c:v>
                </c:pt>
                <c:pt idx="151">
                  <c:v>113.84891085017648</c:v>
                </c:pt>
                <c:pt idx="152">
                  <c:v>113.39672222009153</c:v>
                </c:pt>
                <c:pt idx="153">
                  <c:v>114.51302810497705</c:v>
                </c:pt>
                <c:pt idx="154">
                  <c:v>117.32210305446927</c:v>
                </c:pt>
                <c:pt idx="155">
                  <c:v>116.82525229156333</c:v>
                </c:pt>
                <c:pt idx="156">
                  <c:v>118.84760562718134</c:v>
                </c:pt>
                <c:pt idx="157">
                  <c:v>119.24399752069492</c:v>
                </c:pt>
                <c:pt idx="158">
                  <c:v>118.90934081908621</c:v>
                </c:pt>
                <c:pt idx="159">
                  <c:v>119.84829720979202</c:v>
                </c:pt>
                <c:pt idx="160">
                  <c:v>118.80541785074929</c:v>
                </c:pt>
                <c:pt idx="161">
                  <c:v>118.55278606343506</c:v>
                </c:pt>
                <c:pt idx="162">
                  <c:v>120.27827849128592</c:v>
                </c:pt>
                <c:pt idx="163">
                  <c:v>120.55986024835116</c:v>
                </c:pt>
                <c:pt idx="164">
                  <c:v>117.46444040574495</c:v>
                </c:pt>
                <c:pt idx="165">
                  <c:v>117.50811279601034</c:v>
                </c:pt>
                <c:pt idx="166">
                  <c:v>118.74708489887925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2AD-4FC5-BDE1-CFD33C343EB1}"/>
            </c:ext>
          </c:extLst>
        </c:ser>
        <c:ser>
          <c:idx val="3"/>
          <c:order val="3"/>
          <c:tx>
            <c:strRef>
              <c:f>EQ!$I$53</c:f>
              <c:strCache>
                <c:ptCount val="1"/>
                <c:pt idx="0">
                  <c:v>ALLCWUI LX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EQ!$J$37:$FU$37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EQ!$J$53:$FU$53</c:f>
              <c:numCache>
                <c:formatCode>General</c:formatCode>
                <c:ptCount val="168"/>
                <c:pt idx="0">
                  <c:v>100</c:v>
                </c:pt>
                <c:pt idx="1">
                  <c:v>100</c:v>
                </c:pt>
                <c:pt idx="2">
                  <c:v>102.60722407319267</c:v>
                </c:pt>
                <c:pt idx="3">
                  <c:v>103.61401977894126</c:v>
                </c:pt>
                <c:pt idx="4">
                  <c:v>103.93727854460839</c:v>
                </c:pt>
                <c:pt idx="5">
                  <c:v>102.66605849066582</c:v>
                </c:pt>
                <c:pt idx="6">
                  <c:v>103.39322544819926</c:v>
                </c:pt>
                <c:pt idx="7">
                  <c:v>103.38330953514199</c:v>
                </c:pt>
                <c:pt idx="8">
                  <c:v>102.87759796922099</c:v>
                </c:pt>
                <c:pt idx="9">
                  <c:v>102.76191231688611</c:v>
                </c:pt>
                <c:pt idx="10">
                  <c:v>103.94521127505418</c:v>
                </c:pt>
                <c:pt idx="11">
                  <c:v>104.66642868475326</c:v>
                </c:pt>
                <c:pt idx="12">
                  <c:v>105.22436405944256</c:v>
                </c:pt>
                <c:pt idx="13">
                  <c:v>104.17856576233537</c:v>
                </c:pt>
                <c:pt idx="14">
                  <c:v>105.226347242054</c:v>
                </c:pt>
                <c:pt idx="15">
                  <c:v>105.06637051139664</c:v>
                </c:pt>
                <c:pt idx="16">
                  <c:v>104.49058649320426</c:v>
                </c:pt>
                <c:pt idx="17">
                  <c:v>104.57057485853292</c:v>
                </c:pt>
                <c:pt idx="18">
                  <c:v>105.16883494632182</c:v>
                </c:pt>
                <c:pt idx="19">
                  <c:v>106.08440425194348</c:v>
                </c:pt>
                <c:pt idx="20">
                  <c:v>105.69966682532124</c:v>
                </c:pt>
                <c:pt idx="21">
                  <c:v>105.14173145063194</c:v>
                </c:pt>
                <c:pt idx="22">
                  <c:v>102.69316198635568</c:v>
                </c:pt>
                <c:pt idx="23">
                  <c:v>104.78343645882909</c:v>
                </c:pt>
                <c:pt idx="24">
                  <c:v>105.03001216351997</c:v>
                </c:pt>
                <c:pt idx="25">
                  <c:v>103.92405732719864</c:v>
                </c:pt>
                <c:pt idx="26">
                  <c:v>103.31389814374103</c:v>
                </c:pt>
                <c:pt idx="27">
                  <c:v>105.7631286688878</c:v>
                </c:pt>
                <c:pt idx="28">
                  <c:v>106.50087260034901</c:v>
                </c:pt>
                <c:pt idx="29">
                  <c:v>106.03151938230469</c:v>
                </c:pt>
                <c:pt idx="30">
                  <c:v>107.06938494896607</c:v>
                </c:pt>
                <c:pt idx="31">
                  <c:v>105.25080649426197</c:v>
                </c:pt>
                <c:pt idx="32">
                  <c:v>105.25080649426197</c:v>
                </c:pt>
                <c:pt idx="33">
                  <c:v>105.25080649426197</c:v>
                </c:pt>
                <c:pt idx="34">
                  <c:v>105.25080649426197</c:v>
                </c:pt>
                <c:pt idx="35">
                  <c:v>105.25080649426197</c:v>
                </c:pt>
                <c:pt idx="36">
                  <c:v>105.25080649426197</c:v>
                </c:pt>
                <c:pt idx="37">
                  <c:v>105.25080649426197</c:v>
                </c:pt>
                <c:pt idx="38">
                  <c:v>106.82677560949809</c:v>
                </c:pt>
                <c:pt idx="39">
                  <c:v>107.93537468930134</c:v>
                </c:pt>
                <c:pt idx="40">
                  <c:v>108.64204875984976</c:v>
                </c:pt>
                <c:pt idx="41">
                  <c:v>107.31133322756354</c:v>
                </c:pt>
                <c:pt idx="42">
                  <c:v>107.22936167962339</c:v>
                </c:pt>
                <c:pt idx="43">
                  <c:v>104.35110264953191</c:v>
                </c:pt>
                <c:pt idx="44">
                  <c:v>103.58956052673324</c:v>
                </c:pt>
                <c:pt idx="45">
                  <c:v>104.84160981543174</c:v>
                </c:pt>
                <c:pt idx="46">
                  <c:v>104.46017769316192</c:v>
                </c:pt>
                <c:pt idx="47">
                  <c:v>102.87230948225707</c:v>
                </c:pt>
                <c:pt idx="48">
                  <c:v>105.5469617642392</c:v>
                </c:pt>
                <c:pt idx="49">
                  <c:v>105.38037442487698</c:v>
                </c:pt>
                <c:pt idx="50">
                  <c:v>104.68493838912681</c:v>
                </c:pt>
                <c:pt idx="51">
                  <c:v>103.59286583108567</c:v>
                </c:pt>
                <c:pt idx="52">
                  <c:v>103.73367179649898</c:v>
                </c:pt>
                <c:pt idx="53">
                  <c:v>102.81876355174779</c:v>
                </c:pt>
                <c:pt idx="54">
                  <c:v>104.08998360569036</c:v>
                </c:pt>
                <c:pt idx="55">
                  <c:v>101.51647363689244</c:v>
                </c:pt>
                <c:pt idx="56">
                  <c:v>101.25932095827379</c:v>
                </c:pt>
                <c:pt idx="57">
                  <c:v>97.249325717912058</c:v>
                </c:pt>
                <c:pt idx="58">
                  <c:v>98.991221111639931</c:v>
                </c:pt>
                <c:pt idx="59">
                  <c:v>100.55529113120731</c:v>
                </c:pt>
                <c:pt idx="60">
                  <c:v>99.008408694272518</c:v>
                </c:pt>
                <c:pt idx="61">
                  <c:v>99.49098312972653</c:v>
                </c:pt>
                <c:pt idx="62">
                  <c:v>99.394468242635725</c:v>
                </c:pt>
                <c:pt idx="63">
                  <c:v>98.122587127822669</c:v>
                </c:pt>
                <c:pt idx="64">
                  <c:v>100.98630281876349</c:v>
                </c:pt>
                <c:pt idx="65">
                  <c:v>99.455285842720329</c:v>
                </c:pt>
                <c:pt idx="66">
                  <c:v>99.455285842720329</c:v>
                </c:pt>
                <c:pt idx="67">
                  <c:v>99.455285842720329</c:v>
                </c:pt>
                <c:pt idx="68">
                  <c:v>99.455285842720329</c:v>
                </c:pt>
                <c:pt idx="69">
                  <c:v>103.84935744883381</c:v>
                </c:pt>
                <c:pt idx="70">
                  <c:v>103.79713364006551</c:v>
                </c:pt>
                <c:pt idx="71">
                  <c:v>106.23182082606159</c:v>
                </c:pt>
                <c:pt idx="72">
                  <c:v>106.17298640858843</c:v>
                </c:pt>
                <c:pt idx="73">
                  <c:v>108.28044846369447</c:v>
                </c:pt>
                <c:pt idx="74">
                  <c:v>107.70664762811353</c:v>
                </c:pt>
                <c:pt idx="75">
                  <c:v>109.333518430377</c:v>
                </c:pt>
                <c:pt idx="76">
                  <c:v>109.51266592627842</c:v>
                </c:pt>
                <c:pt idx="77">
                  <c:v>110.29337881432116</c:v>
                </c:pt>
                <c:pt idx="78">
                  <c:v>110.57432968427725</c:v>
                </c:pt>
                <c:pt idx="79">
                  <c:v>111.97049024274146</c:v>
                </c:pt>
                <c:pt idx="80">
                  <c:v>111.60029615526989</c:v>
                </c:pt>
                <c:pt idx="81">
                  <c:v>111.16796234597274</c:v>
                </c:pt>
                <c:pt idx="82">
                  <c:v>111.64392617272189</c:v>
                </c:pt>
                <c:pt idx="83">
                  <c:v>110.60275530170809</c:v>
                </c:pt>
                <c:pt idx="84">
                  <c:v>111.90041779047007</c:v>
                </c:pt>
                <c:pt idx="85">
                  <c:v>112.22169337352575</c:v>
                </c:pt>
                <c:pt idx="86">
                  <c:v>112.22169337352575</c:v>
                </c:pt>
                <c:pt idx="87">
                  <c:v>112.22169337352575</c:v>
                </c:pt>
                <c:pt idx="88">
                  <c:v>112.22169337352575</c:v>
                </c:pt>
                <c:pt idx="89">
                  <c:v>115.3392564387328</c:v>
                </c:pt>
                <c:pt idx="90">
                  <c:v>116.82730445819443</c:v>
                </c:pt>
                <c:pt idx="91">
                  <c:v>115.76960706541851</c:v>
                </c:pt>
                <c:pt idx="92">
                  <c:v>118.51168755619011</c:v>
                </c:pt>
                <c:pt idx="93">
                  <c:v>118.98236289597538</c:v>
                </c:pt>
                <c:pt idx="94">
                  <c:v>121.07329842931931</c:v>
                </c:pt>
                <c:pt idx="95">
                  <c:v>121.07329842931931</c:v>
                </c:pt>
                <c:pt idx="96">
                  <c:v>117.37069649373308</c:v>
                </c:pt>
                <c:pt idx="97">
                  <c:v>117.74617906816853</c:v>
                </c:pt>
                <c:pt idx="98">
                  <c:v>118.2439579036437</c:v>
                </c:pt>
                <c:pt idx="99">
                  <c:v>119.02202654820449</c:v>
                </c:pt>
                <c:pt idx="100">
                  <c:v>117.42358136337188</c:v>
                </c:pt>
                <c:pt idx="101">
                  <c:v>119.34131894864873</c:v>
                </c:pt>
                <c:pt idx="102">
                  <c:v>119.34131894864873</c:v>
                </c:pt>
                <c:pt idx="103">
                  <c:v>121.53273573430637</c:v>
                </c:pt>
                <c:pt idx="104">
                  <c:v>120.62708234174198</c:v>
                </c:pt>
                <c:pt idx="105">
                  <c:v>121.13742133375636</c:v>
                </c:pt>
                <c:pt idx="106">
                  <c:v>120.12203183669146</c:v>
                </c:pt>
                <c:pt idx="107">
                  <c:v>117.69527738114121</c:v>
                </c:pt>
                <c:pt idx="108">
                  <c:v>119.90718705378384</c:v>
                </c:pt>
                <c:pt idx="109">
                  <c:v>120.57816383732607</c:v>
                </c:pt>
                <c:pt idx="110">
                  <c:v>121.25905653392556</c:v>
                </c:pt>
                <c:pt idx="111">
                  <c:v>118.16595272092646</c:v>
                </c:pt>
                <c:pt idx="112">
                  <c:v>115.54682955206508</c:v>
                </c:pt>
                <c:pt idx="113">
                  <c:v>118.90766301761057</c:v>
                </c:pt>
                <c:pt idx="114">
                  <c:v>116.84250885821558</c:v>
                </c:pt>
                <c:pt idx="115">
                  <c:v>116.7003807710613</c:v>
                </c:pt>
                <c:pt idx="116">
                  <c:v>118.40129039081909</c:v>
                </c:pt>
                <c:pt idx="117">
                  <c:v>122.60894283145582</c:v>
                </c:pt>
                <c:pt idx="118">
                  <c:v>123.49344227616467</c:v>
                </c:pt>
                <c:pt idx="119">
                  <c:v>125.75162620974127</c:v>
                </c:pt>
                <c:pt idx="120">
                  <c:v>126.97657200274989</c:v>
                </c:pt>
                <c:pt idx="121">
                  <c:v>126.97657200274989</c:v>
                </c:pt>
                <c:pt idx="122">
                  <c:v>129.6036279020571</c:v>
                </c:pt>
                <c:pt idx="123">
                  <c:v>129.6036279020571</c:v>
                </c:pt>
                <c:pt idx="124">
                  <c:v>126.49399756729588</c:v>
                </c:pt>
                <c:pt idx="125">
                  <c:v>129.14022423184716</c:v>
                </c:pt>
                <c:pt idx="126">
                  <c:v>125.5354593050927</c:v>
                </c:pt>
                <c:pt idx="127">
                  <c:v>127.01557459410851</c:v>
                </c:pt>
                <c:pt idx="128">
                  <c:v>128.8738167010417</c:v>
                </c:pt>
                <c:pt idx="129">
                  <c:v>128.8738167010417</c:v>
                </c:pt>
                <c:pt idx="130">
                  <c:v>121.60346924744819</c:v>
                </c:pt>
                <c:pt idx="131">
                  <c:v>123.72547464170488</c:v>
                </c:pt>
                <c:pt idx="132">
                  <c:v>123.29314083240772</c:v>
                </c:pt>
                <c:pt idx="133">
                  <c:v>121.96110317838054</c:v>
                </c:pt>
                <c:pt idx="134">
                  <c:v>120.29787402824039</c:v>
                </c:pt>
                <c:pt idx="135">
                  <c:v>125.05817335660254</c:v>
                </c:pt>
                <c:pt idx="136">
                  <c:v>121.35424929927535</c:v>
                </c:pt>
                <c:pt idx="137">
                  <c:v>118.42244433867459</c:v>
                </c:pt>
                <c:pt idx="138">
                  <c:v>122.26783542228556</c:v>
                </c:pt>
                <c:pt idx="139">
                  <c:v>121.54199058649307</c:v>
                </c:pt>
                <c:pt idx="140">
                  <c:v>118.22610926014056</c:v>
                </c:pt>
                <c:pt idx="141">
                  <c:v>112.4735575651805</c:v>
                </c:pt>
                <c:pt idx="142">
                  <c:v>112.87746575704679</c:v>
                </c:pt>
                <c:pt idx="143">
                  <c:v>118.01126447723296</c:v>
                </c:pt>
                <c:pt idx="144">
                  <c:v>118.01126447723296</c:v>
                </c:pt>
                <c:pt idx="145">
                  <c:v>116.92315828441473</c:v>
                </c:pt>
                <c:pt idx="146">
                  <c:v>115.45626421280862</c:v>
                </c:pt>
                <c:pt idx="147">
                  <c:v>117.78452059865664</c:v>
                </c:pt>
                <c:pt idx="148">
                  <c:v>113.41424718388062</c:v>
                </c:pt>
                <c:pt idx="149">
                  <c:v>113.73353958432484</c:v>
                </c:pt>
                <c:pt idx="150">
                  <c:v>111.53749537257383</c:v>
                </c:pt>
                <c:pt idx="151">
                  <c:v>113.353429583796</c:v>
                </c:pt>
                <c:pt idx="152">
                  <c:v>111.26910465915695</c:v>
                </c:pt>
                <c:pt idx="153">
                  <c:v>114.09513988048013</c:v>
                </c:pt>
                <c:pt idx="154">
                  <c:v>116.78367444074242</c:v>
                </c:pt>
                <c:pt idx="155">
                  <c:v>116.66336136231416</c:v>
                </c:pt>
                <c:pt idx="156">
                  <c:v>118.63795018245271</c:v>
                </c:pt>
                <c:pt idx="157">
                  <c:v>119.03458670474369</c:v>
                </c:pt>
                <c:pt idx="158">
                  <c:v>117.88698503358179</c:v>
                </c:pt>
                <c:pt idx="159">
                  <c:v>118.92617272198413</c:v>
                </c:pt>
                <c:pt idx="160">
                  <c:v>118.47334602570194</c:v>
                </c:pt>
                <c:pt idx="161">
                  <c:v>118.63861124332318</c:v>
                </c:pt>
                <c:pt idx="162">
                  <c:v>121.71320535194869</c:v>
                </c:pt>
                <c:pt idx="163">
                  <c:v>121.15791422074132</c:v>
                </c:pt>
                <c:pt idx="164">
                  <c:v>116.42339626632808</c:v>
                </c:pt>
                <c:pt idx="165">
                  <c:v>116.97472103231253</c:v>
                </c:pt>
                <c:pt idx="166">
                  <c:v>117.920038077106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2AD-4FC5-BDE1-CFD33C343EB1}"/>
            </c:ext>
          </c:extLst>
        </c:ser>
        <c:ser>
          <c:idx val="4"/>
          <c:order val="4"/>
          <c:tx>
            <c:strRef>
              <c:f>EQ!$I$54</c:f>
              <c:strCache>
                <c:ptCount val="1"/>
                <c:pt idx="0">
                  <c:v>JPCAIUA LX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EQ!$J$37:$FU$37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EQ!$J$54:$FU$54</c:f>
              <c:numCache>
                <c:formatCode>General</c:formatCode>
                <c:ptCount val="168"/>
                <c:pt idx="0">
                  <c:v>100</c:v>
                </c:pt>
                <c:pt idx="1">
                  <c:v>100</c:v>
                </c:pt>
                <c:pt idx="2">
                  <c:v>102.48774156331122</c:v>
                </c:pt>
                <c:pt idx="3">
                  <c:v>103.49004903374676</c:v>
                </c:pt>
                <c:pt idx="4">
                  <c:v>103.90827805018746</c:v>
                </c:pt>
                <c:pt idx="5">
                  <c:v>102.64638015575424</c:v>
                </c:pt>
                <c:pt idx="6">
                  <c:v>103.24488029997117</c:v>
                </c:pt>
                <c:pt idx="7">
                  <c:v>104.23852614479704</c:v>
                </c:pt>
                <c:pt idx="8">
                  <c:v>103.84687011836932</c:v>
                </c:pt>
                <c:pt idx="9">
                  <c:v>103.60027187950743</c:v>
                </c:pt>
                <c:pt idx="10">
                  <c:v>104.57215905619842</c:v>
                </c:pt>
                <c:pt idx="11">
                  <c:v>105.34096533029725</c:v>
                </c:pt>
                <c:pt idx="12">
                  <c:v>105.93570225931711</c:v>
                </c:pt>
                <c:pt idx="13">
                  <c:v>105.17414887459655</c:v>
                </c:pt>
                <c:pt idx="14">
                  <c:v>105.37722977718869</c:v>
                </c:pt>
                <c:pt idx="15">
                  <c:v>104.89128618884321</c:v>
                </c:pt>
                <c:pt idx="16">
                  <c:v>104.87678041008661</c:v>
                </c:pt>
                <c:pt idx="17">
                  <c:v>104.52138883055036</c:v>
                </c:pt>
                <c:pt idx="18">
                  <c:v>105.00007952951756</c:v>
                </c:pt>
                <c:pt idx="19">
                  <c:v>105.08711420205705</c:v>
                </c:pt>
                <c:pt idx="20">
                  <c:v>105.30470088340579</c:v>
                </c:pt>
                <c:pt idx="21">
                  <c:v>104.55765327744182</c:v>
                </c:pt>
                <c:pt idx="22">
                  <c:v>102.65014337095131</c:v>
                </c:pt>
                <c:pt idx="23">
                  <c:v>105.13063153832678</c:v>
                </c:pt>
                <c:pt idx="24">
                  <c:v>106.13153027253095</c:v>
                </c:pt>
                <c:pt idx="25">
                  <c:v>105.31195377278405</c:v>
                </c:pt>
                <c:pt idx="26">
                  <c:v>104.71721684376421</c:v>
                </c:pt>
                <c:pt idx="27">
                  <c:v>106.90758943600807</c:v>
                </c:pt>
                <c:pt idx="28">
                  <c:v>107.63287837383717</c:v>
                </c:pt>
                <c:pt idx="29">
                  <c:v>107.58936103756743</c:v>
                </c:pt>
                <c:pt idx="30">
                  <c:v>108.47421354171892</c:v>
                </c:pt>
                <c:pt idx="31">
                  <c:v>106.9075894360081</c:v>
                </c:pt>
                <c:pt idx="32">
                  <c:v>106.9075894360081</c:v>
                </c:pt>
                <c:pt idx="33">
                  <c:v>106.9075894360081</c:v>
                </c:pt>
                <c:pt idx="34">
                  <c:v>106.9075894360081</c:v>
                </c:pt>
                <c:pt idx="35">
                  <c:v>106.9075894360081</c:v>
                </c:pt>
                <c:pt idx="36">
                  <c:v>106.9075894360081</c:v>
                </c:pt>
                <c:pt idx="37">
                  <c:v>106.9075894360081</c:v>
                </c:pt>
                <c:pt idx="38">
                  <c:v>108.35091442228797</c:v>
                </c:pt>
                <c:pt idx="39">
                  <c:v>109.48236516530136</c:v>
                </c:pt>
                <c:pt idx="40">
                  <c:v>109.59115850597573</c:v>
                </c:pt>
                <c:pt idx="41">
                  <c:v>107.88672950207736</c:v>
                </c:pt>
                <c:pt idx="42">
                  <c:v>106.93660099352124</c:v>
                </c:pt>
                <c:pt idx="43">
                  <c:v>104.1732501403924</c:v>
                </c:pt>
                <c:pt idx="44">
                  <c:v>103.73082388831666</c:v>
                </c:pt>
                <c:pt idx="45">
                  <c:v>104.92029774635635</c:v>
                </c:pt>
                <c:pt idx="46">
                  <c:v>105.71086268859005</c:v>
                </c:pt>
                <c:pt idx="47">
                  <c:v>104.31105503857989</c:v>
                </c:pt>
                <c:pt idx="48">
                  <c:v>107.05990011295216</c:v>
                </c:pt>
                <c:pt idx="49">
                  <c:v>107.55309659067592</c:v>
                </c:pt>
                <c:pt idx="50">
                  <c:v>106.34911695387963</c:v>
                </c:pt>
                <c:pt idx="51">
                  <c:v>105.78339158237293</c:v>
                </c:pt>
                <c:pt idx="52">
                  <c:v>106.29834672823158</c:v>
                </c:pt>
                <c:pt idx="53">
                  <c:v>105.52954045413274</c:v>
                </c:pt>
                <c:pt idx="54">
                  <c:v>106.30559961760986</c:v>
                </c:pt>
                <c:pt idx="55">
                  <c:v>103.5640074326159</c:v>
                </c:pt>
                <c:pt idx="56">
                  <c:v>103.44070831318496</c:v>
                </c:pt>
                <c:pt idx="57">
                  <c:v>101.97562465877019</c:v>
                </c:pt>
                <c:pt idx="58">
                  <c:v>101.2575886103194</c:v>
                </c:pt>
                <c:pt idx="59">
                  <c:v>102.71541937535586</c:v>
                </c:pt>
                <c:pt idx="60">
                  <c:v>100.93846147767458</c:v>
                </c:pt>
                <c:pt idx="61">
                  <c:v>102.09167088882283</c:v>
                </c:pt>
                <c:pt idx="62">
                  <c:v>101.91760154374387</c:v>
                </c:pt>
                <c:pt idx="63">
                  <c:v>100.62658723440809</c:v>
                </c:pt>
                <c:pt idx="64">
                  <c:v>103.12158118054016</c:v>
                </c:pt>
                <c:pt idx="65">
                  <c:v>101.51869262793787</c:v>
                </c:pt>
                <c:pt idx="66">
                  <c:v>101.51869262793787</c:v>
                </c:pt>
                <c:pt idx="67">
                  <c:v>101.51869262793787</c:v>
                </c:pt>
                <c:pt idx="68">
                  <c:v>101.51869262793787</c:v>
                </c:pt>
                <c:pt idx="69">
                  <c:v>105.75438002485976</c:v>
                </c:pt>
                <c:pt idx="70">
                  <c:v>105.22491910024452</c:v>
                </c:pt>
                <c:pt idx="71">
                  <c:v>107.306498351814</c:v>
                </c:pt>
                <c:pt idx="72">
                  <c:v>106.58120941398491</c:v>
                </c:pt>
                <c:pt idx="73">
                  <c:v>108.80059356374193</c:v>
                </c:pt>
                <c:pt idx="74">
                  <c:v>108.37267309042277</c:v>
                </c:pt>
                <c:pt idx="75">
                  <c:v>109.85226252359412</c:v>
                </c:pt>
                <c:pt idx="76">
                  <c:v>109.76522785105463</c:v>
                </c:pt>
                <c:pt idx="77">
                  <c:v>109.5476411697059</c:v>
                </c:pt>
                <c:pt idx="78">
                  <c:v>109.95380297489018</c:v>
                </c:pt>
                <c:pt idx="79">
                  <c:v>110.70810347023244</c:v>
                </c:pt>
                <c:pt idx="80">
                  <c:v>110.26567721815671</c:v>
                </c:pt>
                <c:pt idx="81">
                  <c:v>110.26567721815671</c:v>
                </c:pt>
                <c:pt idx="82">
                  <c:v>110.19314832437381</c:v>
                </c:pt>
                <c:pt idx="83">
                  <c:v>109.2430198158177</c:v>
                </c:pt>
                <c:pt idx="84">
                  <c:v>110.56304568266665</c:v>
                </c:pt>
                <c:pt idx="85">
                  <c:v>111.81827611765111</c:v>
                </c:pt>
                <c:pt idx="86">
                  <c:v>111.81827611765111</c:v>
                </c:pt>
                <c:pt idx="87">
                  <c:v>111.81827611765111</c:v>
                </c:pt>
                <c:pt idx="88">
                  <c:v>111.81827611765111</c:v>
                </c:pt>
                <c:pt idx="89">
                  <c:v>113.84426208288919</c:v>
                </c:pt>
                <c:pt idx="90">
                  <c:v>114.70310395945751</c:v>
                </c:pt>
                <c:pt idx="91">
                  <c:v>113.88096472718698</c:v>
                </c:pt>
                <c:pt idx="92">
                  <c:v>115.94365333672285</c:v>
                </c:pt>
                <c:pt idx="93">
                  <c:v>116.41344718373458</c:v>
                </c:pt>
                <c:pt idx="94">
                  <c:v>117.79346660933152</c:v>
                </c:pt>
                <c:pt idx="95">
                  <c:v>115.76014011523387</c:v>
                </c:pt>
                <c:pt idx="96">
                  <c:v>115.76014011523387</c:v>
                </c:pt>
                <c:pt idx="97">
                  <c:v>114.20394799700753</c:v>
                </c:pt>
                <c:pt idx="98">
                  <c:v>114.62969867086191</c:v>
                </c:pt>
                <c:pt idx="99">
                  <c:v>115.94365333672283</c:v>
                </c:pt>
                <c:pt idx="100">
                  <c:v>114.1599048238502</c:v>
                </c:pt>
                <c:pt idx="101">
                  <c:v>115.57662689374492</c:v>
                </c:pt>
                <c:pt idx="102">
                  <c:v>115.57662689374492</c:v>
                </c:pt>
                <c:pt idx="103">
                  <c:v>117.47048333951095</c:v>
                </c:pt>
                <c:pt idx="104">
                  <c:v>116.90526261732495</c:v>
                </c:pt>
                <c:pt idx="105">
                  <c:v>117.18420271398817</c:v>
                </c:pt>
                <c:pt idx="106">
                  <c:v>116.57348509341421</c:v>
                </c:pt>
                <c:pt idx="107">
                  <c:v>114.89585114774113</c:v>
                </c:pt>
                <c:pt idx="108">
                  <c:v>116.42632422098673</c:v>
                </c:pt>
                <c:pt idx="109">
                  <c:v>116.33802769753026</c:v>
                </c:pt>
                <c:pt idx="110">
                  <c:v>116.0510639962967</c:v>
                </c:pt>
                <c:pt idx="111">
                  <c:v>112.98275980618412</c:v>
                </c:pt>
                <c:pt idx="112">
                  <c:v>110.53253128026687</c:v>
                </c:pt>
                <c:pt idx="113">
                  <c:v>113.28443959466043</c:v>
                </c:pt>
                <c:pt idx="114">
                  <c:v>111.41549651483164</c:v>
                </c:pt>
                <c:pt idx="115">
                  <c:v>110.81949498150044</c:v>
                </c:pt>
                <c:pt idx="116">
                  <c:v>112.50448697079487</c:v>
                </c:pt>
                <c:pt idx="117">
                  <c:v>115.38884007037312</c:v>
                </c:pt>
                <c:pt idx="118">
                  <c:v>115.41827224485864</c:v>
                </c:pt>
                <c:pt idx="119">
                  <c:v>117.25042510658054</c:v>
                </c:pt>
                <c:pt idx="120">
                  <c:v>117.22099293209506</c:v>
                </c:pt>
                <c:pt idx="121">
                  <c:v>117.22099293209506</c:v>
                </c:pt>
                <c:pt idx="122">
                  <c:v>119.33275145142915</c:v>
                </c:pt>
                <c:pt idx="123">
                  <c:v>115.97012551646164</c:v>
                </c:pt>
                <c:pt idx="124">
                  <c:v>116.33802769753031</c:v>
                </c:pt>
                <c:pt idx="125">
                  <c:v>117.57417902592098</c:v>
                </c:pt>
                <c:pt idx="126">
                  <c:v>115.18281484897472</c:v>
                </c:pt>
                <c:pt idx="127">
                  <c:v>115.18281484897472</c:v>
                </c:pt>
                <c:pt idx="128">
                  <c:v>119.80366624319704</c:v>
                </c:pt>
                <c:pt idx="129">
                  <c:v>119.80366624319704</c:v>
                </c:pt>
                <c:pt idx="130">
                  <c:v>115.55807507366477</c:v>
                </c:pt>
                <c:pt idx="131">
                  <c:v>116.72800400946306</c:v>
                </c:pt>
                <c:pt idx="132">
                  <c:v>116.23501508683107</c:v>
                </c:pt>
                <c:pt idx="133">
                  <c:v>114.95471549671214</c:v>
                </c:pt>
                <c:pt idx="134">
                  <c:v>114.27777548354582</c:v>
                </c:pt>
                <c:pt idx="135">
                  <c:v>117.69926576748433</c:v>
                </c:pt>
                <c:pt idx="136">
                  <c:v>115.00622180206179</c:v>
                </c:pt>
                <c:pt idx="137">
                  <c:v>113.45367459795204</c:v>
                </c:pt>
                <c:pt idx="138">
                  <c:v>115.73466812057771</c:v>
                </c:pt>
                <c:pt idx="139">
                  <c:v>115.67580377160674</c:v>
                </c:pt>
                <c:pt idx="140">
                  <c:v>113.2476493765536</c:v>
                </c:pt>
                <c:pt idx="141">
                  <c:v>107.95721601278633</c:v>
                </c:pt>
                <c:pt idx="142">
                  <c:v>109.67164017656627</c:v>
                </c:pt>
                <c:pt idx="143">
                  <c:v>114.04967613128326</c:v>
                </c:pt>
                <c:pt idx="144">
                  <c:v>114.04967613128326</c:v>
                </c:pt>
                <c:pt idx="145">
                  <c:v>114.10118243663287</c:v>
                </c:pt>
                <c:pt idx="146">
                  <c:v>112.36468414198882</c:v>
                </c:pt>
                <c:pt idx="147">
                  <c:v>114.64567766461448</c:v>
                </c:pt>
                <c:pt idx="148">
                  <c:v>110.28235779714022</c:v>
                </c:pt>
                <c:pt idx="149">
                  <c:v>111.6288797798515</c:v>
                </c:pt>
                <c:pt idx="150">
                  <c:v>109.96596192142115</c:v>
                </c:pt>
                <c:pt idx="151">
                  <c:v>111.39342238396753</c:v>
                </c:pt>
                <c:pt idx="152">
                  <c:v>109.65692408932348</c:v>
                </c:pt>
                <c:pt idx="153">
                  <c:v>113.00483393704826</c:v>
                </c:pt>
                <c:pt idx="154">
                  <c:v>114.70454201358542</c:v>
                </c:pt>
                <c:pt idx="155">
                  <c:v>114.45436853045875</c:v>
                </c:pt>
                <c:pt idx="156">
                  <c:v>115.99219964732572</c:v>
                </c:pt>
                <c:pt idx="157">
                  <c:v>116.14671856337456</c:v>
                </c:pt>
                <c:pt idx="158">
                  <c:v>115.48449463745098</c:v>
                </c:pt>
                <c:pt idx="159">
                  <c:v>116.77951031481267</c:v>
                </c:pt>
                <c:pt idx="160">
                  <c:v>116.87516488189051</c:v>
                </c:pt>
                <c:pt idx="161">
                  <c:v>116.9488055881358</c:v>
                </c:pt>
                <c:pt idx="162">
                  <c:v>119.95334640294337</c:v>
                </c:pt>
                <c:pt idx="163">
                  <c:v>119.4673177417245</c:v>
                </c:pt>
                <c:pt idx="164">
                  <c:v>115.3728944744867</c:v>
                </c:pt>
                <c:pt idx="165">
                  <c:v>116.16085003131126</c:v>
                </c:pt>
                <c:pt idx="166">
                  <c:v>116.9267133762622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82AD-4FC5-BDE1-CFD33C343EB1}"/>
            </c:ext>
          </c:extLst>
        </c:ser>
        <c:ser>
          <c:idx val="5"/>
          <c:order val="5"/>
          <c:tx>
            <c:strRef>
              <c:f>EQ!$I$55</c:f>
              <c:strCache>
                <c:ptCount val="1"/>
                <c:pt idx="0">
                  <c:v>JPGACCI LX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numRef>
              <c:f>EQ!$J$37:$FU$37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EQ!$J$55:$FU$55</c:f>
              <c:numCache>
                <c:formatCode>General</c:formatCode>
                <c:ptCount val="168"/>
                <c:pt idx="0">
                  <c:v>100</c:v>
                </c:pt>
                <c:pt idx="1">
                  <c:v>101.69325402190077</c:v>
                </c:pt>
                <c:pt idx="2">
                  <c:v>102.97755846964986</c:v>
                </c:pt>
                <c:pt idx="3">
                  <c:v>104.23144518047856</c:v>
                </c:pt>
                <c:pt idx="4">
                  <c:v>103.50141949438962</c:v>
                </c:pt>
                <c:pt idx="5">
                  <c:v>102.30160876030824</c:v>
                </c:pt>
                <c:pt idx="6">
                  <c:v>102.42327970798974</c:v>
                </c:pt>
                <c:pt idx="7">
                  <c:v>104.0711748223903</c:v>
                </c:pt>
                <c:pt idx="8">
                  <c:v>104.18960670946221</c:v>
                </c:pt>
                <c:pt idx="9">
                  <c:v>104.78514991302382</c:v>
                </c:pt>
                <c:pt idx="10">
                  <c:v>103.79032206161976</c:v>
                </c:pt>
                <c:pt idx="11">
                  <c:v>104.69040440336627</c:v>
                </c:pt>
                <c:pt idx="12">
                  <c:v>104.09824496800672</c:v>
                </c:pt>
                <c:pt idx="13">
                  <c:v>103.84446235285263</c:v>
                </c:pt>
                <c:pt idx="14">
                  <c:v>103.5636095920821</c:v>
                </c:pt>
                <c:pt idx="15">
                  <c:v>104.40616787439369</c:v>
                </c:pt>
                <c:pt idx="16">
                  <c:v>105.33332036175665</c:v>
                </c:pt>
                <c:pt idx="17">
                  <c:v>104.99155977334912</c:v>
                </c:pt>
                <c:pt idx="18">
                  <c:v>106.24693777631137</c:v>
                </c:pt>
                <c:pt idx="19">
                  <c:v>107.48201317006129</c:v>
                </c:pt>
                <c:pt idx="20">
                  <c:v>107.27898707793804</c:v>
                </c:pt>
                <c:pt idx="21">
                  <c:v>105.25549369310941</c:v>
                </c:pt>
                <c:pt idx="22">
                  <c:v>103.36396726816092</c:v>
                </c:pt>
                <c:pt idx="23">
                  <c:v>104.84605774066083</c:v>
                </c:pt>
                <c:pt idx="24">
                  <c:v>104.46707570203071</c:v>
                </c:pt>
                <c:pt idx="25">
                  <c:v>103.29290813591777</c:v>
                </c:pt>
                <c:pt idx="26">
                  <c:v>102.48418753562673</c:v>
                </c:pt>
                <c:pt idx="27">
                  <c:v>105.45175224882857</c:v>
                </c:pt>
                <c:pt idx="28">
                  <c:v>106.28754299473604</c:v>
                </c:pt>
                <c:pt idx="29">
                  <c:v>107.45494302444486</c:v>
                </c:pt>
                <c:pt idx="30">
                  <c:v>107.11318243603736</c:v>
                </c:pt>
                <c:pt idx="31">
                  <c:v>106.09128443901687</c:v>
                </c:pt>
                <c:pt idx="32">
                  <c:v>106.09128443901687</c:v>
                </c:pt>
                <c:pt idx="33">
                  <c:v>106.09128443901687</c:v>
                </c:pt>
                <c:pt idx="34">
                  <c:v>106.09128443901687</c:v>
                </c:pt>
                <c:pt idx="35">
                  <c:v>106.09128443901687</c:v>
                </c:pt>
                <c:pt idx="36">
                  <c:v>106.09128443901687</c:v>
                </c:pt>
                <c:pt idx="37">
                  <c:v>106.57516329191067</c:v>
                </c:pt>
                <c:pt idx="38">
                  <c:v>107.30267345535241</c:v>
                </c:pt>
                <c:pt idx="39">
                  <c:v>109.07238422502694</c:v>
                </c:pt>
                <c:pt idx="40">
                  <c:v>108.90657958312627</c:v>
                </c:pt>
                <c:pt idx="41">
                  <c:v>108.56481899471875</c:v>
                </c:pt>
                <c:pt idx="42">
                  <c:v>106.34506705417095</c:v>
                </c:pt>
                <c:pt idx="43">
                  <c:v>101.5976402666884</c:v>
                </c:pt>
                <c:pt idx="44">
                  <c:v>101.03255097694529</c:v>
                </c:pt>
                <c:pt idx="45">
                  <c:v>102.9612988521164</c:v>
                </c:pt>
                <c:pt idx="46">
                  <c:v>103.18124378524996</c:v>
                </c:pt>
                <c:pt idx="47">
                  <c:v>100.91073532167135</c:v>
                </c:pt>
                <c:pt idx="48">
                  <c:v>104.4670757020307</c:v>
                </c:pt>
                <c:pt idx="49">
                  <c:v>106.43642879562645</c:v>
                </c:pt>
                <c:pt idx="50">
                  <c:v>104.4670757020307</c:v>
                </c:pt>
                <c:pt idx="51">
                  <c:v>105.00171107795532</c:v>
                </c:pt>
                <c:pt idx="52">
                  <c:v>105.44160094422243</c:v>
                </c:pt>
                <c:pt idx="53">
                  <c:v>106.53794184168811</c:v>
                </c:pt>
                <c:pt idx="54">
                  <c:v>108.080940141825</c:v>
                </c:pt>
                <c:pt idx="55">
                  <c:v>105.28933137512998</c:v>
                </c:pt>
                <c:pt idx="56">
                  <c:v>104.4975296158492</c:v>
                </c:pt>
                <c:pt idx="57">
                  <c:v>104.67010179415399</c:v>
                </c:pt>
                <c:pt idx="58">
                  <c:v>102.72443507797261</c:v>
                </c:pt>
                <c:pt idx="59">
                  <c:v>105.54649775848614</c:v>
                </c:pt>
                <c:pt idx="60">
                  <c:v>103.83769481644858</c:v>
                </c:pt>
                <c:pt idx="61">
                  <c:v>104.02041829935952</c:v>
                </c:pt>
                <c:pt idx="62">
                  <c:v>102.13904317901718</c:v>
                </c:pt>
                <c:pt idx="63">
                  <c:v>100.33887849552413</c:v>
                </c:pt>
                <c:pt idx="64">
                  <c:v>104.31142236473619</c:v>
                </c:pt>
                <c:pt idx="65">
                  <c:v>102.41989593978769</c:v>
                </c:pt>
                <c:pt idx="66">
                  <c:v>102.41989593978769</c:v>
                </c:pt>
                <c:pt idx="67">
                  <c:v>102.41989593978769</c:v>
                </c:pt>
                <c:pt idx="68">
                  <c:v>103.36396726816092</c:v>
                </c:pt>
                <c:pt idx="69">
                  <c:v>109.23142133052353</c:v>
                </c:pt>
                <c:pt idx="70">
                  <c:v>108.64941319977014</c:v>
                </c:pt>
                <c:pt idx="71">
                  <c:v>110.4022051284344</c:v>
                </c:pt>
                <c:pt idx="72">
                  <c:v>109.0554653840167</c:v>
                </c:pt>
                <c:pt idx="73">
                  <c:v>111.24137964254393</c:v>
                </c:pt>
                <c:pt idx="74">
                  <c:v>112.97386896199586</c:v>
                </c:pt>
                <c:pt idx="75">
                  <c:v>115.82976932452992</c:v>
                </c:pt>
                <c:pt idx="76">
                  <c:v>115.88390961576282</c:v>
                </c:pt>
                <c:pt idx="77">
                  <c:v>117.08853109569424</c:v>
                </c:pt>
                <c:pt idx="78">
                  <c:v>118.49279489954691</c:v>
                </c:pt>
                <c:pt idx="79">
                  <c:v>118.28300127101951</c:v>
                </c:pt>
                <c:pt idx="80">
                  <c:v>116.75692181189291</c:v>
                </c:pt>
                <c:pt idx="81">
                  <c:v>118.19163952956404</c:v>
                </c:pt>
                <c:pt idx="82">
                  <c:v>118.32699025764623</c:v>
                </c:pt>
                <c:pt idx="83">
                  <c:v>117.46074559792027</c:v>
                </c:pt>
                <c:pt idx="84">
                  <c:v>118.38451431708117</c:v>
                </c:pt>
                <c:pt idx="85">
                  <c:v>118.69485887971923</c:v>
                </c:pt>
                <c:pt idx="86">
                  <c:v>118.69485887971923</c:v>
                </c:pt>
                <c:pt idx="87">
                  <c:v>121.90743665999433</c:v>
                </c:pt>
                <c:pt idx="88">
                  <c:v>121.50842222231687</c:v>
                </c:pt>
                <c:pt idx="89">
                  <c:v>122.8077769296256</c:v>
                </c:pt>
                <c:pt idx="90">
                  <c:v>125.01429266618399</c:v>
                </c:pt>
                <c:pt idx="91">
                  <c:v>122.8828052854282</c:v>
                </c:pt>
                <c:pt idx="92">
                  <c:v>123.97412682437518</c:v>
                </c:pt>
                <c:pt idx="93">
                  <c:v>123.29546124234254</c:v>
                </c:pt>
                <c:pt idx="94">
                  <c:v>123.6092161847898</c:v>
                </c:pt>
                <c:pt idx="95">
                  <c:v>123.78314555505946</c:v>
                </c:pt>
                <c:pt idx="96">
                  <c:v>123.78314555505946</c:v>
                </c:pt>
                <c:pt idx="97">
                  <c:v>119.49970851469263</c:v>
                </c:pt>
                <c:pt idx="98">
                  <c:v>118.81422217304157</c:v>
                </c:pt>
                <c:pt idx="99">
                  <c:v>118.86878824998894</c:v>
                </c:pt>
                <c:pt idx="100">
                  <c:v>119.64976522629784</c:v>
                </c:pt>
                <c:pt idx="101">
                  <c:v>121.73009690991549</c:v>
                </c:pt>
                <c:pt idx="102">
                  <c:v>124.56753291117758</c:v>
                </c:pt>
                <c:pt idx="103">
                  <c:v>124.36291012262504</c:v>
                </c:pt>
                <c:pt idx="104">
                  <c:v>124.41406581976317</c:v>
                </c:pt>
                <c:pt idx="105">
                  <c:v>122.07454527064561</c:v>
                </c:pt>
                <c:pt idx="106">
                  <c:v>121.05059277886038</c:v>
                </c:pt>
                <c:pt idx="107">
                  <c:v>121.34840902647113</c:v>
                </c:pt>
                <c:pt idx="108">
                  <c:v>122.25189651922283</c:v>
                </c:pt>
                <c:pt idx="109">
                  <c:v>122.42924776780001</c:v>
                </c:pt>
                <c:pt idx="110">
                  <c:v>121.21790527751811</c:v>
                </c:pt>
                <c:pt idx="111">
                  <c:v>117.96200405363888</c:v>
                </c:pt>
                <c:pt idx="112">
                  <c:v>116.32903406673954</c:v>
                </c:pt>
                <c:pt idx="113">
                  <c:v>119.27373404311541</c:v>
                </c:pt>
                <c:pt idx="114">
                  <c:v>116.16506781805496</c:v>
                </c:pt>
                <c:pt idx="115">
                  <c:v>115.99106281945093</c:v>
                </c:pt>
                <c:pt idx="116">
                  <c:v>118.14604780216236</c:v>
                </c:pt>
                <c:pt idx="117">
                  <c:v>119.76897903914224</c:v>
                </c:pt>
                <c:pt idx="118">
                  <c:v>119.99317778734357</c:v>
                </c:pt>
                <c:pt idx="119">
                  <c:v>120.48507653339729</c:v>
                </c:pt>
                <c:pt idx="120">
                  <c:v>120.74943028127649</c:v>
                </c:pt>
                <c:pt idx="121">
                  <c:v>120.74943028127649</c:v>
                </c:pt>
                <c:pt idx="122">
                  <c:v>124.76827649903491</c:v>
                </c:pt>
                <c:pt idx="123">
                  <c:v>119.06292029480666</c:v>
                </c:pt>
                <c:pt idx="124">
                  <c:v>118.04231405299457</c:v>
                </c:pt>
                <c:pt idx="125">
                  <c:v>116.22864656754489</c:v>
                </c:pt>
                <c:pt idx="126">
                  <c:v>113.1902515919207</c:v>
                </c:pt>
                <c:pt idx="127">
                  <c:v>113.1902515919207</c:v>
                </c:pt>
                <c:pt idx="128">
                  <c:v>117.49687530737042</c:v>
                </c:pt>
                <c:pt idx="129">
                  <c:v>118.67810154789392</c:v>
                </c:pt>
                <c:pt idx="130">
                  <c:v>119.84594278852478</c:v>
                </c:pt>
                <c:pt idx="131">
                  <c:v>118.93576279582679</c:v>
                </c:pt>
                <c:pt idx="132">
                  <c:v>118.22635780151806</c:v>
                </c:pt>
                <c:pt idx="133">
                  <c:v>115.48912532347777</c:v>
                </c:pt>
                <c:pt idx="134">
                  <c:v>117.21579030962545</c:v>
                </c:pt>
                <c:pt idx="135">
                  <c:v>118.12262405235029</c:v>
                </c:pt>
                <c:pt idx="136">
                  <c:v>118.12262405235029</c:v>
                </c:pt>
                <c:pt idx="137">
                  <c:v>116.10148906856503</c:v>
                </c:pt>
                <c:pt idx="138">
                  <c:v>114.7830665791422</c:v>
                </c:pt>
                <c:pt idx="139">
                  <c:v>116.6402353142429</c:v>
                </c:pt>
                <c:pt idx="140">
                  <c:v>116.16506781805496</c:v>
                </c:pt>
                <c:pt idx="141">
                  <c:v>110.18866536600122</c:v>
                </c:pt>
                <c:pt idx="142">
                  <c:v>110.57683036288711</c:v>
                </c:pt>
                <c:pt idx="143">
                  <c:v>114.13389408435023</c:v>
                </c:pt>
                <c:pt idx="144">
                  <c:v>114.13389408435023</c:v>
                </c:pt>
                <c:pt idx="145">
                  <c:v>114.90687782814891</c:v>
                </c:pt>
                <c:pt idx="146">
                  <c:v>111.53051160523613</c:v>
                </c:pt>
                <c:pt idx="147">
                  <c:v>112.82551034484688</c:v>
                </c:pt>
                <c:pt idx="148">
                  <c:v>108.95055287593408</c:v>
                </c:pt>
                <c:pt idx="149">
                  <c:v>107.68567038608172</c:v>
                </c:pt>
                <c:pt idx="150">
                  <c:v>109.19482912397436</c:v>
                </c:pt>
                <c:pt idx="151">
                  <c:v>111.99229410153144</c:v>
                </c:pt>
                <c:pt idx="152">
                  <c:v>113.31740909090057</c:v>
                </c:pt>
                <c:pt idx="153">
                  <c:v>113.94650408585359</c:v>
                </c:pt>
                <c:pt idx="154">
                  <c:v>117.07190156077982</c:v>
                </c:pt>
                <c:pt idx="155">
                  <c:v>116.56327156486034</c:v>
                </c:pt>
                <c:pt idx="156">
                  <c:v>115.86725157044424</c:v>
                </c:pt>
                <c:pt idx="157">
                  <c:v>117.85492405449796</c:v>
                </c:pt>
                <c:pt idx="158">
                  <c:v>117.47345155755836</c:v>
                </c:pt>
                <c:pt idx="159">
                  <c:v>118.00215905331676</c:v>
                </c:pt>
                <c:pt idx="160">
                  <c:v>118.3669003003906</c:v>
                </c:pt>
                <c:pt idx="161">
                  <c:v>118.61864478548954</c:v>
                </c:pt>
                <c:pt idx="162">
                  <c:v>119.55513427005762</c:v>
                </c:pt>
                <c:pt idx="163">
                  <c:v>117.90704704094317</c:v>
                </c:pt>
                <c:pt idx="164">
                  <c:v>116.11798290017332</c:v>
                </c:pt>
                <c:pt idx="165">
                  <c:v>116.7154564781415</c:v>
                </c:pt>
                <c:pt idx="166">
                  <c:v>116.47713836558115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82AD-4FC5-BDE1-CFD33C343EB1}"/>
            </c:ext>
          </c:extLst>
        </c:ser>
        <c:ser>
          <c:idx val="6"/>
          <c:order val="6"/>
          <c:tx>
            <c:strRef>
              <c:f>EQ!$I$56</c:f>
              <c:strCache>
                <c:ptCount val="1"/>
                <c:pt idx="0">
                  <c:v>ROCAEIU LX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EQ!$J$37:$FU$37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EQ!$J$56:$FU$56</c:f>
              <c:numCache>
                <c:formatCode>General</c:formatCode>
                <c:ptCount val="168"/>
                <c:pt idx="0">
                  <c:v>100</c:v>
                </c:pt>
                <c:pt idx="1">
                  <c:v>99.619206283096347</c:v>
                </c:pt>
                <c:pt idx="2">
                  <c:v>99.601356577616485</c:v>
                </c:pt>
                <c:pt idx="3">
                  <c:v>102.02891652287738</c:v>
                </c:pt>
                <c:pt idx="4">
                  <c:v>103.34384482656037</c:v>
                </c:pt>
                <c:pt idx="5">
                  <c:v>104.21253049324687</c:v>
                </c:pt>
                <c:pt idx="6">
                  <c:v>102.99280061878979</c:v>
                </c:pt>
                <c:pt idx="7">
                  <c:v>101.82850861065272</c:v>
                </c:pt>
                <c:pt idx="8">
                  <c:v>102.09900069335124</c:v>
                </c:pt>
                <c:pt idx="9">
                  <c:v>102.68702696008712</c:v>
                </c:pt>
                <c:pt idx="10">
                  <c:v>103.08100455880019</c:v>
                </c:pt>
                <c:pt idx="11">
                  <c:v>102.0931204306839</c:v>
                </c:pt>
                <c:pt idx="12">
                  <c:v>103.55142557218889</c:v>
                </c:pt>
                <c:pt idx="13">
                  <c:v>103.39853874283756</c:v>
                </c:pt>
                <c:pt idx="14">
                  <c:v>102.5635414440726</c:v>
                </c:pt>
                <c:pt idx="15">
                  <c:v>103.41617953083964</c:v>
                </c:pt>
                <c:pt idx="16">
                  <c:v>102.44005592805809</c:v>
                </c:pt>
                <c:pt idx="17">
                  <c:v>102.83991378943847</c:v>
                </c:pt>
                <c:pt idx="18">
                  <c:v>103.05748350813076</c:v>
                </c:pt>
                <c:pt idx="19">
                  <c:v>103.54554530952154</c:v>
                </c:pt>
                <c:pt idx="20">
                  <c:v>104.11593078825535</c:v>
                </c:pt>
                <c:pt idx="21">
                  <c:v>104.23941630426989</c:v>
                </c:pt>
                <c:pt idx="22">
                  <c:v>103.11628613480437</c:v>
                </c:pt>
                <c:pt idx="23">
                  <c:v>101.69326256930351</c:v>
                </c:pt>
                <c:pt idx="24">
                  <c:v>100.39960478248457</c:v>
                </c:pt>
                <c:pt idx="25">
                  <c:v>101.5403757399522</c:v>
                </c:pt>
                <c:pt idx="26">
                  <c:v>101.37572838526614</c:v>
                </c:pt>
                <c:pt idx="27">
                  <c:v>102.02843754134298</c:v>
                </c:pt>
                <c:pt idx="28">
                  <c:v>103.16332823614324</c:v>
                </c:pt>
                <c:pt idx="29">
                  <c:v>103.4397005815091</c:v>
                </c:pt>
                <c:pt idx="30">
                  <c:v>103.63374924953195</c:v>
                </c:pt>
                <c:pt idx="31">
                  <c:v>104.37466234561916</c:v>
                </c:pt>
                <c:pt idx="32">
                  <c:v>103.51026373351742</c:v>
                </c:pt>
                <c:pt idx="33">
                  <c:v>103.51026373351742</c:v>
                </c:pt>
                <c:pt idx="34">
                  <c:v>103.51026373351742</c:v>
                </c:pt>
                <c:pt idx="35">
                  <c:v>103.51026373351742</c:v>
                </c:pt>
                <c:pt idx="36">
                  <c:v>103.51026373351742</c:v>
                </c:pt>
                <c:pt idx="37">
                  <c:v>103.51026373351742</c:v>
                </c:pt>
                <c:pt idx="38">
                  <c:v>103.51026373351742</c:v>
                </c:pt>
                <c:pt idx="39">
                  <c:v>104.08652947491856</c:v>
                </c:pt>
                <c:pt idx="40">
                  <c:v>105.4801517270826</c:v>
                </c:pt>
                <c:pt idx="41">
                  <c:v>105.23318069505353</c:v>
                </c:pt>
                <c:pt idx="42">
                  <c:v>104.22177551626781</c:v>
                </c:pt>
                <c:pt idx="43">
                  <c:v>104.03360711091231</c:v>
                </c:pt>
                <c:pt idx="44">
                  <c:v>103.58670714819306</c:v>
                </c:pt>
                <c:pt idx="45">
                  <c:v>100.37608373181514</c:v>
                </c:pt>
                <c:pt idx="46">
                  <c:v>102.05783885467977</c:v>
                </c:pt>
                <c:pt idx="47">
                  <c:v>102.1989651586964</c:v>
                </c:pt>
                <c:pt idx="48">
                  <c:v>99.987986395769468</c:v>
                </c:pt>
                <c:pt idx="49">
                  <c:v>101.81086782265071</c:v>
                </c:pt>
                <c:pt idx="50">
                  <c:v>103.35149664149871</c:v>
                </c:pt>
                <c:pt idx="51">
                  <c:v>102.41653487738866</c:v>
                </c:pt>
                <c:pt idx="52">
                  <c:v>103.16332823614324</c:v>
                </c:pt>
                <c:pt idx="53">
                  <c:v>101.54625600261957</c:v>
                </c:pt>
                <c:pt idx="54">
                  <c:v>102.77523090009757</c:v>
                </c:pt>
                <c:pt idx="55">
                  <c:v>101.32868628392728</c:v>
                </c:pt>
                <c:pt idx="56">
                  <c:v>101.22284155591483</c:v>
                </c:pt>
                <c:pt idx="57">
                  <c:v>101.3698481225988</c:v>
                </c:pt>
                <c:pt idx="58">
                  <c:v>97.947535250195969</c:v>
                </c:pt>
                <c:pt idx="59">
                  <c:v>97.712324743501611</c:v>
                </c:pt>
                <c:pt idx="60">
                  <c:v>99.729254838405694</c:v>
                </c:pt>
                <c:pt idx="61">
                  <c:v>99.599889059723793</c:v>
                </c:pt>
                <c:pt idx="62">
                  <c:v>99.417600917035671</c:v>
                </c:pt>
                <c:pt idx="63">
                  <c:v>99.858620617087595</c:v>
                </c:pt>
                <c:pt idx="64">
                  <c:v>98.582603618270738</c:v>
                </c:pt>
                <c:pt idx="65">
                  <c:v>99.78217720241193</c:v>
                </c:pt>
                <c:pt idx="66">
                  <c:v>99.982106133102135</c:v>
                </c:pt>
                <c:pt idx="67">
                  <c:v>99.982106133102135</c:v>
                </c:pt>
                <c:pt idx="68">
                  <c:v>99.982106133102135</c:v>
                </c:pt>
                <c:pt idx="69">
                  <c:v>97.829929996848804</c:v>
                </c:pt>
                <c:pt idx="70">
                  <c:v>101.82262834798544</c:v>
                </c:pt>
                <c:pt idx="71">
                  <c:v>102.98692035612248</c:v>
                </c:pt>
                <c:pt idx="72">
                  <c:v>103.95716369623669</c:v>
                </c:pt>
                <c:pt idx="73">
                  <c:v>104.15121236425955</c:v>
                </c:pt>
                <c:pt idx="74">
                  <c:v>105.38606752440491</c:v>
                </c:pt>
                <c:pt idx="75">
                  <c:v>106.07993851915326</c:v>
                </c:pt>
                <c:pt idx="76">
                  <c:v>106.97961870725916</c:v>
                </c:pt>
                <c:pt idx="77">
                  <c:v>106.85025292857726</c:v>
                </c:pt>
                <c:pt idx="78">
                  <c:v>107.52648313532353</c:v>
                </c:pt>
                <c:pt idx="79">
                  <c:v>107.60880681266654</c:v>
                </c:pt>
                <c:pt idx="80">
                  <c:v>108.63785277945433</c:v>
                </c:pt>
                <c:pt idx="81">
                  <c:v>108.3732409594232</c:v>
                </c:pt>
                <c:pt idx="82">
                  <c:v>108.02630546204902</c:v>
                </c:pt>
                <c:pt idx="83">
                  <c:v>108.97302775149379</c:v>
                </c:pt>
                <c:pt idx="84">
                  <c:v>109.19647773285342</c:v>
                </c:pt>
                <c:pt idx="85">
                  <c:v>109.90355615547065</c:v>
                </c:pt>
                <c:pt idx="86">
                  <c:v>110.66366545978417</c:v>
                </c:pt>
                <c:pt idx="87">
                  <c:v>110.66366545978417</c:v>
                </c:pt>
                <c:pt idx="88">
                  <c:v>110.66366545978417</c:v>
                </c:pt>
                <c:pt idx="89">
                  <c:v>110.66366545978417</c:v>
                </c:pt>
                <c:pt idx="90">
                  <c:v>113.20914778120618</c:v>
                </c:pt>
                <c:pt idx="91">
                  <c:v>113.53911771176089</c:v>
                </c:pt>
                <c:pt idx="92">
                  <c:v>112.42546919613878</c:v>
                </c:pt>
                <c:pt idx="93">
                  <c:v>114.5584891043674</c:v>
                </c:pt>
                <c:pt idx="94">
                  <c:v>114.15191901136249</c:v>
                </c:pt>
                <c:pt idx="95">
                  <c:v>115.35984465000027</c:v>
                </c:pt>
                <c:pt idx="96">
                  <c:v>114.66455086776</c:v>
                </c:pt>
                <c:pt idx="97">
                  <c:v>114.35225789777073</c:v>
                </c:pt>
                <c:pt idx="98">
                  <c:v>112.04836070407627</c:v>
                </c:pt>
                <c:pt idx="99">
                  <c:v>111.32360532089362</c:v>
                </c:pt>
                <c:pt idx="100">
                  <c:v>112.67294664405482</c:v>
                </c:pt>
                <c:pt idx="101">
                  <c:v>113.69821035684981</c:v>
                </c:pt>
                <c:pt idx="102">
                  <c:v>112.40189991538489</c:v>
                </c:pt>
                <c:pt idx="103">
                  <c:v>113.82784140099631</c:v>
                </c:pt>
                <c:pt idx="104">
                  <c:v>114.35815021795923</c:v>
                </c:pt>
                <c:pt idx="105">
                  <c:v>114.69990478889089</c:v>
                </c:pt>
                <c:pt idx="106">
                  <c:v>114.15619130782235</c:v>
                </c:pt>
                <c:pt idx="107">
                  <c:v>115.08996011226613</c:v>
                </c:pt>
                <c:pt idx="108">
                  <c:v>113.69521683474251</c:v>
                </c:pt>
                <c:pt idx="109">
                  <c:v>113.96116364613472</c:v>
                </c:pt>
                <c:pt idx="110">
                  <c:v>117.08751616227875</c:v>
                </c:pt>
                <c:pt idx="111">
                  <c:v>114.36894875693612</c:v>
                </c:pt>
                <c:pt idx="112">
                  <c:v>113.93161400042447</c:v>
                </c:pt>
                <c:pt idx="113">
                  <c:v>110.36201679862677</c:v>
                </c:pt>
                <c:pt idx="114">
                  <c:v>110.89982035055324</c:v>
                </c:pt>
                <c:pt idx="115">
                  <c:v>111.10075794138292</c:v>
                </c:pt>
                <c:pt idx="116">
                  <c:v>109.96014161696743</c:v>
                </c:pt>
                <c:pt idx="117">
                  <c:v>112.64915937659981</c:v>
                </c:pt>
                <c:pt idx="118">
                  <c:v>114.02617286669727</c:v>
                </c:pt>
                <c:pt idx="119">
                  <c:v>115.72232253046538</c:v>
                </c:pt>
                <c:pt idx="120">
                  <c:v>115.17860904939684</c:v>
                </c:pt>
                <c:pt idx="121">
                  <c:v>117.46575162736987</c:v>
                </c:pt>
                <c:pt idx="122">
                  <c:v>117.46575162736987</c:v>
                </c:pt>
                <c:pt idx="123">
                  <c:v>118.84867504660937</c:v>
                </c:pt>
                <c:pt idx="124">
                  <c:v>118.52953887293872</c:v>
                </c:pt>
                <c:pt idx="125">
                  <c:v>117.31800339881862</c:v>
                </c:pt>
                <c:pt idx="126">
                  <c:v>119.78244385105316</c:v>
                </c:pt>
                <c:pt idx="127">
                  <c:v>115.99417927099962</c:v>
                </c:pt>
                <c:pt idx="128">
                  <c:v>115.59821401848232</c:v>
                </c:pt>
                <c:pt idx="129">
                  <c:v>118.71274667634226</c:v>
                </c:pt>
                <c:pt idx="130">
                  <c:v>118.31678142382495</c:v>
                </c:pt>
                <c:pt idx="131">
                  <c:v>114.43395797749862</c:v>
                </c:pt>
                <c:pt idx="132">
                  <c:v>114.9008423797205</c:v>
                </c:pt>
                <c:pt idx="133">
                  <c:v>114.00253315012903</c:v>
                </c:pt>
                <c:pt idx="134">
                  <c:v>112.24137426579834</c:v>
                </c:pt>
                <c:pt idx="135">
                  <c:v>112.05816646239482</c:v>
                </c:pt>
                <c:pt idx="136">
                  <c:v>109.45779763989317</c:v>
                </c:pt>
                <c:pt idx="137">
                  <c:v>113.26379200737286</c:v>
                </c:pt>
                <c:pt idx="138">
                  <c:v>108.14579337035826</c:v>
                </c:pt>
                <c:pt idx="139">
                  <c:v>107.26521392819294</c:v>
                </c:pt>
                <c:pt idx="140">
                  <c:v>110.31473736549032</c:v>
                </c:pt>
                <c:pt idx="141">
                  <c:v>108.40583025260842</c:v>
                </c:pt>
                <c:pt idx="142">
                  <c:v>103.77244580524186</c:v>
                </c:pt>
                <c:pt idx="143">
                  <c:v>103.671977009827</c:v>
                </c:pt>
                <c:pt idx="144">
                  <c:v>106.18960682433998</c:v>
                </c:pt>
                <c:pt idx="145">
                  <c:v>108.25217209491514</c:v>
                </c:pt>
                <c:pt idx="146">
                  <c:v>106.89288839224383</c:v>
                </c:pt>
                <c:pt idx="147">
                  <c:v>106.18960682433999</c:v>
                </c:pt>
                <c:pt idx="148">
                  <c:v>106.49692313972653</c:v>
                </c:pt>
                <c:pt idx="149">
                  <c:v>104.84214297995277</c:v>
                </c:pt>
                <c:pt idx="150">
                  <c:v>103.56559828527014</c:v>
                </c:pt>
                <c:pt idx="151">
                  <c:v>101.54440251868931</c:v>
                </c:pt>
                <c:pt idx="152">
                  <c:v>104.72394439711178</c:v>
                </c:pt>
                <c:pt idx="153">
                  <c:v>102.98642522934932</c:v>
                </c:pt>
                <c:pt idx="154">
                  <c:v>104.21569049089557</c:v>
                </c:pt>
                <c:pt idx="155">
                  <c:v>106.67422101398803</c:v>
                </c:pt>
                <c:pt idx="156">
                  <c:v>106.70377065969829</c:v>
                </c:pt>
                <c:pt idx="157">
                  <c:v>108.12806358293216</c:v>
                </c:pt>
                <c:pt idx="158">
                  <c:v>108.14579337035829</c:v>
                </c:pt>
                <c:pt idx="159">
                  <c:v>109.44006785246707</c:v>
                </c:pt>
                <c:pt idx="160">
                  <c:v>109.09138203308616</c:v>
                </c:pt>
                <c:pt idx="161">
                  <c:v>109.16796632763364</c:v>
                </c:pt>
                <c:pt idx="162">
                  <c:v>107.73642912955393</c:v>
                </c:pt>
                <c:pt idx="163">
                  <c:v>110.06341346388103</c:v>
                </c:pt>
                <c:pt idx="164">
                  <c:v>110.35796844290978</c:v>
                </c:pt>
                <c:pt idx="165">
                  <c:v>107.54202284339497</c:v>
                </c:pt>
                <c:pt idx="166">
                  <c:v>107.28281446184967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82AD-4FC5-BDE1-CFD33C343EB1}"/>
            </c:ext>
          </c:extLst>
        </c:ser>
        <c:ser>
          <c:idx val="7"/>
          <c:order val="7"/>
          <c:tx>
            <c:strRef>
              <c:f>EQ!$I$57</c:f>
              <c:strCache>
                <c:ptCount val="1"/>
                <c:pt idx="0">
                  <c:v>FOREGCI LX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EQ!$J$37:$FU$37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EQ!$J$57:$FU$57</c:f>
              <c:numCache>
                <c:formatCode>General</c:formatCode>
                <c:ptCount val="168"/>
                <c:pt idx="0">
                  <c:v>100</c:v>
                </c:pt>
                <c:pt idx="1">
                  <c:v>99.536095993705345</c:v>
                </c:pt>
                <c:pt idx="2">
                  <c:v>99.536095993705345</c:v>
                </c:pt>
                <c:pt idx="3">
                  <c:v>102.7358861713986</c:v>
                </c:pt>
                <c:pt idx="4">
                  <c:v>103.69647891941514</c:v>
                </c:pt>
                <c:pt idx="5">
                  <c:v>103.31617598845979</c:v>
                </c:pt>
                <c:pt idx="6">
                  <c:v>102.78670251131075</c:v>
                </c:pt>
                <c:pt idx="7">
                  <c:v>103.21782178217822</c:v>
                </c:pt>
                <c:pt idx="8">
                  <c:v>104.53248967280835</c:v>
                </c:pt>
                <c:pt idx="9">
                  <c:v>104.49970493738115</c:v>
                </c:pt>
                <c:pt idx="10">
                  <c:v>104.43085699298408</c:v>
                </c:pt>
                <c:pt idx="11">
                  <c:v>104.45708478132582</c:v>
                </c:pt>
                <c:pt idx="12">
                  <c:v>104.77017900465543</c:v>
                </c:pt>
                <c:pt idx="13">
                  <c:v>104.63904006294671</c:v>
                </c:pt>
                <c:pt idx="14">
                  <c:v>103.98170611763165</c:v>
                </c:pt>
                <c:pt idx="15">
                  <c:v>104.77345747819815</c:v>
                </c:pt>
                <c:pt idx="16">
                  <c:v>104.91443184053506</c:v>
                </c:pt>
                <c:pt idx="17">
                  <c:v>105.27342469346274</c:v>
                </c:pt>
                <c:pt idx="18">
                  <c:v>104.85705855353747</c:v>
                </c:pt>
                <c:pt idx="19">
                  <c:v>105.77994885581272</c:v>
                </c:pt>
                <c:pt idx="20">
                  <c:v>106.8634843616812</c:v>
                </c:pt>
                <c:pt idx="21">
                  <c:v>106.29139072847683</c:v>
                </c:pt>
                <c:pt idx="22">
                  <c:v>104.97836207461806</c:v>
                </c:pt>
                <c:pt idx="23">
                  <c:v>103.18995475706512</c:v>
                </c:pt>
                <c:pt idx="24">
                  <c:v>103.20634712477873</c:v>
                </c:pt>
                <c:pt idx="25">
                  <c:v>103.24896728083407</c:v>
                </c:pt>
                <c:pt idx="26">
                  <c:v>103.11782833912531</c:v>
                </c:pt>
                <c:pt idx="27">
                  <c:v>103.65877647367388</c:v>
                </c:pt>
                <c:pt idx="28">
                  <c:v>105.21932988000788</c:v>
                </c:pt>
                <c:pt idx="29">
                  <c:v>106.03075208183071</c:v>
                </c:pt>
                <c:pt idx="30">
                  <c:v>106.29958691233362</c:v>
                </c:pt>
                <c:pt idx="31">
                  <c:v>105.34719034817388</c:v>
                </c:pt>
                <c:pt idx="32">
                  <c:v>104.04891482525737</c:v>
                </c:pt>
                <c:pt idx="33">
                  <c:v>104.04891482525737</c:v>
                </c:pt>
                <c:pt idx="34">
                  <c:v>104.04891482525737</c:v>
                </c:pt>
                <c:pt idx="35">
                  <c:v>104.04891482525737</c:v>
                </c:pt>
                <c:pt idx="36">
                  <c:v>104.04891482525737</c:v>
                </c:pt>
                <c:pt idx="37">
                  <c:v>104.04891482525737</c:v>
                </c:pt>
                <c:pt idx="38">
                  <c:v>104.04891482525737</c:v>
                </c:pt>
                <c:pt idx="39">
                  <c:v>104.26857255261952</c:v>
                </c:pt>
                <c:pt idx="40">
                  <c:v>104.92754573470594</c:v>
                </c:pt>
                <c:pt idx="41">
                  <c:v>103.25388499114814</c:v>
                </c:pt>
                <c:pt idx="42">
                  <c:v>102.62769654448893</c:v>
                </c:pt>
                <c:pt idx="43">
                  <c:v>101.39335125565539</c:v>
                </c:pt>
                <c:pt idx="44">
                  <c:v>98.290276047472332</c:v>
                </c:pt>
                <c:pt idx="45">
                  <c:v>98.023080453740775</c:v>
                </c:pt>
                <c:pt idx="46">
                  <c:v>97.965707166743201</c:v>
                </c:pt>
                <c:pt idx="47">
                  <c:v>98.393547964067963</c:v>
                </c:pt>
                <c:pt idx="48">
                  <c:v>97.952593272572315</c:v>
                </c:pt>
                <c:pt idx="49">
                  <c:v>100.77044128253888</c:v>
                </c:pt>
                <c:pt idx="50">
                  <c:v>100.46554324306607</c:v>
                </c:pt>
                <c:pt idx="51">
                  <c:v>98.836141892334965</c:v>
                </c:pt>
                <c:pt idx="52">
                  <c:v>98.475509802635926</c:v>
                </c:pt>
                <c:pt idx="53">
                  <c:v>99.655760278014597</c:v>
                </c:pt>
                <c:pt idx="54">
                  <c:v>99.534456756934006</c:v>
                </c:pt>
                <c:pt idx="55">
                  <c:v>99.23775490131797</c:v>
                </c:pt>
                <c:pt idx="56">
                  <c:v>96.873975477017922</c:v>
                </c:pt>
                <c:pt idx="57">
                  <c:v>95.057701134351859</c:v>
                </c:pt>
                <c:pt idx="58">
                  <c:v>93.815159661661539</c:v>
                </c:pt>
                <c:pt idx="59">
                  <c:v>94.444626581863503</c:v>
                </c:pt>
                <c:pt idx="60">
                  <c:v>95.756015998950915</c:v>
                </c:pt>
                <c:pt idx="61">
                  <c:v>93.828273555832425</c:v>
                </c:pt>
                <c:pt idx="62">
                  <c:v>93.995475706511073</c:v>
                </c:pt>
                <c:pt idx="63">
                  <c:v>93.811881188118832</c:v>
                </c:pt>
                <c:pt idx="64">
                  <c:v>93.484033833846979</c:v>
                </c:pt>
                <c:pt idx="65">
                  <c:v>95.739623631237308</c:v>
                </c:pt>
                <c:pt idx="66">
                  <c:v>94.565930102944094</c:v>
                </c:pt>
                <c:pt idx="67">
                  <c:v>94.565930102944094</c:v>
                </c:pt>
                <c:pt idx="68">
                  <c:v>94.565930102944094</c:v>
                </c:pt>
                <c:pt idx="69">
                  <c:v>93.970887154940684</c:v>
                </c:pt>
                <c:pt idx="70">
                  <c:v>97.749327912923761</c:v>
                </c:pt>
                <c:pt idx="71">
                  <c:v>97.164120385548514</c:v>
                </c:pt>
                <c:pt idx="72">
                  <c:v>98.536161563176208</c:v>
                </c:pt>
                <c:pt idx="73">
                  <c:v>97.934561668087369</c:v>
                </c:pt>
                <c:pt idx="74">
                  <c:v>99.360697659169901</c:v>
                </c:pt>
                <c:pt idx="75">
                  <c:v>99.762310668152935</c:v>
                </c:pt>
                <c:pt idx="76">
                  <c:v>101.18352894892141</c:v>
                </c:pt>
                <c:pt idx="77">
                  <c:v>101.42613599108259</c:v>
                </c:pt>
                <c:pt idx="78">
                  <c:v>101.44088912202483</c:v>
                </c:pt>
                <c:pt idx="79">
                  <c:v>101.3376172054292</c:v>
                </c:pt>
                <c:pt idx="80">
                  <c:v>100.66716936594327</c:v>
                </c:pt>
                <c:pt idx="81">
                  <c:v>99.995082289685968</c:v>
                </c:pt>
                <c:pt idx="82">
                  <c:v>100.56225821257628</c:v>
                </c:pt>
                <c:pt idx="83">
                  <c:v>100.59832142154619</c:v>
                </c:pt>
                <c:pt idx="84">
                  <c:v>99.706576617926743</c:v>
                </c:pt>
                <c:pt idx="85">
                  <c:v>100.26227788341753</c:v>
                </c:pt>
                <c:pt idx="86">
                  <c:v>100.37046751032723</c:v>
                </c:pt>
                <c:pt idx="87">
                  <c:v>100.37046751032723</c:v>
                </c:pt>
                <c:pt idx="88">
                  <c:v>100.37046751032723</c:v>
                </c:pt>
                <c:pt idx="89">
                  <c:v>100.37046751032723</c:v>
                </c:pt>
                <c:pt idx="90">
                  <c:v>103.39322011671369</c:v>
                </c:pt>
                <c:pt idx="91">
                  <c:v>104.82755229165305</c:v>
                </c:pt>
                <c:pt idx="92">
                  <c:v>104.47347714903945</c:v>
                </c:pt>
                <c:pt idx="93">
                  <c:v>104.68329945577342</c:v>
                </c:pt>
                <c:pt idx="94">
                  <c:v>103.5538653203069</c:v>
                </c:pt>
                <c:pt idx="95">
                  <c:v>104.29480034096127</c:v>
                </c:pt>
                <c:pt idx="96">
                  <c:v>104.29480034096127</c:v>
                </c:pt>
                <c:pt idx="97">
                  <c:v>101.80152121172384</c:v>
                </c:pt>
                <c:pt idx="98">
                  <c:v>101.67366074355783</c:v>
                </c:pt>
                <c:pt idx="99">
                  <c:v>101.2884401022884</c:v>
                </c:pt>
                <c:pt idx="100">
                  <c:v>101.30975018031607</c:v>
                </c:pt>
                <c:pt idx="101">
                  <c:v>100.48685332109373</c:v>
                </c:pt>
                <c:pt idx="102">
                  <c:v>102.1293685659957</c:v>
                </c:pt>
                <c:pt idx="103">
                  <c:v>102.1293685659957</c:v>
                </c:pt>
                <c:pt idx="104">
                  <c:v>103.76204839026954</c:v>
                </c:pt>
                <c:pt idx="105">
                  <c:v>103.01455642252971</c:v>
                </c:pt>
                <c:pt idx="106">
                  <c:v>102.03429283325688</c:v>
                </c:pt>
                <c:pt idx="107">
                  <c:v>102.24083666644815</c:v>
                </c:pt>
                <c:pt idx="108">
                  <c:v>101.30975018031607</c:v>
                </c:pt>
                <c:pt idx="109">
                  <c:v>104.28496492033311</c:v>
                </c:pt>
                <c:pt idx="110">
                  <c:v>102.66867746377289</c:v>
                </c:pt>
                <c:pt idx="111">
                  <c:v>102.31624155793064</c:v>
                </c:pt>
                <c:pt idx="112">
                  <c:v>100.56717592289031</c:v>
                </c:pt>
                <c:pt idx="113">
                  <c:v>99.621336305816016</c:v>
                </c:pt>
                <c:pt idx="114">
                  <c:v>101.03927611304175</c:v>
                </c:pt>
                <c:pt idx="115">
                  <c:v>99.981968395515025</c:v>
                </c:pt>
                <c:pt idx="116">
                  <c:v>98.713199134482991</c:v>
                </c:pt>
                <c:pt idx="117">
                  <c:v>99.703298144383965</c:v>
                </c:pt>
                <c:pt idx="118">
                  <c:v>101.32778178480098</c:v>
                </c:pt>
                <c:pt idx="119">
                  <c:v>100.45242934889512</c:v>
                </c:pt>
                <c:pt idx="120">
                  <c:v>100.45570782243786</c:v>
                </c:pt>
                <c:pt idx="121">
                  <c:v>100.48029637400825</c:v>
                </c:pt>
                <c:pt idx="122">
                  <c:v>100.48029637400825</c:v>
                </c:pt>
                <c:pt idx="123">
                  <c:v>101.26713002426068</c:v>
                </c:pt>
                <c:pt idx="124">
                  <c:v>101.26713002426068</c:v>
                </c:pt>
                <c:pt idx="125">
                  <c:v>97.742770965838289</c:v>
                </c:pt>
                <c:pt idx="126">
                  <c:v>96.959215789128578</c:v>
                </c:pt>
                <c:pt idx="127">
                  <c:v>95.829781653662053</c:v>
                </c:pt>
                <c:pt idx="128">
                  <c:v>98.150940921906752</c:v>
                </c:pt>
                <c:pt idx="129">
                  <c:v>99.87377876860532</c:v>
                </c:pt>
                <c:pt idx="130">
                  <c:v>99.572159202675209</c:v>
                </c:pt>
                <c:pt idx="131">
                  <c:v>99.083666644810165</c:v>
                </c:pt>
                <c:pt idx="132">
                  <c:v>100.46882171660873</c:v>
                </c:pt>
                <c:pt idx="133">
                  <c:v>100.78355517670973</c:v>
                </c:pt>
                <c:pt idx="134">
                  <c:v>99.914759687889315</c:v>
                </c:pt>
                <c:pt idx="135">
                  <c:v>100.36882827355583</c:v>
                </c:pt>
                <c:pt idx="136">
                  <c:v>101.63267982427384</c:v>
                </c:pt>
                <c:pt idx="137">
                  <c:v>100.91961182873256</c:v>
                </c:pt>
                <c:pt idx="138">
                  <c:v>99.650842567700479</c:v>
                </c:pt>
                <c:pt idx="139">
                  <c:v>100.34423972198545</c:v>
                </c:pt>
                <c:pt idx="140">
                  <c:v>100.84256770047864</c:v>
                </c:pt>
                <c:pt idx="141">
                  <c:v>99.947544423316501</c:v>
                </c:pt>
                <c:pt idx="142">
                  <c:v>96.682184774768857</c:v>
                </c:pt>
                <c:pt idx="143">
                  <c:v>97.936200904858694</c:v>
                </c:pt>
                <c:pt idx="144">
                  <c:v>100.02131007802764</c:v>
                </c:pt>
                <c:pt idx="145">
                  <c:v>98.859091207133943</c:v>
                </c:pt>
                <c:pt idx="146">
                  <c:v>98.655825847485403</c:v>
                </c:pt>
                <c:pt idx="147">
                  <c:v>97.529670185561585</c:v>
                </c:pt>
                <c:pt idx="148">
                  <c:v>98.780407842108687</c:v>
                </c:pt>
                <c:pt idx="149">
                  <c:v>97.339518720083888</c:v>
                </c:pt>
                <c:pt idx="150">
                  <c:v>98.282079863615451</c:v>
                </c:pt>
                <c:pt idx="151">
                  <c:v>98.277162153301376</c:v>
                </c:pt>
                <c:pt idx="152">
                  <c:v>99.357419185627123</c:v>
                </c:pt>
                <c:pt idx="153">
                  <c:v>100.00163923677131</c:v>
                </c:pt>
                <c:pt idx="154">
                  <c:v>100.73929578388298</c:v>
                </c:pt>
                <c:pt idx="155">
                  <c:v>102.32935545210147</c:v>
                </c:pt>
                <c:pt idx="156">
                  <c:v>101.45072454265291</c:v>
                </c:pt>
                <c:pt idx="157">
                  <c:v>102.56376631040584</c:v>
                </c:pt>
                <c:pt idx="158">
                  <c:v>103.73582060192773</c:v>
                </c:pt>
                <c:pt idx="159">
                  <c:v>103.08996131401217</c:v>
                </c:pt>
                <c:pt idx="160">
                  <c:v>102.92603763687625</c:v>
                </c:pt>
                <c:pt idx="161">
                  <c:v>102.46213363058156</c:v>
                </c:pt>
                <c:pt idx="162">
                  <c:v>101.88676152383447</c:v>
                </c:pt>
                <c:pt idx="163">
                  <c:v>103.16700544226606</c:v>
                </c:pt>
                <c:pt idx="164">
                  <c:v>103.26044193823351</c:v>
                </c:pt>
                <c:pt idx="165">
                  <c:v>101.55071798570582</c:v>
                </c:pt>
                <c:pt idx="166">
                  <c:v>101.66382532292961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82AD-4FC5-BDE1-CFD33C343EB1}"/>
            </c:ext>
          </c:extLst>
        </c:ser>
        <c:ser>
          <c:idx val="8"/>
          <c:order val="8"/>
          <c:tx>
            <c:strRef>
              <c:f>EQ!$I$58</c:f>
              <c:strCache>
                <c:ptCount val="1"/>
                <c:pt idx="0">
                  <c:v>ROCEQIU LX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EQ!$J$37:$FU$37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EQ!$J$58:$FU$58</c:f>
              <c:numCache>
                <c:formatCode>General</c:formatCode>
                <c:ptCount val="168"/>
                <c:pt idx="0">
                  <c:v>100</c:v>
                </c:pt>
                <c:pt idx="1">
                  <c:v>99.858263730701097</c:v>
                </c:pt>
                <c:pt idx="2">
                  <c:v>102.90559352062769</c:v>
                </c:pt>
                <c:pt idx="3">
                  <c:v>104.63173880030372</c:v>
                </c:pt>
                <c:pt idx="4">
                  <c:v>104.08504176157935</c:v>
                </c:pt>
                <c:pt idx="5">
                  <c:v>102.97139964565932</c:v>
                </c:pt>
                <c:pt idx="6">
                  <c:v>103.01695773221969</c:v>
                </c:pt>
                <c:pt idx="7">
                  <c:v>103.75601113642117</c:v>
                </c:pt>
                <c:pt idx="8">
                  <c:v>105.23917995444191</c:v>
                </c:pt>
                <c:pt idx="9">
                  <c:v>105.87193115666919</c:v>
                </c:pt>
                <c:pt idx="10">
                  <c:v>104.20146798278915</c:v>
                </c:pt>
                <c:pt idx="11">
                  <c:v>104.79372310807389</c:v>
                </c:pt>
                <c:pt idx="12">
                  <c:v>104.19640597317134</c:v>
                </c:pt>
                <c:pt idx="13">
                  <c:v>103.70032903062516</c:v>
                </c:pt>
                <c:pt idx="14">
                  <c:v>104.03442166540117</c:v>
                </c:pt>
                <c:pt idx="15">
                  <c:v>103.81169324221716</c:v>
                </c:pt>
                <c:pt idx="16">
                  <c:v>104.72791698304226</c:v>
                </c:pt>
                <c:pt idx="17">
                  <c:v>104.88483928119463</c:v>
                </c:pt>
                <c:pt idx="18">
                  <c:v>105.67957479119211</c:v>
                </c:pt>
                <c:pt idx="19">
                  <c:v>107.54745634016706</c:v>
                </c:pt>
                <c:pt idx="20">
                  <c:v>108.07390534042015</c:v>
                </c:pt>
                <c:pt idx="21">
                  <c:v>105.83143507972666</c:v>
                </c:pt>
                <c:pt idx="22">
                  <c:v>102.98152366489498</c:v>
                </c:pt>
                <c:pt idx="23">
                  <c:v>102.4854467223488</c:v>
                </c:pt>
                <c:pt idx="24">
                  <c:v>102.35889648190334</c:v>
                </c:pt>
                <c:pt idx="25">
                  <c:v>101.24525436598331</c:v>
                </c:pt>
                <c:pt idx="26">
                  <c:v>101.99443178942042</c:v>
                </c:pt>
                <c:pt idx="27">
                  <c:v>103.91799544419135</c:v>
                </c:pt>
                <c:pt idx="28">
                  <c:v>104.73297899266009</c:v>
                </c:pt>
                <c:pt idx="29">
                  <c:v>105.15818780055682</c:v>
                </c:pt>
                <c:pt idx="30">
                  <c:v>104.71779296380663</c:v>
                </c:pt>
                <c:pt idx="31">
                  <c:v>102.9612756264237</c:v>
                </c:pt>
                <c:pt idx="32">
                  <c:v>103.30549228043536</c:v>
                </c:pt>
                <c:pt idx="33">
                  <c:v>103.30549228043536</c:v>
                </c:pt>
                <c:pt idx="34">
                  <c:v>103.30549228043536</c:v>
                </c:pt>
                <c:pt idx="35">
                  <c:v>103.30549228043536</c:v>
                </c:pt>
                <c:pt idx="36">
                  <c:v>102.67274107820808</c:v>
                </c:pt>
                <c:pt idx="37">
                  <c:v>104.32295621361683</c:v>
                </c:pt>
                <c:pt idx="38">
                  <c:v>103.19412806884336</c:v>
                </c:pt>
                <c:pt idx="39">
                  <c:v>104.206529992407</c:v>
                </c:pt>
                <c:pt idx="40">
                  <c:v>102.88028347253861</c:v>
                </c:pt>
                <c:pt idx="41">
                  <c:v>101.87800556821058</c:v>
                </c:pt>
                <c:pt idx="42">
                  <c:v>100.90609972158948</c:v>
                </c:pt>
                <c:pt idx="43">
                  <c:v>100.05568210579601</c:v>
                </c:pt>
                <c:pt idx="44">
                  <c:v>96.537585421412317</c:v>
                </c:pt>
                <c:pt idx="45">
                  <c:v>97.853707922045061</c:v>
                </c:pt>
                <c:pt idx="46">
                  <c:v>98.931915970640347</c:v>
                </c:pt>
                <c:pt idx="47">
                  <c:v>96.213616805871936</c:v>
                </c:pt>
                <c:pt idx="48">
                  <c:v>99.392558845861814</c:v>
                </c:pt>
                <c:pt idx="49">
                  <c:v>100.34421665401166</c:v>
                </c:pt>
                <c:pt idx="50">
                  <c:v>98.744621614781082</c:v>
                </c:pt>
                <c:pt idx="51">
                  <c:v>99.235636547709461</c:v>
                </c:pt>
                <c:pt idx="52">
                  <c:v>99.028094153378916</c:v>
                </c:pt>
                <c:pt idx="53">
                  <c:v>100.65299924069859</c:v>
                </c:pt>
                <c:pt idx="54">
                  <c:v>99.306504682358934</c:v>
                </c:pt>
                <c:pt idx="55">
                  <c:v>97.94988610478363</c:v>
                </c:pt>
                <c:pt idx="56">
                  <c:v>97.119716527461435</c:v>
                </c:pt>
                <c:pt idx="57">
                  <c:v>93.333333333333357</c:v>
                </c:pt>
                <c:pt idx="58">
                  <c:v>94.624145785877033</c:v>
                </c:pt>
                <c:pt idx="59">
                  <c:v>96.11743862313341</c:v>
                </c:pt>
                <c:pt idx="60">
                  <c:v>95.712477853707952</c:v>
                </c:pt>
                <c:pt idx="61">
                  <c:v>95.439129334345751</c:v>
                </c:pt>
                <c:pt idx="62">
                  <c:v>94.791192103265004</c:v>
                </c:pt>
                <c:pt idx="63">
                  <c:v>93.768666160465727</c:v>
                </c:pt>
                <c:pt idx="64">
                  <c:v>96.294608959757042</c:v>
                </c:pt>
                <c:pt idx="65">
                  <c:v>95.894710199949401</c:v>
                </c:pt>
                <c:pt idx="66">
                  <c:v>95.894710199949401</c:v>
                </c:pt>
                <c:pt idx="67">
                  <c:v>95.894710199949401</c:v>
                </c:pt>
                <c:pt idx="68">
                  <c:v>95.894710199949401</c:v>
                </c:pt>
                <c:pt idx="69">
                  <c:v>98.375094912680353</c:v>
                </c:pt>
                <c:pt idx="70">
                  <c:v>98.916729941786897</c:v>
                </c:pt>
                <c:pt idx="71">
                  <c:v>99.382434826626181</c:v>
                </c:pt>
                <c:pt idx="72">
                  <c:v>98.49152113389016</c:v>
                </c:pt>
                <c:pt idx="73">
                  <c:v>99.336876740065819</c:v>
                </c:pt>
                <c:pt idx="74">
                  <c:v>100.55175904834219</c:v>
                </c:pt>
                <c:pt idx="75">
                  <c:v>102.11085801063022</c:v>
                </c:pt>
                <c:pt idx="76">
                  <c:v>101.55909896228803</c:v>
                </c:pt>
                <c:pt idx="77">
                  <c:v>102.69805112629716</c:v>
                </c:pt>
                <c:pt idx="78">
                  <c:v>102.40445456846371</c:v>
                </c:pt>
                <c:pt idx="79">
                  <c:v>101.55909896228805</c:v>
                </c:pt>
                <c:pt idx="80">
                  <c:v>100.62262718299168</c:v>
                </c:pt>
                <c:pt idx="81">
                  <c:v>100.51126297139967</c:v>
                </c:pt>
                <c:pt idx="82">
                  <c:v>100.98202986585679</c:v>
                </c:pt>
                <c:pt idx="83">
                  <c:v>100.09617818273858</c:v>
                </c:pt>
                <c:pt idx="84">
                  <c:v>101.08833206783096</c:v>
                </c:pt>
                <c:pt idx="85">
                  <c:v>100.70868134649459</c:v>
                </c:pt>
                <c:pt idx="86">
                  <c:v>100.70868134649459</c:v>
                </c:pt>
                <c:pt idx="87">
                  <c:v>100.70868134649459</c:v>
                </c:pt>
                <c:pt idx="88">
                  <c:v>100.93140976967858</c:v>
                </c:pt>
                <c:pt idx="89">
                  <c:v>103.01189572260189</c:v>
                </c:pt>
                <c:pt idx="90">
                  <c:v>105.04176157934701</c:v>
                </c:pt>
                <c:pt idx="91">
                  <c:v>103.77119716527463</c:v>
                </c:pt>
                <c:pt idx="92">
                  <c:v>103.94836750189828</c:v>
                </c:pt>
                <c:pt idx="93">
                  <c:v>104.0091116173121</c:v>
                </c:pt>
                <c:pt idx="94">
                  <c:v>104.17109592508228</c:v>
                </c:pt>
                <c:pt idx="95">
                  <c:v>104.04454568463682</c:v>
                </c:pt>
                <c:pt idx="96">
                  <c:v>102.55125284738044</c:v>
                </c:pt>
                <c:pt idx="97">
                  <c:v>100.42014679827894</c:v>
                </c:pt>
                <c:pt idx="98">
                  <c:v>100.39483675018985</c:v>
                </c:pt>
                <c:pt idx="99">
                  <c:v>100.5821311060491</c:v>
                </c:pt>
                <c:pt idx="100">
                  <c:v>100.40496076942547</c:v>
                </c:pt>
                <c:pt idx="101">
                  <c:v>100.05062009617821</c:v>
                </c:pt>
                <c:pt idx="102">
                  <c:v>100.05062009617821</c:v>
                </c:pt>
                <c:pt idx="103">
                  <c:v>100.45051885598585</c:v>
                </c:pt>
                <c:pt idx="104">
                  <c:v>99.549481144014194</c:v>
                </c:pt>
                <c:pt idx="105">
                  <c:v>96.962794229309068</c:v>
                </c:pt>
                <c:pt idx="106">
                  <c:v>98.532017210832734</c:v>
                </c:pt>
                <c:pt idx="107">
                  <c:v>98.152366489496373</c:v>
                </c:pt>
                <c:pt idx="108">
                  <c:v>99.605163249810218</c:v>
                </c:pt>
                <c:pt idx="109">
                  <c:v>99.9341938749684</c:v>
                </c:pt>
                <c:pt idx="110">
                  <c:v>98.258668691470561</c:v>
                </c:pt>
                <c:pt idx="111">
                  <c:v>97.762591748924365</c:v>
                </c:pt>
                <c:pt idx="112">
                  <c:v>95.206276891926152</c:v>
                </c:pt>
                <c:pt idx="113">
                  <c:v>95.155656795747959</c:v>
                </c:pt>
                <c:pt idx="114">
                  <c:v>94.533029612756309</c:v>
                </c:pt>
                <c:pt idx="115">
                  <c:v>93.606681852695559</c:v>
                </c:pt>
                <c:pt idx="116">
                  <c:v>96.157934700075984</c:v>
                </c:pt>
                <c:pt idx="117">
                  <c:v>96.810933940774547</c:v>
                </c:pt>
                <c:pt idx="118">
                  <c:v>96.664135661857813</c:v>
                </c:pt>
                <c:pt idx="119">
                  <c:v>96.03138445963053</c:v>
                </c:pt>
                <c:pt idx="120">
                  <c:v>95.545431536319967</c:v>
                </c:pt>
                <c:pt idx="121">
                  <c:v>95.545431536319967</c:v>
                </c:pt>
                <c:pt idx="122">
                  <c:v>95.737787901797049</c:v>
                </c:pt>
                <c:pt idx="123">
                  <c:v>94.836750189825395</c:v>
                </c:pt>
                <c:pt idx="124">
                  <c:v>93.885092381675562</c:v>
                </c:pt>
                <c:pt idx="125">
                  <c:v>93.799038218172655</c:v>
                </c:pt>
                <c:pt idx="126">
                  <c:v>90.873196659073685</c:v>
                </c:pt>
                <c:pt idx="127">
                  <c:v>92.427233611743901</c:v>
                </c:pt>
                <c:pt idx="128">
                  <c:v>92.300683371298447</c:v>
                </c:pt>
                <c:pt idx="129">
                  <c:v>92.300683371298447</c:v>
                </c:pt>
                <c:pt idx="130">
                  <c:v>92.219691217413356</c:v>
                </c:pt>
                <c:pt idx="131">
                  <c:v>93.090356871678097</c:v>
                </c:pt>
                <c:pt idx="132">
                  <c:v>93.323209314097753</c:v>
                </c:pt>
                <c:pt idx="133">
                  <c:v>92.609465957985364</c:v>
                </c:pt>
                <c:pt idx="134">
                  <c:v>93.880030372057774</c:v>
                </c:pt>
                <c:pt idx="135">
                  <c:v>92.943558592761391</c:v>
                </c:pt>
                <c:pt idx="136">
                  <c:v>94.776006074411598</c:v>
                </c:pt>
                <c:pt idx="137">
                  <c:v>92.143761073146109</c:v>
                </c:pt>
                <c:pt idx="138">
                  <c:v>91.511009870918826</c:v>
                </c:pt>
                <c:pt idx="139">
                  <c:v>94.198936977980338</c:v>
                </c:pt>
                <c:pt idx="140">
                  <c:v>94.796254112882906</c:v>
                </c:pt>
                <c:pt idx="141">
                  <c:v>90.847886610984645</c:v>
                </c:pt>
                <c:pt idx="142">
                  <c:v>92.563907871425045</c:v>
                </c:pt>
                <c:pt idx="143">
                  <c:v>93.804100227790514</c:v>
                </c:pt>
                <c:pt idx="144">
                  <c:v>93.333333333333414</c:v>
                </c:pt>
                <c:pt idx="145">
                  <c:v>93.616805871931234</c:v>
                </c:pt>
                <c:pt idx="146">
                  <c:v>92.452543659833026</c:v>
                </c:pt>
                <c:pt idx="147">
                  <c:v>93.475069602632331</c:v>
                </c:pt>
                <c:pt idx="148">
                  <c:v>92.725892179195242</c:v>
                </c:pt>
                <c:pt idx="149">
                  <c:v>93.880030372057817</c:v>
                </c:pt>
                <c:pt idx="150">
                  <c:v>93.39913945836507</c:v>
                </c:pt>
                <c:pt idx="151">
                  <c:v>95.034168564920378</c:v>
                </c:pt>
                <c:pt idx="152">
                  <c:v>95.206276891926194</c:v>
                </c:pt>
                <c:pt idx="153">
                  <c:v>96.274360921285847</c:v>
                </c:pt>
                <c:pt idx="154">
                  <c:v>97.443685143001872</c:v>
                </c:pt>
                <c:pt idx="155">
                  <c:v>96.466717286762943</c:v>
                </c:pt>
                <c:pt idx="156">
                  <c:v>96.770437863832029</c:v>
                </c:pt>
                <c:pt idx="157">
                  <c:v>97.529739306504766</c:v>
                </c:pt>
                <c:pt idx="158">
                  <c:v>97.646165527714587</c:v>
                </c:pt>
                <c:pt idx="159">
                  <c:v>96.24398886357892</c:v>
                </c:pt>
                <c:pt idx="160">
                  <c:v>96.299670969374915</c:v>
                </c:pt>
                <c:pt idx="161">
                  <c:v>94.927866362946162</c:v>
                </c:pt>
                <c:pt idx="162">
                  <c:v>96.648949633004378</c:v>
                </c:pt>
                <c:pt idx="163">
                  <c:v>96.152872690458182</c:v>
                </c:pt>
                <c:pt idx="164">
                  <c:v>95.889648190331641</c:v>
                </c:pt>
                <c:pt idx="165">
                  <c:v>96.988104277398207</c:v>
                </c:pt>
                <c:pt idx="166">
                  <c:v>96.988104277398207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82AD-4FC5-BDE1-CFD33C343EB1}"/>
            </c:ext>
          </c:extLst>
        </c:ser>
        <c:ser>
          <c:idx val="9"/>
          <c:order val="9"/>
          <c:tx>
            <c:strRef>
              <c:f>EQ!$I$59</c:f>
              <c:strCache>
                <c:ptCount val="1"/>
                <c:pt idx="0">
                  <c:v>CQQQ US</c:v>
                </c:pt>
              </c:strCache>
            </c:strRef>
          </c:tx>
          <c:spPr>
            <a:ln w="28575" cap="rnd">
              <a:solidFill>
                <a:schemeClr val="accent4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EQ!$J$37:$FU$37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EQ!$J$59:$FU$59</c:f>
              <c:numCache>
                <c:formatCode>General</c:formatCode>
                <c:ptCount val="168"/>
                <c:pt idx="0">
                  <c:v>100</c:v>
                </c:pt>
                <c:pt idx="1">
                  <c:v>104.48076923076923</c:v>
                </c:pt>
                <c:pt idx="2">
                  <c:v>107.05769230769229</c:v>
                </c:pt>
                <c:pt idx="3">
                  <c:v>107.38461538461537</c:v>
                </c:pt>
                <c:pt idx="4">
                  <c:v>106.57692307692307</c:v>
                </c:pt>
                <c:pt idx="5">
                  <c:v>107.28846153846152</c:v>
                </c:pt>
                <c:pt idx="6">
                  <c:v>108.3653846153846</c:v>
                </c:pt>
                <c:pt idx="7">
                  <c:v>113.24999999999999</c:v>
                </c:pt>
                <c:pt idx="8">
                  <c:v>109.48076923076921</c:v>
                </c:pt>
                <c:pt idx="9">
                  <c:v>110.3653846153846</c:v>
                </c:pt>
                <c:pt idx="10">
                  <c:v>110.63461538461536</c:v>
                </c:pt>
                <c:pt idx="11">
                  <c:v>109.38461538461536</c:v>
                </c:pt>
                <c:pt idx="12">
                  <c:v>109.38461538461536</c:v>
                </c:pt>
                <c:pt idx="13">
                  <c:v>106.24999999999997</c:v>
                </c:pt>
                <c:pt idx="14">
                  <c:v>109.86538461538458</c:v>
                </c:pt>
                <c:pt idx="15">
                  <c:v>110.26923076923075</c:v>
                </c:pt>
                <c:pt idx="16">
                  <c:v>111.07692307692304</c:v>
                </c:pt>
                <c:pt idx="17">
                  <c:v>109.88461538461536</c:v>
                </c:pt>
                <c:pt idx="18">
                  <c:v>111.05769230769228</c:v>
                </c:pt>
                <c:pt idx="19">
                  <c:v>111.17307692307691</c:v>
                </c:pt>
                <c:pt idx="20">
                  <c:v>109.51923076923075</c:v>
                </c:pt>
                <c:pt idx="21">
                  <c:v>107.30769230769228</c:v>
                </c:pt>
                <c:pt idx="22">
                  <c:v>105.49999999999999</c:v>
                </c:pt>
                <c:pt idx="23">
                  <c:v>104.26923076923076</c:v>
                </c:pt>
                <c:pt idx="24">
                  <c:v>100.96153846153845</c:v>
                </c:pt>
                <c:pt idx="25">
                  <c:v>100.28846153846152</c:v>
                </c:pt>
                <c:pt idx="26">
                  <c:v>103.46153846153844</c:v>
                </c:pt>
                <c:pt idx="27">
                  <c:v>104.01923076923076</c:v>
                </c:pt>
                <c:pt idx="28">
                  <c:v>103.88461538461537</c:v>
                </c:pt>
                <c:pt idx="29">
                  <c:v>103.73076923076921</c:v>
                </c:pt>
                <c:pt idx="30">
                  <c:v>101.15384615384615</c:v>
                </c:pt>
                <c:pt idx="31">
                  <c:v>102.23076923076921</c:v>
                </c:pt>
                <c:pt idx="32">
                  <c:v>102.23076923076921</c:v>
                </c:pt>
                <c:pt idx="33">
                  <c:v>102.42307692307692</c:v>
                </c:pt>
                <c:pt idx="34">
                  <c:v>103.23076923076923</c:v>
                </c:pt>
                <c:pt idx="35">
                  <c:v>102.75</c:v>
                </c:pt>
                <c:pt idx="36">
                  <c:v>102.98076923076923</c:v>
                </c:pt>
                <c:pt idx="37">
                  <c:v>102.46153846153847</c:v>
                </c:pt>
                <c:pt idx="38">
                  <c:v>102.07692307692308</c:v>
                </c:pt>
                <c:pt idx="39">
                  <c:v>102.5</c:v>
                </c:pt>
                <c:pt idx="40">
                  <c:v>100.53846153846155</c:v>
                </c:pt>
                <c:pt idx="41">
                  <c:v>100.13461538461539</c:v>
                </c:pt>
                <c:pt idx="42">
                  <c:v>98.211538461538467</c:v>
                </c:pt>
                <c:pt idx="43">
                  <c:v>93.442307692307708</c:v>
                </c:pt>
                <c:pt idx="44">
                  <c:v>95.250000000000014</c:v>
                </c:pt>
                <c:pt idx="45">
                  <c:v>93.730769230769241</c:v>
                </c:pt>
                <c:pt idx="46">
                  <c:v>93.807692307692321</c:v>
                </c:pt>
                <c:pt idx="47">
                  <c:v>96.634615384615387</c:v>
                </c:pt>
                <c:pt idx="48">
                  <c:v>97.961538461538453</c:v>
                </c:pt>
                <c:pt idx="49">
                  <c:v>96.634615384615373</c:v>
                </c:pt>
                <c:pt idx="50">
                  <c:v>94.92307692307692</c:v>
                </c:pt>
                <c:pt idx="51">
                  <c:v>94.730769230769226</c:v>
                </c:pt>
                <c:pt idx="52">
                  <c:v>96.269230769230774</c:v>
                </c:pt>
                <c:pt idx="53">
                  <c:v>94.84615384615384</c:v>
                </c:pt>
                <c:pt idx="54">
                  <c:v>93.384615384615387</c:v>
                </c:pt>
                <c:pt idx="55">
                  <c:v>92.557692307692307</c:v>
                </c:pt>
                <c:pt idx="56">
                  <c:v>88.673076923076906</c:v>
                </c:pt>
                <c:pt idx="57">
                  <c:v>88.749999999999986</c:v>
                </c:pt>
                <c:pt idx="58">
                  <c:v>88.192307692307679</c:v>
                </c:pt>
                <c:pt idx="59">
                  <c:v>91.096153846153825</c:v>
                </c:pt>
                <c:pt idx="60">
                  <c:v>87.230769230769212</c:v>
                </c:pt>
                <c:pt idx="61">
                  <c:v>86.653846153846146</c:v>
                </c:pt>
                <c:pt idx="62">
                  <c:v>85.999999999999986</c:v>
                </c:pt>
                <c:pt idx="63">
                  <c:v>88.499999999999986</c:v>
                </c:pt>
                <c:pt idx="64">
                  <c:v>88.230769230769212</c:v>
                </c:pt>
                <c:pt idx="65">
                  <c:v>86.826923076923052</c:v>
                </c:pt>
                <c:pt idx="66">
                  <c:v>86.826923076923052</c:v>
                </c:pt>
                <c:pt idx="67">
                  <c:v>86.846153846153825</c:v>
                </c:pt>
                <c:pt idx="68">
                  <c:v>86.788461538461533</c:v>
                </c:pt>
                <c:pt idx="69">
                  <c:v>91.942307692307693</c:v>
                </c:pt>
                <c:pt idx="70">
                  <c:v>91.173076923076906</c:v>
                </c:pt>
                <c:pt idx="71">
                  <c:v>91.59615384615384</c:v>
                </c:pt>
                <c:pt idx="72">
                  <c:v>92.634615384615373</c:v>
                </c:pt>
                <c:pt idx="73">
                  <c:v>94.365384615384599</c:v>
                </c:pt>
                <c:pt idx="74">
                  <c:v>94.134615384615373</c:v>
                </c:pt>
                <c:pt idx="75">
                  <c:v>95.115384615384599</c:v>
                </c:pt>
                <c:pt idx="76">
                  <c:v>97.134615384615358</c:v>
                </c:pt>
                <c:pt idx="77">
                  <c:v>97.461538461538439</c:v>
                </c:pt>
                <c:pt idx="78">
                  <c:v>94.865384615384585</c:v>
                </c:pt>
                <c:pt idx="79">
                  <c:v>96.596153846153811</c:v>
                </c:pt>
                <c:pt idx="80">
                  <c:v>94.673076923076891</c:v>
                </c:pt>
                <c:pt idx="81">
                  <c:v>96.269230769230759</c:v>
                </c:pt>
                <c:pt idx="82">
                  <c:v>96.615384615384613</c:v>
                </c:pt>
                <c:pt idx="83">
                  <c:v>94.942307692307679</c:v>
                </c:pt>
                <c:pt idx="84">
                  <c:v>94.384615384615373</c:v>
                </c:pt>
                <c:pt idx="85">
                  <c:v>98.09615384615384</c:v>
                </c:pt>
                <c:pt idx="86">
                  <c:v>98.384615384615373</c:v>
                </c:pt>
                <c:pt idx="87">
                  <c:v>98.115384615384613</c:v>
                </c:pt>
                <c:pt idx="88">
                  <c:v>98.115384615384613</c:v>
                </c:pt>
                <c:pt idx="89">
                  <c:v>102.96153846153845</c:v>
                </c:pt>
                <c:pt idx="90">
                  <c:v>102.32692307692308</c:v>
                </c:pt>
                <c:pt idx="91">
                  <c:v>103.15384615384616</c:v>
                </c:pt>
                <c:pt idx="92">
                  <c:v>105.28846153846156</c:v>
                </c:pt>
                <c:pt idx="93">
                  <c:v>103.19230769230771</c:v>
                </c:pt>
                <c:pt idx="94">
                  <c:v>108.23076923076925</c:v>
                </c:pt>
                <c:pt idx="95">
                  <c:v>103.03846153846156</c:v>
                </c:pt>
                <c:pt idx="96">
                  <c:v>99.884615384615401</c:v>
                </c:pt>
                <c:pt idx="97">
                  <c:v>100.42307692307695</c:v>
                </c:pt>
                <c:pt idx="98">
                  <c:v>101.44230769230771</c:v>
                </c:pt>
                <c:pt idx="99">
                  <c:v>103.21153846153848</c:v>
                </c:pt>
                <c:pt idx="100">
                  <c:v>101.23076923076925</c:v>
                </c:pt>
                <c:pt idx="101">
                  <c:v>101.48076923076927</c:v>
                </c:pt>
                <c:pt idx="102">
                  <c:v>101.48076923076927</c:v>
                </c:pt>
                <c:pt idx="103">
                  <c:v>104.84615384615388</c:v>
                </c:pt>
                <c:pt idx="104">
                  <c:v>103.2692307692308</c:v>
                </c:pt>
                <c:pt idx="105">
                  <c:v>103.67307692307695</c:v>
                </c:pt>
                <c:pt idx="106">
                  <c:v>101.53846153846156</c:v>
                </c:pt>
                <c:pt idx="107">
                  <c:v>100.59615384615388</c:v>
                </c:pt>
                <c:pt idx="108">
                  <c:v>104.0192307692308</c:v>
                </c:pt>
                <c:pt idx="109">
                  <c:v>102.4615384615385</c:v>
                </c:pt>
                <c:pt idx="110">
                  <c:v>103.51923076923079</c:v>
                </c:pt>
                <c:pt idx="111">
                  <c:v>98.288461538461561</c:v>
                </c:pt>
                <c:pt idx="112">
                  <c:v>97.230769230769255</c:v>
                </c:pt>
                <c:pt idx="113">
                  <c:v>99.423076923076948</c:v>
                </c:pt>
                <c:pt idx="114">
                  <c:v>98.653846153846175</c:v>
                </c:pt>
                <c:pt idx="115">
                  <c:v>99.923076923076934</c:v>
                </c:pt>
                <c:pt idx="116">
                  <c:v>98.65384615384616</c:v>
                </c:pt>
                <c:pt idx="117">
                  <c:v>103.19230769230771</c:v>
                </c:pt>
                <c:pt idx="118">
                  <c:v>101.51923076923079</c:v>
                </c:pt>
                <c:pt idx="119">
                  <c:v>103.2692307692308</c:v>
                </c:pt>
                <c:pt idx="120">
                  <c:v>105.92307692307695</c:v>
                </c:pt>
                <c:pt idx="121">
                  <c:v>105.92307692307695</c:v>
                </c:pt>
                <c:pt idx="122">
                  <c:v>105.94230769230774</c:v>
                </c:pt>
                <c:pt idx="123">
                  <c:v>102.98076923076927</c:v>
                </c:pt>
                <c:pt idx="124">
                  <c:v>103.88461538461544</c:v>
                </c:pt>
                <c:pt idx="125">
                  <c:v>105.17307692307696</c:v>
                </c:pt>
                <c:pt idx="126">
                  <c:v>104.2115384615385</c:v>
                </c:pt>
                <c:pt idx="127">
                  <c:v>106.55769230769234</c:v>
                </c:pt>
                <c:pt idx="128">
                  <c:v>109.67307692307696</c:v>
                </c:pt>
                <c:pt idx="129">
                  <c:v>109.5961538461539</c:v>
                </c:pt>
                <c:pt idx="130">
                  <c:v>103.82692307692312</c:v>
                </c:pt>
                <c:pt idx="131">
                  <c:v>103.82692307692312</c:v>
                </c:pt>
                <c:pt idx="132">
                  <c:v>104.69230769230774</c:v>
                </c:pt>
                <c:pt idx="133">
                  <c:v>103.73076923076927</c:v>
                </c:pt>
                <c:pt idx="134">
                  <c:v>105.32692307692312</c:v>
                </c:pt>
                <c:pt idx="135">
                  <c:v>109.94230769230774</c:v>
                </c:pt>
                <c:pt idx="136">
                  <c:v>107.00000000000004</c:v>
                </c:pt>
                <c:pt idx="137">
                  <c:v>102.30769230769235</c:v>
                </c:pt>
                <c:pt idx="138">
                  <c:v>103.86538461538464</c:v>
                </c:pt>
                <c:pt idx="139">
                  <c:v>103.44230769230772</c:v>
                </c:pt>
                <c:pt idx="140">
                  <c:v>101.94230769230772</c:v>
                </c:pt>
                <c:pt idx="141">
                  <c:v>96.769230769230802</c:v>
                </c:pt>
                <c:pt idx="142">
                  <c:v>96.980769230769269</c:v>
                </c:pt>
                <c:pt idx="143">
                  <c:v>100.67307692307696</c:v>
                </c:pt>
                <c:pt idx="144">
                  <c:v>98.942307692307736</c:v>
                </c:pt>
                <c:pt idx="145">
                  <c:v>96.923076923076948</c:v>
                </c:pt>
                <c:pt idx="146">
                  <c:v>95.923076923076948</c:v>
                </c:pt>
                <c:pt idx="147">
                  <c:v>98.250000000000014</c:v>
                </c:pt>
                <c:pt idx="148">
                  <c:v>95.884615384615387</c:v>
                </c:pt>
                <c:pt idx="149">
                  <c:v>96.000000000000014</c:v>
                </c:pt>
                <c:pt idx="150">
                  <c:v>95.480769230769241</c:v>
                </c:pt>
                <c:pt idx="151">
                  <c:v>96.730769230769241</c:v>
                </c:pt>
                <c:pt idx="152">
                  <c:v>96.519230769230774</c:v>
                </c:pt>
                <c:pt idx="153">
                  <c:v>99.40384615384616</c:v>
                </c:pt>
                <c:pt idx="154">
                  <c:v>100.03846153846155</c:v>
                </c:pt>
                <c:pt idx="155">
                  <c:v>100.34615384615385</c:v>
                </c:pt>
                <c:pt idx="156">
                  <c:v>102.07692307692308</c:v>
                </c:pt>
                <c:pt idx="157">
                  <c:v>101.67307692307692</c:v>
                </c:pt>
                <c:pt idx="158">
                  <c:v>99.67307692307692</c:v>
                </c:pt>
                <c:pt idx="159">
                  <c:v>99.807692307692307</c:v>
                </c:pt>
                <c:pt idx="160">
                  <c:v>98.17307692307692</c:v>
                </c:pt>
                <c:pt idx="161">
                  <c:v>97.846153846153854</c:v>
                </c:pt>
                <c:pt idx="162">
                  <c:v>99.596153846153854</c:v>
                </c:pt>
                <c:pt idx="163">
                  <c:v>97.115384615384627</c:v>
                </c:pt>
                <c:pt idx="164">
                  <c:v>95.211538461538467</c:v>
                </c:pt>
                <c:pt idx="165">
                  <c:v>94.096153846153854</c:v>
                </c:pt>
                <c:pt idx="166">
                  <c:v>94.942307692307693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82AD-4FC5-BDE1-CFD33C343EB1}"/>
            </c:ext>
          </c:extLst>
        </c:ser>
        <c:ser>
          <c:idx val="10"/>
          <c:order val="10"/>
          <c:tx>
            <c:strRef>
              <c:f>EQ!$I$60</c:f>
              <c:strCache>
                <c:ptCount val="1"/>
                <c:pt idx="0">
                  <c:v>FXI US</c:v>
                </c:pt>
              </c:strCache>
            </c:strRef>
          </c:tx>
          <c:spPr>
            <a:ln w="28575" cap="rnd">
              <a:solidFill>
                <a:schemeClr val="accent5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EQ!$J$37:$FU$37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EQ!$J$60:$FU$60</c:f>
              <c:numCache>
                <c:formatCode>General</c:formatCode>
                <c:ptCount val="168"/>
                <c:pt idx="0">
                  <c:v>100</c:v>
                </c:pt>
                <c:pt idx="1">
                  <c:v>103.99582136328023</c:v>
                </c:pt>
                <c:pt idx="2">
                  <c:v>104.28310263776442</c:v>
                </c:pt>
                <c:pt idx="3">
                  <c:v>104.23086967876728</c:v>
                </c:pt>
                <c:pt idx="4">
                  <c:v>102.58553147035778</c:v>
                </c:pt>
                <c:pt idx="5">
                  <c:v>102.89892922434053</c:v>
                </c:pt>
                <c:pt idx="6">
                  <c:v>102.76834682684772</c:v>
                </c:pt>
                <c:pt idx="7">
                  <c:v>106.13737268216242</c:v>
                </c:pt>
                <c:pt idx="8">
                  <c:v>105.11882998171843</c:v>
                </c:pt>
                <c:pt idx="9">
                  <c:v>104.5703839122486</c:v>
                </c:pt>
                <c:pt idx="10">
                  <c:v>104.46591799425435</c:v>
                </c:pt>
                <c:pt idx="11">
                  <c:v>102.6377644293549</c:v>
                </c:pt>
                <c:pt idx="12">
                  <c:v>102.6377644293549</c:v>
                </c:pt>
                <c:pt idx="13">
                  <c:v>101.51475581091667</c:v>
                </c:pt>
                <c:pt idx="14">
                  <c:v>102.74223034734918</c:v>
                </c:pt>
                <c:pt idx="15">
                  <c:v>103.10786106032906</c:v>
                </c:pt>
                <c:pt idx="16">
                  <c:v>103.00339514233481</c:v>
                </c:pt>
                <c:pt idx="17">
                  <c:v>103.02951162183339</c:v>
                </c:pt>
                <c:pt idx="18">
                  <c:v>104.30921911726301</c:v>
                </c:pt>
                <c:pt idx="19">
                  <c:v>105.77174196918259</c:v>
                </c:pt>
                <c:pt idx="20">
                  <c:v>106.50300339514237</c:v>
                </c:pt>
                <c:pt idx="21">
                  <c:v>103.44737529381042</c:v>
                </c:pt>
                <c:pt idx="22">
                  <c:v>102.29825019587363</c:v>
                </c:pt>
                <c:pt idx="23">
                  <c:v>101.12300861843826</c:v>
                </c:pt>
                <c:pt idx="24">
                  <c:v>99.947767041002905</c:v>
                </c:pt>
                <c:pt idx="25">
                  <c:v>99.764951684512965</c:v>
                </c:pt>
                <c:pt idx="26">
                  <c:v>102.42883259336644</c:v>
                </c:pt>
                <c:pt idx="27">
                  <c:v>102.89892922434059</c:v>
                </c:pt>
                <c:pt idx="28">
                  <c:v>103.23844345782193</c:v>
                </c:pt>
                <c:pt idx="29">
                  <c:v>103.08174458083053</c:v>
                </c:pt>
                <c:pt idx="30">
                  <c:v>100.96630974144686</c:v>
                </c:pt>
                <c:pt idx="31">
                  <c:v>100.10446591799428</c:v>
                </c:pt>
                <c:pt idx="32">
                  <c:v>100.10446591799428</c:v>
                </c:pt>
                <c:pt idx="33">
                  <c:v>100.60067902846698</c:v>
                </c:pt>
                <c:pt idx="34">
                  <c:v>101.12300861843823</c:v>
                </c:pt>
                <c:pt idx="35">
                  <c:v>100.83572734395403</c:v>
                </c:pt>
                <c:pt idx="36">
                  <c:v>101.35805693392531</c:v>
                </c:pt>
                <c:pt idx="37">
                  <c:v>101.01854270044397</c:v>
                </c:pt>
                <c:pt idx="38">
                  <c:v>100.20893183598849</c:v>
                </c:pt>
                <c:pt idx="39">
                  <c:v>100.33951423348132</c:v>
                </c:pt>
                <c:pt idx="40">
                  <c:v>97.64951684512927</c:v>
                </c:pt>
                <c:pt idx="41">
                  <c:v>97.362235570645069</c:v>
                </c:pt>
                <c:pt idx="42">
                  <c:v>96.369809349699651</c:v>
                </c:pt>
                <c:pt idx="43">
                  <c:v>94.17602507182032</c:v>
                </c:pt>
                <c:pt idx="44">
                  <c:v>94.567772264298767</c:v>
                </c:pt>
                <c:pt idx="45">
                  <c:v>92.922434055889255</c:v>
                </c:pt>
                <c:pt idx="46">
                  <c:v>93.549229563854794</c:v>
                </c:pt>
                <c:pt idx="47">
                  <c:v>95.272917210759971</c:v>
                </c:pt>
                <c:pt idx="48">
                  <c:v>95.560198485244172</c:v>
                </c:pt>
                <c:pt idx="49">
                  <c:v>95.063985374771448</c:v>
                </c:pt>
                <c:pt idx="50">
                  <c:v>94.437189866805909</c:v>
                </c:pt>
                <c:pt idx="51">
                  <c:v>94.646121702794417</c:v>
                </c:pt>
                <c:pt idx="52">
                  <c:v>96.317576390702499</c:v>
                </c:pt>
                <c:pt idx="53">
                  <c:v>96.343692870201068</c:v>
                </c:pt>
                <c:pt idx="54">
                  <c:v>94.541655784800184</c:v>
                </c:pt>
                <c:pt idx="55">
                  <c:v>94.515539305301601</c:v>
                </c:pt>
                <c:pt idx="56">
                  <c:v>91.825541916949547</c:v>
                </c:pt>
                <c:pt idx="57">
                  <c:v>92.400104465917963</c:v>
                </c:pt>
                <c:pt idx="58">
                  <c:v>92.295638547923716</c:v>
                </c:pt>
                <c:pt idx="59">
                  <c:v>94.019326194828892</c:v>
                </c:pt>
                <c:pt idx="60">
                  <c:v>91.224862888482591</c:v>
                </c:pt>
                <c:pt idx="61">
                  <c:v>91.015931052494082</c:v>
                </c:pt>
                <c:pt idx="62">
                  <c:v>91.40767824497253</c:v>
                </c:pt>
                <c:pt idx="63">
                  <c:v>93.758161399843246</c:v>
                </c:pt>
                <c:pt idx="64">
                  <c:v>92.870201096892089</c:v>
                </c:pt>
                <c:pt idx="65">
                  <c:v>92.870201096892089</c:v>
                </c:pt>
                <c:pt idx="66">
                  <c:v>92.870201096892089</c:v>
                </c:pt>
                <c:pt idx="67">
                  <c:v>92.844084617393506</c:v>
                </c:pt>
                <c:pt idx="68">
                  <c:v>92.661269260903552</c:v>
                </c:pt>
                <c:pt idx="69">
                  <c:v>94.93340297727859</c:v>
                </c:pt>
                <c:pt idx="70">
                  <c:v>94.776704100287205</c:v>
                </c:pt>
                <c:pt idx="71">
                  <c:v>94.672238182292958</c:v>
                </c:pt>
                <c:pt idx="72">
                  <c:v>95.22068425176279</c:v>
                </c:pt>
                <c:pt idx="73">
                  <c:v>96.343692870201039</c:v>
                </c:pt>
                <c:pt idx="74">
                  <c:v>96.317576390702484</c:v>
                </c:pt>
                <c:pt idx="75">
                  <c:v>97.231653173152196</c:v>
                </c:pt>
                <c:pt idx="76">
                  <c:v>98.19796291459906</c:v>
                </c:pt>
                <c:pt idx="77">
                  <c:v>98.354661791590431</c:v>
                </c:pt>
                <c:pt idx="78">
                  <c:v>96.918255419169441</c:v>
                </c:pt>
                <c:pt idx="79">
                  <c:v>96.552624706189548</c:v>
                </c:pt>
                <c:pt idx="80">
                  <c:v>95.299033690258497</c:v>
                </c:pt>
                <c:pt idx="81">
                  <c:v>96.265343431705332</c:v>
                </c:pt>
                <c:pt idx="82">
                  <c:v>95.194567772264236</c:v>
                </c:pt>
                <c:pt idx="83">
                  <c:v>94.672238182292958</c:v>
                </c:pt>
                <c:pt idx="84">
                  <c:v>94.907286497780035</c:v>
                </c:pt>
                <c:pt idx="85">
                  <c:v>96.082528075215393</c:v>
                </c:pt>
                <c:pt idx="86">
                  <c:v>96.134761034212531</c:v>
                </c:pt>
                <c:pt idx="87">
                  <c:v>95.455732567249868</c:v>
                </c:pt>
                <c:pt idx="88">
                  <c:v>95.299033690258497</c:v>
                </c:pt>
                <c:pt idx="89">
                  <c:v>97.910681640114845</c:v>
                </c:pt>
                <c:pt idx="90">
                  <c:v>97.127187255157935</c:v>
                </c:pt>
                <c:pt idx="91">
                  <c:v>97.257769652650765</c:v>
                </c:pt>
                <c:pt idx="92">
                  <c:v>97.858448681117736</c:v>
                </c:pt>
                <c:pt idx="93">
                  <c:v>97.492817968137842</c:v>
                </c:pt>
                <c:pt idx="94">
                  <c:v>99.921650561504265</c:v>
                </c:pt>
                <c:pt idx="95">
                  <c:v>97.257769652650779</c:v>
                </c:pt>
                <c:pt idx="96">
                  <c:v>94.54165578480017</c:v>
                </c:pt>
                <c:pt idx="97">
                  <c:v>94.437189866805909</c:v>
                </c:pt>
                <c:pt idx="98">
                  <c:v>94.750587620788679</c:v>
                </c:pt>
                <c:pt idx="99">
                  <c:v>94.646121702794431</c:v>
                </c:pt>
                <c:pt idx="100">
                  <c:v>93.732044920344705</c:v>
                </c:pt>
                <c:pt idx="101">
                  <c:v>92.765735178897856</c:v>
                </c:pt>
                <c:pt idx="102">
                  <c:v>92.765735178897856</c:v>
                </c:pt>
                <c:pt idx="103">
                  <c:v>93.366414207364812</c:v>
                </c:pt>
                <c:pt idx="104">
                  <c:v>92.243405588926578</c:v>
                </c:pt>
                <c:pt idx="105">
                  <c:v>91.381561765473975</c:v>
                </c:pt>
                <c:pt idx="106">
                  <c:v>91.538260642465346</c:v>
                </c:pt>
                <c:pt idx="107">
                  <c:v>92.295638547923716</c:v>
                </c:pt>
                <c:pt idx="108">
                  <c:v>94.959519456777201</c:v>
                </c:pt>
                <c:pt idx="109">
                  <c:v>92.817968137894994</c:v>
                </c:pt>
                <c:pt idx="110">
                  <c:v>92.635152781405054</c:v>
                </c:pt>
                <c:pt idx="111">
                  <c:v>90.754766257508479</c:v>
                </c:pt>
                <c:pt idx="112">
                  <c:v>90.571950901018525</c:v>
                </c:pt>
                <c:pt idx="113">
                  <c:v>90.598067380517094</c:v>
                </c:pt>
                <c:pt idx="114">
                  <c:v>90.754766257508479</c:v>
                </c:pt>
                <c:pt idx="115">
                  <c:v>91.172629929485481</c:v>
                </c:pt>
                <c:pt idx="116">
                  <c:v>92.1650561504309</c:v>
                </c:pt>
                <c:pt idx="117">
                  <c:v>92.176626929350448</c:v>
                </c:pt>
                <c:pt idx="118">
                  <c:v>90.732675211573678</c:v>
                </c:pt>
                <c:pt idx="119">
                  <c:v>88.343591460342992</c:v>
                </c:pt>
                <c:pt idx="120">
                  <c:v>87.424713094485028</c:v>
                </c:pt>
                <c:pt idx="121">
                  <c:v>87.424713094485028</c:v>
                </c:pt>
                <c:pt idx="122">
                  <c:v>87.766010773232267</c:v>
                </c:pt>
                <c:pt idx="123">
                  <c:v>86.190790717475778</c:v>
                </c:pt>
                <c:pt idx="124">
                  <c:v>84.956868340466528</c:v>
                </c:pt>
                <c:pt idx="125">
                  <c:v>83.171618943942505</c:v>
                </c:pt>
                <c:pt idx="126">
                  <c:v>82.935335935579033</c:v>
                </c:pt>
                <c:pt idx="127">
                  <c:v>83.250379946730334</c:v>
                </c:pt>
                <c:pt idx="128">
                  <c:v>82.935335935579033</c:v>
                </c:pt>
                <c:pt idx="129">
                  <c:v>83.932975304224811</c:v>
                </c:pt>
                <c:pt idx="130">
                  <c:v>83.775453298649168</c:v>
                </c:pt>
                <c:pt idx="131">
                  <c:v>83.775453298649168</c:v>
                </c:pt>
                <c:pt idx="132">
                  <c:v>85.298166019213781</c:v>
                </c:pt>
                <c:pt idx="133">
                  <c:v>85.298166019213781</c:v>
                </c:pt>
                <c:pt idx="134">
                  <c:v>87.79226444082822</c:v>
                </c:pt>
                <c:pt idx="135">
                  <c:v>87.713503438040391</c:v>
                </c:pt>
                <c:pt idx="136">
                  <c:v>87.897279111211986</c:v>
                </c:pt>
                <c:pt idx="137">
                  <c:v>87.79226444082822</c:v>
                </c:pt>
                <c:pt idx="138">
                  <c:v>88.658635471494293</c:v>
                </c:pt>
                <c:pt idx="139">
                  <c:v>89.99757251888731</c:v>
                </c:pt>
                <c:pt idx="140">
                  <c:v>90.653914208785835</c:v>
                </c:pt>
                <c:pt idx="141">
                  <c:v>89.603767504948181</c:v>
                </c:pt>
                <c:pt idx="142">
                  <c:v>91.992851256178852</c:v>
                </c:pt>
                <c:pt idx="143">
                  <c:v>90.916450884745259</c:v>
                </c:pt>
                <c:pt idx="144">
                  <c:v>90.391377532826425</c:v>
                </c:pt>
                <c:pt idx="145">
                  <c:v>90.470138535614268</c:v>
                </c:pt>
                <c:pt idx="146">
                  <c:v>90.785182546765569</c:v>
                </c:pt>
                <c:pt idx="147">
                  <c:v>92.622939278481482</c:v>
                </c:pt>
                <c:pt idx="148">
                  <c:v>93.594324979531308</c:v>
                </c:pt>
                <c:pt idx="149">
                  <c:v>94.828247356540558</c:v>
                </c:pt>
                <c:pt idx="150">
                  <c:v>95.878394060378227</c:v>
                </c:pt>
                <c:pt idx="151">
                  <c:v>95.825886725186336</c:v>
                </c:pt>
                <c:pt idx="152">
                  <c:v>95.72087205480257</c:v>
                </c:pt>
                <c:pt idx="153">
                  <c:v>95.327067040863454</c:v>
                </c:pt>
                <c:pt idx="154">
                  <c:v>94.723232686156791</c:v>
                </c:pt>
                <c:pt idx="155">
                  <c:v>94.381935007409567</c:v>
                </c:pt>
                <c:pt idx="156">
                  <c:v>94.959515694520277</c:v>
                </c:pt>
                <c:pt idx="157">
                  <c:v>95.799633057590412</c:v>
                </c:pt>
                <c:pt idx="158">
                  <c:v>93.62057864712726</c:v>
                </c:pt>
                <c:pt idx="159">
                  <c:v>92.491670940501777</c:v>
                </c:pt>
                <c:pt idx="160">
                  <c:v>91.520285239451951</c:v>
                </c:pt>
                <c:pt idx="161">
                  <c:v>91.59904624223978</c:v>
                </c:pt>
                <c:pt idx="162">
                  <c:v>92.150373261754552</c:v>
                </c:pt>
                <c:pt idx="163">
                  <c:v>92.045358591370785</c:v>
                </c:pt>
                <c:pt idx="164">
                  <c:v>93.673085982319151</c:v>
                </c:pt>
                <c:pt idx="165">
                  <c:v>93.646832314723213</c:v>
                </c:pt>
                <c:pt idx="166">
                  <c:v>94.145651999046081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82AD-4FC5-BDE1-CFD33C343EB1}"/>
            </c:ext>
          </c:extLst>
        </c:ser>
        <c:ser>
          <c:idx val="11"/>
          <c:order val="11"/>
          <c:tx>
            <c:strRef>
              <c:f>EQ!$I$61</c:f>
              <c:strCache>
                <c:ptCount val="1"/>
                <c:pt idx="0">
                  <c:v>UBCOIA3 LX</c:v>
                </c:pt>
              </c:strCache>
            </c:strRef>
          </c:tx>
          <c:marker>
            <c:symbol val="none"/>
          </c:marker>
          <c:cat>
            <c:numRef>
              <c:f>EQ!$J$37:$FU$37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EQ!$J$61:$FU$61</c:f>
              <c:numCache>
                <c:formatCode>General</c:formatCode>
                <c:ptCount val="168"/>
                <c:pt idx="0">
                  <c:v>100</c:v>
                </c:pt>
                <c:pt idx="1">
                  <c:v>100</c:v>
                </c:pt>
                <c:pt idx="2">
                  <c:v>103.10565414775073</c:v>
                </c:pt>
                <c:pt idx="3">
                  <c:v>103.71440363186132</c:v>
                </c:pt>
                <c:pt idx="4">
                  <c:v>103.31200990507634</c:v>
                </c:pt>
                <c:pt idx="5">
                  <c:v>102.11514651258769</c:v>
                </c:pt>
                <c:pt idx="6">
                  <c:v>102.8786628146925</c:v>
                </c:pt>
                <c:pt idx="7">
                  <c:v>102.94056954189018</c:v>
                </c:pt>
                <c:pt idx="8">
                  <c:v>104.37474205530332</c:v>
                </c:pt>
                <c:pt idx="9">
                  <c:v>104.02393726784973</c:v>
                </c:pt>
                <c:pt idx="10">
                  <c:v>103.2707387536112</c:v>
                </c:pt>
                <c:pt idx="11">
                  <c:v>102.78580272389597</c:v>
                </c:pt>
                <c:pt idx="12">
                  <c:v>101.9294263309946</c:v>
                </c:pt>
                <c:pt idx="13">
                  <c:v>102.11514651258766</c:v>
                </c:pt>
                <c:pt idx="14">
                  <c:v>101.78497730086666</c:v>
                </c:pt>
                <c:pt idx="15">
                  <c:v>101.59925711927359</c:v>
                </c:pt>
                <c:pt idx="16">
                  <c:v>102.50722245150635</c:v>
                </c:pt>
                <c:pt idx="17">
                  <c:v>102.10482872472137</c:v>
                </c:pt>
                <c:pt idx="18">
                  <c:v>102.76516714816339</c:v>
                </c:pt>
                <c:pt idx="19">
                  <c:v>104.13743293437882</c:v>
                </c:pt>
                <c:pt idx="20">
                  <c:v>105.67478332645477</c:v>
                </c:pt>
                <c:pt idx="21">
                  <c:v>104.02393726784973</c:v>
                </c:pt>
                <c:pt idx="22">
                  <c:v>102.32150226991331</c:v>
                </c:pt>
                <c:pt idx="23">
                  <c:v>102.99215848122159</c:v>
                </c:pt>
                <c:pt idx="24">
                  <c:v>103.19851423854723</c:v>
                </c:pt>
                <c:pt idx="25">
                  <c:v>102.34213784564588</c:v>
                </c:pt>
                <c:pt idx="26">
                  <c:v>101.70243499793642</c:v>
                </c:pt>
                <c:pt idx="27">
                  <c:v>103.33264548080889</c:v>
                </c:pt>
                <c:pt idx="28">
                  <c:v>103.55963681386709</c:v>
                </c:pt>
                <c:pt idx="29">
                  <c:v>103.96203054065207</c:v>
                </c:pt>
                <c:pt idx="30">
                  <c:v>103.05406520841929</c:v>
                </c:pt>
                <c:pt idx="31">
                  <c:v>101.4960792406108</c:v>
                </c:pt>
                <c:pt idx="32">
                  <c:v>101.4960792406108</c:v>
                </c:pt>
                <c:pt idx="33">
                  <c:v>101.4960792406108</c:v>
                </c:pt>
                <c:pt idx="34">
                  <c:v>101.4960792406108</c:v>
                </c:pt>
                <c:pt idx="35">
                  <c:v>101.4960792406108</c:v>
                </c:pt>
                <c:pt idx="36">
                  <c:v>101.4960792406108</c:v>
                </c:pt>
                <c:pt idx="37">
                  <c:v>101.4960792406108</c:v>
                </c:pt>
                <c:pt idx="38">
                  <c:v>101.10400330169209</c:v>
                </c:pt>
                <c:pt idx="39">
                  <c:v>101.23813454395375</c:v>
                </c:pt>
                <c:pt idx="40">
                  <c:v>100.01031778786626</c:v>
                </c:pt>
                <c:pt idx="41">
                  <c:v>99.773008666941777</c:v>
                </c:pt>
                <c:pt idx="42">
                  <c:v>99.773008666941777</c:v>
                </c:pt>
                <c:pt idx="43">
                  <c:v>95.594304581097788</c:v>
                </c:pt>
                <c:pt idx="44">
                  <c:v>95.377631035905864</c:v>
                </c:pt>
                <c:pt idx="45">
                  <c:v>95.326042096574469</c:v>
                </c:pt>
                <c:pt idx="46">
                  <c:v>95.614940156830343</c:v>
                </c:pt>
                <c:pt idx="47">
                  <c:v>95.222864217911649</c:v>
                </c:pt>
                <c:pt idx="48">
                  <c:v>97.606273215022654</c:v>
                </c:pt>
                <c:pt idx="49">
                  <c:v>98.204704911266987</c:v>
                </c:pt>
                <c:pt idx="50">
                  <c:v>97.29673957903421</c:v>
                </c:pt>
                <c:pt idx="51">
                  <c:v>96.440363186132842</c:v>
                </c:pt>
                <c:pt idx="52">
                  <c:v>97.141972761039995</c:v>
                </c:pt>
                <c:pt idx="53">
                  <c:v>97.585637639290098</c:v>
                </c:pt>
                <c:pt idx="54">
                  <c:v>97.699133305819188</c:v>
                </c:pt>
                <c:pt idx="55">
                  <c:v>95.387948823772149</c:v>
                </c:pt>
                <c:pt idx="56">
                  <c:v>94.717292612463851</c:v>
                </c:pt>
                <c:pt idx="57">
                  <c:v>92.75691291787038</c:v>
                </c:pt>
                <c:pt idx="58">
                  <c:v>93.499793644242644</c:v>
                </c:pt>
                <c:pt idx="59">
                  <c:v>94.015683037556713</c:v>
                </c:pt>
                <c:pt idx="60">
                  <c:v>92.158481221626033</c:v>
                </c:pt>
                <c:pt idx="61">
                  <c:v>92.168799009492332</c:v>
                </c:pt>
                <c:pt idx="62">
                  <c:v>91.735451919108513</c:v>
                </c:pt>
                <c:pt idx="63">
                  <c:v>91.560049525381729</c:v>
                </c:pt>
                <c:pt idx="64">
                  <c:v>93.737102765167108</c:v>
                </c:pt>
                <c:pt idx="65">
                  <c:v>93.128353281056505</c:v>
                </c:pt>
                <c:pt idx="66">
                  <c:v>93.128353281056505</c:v>
                </c:pt>
                <c:pt idx="67">
                  <c:v>93.128353281056505</c:v>
                </c:pt>
                <c:pt idx="68">
                  <c:v>93.128353281056505</c:v>
                </c:pt>
                <c:pt idx="69">
                  <c:v>94.768881551795246</c:v>
                </c:pt>
                <c:pt idx="70">
                  <c:v>95.233182005777905</c:v>
                </c:pt>
                <c:pt idx="71">
                  <c:v>95.625257944696614</c:v>
                </c:pt>
                <c:pt idx="72">
                  <c:v>95.119686339248801</c:v>
                </c:pt>
                <c:pt idx="73">
                  <c:v>95.893520429219905</c:v>
                </c:pt>
                <c:pt idx="74">
                  <c:v>96.419727610400258</c:v>
                </c:pt>
                <c:pt idx="75">
                  <c:v>98.287247214197208</c:v>
                </c:pt>
                <c:pt idx="76">
                  <c:v>97.97771357820875</c:v>
                </c:pt>
                <c:pt idx="77">
                  <c:v>98.813454395377548</c:v>
                </c:pt>
                <c:pt idx="78">
                  <c:v>99.215848122162527</c:v>
                </c:pt>
                <c:pt idx="79">
                  <c:v>97.8951712752785</c:v>
                </c:pt>
                <c:pt idx="80">
                  <c:v>97.245150639702771</c:v>
                </c:pt>
                <c:pt idx="81">
                  <c:v>96.626083367725897</c:v>
                </c:pt>
                <c:pt idx="82">
                  <c:v>96.491952125464238</c:v>
                </c:pt>
                <c:pt idx="83">
                  <c:v>96.388774246801432</c:v>
                </c:pt>
                <c:pt idx="84">
                  <c:v>97.22451506397023</c:v>
                </c:pt>
                <c:pt idx="85">
                  <c:v>96.698307882789877</c:v>
                </c:pt>
                <c:pt idx="86">
                  <c:v>96.698307882789877</c:v>
                </c:pt>
                <c:pt idx="87">
                  <c:v>96.698307882789877</c:v>
                </c:pt>
                <c:pt idx="88">
                  <c:v>96.698307882789877</c:v>
                </c:pt>
                <c:pt idx="89">
                  <c:v>99.824597606273159</c:v>
                </c:pt>
                <c:pt idx="90">
                  <c:v>101.40321914981422</c:v>
                </c:pt>
                <c:pt idx="91">
                  <c:v>100.60874948411055</c:v>
                </c:pt>
                <c:pt idx="92">
                  <c:v>100.81510524143617</c:v>
                </c:pt>
                <c:pt idx="93">
                  <c:v>99.824597606273159</c:v>
                </c:pt>
                <c:pt idx="94">
                  <c:v>100.98018984729669</c:v>
                </c:pt>
                <c:pt idx="95">
                  <c:v>100.98018984729669</c:v>
                </c:pt>
                <c:pt idx="96">
                  <c:v>99.391250515889325</c:v>
                </c:pt>
                <c:pt idx="97">
                  <c:v>97.50309533635982</c:v>
                </c:pt>
                <c:pt idx="98">
                  <c:v>96.925299215848057</c:v>
                </c:pt>
                <c:pt idx="99">
                  <c:v>97.069748245976001</c:v>
                </c:pt>
                <c:pt idx="100">
                  <c:v>96.203054065208349</c:v>
                </c:pt>
                <c:pt idx="101">
                  <c:v>96.512587701196793</c:v>
                </c:pt>
                <c:pt idx="102">
                  <c:v>96.512587701196793</c:v>
                </c:pt>
                <c:pt idx="103">
                  <c:v>95.656211308295411</c:v>
                </c:pt>
                <c:pt idx="104">
                  <c:v>96.440363186132814</c:v>
                </c:pt>
                <c:pt idx="105">
                  <c:v>95.181593066446467</c:v>
                </c:pt>
                <c:pt idx="106">
                  <c:v>94.923648369789433</c:v>
                </c:pt>
                <c:pt idx="107">
                  <c:v>94.727610400330093</c:v>
                </c:pt>
                <c:pt idx="108">
                  <c:v>96.471316549731654</c:v>
                </c:pt>
                <c:pt idx="109">
                  <c:v>96.543541064795619</c:v>
                </c:pt>
                <c:pt idx="110">
                  <c:v>94.655385885266114</c:v>
                </c:pt>
                <c:pt idx="111">
                  <c:v>93.644242674370545</c:v>
                </c:pt>
                <c:pt idx="112">
                  <c:v>91.81799422203872</c:v>
                </c:pt>
                <c:pt idx="113">
                  <c:v>91.962443252166651</c:v>
                </c:pt>
                <c:pt idx="114">
                  <c:v>91.797358646306151</c:v>
                </c:pt>
                <c:pt idx="115">
                  <c:v>91.879900949236401</c:v>
                </c:pt>
                <c:pt idx="116">
                  <c:v>92.354519191085345</c:v>
                </c:pt>
                <c:pt idx="117">
                  <c:v>93.252166735451809</c:v>
                </c:pt>
                <c:pt idx="118">
                  <c:v>92.282294676021351</c:v>
                </c:pt>
                <c:pt idx="119">
                  <c:v>91.487825010317678</c:v>
                </c:pt>
                <c:pt idx="120">
                  <c:v>90.311597193561596</c:v>
                </c:pt>
                <c:pt idx="121">
                  <c:v>90.311597193561596</c:v>
                </c:pt>
                <c:pt idx="122">
                  <c:v>90.311597193561596</c:v>
                </c:pt>
                <c:pt idx="123">
                  <c:v>90.311597193561596</c:v>
                </c:pt>
                <c:pt idx="124">
                  <c:v>87.855963681386612</c:v>
                </c:pt>
                <c:pt idx="125">
                  <c:v>87.690879075526098</c:v>
                </c:pt>
                <c:pt idx="126">
                  <c:v>85.307470078415093</c:v>
                </c:pt>
                <c:pt idx="127">
                  <c:v>87.835328105654042</c:v>
                </c:pt>
                <c:pt idx="128">
                  <c:v>88.83615352868334</c:v>
                </c:pt>
                <c:pt idx="129">
                  <c:v>88.83615352868334</c:v>
                </c:pt>
                <c:pt idx="130">
                  <c:v>88.196450680973896</c:v>
                </c:pt>
                <c:pt idx="131">
                  <c:v>88.444077589764646</c:v>
                </c:pt>
                <c:pt idx="132">
                  <c:v>88.929013619479861</c:v>
                </c:pt>
                <c:pt idx="133">
                  <c:v>88.392488650433222</c:v>
                </c:pt>
                <c:pt idx="134">
                  <c:v>89.145687164671784</c:v>
                </c:pt>
                <c:pt idx="135">
                  <c:v>90.125877011968512</c:v>
                </c:pt>
                <c:pt idx="136">
                  <c:v>89.310771770532284</c:v>
                </c:pt>
                <c:pt idx="137">
                  <c:v>88.578208832026291</c:v>
                </c:pt>
                <c:pt idx="138">
                  <c:v>89.599669830788159</c:v>
                </c:pt>
                <c:pt idx="139">
                  <c:v>90.755262071811686</c:v>
                </c:pt>
                <c:pt idx="140">
                  <c:v>90.940982253404769</c:v>
                </c:pt>
                <c:pt idx="141">
                  <c:v>88.51630210482864</c:v>
                </c:pt>
                <c:pt idx="142">
                  <c:v>90.280643829962756</c:v>
                </c:pt>
                <c:pt idx="143">
                  <c:v>92.014032191498046</c:v>
                </c:pt>
                <c:pt idx="144">
                  <c:v>92.014032191498046</c:v>
                </c:pt>
                <c:pt idx="145">
                  <c:v>90.930664465538484</c:v>
                </c:pt>
                <c:pt idx="146">
                  <c:v>90.136194799834811</c:v>
                </c:pt>
                <c:pt idx="147">
                  <c:v>90.559224102352346</c:v>
                </c:pt>
                <c:pt idx="148">
                  <c:v>90.2600082542302</c:v>
                </c:pt>
                <c:pt idx="149">
                  <c:v>91.518778373916547</c:v>
                </c:pt>
                <c:pt idx="150">
                  <c:v>91.766405282707296</c:v>
                </c:pt>
                <c:pt idx="151">
                  <c:v>92.498968221213275</c:v>
                </c:pt>
                <c:pt idx="152">
                  <c:v>92.973586463062219</c:v>
                </c:pt>
                <c:pt idx="153">
                  <c:v>93.190260008254128</c:v>
                </c:pt>
                <c:pt idx="154">
                  <c:v>93.902187371027566</c:v>
                </c:pt>
                <c:pt idx="155">
                  <c:v>92.767230705736594</c:v>
                </c:pt>
                <c:pt idx="156">
                  <c:v>93.252166735451809</c:v>
                </c:pt>
                <c:pt idx="157">
                  <c:v>93.974411886091517</c:v>
                </c:pt>
                <c:pt idx="158">
                  <c:v>93.716467189434482</c:v>
                </c:pt>
                <c:pt idx="159">
                  <c:v>93.602971522905378</c:v>
                </c:pt>
                <c:pt idx="160">
                  <c:v>92.612463887742365</c:v>
                </c:pt>
                <c:pt idx="161">
                  <c:v>91.828312009904963</c:v>
                </c:pt>
                <c:pt idx="162">
                  <c:v>93.056128765992455</c:v>
                </c:pt>
                <c:pt idx="163">
                  <c:v>92.695006190672601</c:v>
                </c:pt>
                <c:pt idx="164">
                  <c:v>92.044985555096858</c:v>
                </c:pt>
                <c:pt idx="165">
                  <c:v>93.159306644655274</c:v>
                </c:pt>
                <c:pt idx="166">
                  <c:v>93.489475856376259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82AD-4FC5-BDE1-CFD33C343EB1}"/>
            </c:ext>
          </c:extLst>
        </c:ser>
        <c:ser>
          <c:idx val="12"/>
          <c:order val="12"/>
          <c:tx>
            <c:strRef>
              <c:f>EQ!$I$62</c:f>
              <c:strCache>
                <c:ptCount val="1"/>
                <c:pt idx="0">
                  <c:v>MCHI US</c:v>
                </c:pt>
              </c:strCache>
            </c:strRef>
          </c:tx>
          <c:marker>
            <c:symbol val="none"/>
          </c:marker>
          <c:cat>
            <c:numRef>
              <c:f>EQ!$J$37:$FU$37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EQ!$J$62:$FU$62</c:f>
              <c:numCache>
                <c:formatCode>General</c:formatCode>
                <c:ptCount val="168"/>
                <c:pt idx="0">
                  <c:v>100</c:v>
                </c:pt>
                <c:pt idx="1">
                  <c:v>103.61245213917097</c:v>
                </c:pt>
                <c:pt idx="2">
                  <c:v>104.32828366905277</c:v>
                </c:pt>
                <c:pt idx="3">
                  <c:v>104.39487264857667</c:v>
                </c:pt>
                <c:pt idx="4">
                  <c:v>103.01315132345597</c:v>
                </c:pt>
                <c:pt idx="5">
                  <c:v>103.67904111869485</c:v>
                </c:pt>
                <c:pt idx="6">
                  <c:v>103.57915764940903</c:v>
                </c:pt>
                <c:pt idx="7">
                  <c:v>106.97519560512735</c:v>
                </c:pt>
                <c:pt idx="8">
                  <c:v>105.74329948393542</c:v>
                </c:pt>
                <c:pt idx="9">
                  <c:v>105.79324121857833</c:v>
                </c:pt>
                <c:pt idx="10">
                  <c:v>105.85983019810223</c:v>
                </c:pt>
                <c:pt idx="11">
                  <c:v>104.0785749958382</c:v>
                </c:pt>
                <c:pt idx="12">
                  <c:v>104.0785749958382</c:v>
                </c:pt>
                <c:pt idx="13">
                  <c:v>102.6302646911936</c:v>
                </c:pt>
                <c:pt idx="14">
                  <c:v>104.02863326119527</c:v>
                </c:pt>
                <c:pt idx="15">
                  <c:v>104.51140336274347</c:v>
                </c:pt>
                <c:pt idx="16">
                  <c:v>104.44481438321957</c:v>
                </c:pt>
                <c:pt idx="17">
                  <c:v>104.31163642417178</c:v>
                </c:pt>
                <c:pt idx="18">
                  <c:v>105.36041285167302</c:v>
                </c:pt>
                <c:pt idx="19">
                  <c:v>106.3925420342933</c:v>
                </c:pt>
                <c:pt idx="20">
                  <c:v>106.92525387048443</c:v>
                </c:pt>
                <c:pt idx="21">
                  <c:v>103.87880805726651</c:v>
                </c:pt>
                <c:pt idx="22">
                  <c:v>102.56367571166972</c:v>
                </c:pt>
                <c:pt idx="23">
                  <c:v>101.66472448809722</c:v>
                </c:pt>
                <c:pt idx="24">
                  <c:v>100.39953387714334</c:v>
                </c:pt>
                <c:pt idx="25">
                  <c:v>100.04994173464293</c:v>
                </c:pt>
                <c:pt idx="26">
                  <c:v>102.66355918095557</c:v>
                </c:pt>
                <c:pt idx="27">
                  <c:v>103.16297652738473</c:v>
                </c:pt>
                <c:pt idx="28">
                  <c:v>103.19627101714669</c:v>
                </c:pt>
                <c:pt idx="29">
                  <c:v>103.09638754786084</c:v>
                </c:pt>
                <c:pt idx="30">
                  <c:v>100.8490094889296</c:v>
                </c:pt>
                <c:pt idx="31">
                  <c:v>100.46612285666724</c:v>
                </c:pt>
                <c:pt idx="32">
                  <c:v>100.46612285666724</c:v>
                </c:pt>
                <c:pt idx="33">
                  <c:v>100.89895122357251</c:v>
                </c:pt>
                <c:pt idx="34">
                  <c:v>101.46495754952556</c:v>
                </c:pt>
                <c:pt idx="35">
                  <c:v>101.0820709172632</c:v>
                </c:pt>
                <c:pt idx="36">
                  <c:v>101.56484101881139</c:v>
                </c:pt>
                <c:pt idx="37">
                  <c:v>101.14865989678709</c:v>
                </c:pt>
                <c:pt idx="38">
                  <c:v>100.59930081571501</c:v>
                </c:pt>
                <c:pt idx="39">
                  <c:v>100.99883469285835</c:v>
                </c:pt>
                <c:pt idx="40">
                  <c:v>98.601631429998349</c:v>
                </c:pt>
                <c:pt idx="41">
                  <c:v>98.318628267021836</c:v>
                </c:pt>
                <c:pt idx="42">
                  <c:v>97.403029798568355</c:v>
                </c:pt>
                <c:pt idx="43">
                  <c:v>94.722823372731824</c:v>
                </c:pt>
                <c:pt idx="44">
                  <c:v>95.105710004994194</c:v>
                </c:pt>
                <c:pt idx="45">
                  <c:v>93.52422174130183</c:v>
                </c:pt>
                <c:pt idx="46">
                  <c:v>94.423172964874325</c:v>
                </c:pt>
                <c:pt idx="47">
                  <c:v>96.00466122856669</c:v>
                </c:pt>
                <c:pt idx="48">
                  <c:v>97.719327451306825</c:v>
                </c:pt>
                <c:pt idx="49">
                  <c:v>97.070084900948913</c:v>
                </c:pt>
                <c:pt idx="50">
                  <c:v>96.021308473447661</c:v>
                </c:pt>
                <c:pt idx="51">
                  <c:v>96.187780922257389</c:v>
                </c:pt>
                <c:pt idx="52">
                  <c:v>97.719327451306825</c:v>
                </c:pt>
                <c:pt idx="53">
                  <c:v>97.286499084401541</c:v>
                </c:pt>
                <c:pt idx="54">
                  <c:v>95.272182453803907</c:v>
                </c:pt>
                <c:pt idx="55">
                  <c:v>94.572998168803082</c:v>
                </c:pt>
                <c:pt idx="56">
                  <c:v>91.909438987847523</c:v>
                </c:pt>
                <c:pt idx="57">
                  <c:v>92.542034293324463</c:v>
                </c:pt>
                <c:pt idx="58">
                  <c:v>92.625270517729319</c:v>
                </c:pt>
                <c:pt idx="59">
                  <c:v>94.306642250707512</c:v>
                </c:pt>
                <c:pt idx="60">
                  <c:v>91.626435824870981</c:v>
                </c:pt>
                <c:pt idx="61">
                  <c:v>91.260196437489597</c:v>
                </c:pt>
                <c:pt idx="62">
                  <c:v>91.476610620942239</c:v>
                </c:pt>
                <c:pt idx="63">
                  <c:v>93.524221741301801</c:v>
                </c:pt>
                <c:pt idx="64">
                  <c:v>93.224571333444302</c:v>
                </c:pt>
                <c:pt idx="65">
                  <c:v>92.958215415348761</c:v>
                </c:pt>
                <c:pt idx="66">
                  <c:v>92.958215415348761</c:v>
                </c:pt>
                <c:pt idx="67">
                  <c:v>92.941568170467775</c:v>
                </c:pt>
                <c:pt idx="68">
                  <c:v>92.575328783086391</c:v>
                </c:pt>
                <c:pt idx="69">
                  <c:v>95.388713167970693</c:v>
                </c:pt>
                <c:pt idx="70">
                  <c:v>95.23888796404195</c:v>
                </c:pt>
                <c:pt idx="71">
                  <c:v>95.188946229399036</c:v>
                </c:pt>
                <c:pt idx="72">
                  <c:v>95.471949392375564</c:v>
                </c:pt>
                <c:pt idx="73">
                  <c:v>96.587314799400701</c:v>
                </c:pt>
                <c:pt idx="74">
                  <c:v>96.603962044281687</c:v>
                </c:pt>
                <c:pt idx="75">
                  <c:v>97.702680206425853</c:v>
                </c:pt>
                <c:pt idx="76">
                  <c:v>98.701514899284177</c:v>
                </c:pt>
                <c:pt idx="77">
                  <c:v>98.718162144165149</c:v>
                </c:pt>
                <c:pt idx="78">
                  <c:v>96.820376227734315</c:v>
                </c:pt>
                <c:pt idx="79">
                  <c:v>97.053437656067914</c:v>
                </c:pt>
                <c:pt idx="80">
                  <c:v>95.338771433327793</c:v>
                </c:pt>
                <c:pt idx="81">
                  <c:v>96.237722656900289</c:v>
                </c:pt>
                <c:pt idx="82">
                  <c:v>95.089062760113208</c:v>
                </c:pt>
                <c:pt idx="83">
                  <c:v>94.489761944398211</c:v>
                </c:pt>
                <c:pt idx="84">
                  <c:v>94.60629265856501</c:v>
                </c:pt>
                <c:pt idx="85">
                  <c:v>95.838188779756962</c:v>
                </c:pt>
                <c:pt idx="86">
                  <c:v>96.087897452971546</c:v>
                </c:pt>
                <c:pt idx="87">
                  <c:v>95.388713167970707</c:v>
                </c:pt>
                <c:pt idx="88">
                  <c:v>95.255535208922936</c:v>
                </c:pt>
                <c:pt idx="89">
                  <c:v>97.735974696187796</c:v>
                </c:pt>
                <c:pt idx="90">
                  <c:v>97.103379390710856</c:v>
                </c:pt>
                <c:pt idx="91">
                  <c:v>97.086732145829885</c:v>
                </c:pt>
                <c:pt idx="92">
                  <c:v>97.719327451306839</c:v>
                </c:pt>
                <c:pt idx="93">
                  <c:v>96.903612452139186</c:v>
                </c:pt>
                <c:pt idx="94">
                  <c:v>99.533877143332788</c:v>
                </c:pt>
                <c:pt idx="95">
                  <c:v>96.720492758448486</c:v>
                </c:pt>
                <c:pt idx="96">
                  <c:v>94.28999500582654</c:v>
                </c:pt>
                <c:pt idx="97">
                  <c:v>93.823872149159314</c:v>
                </c:pt>
                <c:pt idx="98">
                  <c:v>94.190111536540712</c:v>
                </c:pt>
                <c:pt idx="99">
                  <c:v>94.256700516064598</c:v>
                </c:pt>
                <c:pt idx="100">
                  <c:v>93.157982353920445</c:v>
                </c:pt>
                <c:pt idx="101">
                  <c:v>92.458798068919606</c:v>
                </c:pt>
                <c:pt idx="102">
                  <c:v>92.458798068919606</c:v>
                </c:pt>
                <c:pt idx="103">
                  <c:v>93.391043782254059</c:v>
                </c:pt>
                <c:pt idx="104">
                  <c:v>92.325620109871835</c:v>
                </c:pt>
                <c:pt idx="105">
                  <c:v>91.543199600466139</c:v>
                </c:pt>
                <c:pt idx="106">
                  <c:v>91.726319294156838</c:v>
                </c:pt>
                <c:pt idx="107">
                  <c:v>92.225736640585993</c:v>
                </c:pt>
                <c:pt idx="108">
                  <c:v>95.205593474280022</c:v>
                </c:pt>
                <c:pt idx="109">
                  <c:v>93.191276843682388</c:v>
                </c:pt>
                <c:pt idx="110">
                  <c:v>92.77509572165809</c:v>
                </c:pt>
                <c:pt idx="111">
                  <c:v>90.627601132012671</c:v>
                </c:pt>
                <c:pt idx="112">
                  <c:v>89.778591643083089</c:v>
                </c:pt>
                <c:pt idx="113">
                  <c:v>90.394539703679044</c:v>
                </c:pt>
                <c:pt idx="114">
                  <c:v>90.078242050940574</c:v>
                </c:pt>
                <c:pt idx="115">
                  <c:v>90.461128683202944</c:v>
                </c:pt>
                <c:pt idx="116">
                  <c:v>91.276843682370583</c:v>
                </c:pt>
                <c:pt idx="117">
                  <c:v>91.867058172905757</c:v>
                </c:pt>
                <c:pt idx="118">
                  <c:v>90.529107207343699</c:v>
                </c:pt>
                <c:pt idx="119">
                  <c:v>88.639251468487259</c:v>
                </c:pt>
                <c:pt idx="120">
                  <c:v>88.254590565888179</c:v>
                </c:pt>
                <c:pt idx="121">
                  <c:v>88.254590565888179</c:v>
                </c:pt>
                <c:pt idx="122">
                  <c:v>88.405110049513908</c:v>
                </c:pt>
                <c:pt idx="123">
                  <c:v>86.649049407213695</c:v>
                </c:pt>
                <c:pt idx="124">
                  <c:v>86.013522698571705</c:v>
                </c:pt>
                <c:pt idx="125">
                  <c:v>84.926437539052529</c:v>
                </c:pt>
                <c:pt idx="126">
                  <c:v>84.424705926966752</c:v>
                </c:pt>
                <c:pt idx="127">
                  <c:v>84.943161926122059</c:v>
                </c:pt>
                <c:pt idx="128">
                  <c:v>85.336185022255918</c:v>
                </c:pt>
                <c:pt idx="129">
                  <c:v>86.172404375732214</c:v>
                </c:pt>
                <c:pt idx="130">
                  <c:v>85.143854570956364</c:v>
                </c:pt>
                <c:pt idx="131">
                  <c:v>85.143854570956364</c:v>
                </c:pt>
                <c:pt idx="132">
                  <c:v>87.000261535673744</c:v>
                </c:pt>
                <c:pt idx="133">
                  <c:v>86.598876246005119</c:v>
                </c:pt>
                <c:pt idx="134">
                  <c:v>88.388385662444392</c:v>
                </c:pt>
                <c:pt idx="135">
                  <c:v>88.957014822808276</c:v>
                </c:pt>
                <c:pt idx="136">
                  <c:v>88.856668500391123</c:v>
                </c:pt>
                <c:pt idx="137">
                  <c:v>87.853205276219569</c:v>
                </c:pt>
                <c:pt idx="138">
                  <c:v>89.023912371086382</c:v>
                </c:pt>
                <c:pt idx="139">
                  <c:v>90.56255598148276</c:v>
                </c:pt>
                <c:pt idx="140">
                  <c:v>90.545831594413244</c:v>
                </c:pt>
                <c:pt idx="141">
                  <c:v>88.555629533139665</c:v>
                </c:pt>
                <c:pt idx="142">
                  <c:v>90.445485271996077</c:v>
                </c:pt>
                <c:pt idx="143">
                  <c:v>90.311690175439878</c:v>
                </c:pt>
                <c:pt idx="144">
                  <c:v>89.592541531450266</c:v>
                </c:pt>
                <c:pt idx="145">
                  <c:v>89.224605015920702</c:v>
                </c:pt>
                <c:pt idx="146">
                  <c:v>89.191156241781641</c:v>
                </c:pt>
                <c:pt idx="147">
                  <c:v>90.746524239247549</c:v>
                </c:pt>
                <c:pt idx="148">
                  <c:v>90.99739004529043</c:v>
                </c:pt>
                <c:pt idx="149">
                  <c:v>92.101199591879137</c:v>
                </c:pt>
                <c:pt idx="150">
                  <c:v>92.820348235868749</c:v>
                </c:pt>
                <c:pt idx="151">
                  <c:v>93.322079847954527</c:v>
                </c:pt>
                <c:pt idx="152">
                  <c:v>93.489323718649786</c:v>
                </c:pt>
                <c:pt idx="153">
                  <c:v>93.807087072970788</c:v>
                </c:pt>
                <c:pt idx="154">
                  <c:v>93.673291976414575</c:v>
                </c:pt>
                <c:pt idx="155">
                  <c:v>93.497685912184565</c:v>
                </c:pt>
                <c:pt idx="156">
                  <c:v>94.609857652308051</c:v>
                </c:pt>
                <c:pt idx="157">
                  <c:v>95.211935586810995</c:v>
                </c:pt>
                <c:pt idx="158">
                  <c:v>93.021040880703097</c:v>
                </c:pt>
                <c:pt idx="159">
                  <c:v>92.117923978948696</c:v>
                </c:pt>
                <c:pt idx="160">
                  <c:v>91.014114432360003</c:v>
                </c:pt>
                <c:pt idx="161">
                  <c:v>91.365326560820051</c:v>
                </c:pt>
                <c:pt idx="162">
                  <c:v>92.08447520480965</c:v>
                </c:pt>
                <c:pt idx="163">
                  <c:v>91.816885011697224</c:v>
                </c:pt>
                <c:pt idx="164">
                  <c:v>92.636379978104003</c:v>
                </c:pt>
                <c:pt idx="165">
                  <c:v>92.837072622938322</c:v>
                </c:pt>
                <c:pt idx="166">
                  <c:v>93.087938428981204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82AD-4FC5-BDE1-CFD33C343EB1}"/>
            </c:ext>
          </c:extLst>
        </c:ser>
        <c:ser>
          <c:idx val="13"/>
          <c:order val="13"/>
          <c:tx>
            <c:strRef>
              <c:f>EQ!$I$63</c:f>
              <c:strCache>
                <c:ptCount val="1"/>
                <c:pt idx="0">
                  <c:v>KWEB US</c:v>
                </c:pt>
              </c:strCache>
            </c:strRef>
          </c:tx>
          <c:spPr>
            <a:ln w="25400"/>
          </c:spPr>
          <c:marker>
            <c:symbol val="none"/>
          </c:marker>
          <c:cat>
            <c:numRef>
              <c:f>EQ!$J$37:$FU$37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EQ!$J$63:$FU$63</c:f>
              <c:numCache>
                <c:formatCode>General</c:formatCode>
                <c:ptCount val="168"/>
                <c:pt idx="0">
                  <c:v>100</c:v>
                </c:pt>
                <c:pt idx="1">
                  <c:v>104.64023494860501</c:v>
                </c:pt>
                <c:pt idx="2">
                  <c:v>107.04845814977976</c:v>
                </c:pt>
                <c:pt idx="3">
                  <c:v>106.72540381791487</c:v>
                </c:pt>
                <c:pt idx="4">
                  <c:v>104.31718061674012</c:v>
                </c:pt>
                <c:pt idx="5">
                  <c:v>105.49192364170341</c:v>
                </c:pt>
                <c:pt idx="6">
                  <c:v>105.22760646108667</c:v>
                </c:pt>
                <c:pt idx="7">
                  <c:v>110.60205580029371</c:v>
                </c:pt>
                <c:pt idx="8">
                  <c:v>108.42878120411164</c:v>
                </c:pt>
                <c:pt idx="9">
                  <c:v>108.13509544787081</c:v>
                </c:pt>
                <c:pt idx="10">
                  <c:v>106.8428781204112</c:v>
                </c:pt>
                <c:pt idx="11">
                  <c:v>104.87518355359768</c:v>
                </c:pt>
                <c:pt idx="12">
                  <c:v>104.87518355359768</c:v>
                </c:pt>
                <c:pt idx="13">
                  <c:v>102.7019089574156</c:v>
                </c:pt>
                <c:pt idx="14">
                  <c:v>104.49339207048462</c:v>
                </c:pt>
                <c:pt idx="15">
                  <c:v>105.40381791483117</c:v>
                </c:pt>
                <c:pt idx="16">
                  <c:v>105.43318649045524</c:v>
                </c:pt>
                <c:pt idx="17">
                  <c:v>105.19823788546259</c:v>
                </c:pt>
                <c:pt idx="18">
                  <c:v>105.43318649045526</c:v>
                </c:pt>
                <c:pt idx="19">
                  <c:v>105.99118942731283</c:v>
                </c:pt>
                <c:pt idx="20">
                  <c:v>106.57856093979446</c:v>
                </c:pt>
                <c:pt idx="21">
                  <c:v>103.90602055800299</c:v>
                </c:pt>
                <c:pt idx="22">
                  <c:v>102.99559471365643</c:v>
                </c:pt>
                <c:pt idx="23">
                  <c:v>101.08663729809108</c:v>
                </c:pt>
                <c:pt idx="24">
                  <c:v>98.149779735682841</c:v>
                </c:pt>
                <c:pt idx="25">
                  <c:v>98.002936857562418</c:v>
                </c:pt>
                <c:pt idx="26">
                  <c:v>100.76358296622617</c:v>
                </c:pt>
                <c:pt idx="27">
                  <c:v>100.85168869309841</c:v>
                </c:pt>
                <c:pt idx="28">
                  <c:v>100.76358296622615</c:v>
                </c:pt>
                <c:pt idx="29">
                  <c:v>100.14684287812042</c:v>
                </c:pt>
                <c:pt idx="30">
                  <c:v>96.299559471365654</c:v>
                </c:pt>
                <c:pt idx="31">
                  <c:v>96.299559471365654</c:v>
                </c:pt>
                <c:pt idx="32">
                  <c:v>96.299559471365654</c:v>
                </c:pt>
                <c:pt idx="33">
                  <c:v>96.093979441997078</c:v>
                </c:pt>
                <c:pt idx="34">
                  <c:v>96.593245227606488</c:v>
                </c:pt>
                <c:pt idx="35">
                  <c:v>96.182085168869335</c:v>
                </c:pt>
                <c:pt idx="36">
                  <c:v>96.035242290748926</c:v>
                </c:pt>
                <c:pt idx="37">
                  <c:v>94.801762114537468</c:v>
                </c:pt>
                <c:pt idx="38">
                  <c:v>94.71365638766521</c:v>
                </c:pt>
                <c:pt idx="39">
                  <c:v>94.684287812041134</c:v>
                </c:pt>
                <c:pt idx="40">
                  <c:v>92.393538913362718</c:v>
                </c:pt>
                <c:pt idx="41">
                  <c:v>91.218795888399427</c:v>
                </c:pt>
                <c:pt idx="42">
                  <c:v>90.014684287812059</c:v>
                </c:pt>
                <c:pt idx="43">
                  <c:v>87.547723935389143</c:v>
                </c:pt>
                <c:pt idx="44">
                  <c:v>88.076358296622615</c:v>
                </c:pt>
                <c:pt idx="45">
                  <c:v>86.343612334801762</c:v>
                </c:pt>
                <c:pt idx="46">
                  <c:v>87.254038179148324</c:v>
                </c:pt>
                <c:pt idx="47">
                  <c:v>89.69162995594715</c:v>
                </c:pt>
                <c:pt idx="48">
                  <c:v>91.013215859030851</c:v>
                </c:pt>
                <c:pt idx="49">
                  <c:v>89.54478707782674</c:v>
                </c:pt>
                <c:pt idx="50">
                  <c:v>88.281938325991206</c:v>
                </c:pt>
                <c:pt idx="51">
                  <c:v>88.575624082232039</c:v>
                </c:pt>
                <c:pt idx="52">
                  <c:v>89.985315712187997</c:v>
                </c:pt>
                <c:pt idx="53">
                  <c:v>89.339207048458192</c:v>
                </c:pt>
                <c:pt idx="54">
                  <c:v>86.4904552129222</c:v>
                </c:pt>
                <c:pt idx="55">
                  <c:v>85.433186490455242</c:v>
                </c:pt>
                <c:pt idx="56">
                  <c:v>82.907488986784173</c:v>
                </c:pt>
                <c:pt idx="57">
                  <c:v>83.524229074889902</c:v>
                </c:pt>
                <c:pt idx="58">
                  <c:v>83.054331864904583</c:v>
                </c:pt>
                <c:pt idx="59">
                  <c:v>85.580029368575651</c:v>
                </c:pt>
                <c:pt idx="60">
                  <c:v>82.819383259911916</c:v>
                </c:pt>
                <c:pt idx="61">
                  <c:v>81.967694566813535</c:v>
                </c:pt>
                <c:pt idx="62">
                  <c:v>81.585903083700458</c:v>
                </c:pt>
                <c:pt idx="63">
                  <c:v>83.494860499265798</c:v>
                </c:pt>
                <c:pt idx="64">
                  <c:v>83.113069016152735</c:v>
                </c:pt>
                <c:pt idx="65">
                  <c:v>82.496328928047006</c:v>
                </c:pt>
                <c:pt idx="66">
                  <c:v>82.496328928047006</c:v>
                </c:pt>
                <c:pt idx="67">
                  <c:v>82.64317180616743</c:v>
                </c:pt>
                <c:pt idx="68">
                  <c:v>82.408223201174764</c:v>
                </c:pt>
                <c:pt idx="69">
                  <c:v>85.462555066079318</c:v>
                </c:pt>
                <c:pt idx="70">
                  <c:v>84.552129221732756</c:v>
                </c:pt>
                <c:pt idx="71">
                  <c:v>84.287812041116013</c:v>
                </c:pt>
                <c:pt idx="72">
                  <c:v>84.346549192364165</c:v>
                </c:pt>
                <c:pt idx="73">
                  <c:v>86.255506607929505</c:v>
                </c:pt>
                <c:pt idx="74">
                  <c:v>87.048458149779719</c:v>
                </c:pt>
                <c:pt idx="75">
                  <c:v>88.399412628487497</c:v>
                </c:pt>
                <c:pt idx="76">
                  <c:v>89.427312775330378</c:v>
                </c:pt>
                <c:pt idx="77">
                  <c:v>88.957415565345059</c:v>
                </c:pt>
                <c:pt idx="78">
                  <c:v>86.372980910425824</c:v>
                </c:pt>
                <c:pt idx="79">
                  <c:v>85.844346549192338</c:v>
                </c:pt>
                <c:pt idx="80">
                  <c:v>83.494860499265755</c:v>
                </c:pt>
                <c:pt idx="81">
                  <c:v>84.669603524229046</c:v>
                </c:pt>
                <c:pt idx="82">
                  <c:v>83.289280469897179</c:v>
                </c:pt>
                <c:pt idx="83">
                  <c:v>82.555066079295116</c:v>
                </c:pt>
                <c:pt idx="84">
                  <c:v>82.261380323054297</c:v>
                </c:pt>
                <c:pt idx="85">
                  <c:v>84.493392070484546</c:v>
                </c:pt>
                <c:pt idx="86">
                  <c:v>84.522760646108637</c:v>
                </c:pt>
                <c:pt idx="87">
                  <c:v>83.964757709251074</c:v>
                </c:pt>
                <c:pt idx="88">
                  <c:v>83.788546255506589</c:v>
                </c:pt>
                <c:pt idx="89">
                  <c:v>87.400881057268705</c:v>
                </c:pt>
                <c:pt idx="90">
                  <c:v>86.696035242290719</c:v>
                </c:pt>
                <c:pt idx="91">
                  <c:v>86.784140969162962</c:v>
                </c:pt>
                <c:pt idx="92">
                  <c:v>86.901615271659296</c:v>
                </c:pt>
                <c:pt idx="93">
                  <c:v>85.609397944199671</c:v>
                </c:pt>
                <c:pt idx="94">
                  <c:v>89.838472834067517</c:v>
                </c:pt>
                <c:pt idx="95">
                  <c:v>85.756240822320095</c:v>
                </c:pt>
                <c:pt idx="96">
                  <c:v>82.731277533039631</c:v>
                </c:pt>
                <c:pt idx="97">
                  <c:v>82.408223201174721</c:v>
                </c:pt>
                <c:pt idx="98">
                  <c:v>83.05433186490454</c:v>
                </c:pt>
                <c:pt idx="99">
                  <c:v>82.584434654919221</c:v>
                </c:pt>
                <c:pt idx="100">
                  <c:v>81.145374449339187</c:v>
                </c:pt>
                <c:pt idx="101">
                  <c:v>79.030837004405271</c:v>
                </c:pt>
                <c:pt idx="102">
                  <c:v>79.030837004405271</c:v>
                </c:pt>
                <c:pt idx="103">
                  <c:v>80.058737151248152</c:v>
                </c:pt>
                <c:pt idx="104">
                  <c:v>79.412628487518333</c:v>
                </c:pt>
                <c:pt idx="105">
                  <c:v>78.296622613803208</c:v>
                </c:pt>
                <c:pt idx="106">
                  <c:v>78.502202643171785</c:v>
                </c:pt>
                <c:pt idx="107">
                  <c:v>80.352422907488972</c:v>
                </c:pt>
                <c:pt idx="108">
                  <c:v>83.201174743024936</c:v>
                </c:pt>
                <c:pt idx="109">
                  <c:v>79.941262848751805</c:v>
                </c:pt>
                <c:pt idx="110">
                  <c:v>79.676945668135062</c:v>
                </c:pt>
                <c:pt idx="111">
                  <c:v>77.474302496328889</c:v>
                </c:pt>
                <c:pt idx="112">
                  <c:v>76.71071953010275</c:v>
                </c:pt>
                <c:pt idx="113">
                  <c:v>76.945668135095403</c:v>
                </c:pt>
                <c:pt idx="114">
                  <c:v>77.650513950073375</c:v>
                </c:pt>
                <c:pt idx="115">
                  <c:v>78.032305433186451</c:v>
                </c:pt>
                <c:pt idx="116">
                  <c:v>77.797356828193799</c:v>
                </c:pt>
                <c:pt idx="117">
                  <c:v>78.179148311306875</c:v>
                </c:pt>
                <c:pt idx="118">
                  <c:v>76.005873715124778</c:v>
                </c:pt>
                <c:pt idx="119">
                  <c:v>74.537444933920668</c:v>
                </c:pt>
                <c:pt idx="120">
                  <c:v>74.126284875183515</c:v>
                </c:pt>
                <c:pt idx="121">
                  <c:v>74.126284875183515</c:v>
                </c:pt>
                <c:pt idx="122">
                  <c:v>73.568281938325967</c:v>
                </c:pt>
                <c:pt idx="123">
                  <c:v>71.923641703377356</c:v>
                </c:pt>
                <c:pt idx="124">
                  <c:v>71.365638766519808</c:v>
                </c:pt>
                <c:pt idx="125">
                  <c:v>69.397944199706288</c:v>
                </c:pt>
                <c:pt idx="126">
                  <c:v>70.30837004405285</c:v>
                </c:pt>
                <c:pt idx="127">
                  <c:v>71.365638766519808</c:v>
                </c:pt>
                <c:pt idx="128">
                  <c:v>71.86490455212919</c:v>
                </c:pt>
                <c:pt idx="129">
                  <c:v>73.773861967694543</c:v>
                </c:pt>
                <c:pt idx="130">
                  <c:v>73.392070484581467</c:v>
                </c:pt>
                <c:pt idx="131">
                  <c:v>73.392070484581467</c:v>
                </c:pt>
                <c:pt idx="132">
                  <c:v>75.154185022026411</c:v>
                </c:pt>
                <c:pt idx="133">
                  <c:v>74.919236417033758</c:v>
                </c:pt>
                <c:pt idx="134">
                  <c:v>77.56240822320116</c:v>
                </c:pt>
                <c:pt idx="135">
                  <c:v>77.767988252569751</c:v>
                </c:pt>
                <c:pt idx="136">
                  <c:v>77.474302496328917</c:v>
                </c:pt>
                <c:pt idx="137">
                  <c:v>77.033773861967688</c:v>
                </c:pt>
                <c:pt idx="138">
                  <c:v>76.886930983847279</c:v>
                </c:pt>
                <c:pt idx="139">
                  <c:v>79.295154185022028</c:v>
                </c:pt>
                <c:pt idx="140">
                  <c:v>80.704845814977986</c:v>
                </c:pt>
                <c:pt idx="141">
                  <c:v>78.737151248164466</c:v>
                </c:pt>
                <c:pt idx="142">
                  <c:v>80.587371512481653</c:v>
                </c:pt>
                <c:pt idx="143">
                  <c:v>79.353891336270195</c:v>
                </c:pt>
                <c:pt idx="144">
                  <c:v>77.650513950073432</c:v>
                </c:pt>
                <c:pt idx="145">
                  <c:v>77.151248164464022</c:v>
                </c:pt>
                <c:pt idx="146">
                  <c:v>77.209985315712188</c:v>
                </c:pt>
                <c:pt idx="147">
                  <c:v>79.295154185022028</c:v>
                </c:pt>
                <c:pt idx="148">
                  <c:v>80.205580029368576</c:v>
                </c:pt>
                <c:pt idx="149">
                  <c:v>81.644640234948611</c:v>
                </c:pt>
                <c:pt idx="150">
                  <c:v>82.408223201174749</c:v>
                </c:pt>
                <c:pt idx="151">
                  <c:v>83.671071953010284</c:v>
                </c:pt>
                <c:pt idx="152">
                  <c:v>84.405286343612332</c:v>
                </c:pt>
                <c:pt idx="153">
                  <c:v>84.845814977973575</c:v>
                </c:pt>
                <c:pt idx="154">
                  <c:v>83.817914831130693</c:v>
                </c:pt>
                <c:pt idx="155">
                  <c:v>83.348017621145374</c:v>
                </c:pt>
                <c:pt idx="156">
                  <c:v>84.170337738619679</c:v>
                </c:pt>
                <c:pt idx="157">
                  <c:v>85.521292217327456</c:v>
                </c:pt>
                <c:pt idx="158">
                  <c:v>82.496328928046992</c:v>
                </c:pt>
                <c:pt idx="159">
                  <c:v>80.881057268722472</c:v>
                </c:pt>
                <c:pt idx="160">
                  <c:v>78.854625550660799</c:v>
                </c:pt>
                <c:pt idx="161">
                  <c:v>79.324522760646119</c:v>
                </c:pt>
                <c:pt idx="162">
                  <c:v>79.148311306901618</c:v>
                </c:pt>
                <c:pt idx="163">
                  <c:v>78.649045521292223</c:v>
                </c:pt>
                <c:pt idx="164">
                  <c:v>79.941262848751833</c:v>
                </c:pt>
                <c:pt idx="165">
                  <c:v>78.38472834067548</c:v>
                </c:pt>
                <c:pt idx="166">
                  <c:v>78.296622613803237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82AD-4FC5-BDE1-CFD33C343E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25654912"/>
        <c:axId val="1575770799"/>
      </c:lineChart>
      <c:dateAx>
        <c:axId val="425654912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33A0"/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1575770799"/>
        <c:crosses val="autoZero"/>
        <c:auto val="1"/>
        <c:lblOffset val="100"/>
        <c:baseTimeUnit val="days"/>
      </c:dateAx>
      <c:valAx>
        <c:axId val="1575770799"/>
        <c:scaling>
          <c:orientation val="minMax"/>
          <c:min val="6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33A0"/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425654912"/>
        <c:crosses val="autoZero"/>
        <c:crossBetween val="between"/>
      </c:valAx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0033A0"/>
              </a:solidFill>
              <a:latin typeface="+mn-lt"/>
              <a:ea typeface="+mn-ea"/>
              <a:cs typeface="+mn-cs"/>
            </a:defRPr>
          </a:pPr>
          <a:endParaRPr lang="es-PE"/>
        </a:p>
      </c:txPr>
    </c:legend>
    <c:plotVisOnly val="1"/>
    <c:dispBlanksAs val="gap"/>
    <c:showDLblsOverMax val="0"/>
    <c:extLst/>
  </c:chart>
  <c:txPr>
    <a:bodyPr/>
    <a:lstStyle/>
    <a:p>
      <a:pPr>
        <a:defRPr>
          <a:solidFill>
            <a:srgbClr val="0033A0"/>
          </a:solidFill>
        </a:defRPr>
      </a:pPr>
      <a:endParaRPr lang="es-PE"/>
    </a:p>
  </c:txPr>
  <c:externalData r:id="rId2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EQ!$I$80</c:f>
              <c:strCache>
                <c:ptCount val="1"/>
                <c:pt idx="0">
                  <c:v>INDA US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EQ!$J$37:$FU$37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EQ!$J$80:$FU$80</c:f>
              <c:numCache>
                <c:formatCode>General</c:formatCode>
                <c:ptCount val="168"/>
                <c:pt idx="0">
                  <c:v>100</c:v>
                </c:pt>
                <c:pt idx="1">
                  <c:v>100.9435707678076</c:v>
                </c:pt>
                <c:pt idx="2">
                  <c:v>100.4440333024977</c:v>
                </c:pt>
                <c:pt idx="3">
                  <c:v>100.05550416281223</c:v>
                </c:pt>
                <c:pt idx="4">
                  <c:v>100.27752081406108</c:v>
                </c:pt>
                <c:pt idx="5">
                  <c:v>99.38945420906569</c:v>
                </c:pt>
                <c:pt idx="6">
                  <c:v>98.381128584643861</c:v>
                </c:pt>
                <c:pt idx="7">
                  <c:v>98.797409805735441</c:v>
                </c:pt>
                <c:pt idx="8">
                  <c:v>98.131359851988918</c:v>
                </c:pt>
                <c:pt idx="9">
                  <c:v>98.519888991674392</c:v>
                </c:pt>
                <c:pt idx="10">
                  <c:v>98.46438482886218</c:v>
                </c:pt>
                <c:pt idx="11">
                  <c:v>97.779833487511581</c:v>
                </c:pt>
                <c:pt idx="12">
                  <c:v>97.779833487511581</c:v>
                </c:pt>
                <c:pt idx="13">
                  <c:v>95.707678075855696</c:v>
                </c:pt>
                <c:pt idx="14">
                  <c:v>95.374653098982435</c:v>
                </c:pt>
                <c:pt idx="15">
                  <c:v>95.827937095282152</c:v>
                </c:pt>
                <c:pt idx="16">
                  <c:v>94.801110083256248</c:v>
                </c:pt>
                <c:pt idx="17">
                  <c:v>95.17113783533766</c:v>
                </c:pt>
                <c:pt idx="18">
                  <c:v>95.633672525439422</c:v>
                </c:pt>
                <c:pt idx="19">
                  <c:v>95.263644773358024</c:v>
                </c:pt>
                <c:pt idx="20">
                  <c:v>95.48566142460686</c:v>
                </c:pt>
                <c:pt idx="21">
                  <c:v>95.726179463459786</c:v>
                </c:pt>
                <c:pt idx="22">
                  <c:v>98.575393154486619</c:v>
                </c:pt>
                <c:pt idx="23">
                  <c:v>98.334875115633707</c:v>
                </c:pt>
                <c:pt idx="24">
                  <c:v>98.871415356151743</c:v>
                </c:pt>
                <c:pt idx="25">
                  <c:v>97.964847363552309</c:v>
                </c:pt>
                <c:pt idx="26">
                  <c:v>98.575393154486619</c:v>
                </c:pt>
                <c:pt idx="27">
                  <c:v>98.871415356151743</c:v>
                </c:pt>
                <c:pt idx="28">
                  <c:v>99.426456984273869</c:v>
                </c:pt>
                <c:pt idx="29">
                  <c:v>99.037927844588395</c:v>
                </c:pt>
                <c:pt idx="30">
                  <c:v>98.260869565217433</c:v>
                </c:pt>
                <c:pt idx="31">
                  <c:v>97.853839037927884</c:v>
                </c:pt>
                <c:pt idx="32">
                  <c:v>97.853839037927884</c:v>
                </c:pt>
                <c:pt idx="33">
                  <c:v>98.556891766882558</c:v>
                </c:pt>
                <c:pt idx="34">
                  <c:v>98.649398704902893</c:v>
                </c:pt>
                <c:pt idx="35">
                  <c:v>96.762257169287707</c:v>
                </c:pt>
                <c:pt idx="36">
                  <c:v>98.834412580943592</c:v>
                </c:pt>
                <c:pt idx="37">
                  <c:v>97.335800185013895</c:v>
                </c:pt>
                <c:pt idx="38">
                  <c:v>97.44680851063832</c:v>
                </c:pt>
                <c:pt idx="39">
                  <c:v>97.576318223866821</c:v>
                </c:pt>
                <c:pt idx="40">
                  <c:v>97.280296022201696</c:v>
                </c:pt>
                <c:pt idx="41">
                  <c:v>96.706753006475523</c:v>
                </c:pt>
                <c:pt idx="42">
                  <c:v>94.26456984273824</c:v>
                </c:pt>
                <c:pt idx="43">
                  <c:v>92.91396854764109</c:v>
                </c:pt>
                <c:pt idx="44">
                  <c:v>93.00647548566144</c:v>
                </c:pt>
                <c:pt idx="45">
                  <c:v>93.191489361702125</c:v>
                </c:pt>
                <c:pt idx="46">
                  <c:v>92.488436632747465</c:v>
                </c:pt>
                <c:pt idx="47">
                  <c:v>92.46993524514339</c:v>
                </c:pt>
                <c:pt idx="48">
                  <c:v>92.37742830712304</c:v>
                </c:pt>
                <c:pt idx="49">
                  <c:v>91.156336725254405</c:v>
                </c:pt>
                <c:pt idx="50">
                  <c:v>89.768732654949133</c:v>
                </c:pt>
                <c:pt idx="51">
                  <c:v>88.917668825161897</c:v>
                </c:pt>
                <c:pt idx="52">
                  <c:v>89.842738205365407</c:v>
                </c:pt>
                <c:pt idx="53">
                  <c:v>89.768732654949133</c:v>
                </c:pt>
                <c:pt idx="54">
                  <c:v>88.288621646623497</c:v>
                </c:pt>
                <c:pt idx="55">
                  <c:v>87.918593894542099</c:v>
                </c:pt>
                <c:pt idx="56">
                  <c:v>86.197964847363565</c:v>
                </c:pt>
                <c:pt idx="57">
                  <c:v>88.122109158186888</c:v>
                </c:pt>
                <c:pt idx="58">
                  <c:v>85.827937095282167</c:v>
                </c:pt>
                <c:pt idx="59">
                  <c:v>87.733580018501414</c:v>
                </c:pt>
                <c:pt idx="60">
                  <c:v>86.234967622571716</c:v>
                </c:pt>
                <c:pt idx="61">
                  <c:v>84.77335800185017</c:v>
                </c:pt>
                <c:pt idx="62">
                  <c:v>84.033302497687359</c:v>
                </c:pt>
                <c:pt idx="63">
                  <c:v>86.660499537465341</c:v>
                </c:pt>
                <c:pt idx="64">
                  <c:v>86.41998149861243</c:v>
                </c:pt>
                <c:pt idx="65">
                  <c:v>86.308973172988004</c:v>
                </c:pt>
                <c:pt idx="66">
                  <c:v>86.308973172988004</c:v>
                </c:pt>
                <c:pt idx="67">
                  <c:v>87.419056429232228</c:v>
                </c:pt>
                <c:pt idx="68">
                  <c:v>87.622571692877003</c:v>
                </c:pt>
                <c:pt idx="69">
                  <c:v>91.156336725254434</c:v>
                </c:pt>
                <c:pt idx="70">
                  <c:v>90.786308973173021</c:v>
                </c:pt>
                <c:pt idx="71">
                  <c:v>91.285846438482935</c:v>
                </c:pt>
                <c:pt idx="72">
                  <c:v>91.304347826086996</c:v>
                </c:pt>
                <c:pt idx="73">
                  <c:v>91.951896392229472</c:v>
                </c:pt>
                <c:pt idx="74">
                  <c:v>92.469935245143418</c:v>
                </c:pt>
                <c:pt idx="75">
                  <c:v>92.506938020351569</c:v>
                </c:pt>
                <c:pt idx="76">
                  <c:v>94.875115633672578</c:v>
                </c:pt>
                <c:pt idx="77">
                  <c:v>93.487511563367306</c:v>
                </c:pt>
                <c:pt idx="78">
                  <c:v>92.136910268270171</c:v>
                </c:pt>
                <c:pt idx="79">
                  <c:v>92.469935245143432</c:v>
                </c:pt>
                <c:pt idx="80">
                  <c:v>91.415356151711421</c:v>
                </c:pt>
                <c:pt idx="81">
                  <c:v>91.729879740980635</c:v>
                </c:pt>
                <c:pt idx="82">
                  <c:v>91.359851988899237</c:v>
                </c:pt>
                <c:pt idx="83">
                  <c:v>91.082331174838174</c:v>
                </c:pt>
                <c:pt idx="84">
                  <c:v>90.712303422756776</c:v>
                </c:pt>
                <c:pt idx="85">
                  <c:v>91.433857539315525</c:v>
                </c:pt>
                <c:pt idx="86">
                  <c:v>90.878815911193414</c:v>
                </c:pt>
                <c:pt idx="87">
                  <c:v>89.972247918593979</c:v>
                </c:pt>
                <c:pt idx="88">
                  <c:v>90.952821461609702</c:v>
                </c:pt>
                <c:pt idx="89">
                  <c:v>92.562442183163824</c:v>
                </c:pt>
                <c:pt idx="90">
                  <c:v>92.17391304347835</c:v>
                </c:pt>
                <c:pt idx="91">
                  <c:v>92.210915818686502</c:v>
                </c:pt>
                <c:pt idx="92">
                  <c:v>89.583718778908519</c:v>
                </c:pt>
                <c:pt idx="93">
                  <c:v>87.918593894542198</c:v>
                </c:pt>
                <c:pt idx="94">
                  <c:v>88.76965772432942</c:v>
                </c:pt>
                <c:pt idx="95">
                  <c:v>89.472710453284094</c:v>
                </c:pt>
                <c:pt idx="96">
                  <c:v>88.788159111933496</c:v>
                </c:pt>
                <c:pt idx="97">
                  <c:v>88.510638297872447</c:v>
                </c:pt>
                <c:pt idx="98">
                  <c:v>87.456059204440436</c:v>
                </c:pt>
                <c:pt idx="99">
                  <c:v>88.843663274745722</c:v>
                </c:pt>
                <c:pt idx="100">
                  <c:v>88.862164662349798</c:v>
                </c:pt>
                <c:pt idx="101">
                  <c:v>89.528214616096335</c:v>
                </c:pt>
                <c:pt idx="102">
                  <c:v>89.528214616096335</c:v>
                </c:pt>
                <c:pt idx="103">
                  <c:v>89.824236817761459</c:v>
                </c:pt>
                <c:pt idx="104">
                  <c:v>89.824236817761459</c:v>
                </c:pt>
                <c:pt idx="105">
                  <c:v>90.083256244218433</c:v>
                </c:pt>
                <c:pt idx="106">
                  <c:v>89.842738205365521</c:v>
                </c:pt>
                <c:pt idx="107">
                  <c:v>88.78815911193351</c:v>
                </c:pt>
                <c:pt idx="108">
                  <c:v>88.862164662349784</c:v>
                </c:pt>
                <c:pt idx="109">
                  <c:v>87.622571692877074</c:v>
                </c:pt>
                <c:pt idx="110">
                  <c:v>88.843663274745722</c:v>
                </c:pt>
                <c:pt idx="111">
                  <c:v>87.585568917668937</c:v>
                </c:pt>
                <c:pt idx="112">
                  <c:v>87.345050878816011</c:v>
                </c:pt>
                <c:pt idx="113">
                  <c:v>87.955596669750321</c:v>
                </c:pt>
                <c:pt idx="114">
                  <c:v>87.511563367252634</c:v>
                </c:pt>
                <c:pt idx="115">
                  <c:v>88.418131359852083</c:v>
                </c:pt>
                <c:pt idx="116">
                  <c:v>89.417206290471867</c:v>
                </c:pt>
                <c:pt idx="117">
                  <c:v>91.137835337650401</c:v>
                </c:pt>
                <c:pt idx="118">
                  <c:v>91.415356151711464</c:v>
                </c:pt>
                <c:pt idx="119">
                  <c:v>90.767807585569017</c:v>
                </c:pt>
                <c:pt idx="120">
                  <c:v>91.729879740980664</c:v>
                </c:pt>
                <c:pt idx="121">
                  <c:v>91.729879740980664</c:v>
                </c:pt>
                <c:pt idx="122">
                  <c:v>92.35892691951905</c:v>
                </c:pt>
                <c:pt idx="123">
                  <c:v>90.786308973173064</c:v>
                </c:pt>
                <c:pt idx="124">
                  <c:v>91.822386679000999</c:v>
                </c:pt>
                <c:pt idx="125">
                  <c:v>91.452358926919587</c:v>
                </c:pt>
                <c:pt idx="126">
                  <c:v>91.692876965772498</c:v>
                </c:pt>
                <c:pt idx="127">
                  <c:v>90.989824236817824</c:v>
                </c:pt>
                <c:pt idx="128">
                  <c:v>91.378353376503298</c:v>
                </c:pt>
                <c:pt idx="129">
                  <c:v>91.045328399630037</c:v>
                </c:pt>
                <c:pt idx="130">
                  <c:v>91.692876965772498</c:v>
                </c:pt>
                <c:pt idx="131">
                  <c:v>91.692876965772498</c:v>
                </c:pt>
                <c:pt idx="132">
                  <c:v>92.284921369102761</c:v>
                </c:pt>
                <c:pt idx="133">
                  <c:v>91.267345050878887</c:v>
                </c:pt>
                <c:pt idx="134">
                  <c:v>90.009250693802102</c:v>
                </c:pt>
                <c:pt idx="135">
                  <c:v>90.6938020351527</c:v>
                </c:pt>
                <c:pt idx="136">
                  <c:v>91.211840888066675</c:v>
                </c:pt>
                <c:pt idx="137">
                  <c:v>90.268270120259103</c:v>
                </c:pt>
                <c:pt idx="138">
                  <c:v>90.157261794634678</c:v>
                </c:pt>
                <c:pt idx="139">
                  <c:v>90.138760407030617</c:v>
                </c:pt>
                <c:pt idx="140">
                  <c:v>90.083256244218404</c:v>
                </c:pt>
                <c:pt idx="141">
                  <c:v>90.490286771507954</c:v>
                </c:pt>
                <c:pt idx="142">
                  <c:v>89.824236817761417</c:v>
                </c:pt>
                <c:pt idx="143">
                  <c:v>90.249768732655056</c:v>
                </c:pt>
                <c:pt idx="144">
                  <c:v>89.213691026827107</c:v>
                </c:pt>
                <c:pt idx="145">
                  <c:v>88.122109158186959</c:v>
                </c:pt>
                <c:pt idx="146">
                  <c:v>88.843663274745708</c:v>
                </c:pt>
                <c:pt idx="147">
                  <c:v>90.453283996299817</c:v>
                </c:pt>
                <c:pt idx="148">
                  <c:v>91.359851988899266</c:v>
                </c:pt>
                <c:pt idx="149">
                  <c:v>90.971322849213792</c:v>
                </c:pt>
                <c:pt idx="150">
                  <c:v>91.951896392229528</c:v>
                </c:pt>
                <c:pt idx="151">
                  <c:v>92.136910268270228</c:v>
                </c:pt>
                <c:pt idx="152">
                  <c:v>92.802960222016765</c:v>
                </c:pt>
                <c:pt idx="153">
                  <c:v>93.487511563367363</c:v>
                </c:pt>
                <c:pt idx="154">
                  <c:v>93.080481036077813</c:v>
                </c:pt>
                <c:pt idx="155">
                  <c:v>92.728954671600462</c:v>
                </c:pt>
                <c:pt idx="156">
                  <c:v>93.182238667900194</c:v>
                </c:pt>
                <c:pt idx="157">
                  <c:v>92.765957446808613</c:v>
                </c:pt>
                <c:pt idx="158">
                  <c:v>92.673450508788278</c:v>
                </c:pt>
                <c:pt idx="159">
                  <c:v>92.414431082331291</c:v>
                </c:pt>
                <c:pt idx="160">
                  <c:v>92.469935245143489</c:v>
                </c:pt>
                <c:pt idx="161">
                  <c:v>92.099907493062091</c:v>
                </c:pt>
                <c:pt idx="162">
                  <c:v>91.729879740980678</c:v>
                </c:pt>
                <c:pt idx="163">
                  <c:v>91.35985198889928</c:v>
                </c:pt>
                <c:pt idx="164">
                  <c:v>91.655874190564404</c:v>
                </c:pt>
                <c:pt idx="165">
                  <c:v>91.674375578168465</c:v>
                </c:pt>
                <c:pt idx="166">
                  <c:v>91.840888066605103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D8F-47EF-8A2E-74AFF293E33B}"/>
            </c:ext>
          </c:extLst>
        </c:ser>
        <c:ser>
          <c:idx val="1"/>
          <c:order val="1"/>
          <c:tx>
            <c:strRef>
              <c:f>EQ!$I$81</c:f>
              <c:strCache>
                <c:ptCount val="1"/>
                <c:pt idx="0">
                  <c:v>GSINDAI LX</c:v>
                </c:pt>
              </c:strCache>
            </c:strRef>
          </c:tx>
          <c:spPr>
            <a:ln w="25400" cap="rnd">
              <a:solidFill>
                <a:srgbClr val="00AEC7"/>
              </a:solidFill>
              <a:round/>
            </a:ln>
            <a:effectLst/>
          </c:spPr>
          <c:marker>
            <c:symbol val="none"/>
          </c:marker>
          <c:cat>
            <c:numRef>
              <c:f>EQ!$J$37:$FU$37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EQ!$J$81:$FU$81</c:f>
              <c:numCache>
                <c:formatCode>General</c:formatCode>
                <c:ptCount val="168"/>
                <c:pt idx="0">
                  <c:v>100</c:v>
                </c:pt>
                <c:pt idx="1">
                  <c:v>101.08142493638678</c:v>
                </c:pt>
                <c:pt idx="2">
                  <c:v>101.08142493638678</c:v>
                </c:pt>
                <c:pt idx="3">
                  <c:v>100.84817642069552</c:v>
                </c:pt>
                <c:pt idx="4">
                  <c:v>100.84817642069552</c:v>
                </c:pt>
                <c:pt idx="5">
                  <c:v>100.99660729431724</c:v>
                </c:pt>
                <c:pt idx="6">
                  <c:v>98.854961832061079</c:v>
                </c:pt>
                <c:pt idx="7">
                  <c:v>98.748939779474142</c:v>
                </c:pt>
                <c:pt idx="8">
                  <c:v>98.66412213740459</c:v>
                </c:pt>
                <c:pt idx="9">
                  <c:v>98.66412213740459</c:v>
                </c:pt>
                <c:pt idx="10">
                  <c:v>98.494486853265499</c:v>
                </c:pt>
                <c:pt idx="11">
                  <c:v>97.879558948261248</c:v>
                </c:pt>
                <c:pt idx="12">
                  <c:v>97.370653095843963</c:v>
                </c:pt>
                <c:pt idx="13">
                  <c:v>97.370653095843963</c:v>
                </c:pt>
                <c:pt idx="14">
                  <c:v>94.338422391857534</c:v>
                </c:pt>
                <c:pt idx="15">
                  <c:v>94.99575911789654</c:v>
                </c:pt>
                <c:pt idx="16">
                  <c:v>94.99575911789654</c:v>
                </c:pt>
                <c:pt idx="17">
                  <c:v>93.575063613231578</c:v>
                </c:pt>
                <c:pt idx="18">
                  <c:v>93.935538592027143</c:v>
                </c:pt>
                <c:pt idx="19">
                  <c:v>93.935538592027143</c:v>
                </c:pt>
                <c:pt idx="20">
                  <c:v>94.48685326547924</c:v>
                </c:pt>
                <c:pt idx="21">
                  <c:v>94.232400339270583</c:v>
                </c:pt>
                <c:pt idx="22">
                  <c:v>94.147582697201031</c:v>
                </c:pt>
                <c:pt idx="23">
                  <c:v>94.147582697201031</c:v>
                </c:pt>
                <c:pt idx="24">
                  <c:v>97.540288379983053</c:v>
                </c:pt>
                <c:pt idx="25">
                  <c:v>97.179813401187459</c:v>
                </c:pt>
                <c:pt idx="26">
                  <c:v>97.052586938083152</c:v>
                </c:pt>
                <c:pt idx="27">
                  <c:v>98.070398642917766</c:v>
                </c:pt>
                <c:pt idx="28">
                  <c:v>98.812553011026324</c:v>
                </c:pt>
                <c:pt idx="29">
                  <c:v>98.642917726887219</c:v>
                </c:pt>
                <c:pt idx="30">
                  <c:v>98.642917726887219</c:v>
                </c:pt>
                <c:pt idx="31">
                  <c:v>96.946564885496201</c:v>
                </c:pt>
                <c:pt idx="32">
                  <c:v>97.243426632739627</c:v>
                </c:pt>
                <c:pt idx="33">
                  <c:v>97.413061916878732</c:v>
                </c:pt>
                <c:pt idx="34">
                  <c:v>97.900763358778661</c:v>
                </c:pt>
                <c:pt idx="35">
                  <c:v>96.755725190839726</c:v>
                </c:pt>
                <c:pt idx="36">
                  <c:v>96.501272264631069</c:v>
                </c:pt>
                <c:pt idx="37">
                  <c:v>96.692111959287573</c:v>
                </c:pt>
                <c:pt idx="38">
                  <c:v>95.949957591179</c:v>
                </c:pt>
                <c:pt idx="39">
                  <c:v>95.949957591179</c:v>
                </c:pt>
                <c:pt idx="40">
                  <c:v>96.289228159457181</c:v>
                </c:pt>
                <c:pt idx="41">
                  <c:v>96.352841391009349</c:v>
                </c:pt>
                <c:pt idx="42">
                  <c:v>95.229007633587798</c:v>
                </c:pt>
                <c:pt idx="43">
                  <c:v>93.850720949957605</c:v>
                </c:pt>
                <c:pt idx="44">
                  <c:v>93.850720949957605</c:v>
                </c:pt>
                <c:pt idx="45">
                  <c:v>92.832909245123005</c:v>
                </c:pt>
                <c:pt idx="46">
                  <c:v>92.832909245123005</c:v>
                </c:pt>
                <c:pt idx="47">
                  <c:v>91.624257845631917</c:v>
                </c:pt>
                <c:pt idx="48">
                  <c:v>91.68787107718407</c:v>
                </c:pt>
                <c:pt idx="49">
                  <c:v>90.37319762510603</c:v>
                </c:pt>
                <c:pt idx="50">
                  <c:v>90.37319762510603</c:v>
                </c:pt>
                <c:pt idx="51">
                  <c:v>89.164546225614941</c:v>
                </c:pt>
                <c:pt idx="52">
                  <c:v>88.3799830364716</c:v>
                </c:pt>
                <c:pt idx="53">
                  <c:v>88.3799830364716</c:v>
                </c:pt>
                <c:pt idx="54">
                  <c:v>88.846480067854131</c:v>
                </c:pt>
                <c:pt idx="55">
                  <c:v>87.277353689567434</c:v>
                </c:pt>
                <c:pt idx="56">
                  <c:v>87.277353689567434</c:v>
                </c:pt>
                <c:pt idx="57">
                  <c:v>86.513994910941477</c:v>
                </c:pt>
                <c:pt idx="58">
                  <c:v>86.132315521628499</c:v>
                </c:pt>
                <c:pt idx="59">
                  <c:v>85.687022900763353</c:v>
                </c:pt>
                <c:pt idx="60">
                  <c:v>87.192536047497867</c:v>
                </c:pt>
                <c:pt idx="61">
                  <c:v>87.192536047497867</c:v>
                </c:pt>
                <c:pt idx="62">
                  <c:v>84.838846480067843</c:v>
                </c:pt>
                <c:pt idx="63">
                  <c:v>83.100084817642056</c:v>
                </c:pt>
                <c:pt idx="64">
                  <c:v>84.541984732824417</c:v>
                </c:pt>
                <c:pt idx="65">
                  <c:v>85.94147582697201</c:v>
                </c:pt>
                <c:pt idx="66">
                  <c:v>85.94147582697201</c:v>
                </c:pt>
                <c:pt idx="67">
                  <c:v>85.94147582697201</c:v>
                </c:pt>
                <c:pt idx="68">
                  <c:v>87.022900763358777</c:v>
                </c:pt>
                <c:pt idx="69">
                  <c:v>87.022900763358777</c:v>
                </c:pt>
                <c:pt idx="70">
                  <c:v>90.797285835453778</c:v>
                </c:pt>
                <c:pt idx="71">
                  <c:v>91.348600508905847</c:v>
                </c:pt>
                <c:pt idx="72">
                  <c:v>90.458015267175554</c:v>
                </c:pt>
                <c:pt idx="73">
                  <c:v>90.458015267175554</c:v>
                </c:pt>
                <c:pt idx="74">
                  <c:v>91.730279898218825</c:v>
                </c:pt>
                <c:pt idx="75">
                  <c:v>91.730279898218825</c:v>
                </c:pt>
                <c:pt idx="76">
                  <c:v>93.871925360474975</c:v>
                </c:pt>
                <c:pt idx="77">
                  <c:v>93.871925360474975</c:v>
                </c:pt>
                <c:pt idx="78">
                  <c:v>93.299406276505508</c:v>
                </c:pt>
                <c:pt idx="79">
                  <c:v>92.875318066157746</c:v>
                </c:pt>
                <c:pt idx="80">
                  <c:v>91.878710771840531</c:v>
                </c:pt>
                <c:pt idx="81">
                  <c:v>90.882103477523316</c:v>
                </c:pt>
                <c:pt idx="82">
                  <c:v>90.882103477523316</c:v>
                </c:pt>
                <c:pt idx="83">
                  <c:v>91.136556403731973</c:v>
                </c:pt>
                <c:pt idx="84">
                  <c:v>91.136556403731973</c:v>
                </c:pt>
                <c:pt idx="85">
                  <c:v>90.58524173027989</c:v>
                </c:pt>
                <c:pt idx="86">
                  <c:v>90.58524173027989</c:v>
                </c:pt>
                <c:pt idx="87">
                  <c:v>90.58524173027989</c:v>
                </c:pt>
                <c:pt idx="88">
                  <c:v>90.58524173027989</c:v>
                </c:pt>
                <c:pt idx="89">
                  <c:v>92.642069550466488</c:v>
                </c:pt>
                <c:pt idx="90">
                  <c:v>92.642069550466488</c:v>
                </c:pt>
                <c:pt idx="91">
                  <c:v>92.981340118744683</c:v>
                </c:pt>
                <c:pt idx="92">
                  <c:v>91.26378286683628</c:v>
                </c:pt>
                <c:pt idx="93">
                  <c:v>88.931297709923641</c:v>
                </c:pt>
                <c:pt idx="94">
                  <c:v>88.931297709923641</c:v>
                </c:pt>
                <c:pt idx="95">
                  <c:v>88.97370653095841</c:v>
                </c:pt>
                <c:pt idx="96">
                  <c:v>89.228159457167052</c:v>
                </c:pt>
                <c:pt idx="97">
                  <c:v>88.698049194232354</c:v>
                </c:pt>
                <c:pt idx="98">
                  <c:v>88.698049194232354</c:v>
                </c:pt>
                <c:pt idx="99">
                  <c:v>88.358778625954159</c:v>
                </c:pt>
                <c:pt idx="100">
                  <c:v>89.228159457167052</c:v>
                </c:pt>
                <c:pt idx="101">
                  <c:v>90.161153519932114</c:v>
                </c:pt>
                <c:pt idx="102">
                  <c:v>90.161153519932114</c:v>
                </c:pt>
                <c:pt idx="103">
                  <c:v>90.606446140797232</c:v>
                </c:pt>
                <c:pt idx="104">
                  <c:v>90.648854961832001</c:v>
                </c:pt>
                <c:pt idx="105">
                  <c:v>90.648854961832001</c:v>
                </c:pt>
                <c:pt idx="106">
                  <c:v>90.606446140797217</c:v>
                </c:pt>
                <c:pt idx="107">
                  <c:v>89.631043256997401</c:v>
                </c:pt>
                <c:pt idx="108">
                  <c:v>89.864291772688659</c:v>
                </c:pt>
                <c:pt idx="109">
                  <c:v>89.058524173027919</c:v>
                </c:pt>
                <c:pt idx="110">
                  <c:v>89.270568278201793</c:v>
                </c:pt>
                <c:pt idx="111">
                  <c:v>89.270568278201793</c:v>
                </c:pt>
                <c:pt idx="112">
                  <c:v>88.273960983884578</c:v>
                </c:pt>
                <c:pt idx="113">
                  <c:v>89.291772688719178</c:v>
                </c:pt>
                <c:pt idx="114">
                  <c:v>88.994910941475752</c:v>
                </c:pt>
                <c:pt idx="115">
                  <c:v>87.977099236641152</c:v>
                </c:pt>
                <c:pt idx="116">
                  <c:v>89.927905004240799</c:v>
                </c:pt>
                <c:pt idx="117">
                  <c:v>91.793893129770908</c:v>
                </c:pt>
                <c:pt idx="118">
                  <c:v>92.239185750636054</c:v>
                </c:pt>
                <c:pt idx="119">
                  <c:v>92.875318066157689</c:v>
                </c:pt>
                <c:pt idx="120">
                  <c:v>93.044953350296794</c:v>
                </c:pt>
                <c:pt idx="121">
                  <c:v>93.044953350296794</c:v>
                </c:pt>
                <c:pt idx="122">
                  <c:v>93.320610687022821</c:v>
                </c:pt>
                <c:pt idx="123">
                  <c:v>93.744698897370569</c:v>
                </c:pt>
                <c:pt idx="124">
                  <c:v>93.744698897370569</c:v>
                </c:pt>
                <c:pt idx="125">
                  <c:v>93.150975402883716</c:v>
                </c:pt>
                <c:pt idx="126">
                  <c:v>93.150975402883716</c:v>
                </c:pt>
                <c:pt idx="127">
                  <c:v>93.002544529261996</c:v>
                </c:pt>
                <c:pt idx="128">
                  <c:v>93.002544529261996</c:v>
                </c:pt>
                <c:pt idx="129">
                  <c:v>93.002544529261996</c:v>
                </c:pt>
                <c:pt idx="130">
                  <c:v>92.896522476675059</c:v>
                </c:pt>
                <c:pt idx="131">
                  <c:v>93.659881255301016</c:v>
                </c:pt>
                <c:pt idx="132">
                  <c:v>94.04156064461398</c:v>
                </c:pt>
                <c:pt idx="133">
                  <c:v>93.999151823579197</c:v>
                </c:pt>
                <c:pt idx="134">
                  <c:v>92.239185750636025</c:v>
                </c:pt>
                <c:pt idx="135">
                  <c:v>93.193384223918486</c:v>
                </c:pt>
                <c:pt idx="136">
                  <c:v>94.23240033927047</c:v>
                </c:pt>
                <c:pt idx="137">
                  <c:v>93.999151823579211</c:v>
                </c:pt>
                <c:pt idx="138">
                  <c:v>93.002544529261996</c:v>
                </c:pt>
                <c:pt idx="139">
                  <c:v>93.320610687022807</c:v>
                </c:pt>
                <c:pt idx="140">
                  <c:v>92.917726887192444</c:v>
                </c:pt>
                <c:pt idx="141">
                  <c:v>93.426632739609744</c:v>
                </c:pt>
                <c:pt idx="142">
                  <c:v>93.235793044953255</c:v>
                </c:pt>
                <c:pt idx="143">
                  <c:v>93.235793044953255</c:v>
                </c:pt>
                <c:pt idx="144">
                  <c:v>93.723494486853184</c:v>
                </c:pt>
                <c:pt idx="145">
                  <c:v>91.751484308736138</c:v>
                </c:pt>
                <c:pt idx="146">
                  <c:v>91.772688719253509</c:v>
                </c:pt>
                <c:pt idx="147">
                  <c:v>93.363019508057576</c:v>
                </c:pt>
                <c:pt idx="148">
                  <c:v>93.617472434266219</c:v>
                </c:pt>
                <c:pt idx="149">
                  <c:v>94.40203562340956</c:v>
                </c:pt>
                <c:pt idx="150">
                  <c:v>94.40203562340956</c:v>
                </c:pt>
                <c:pt idx="151">
                  <c:v>95.335029686174593</c:v>
                </c:pt>
                <c:pt idx="152">
                  <c:v>96.946564885496045</c:v>
                </c:pt>
                <c:pt idx="153">
                  <c:v>96.692111959287402</c:v>
                </c:pt>
                <c:pt idx="154">
                  <c:v>97.328244274809023</c:v>
                </c:pt>
                <c:pt idx="155">
                  <c:v>97.222222222222086</c:v>
                </c:pt>
                <c:pt idx="156">
                  <c:v>97.222222222222086</c:v>
                </c:pt>
                <c:pt idx="157">
                  <c:v>97.222222222222086</c:v>
                </c:pt>
                <c:pt idx="158">
                  <c:v>97.116200169635135</c:v>
                </c:pt>
                <c:pt idx="159">
                  <c:v>97.116200169635135</c:v>
                </c:pt>
                <c:pt idx="160">
                  <c:v>97.116200169635135</c:v>
                </c:pt>
                <c:pt idx="161">
                  <c:v>96.840542832909108</c:v>
                </c:pt>
                <c:pt idx="162">
                  <c:v>96.840542832909108</c:v>
                </c:pt>
                <c:pt idx="163">
                  <c:v>96.564885496183066</c:v>
                </c:pt>
                <c:pt idx="164">
                  <c:v>96.564885496183066</c:v>
                </c:pt>
                <c:pt idx="165">
                  <c:v>96.92536047497866</c:v>
                </c:pt>
                <c:pt idx="166">
                  <c:v>97.031382527565583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D8F-47EF-8A2E-74AFF293E33B}"/>
            </c:ext>
          </c:extLst>
        </c:ser>
        <c:ser>
          <c:idx val="2"/>
          <c:order val="2"/>
          <c:tx>
            <c:strRef>
              <c:f>EQ!$I$82</c:f>
              <c:strCache>
                <c:ptCount val="1"/>
                <c:pt idx="0">
                  <c:v>IEPFIIJ ID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EQ!$J$37:$FU$37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EQ!$J$82:$FU$82</c:f>
              <c:numCache>
                <c:formatCode>General</c:formatCode>
                <c:ptCount val="168"/>
                <c:pt idx="0">
                  <c:v>100</c:v>
                </c:pt>
                <c:pt idx="1">
                  <c:v>101.73376358229234</c:v>
                </c:pt>
                <c:pt idx="2">
                  <c:v>101.45732983063465</c:v>
                </c:pt>
                <c:pt idx="3">
                  <c:v>101.27448606810029</c:v>
                </c:pt>
                <c:pt idx="4">
                  <c:v>101.69654439742865</c:v>
                </c:pt>
                <c:pt idx="5">
                  <c:v>100.70680316110128</c:v>
                </c:pt>
                <c:pt idx="6">
                  <c:v>99.467368170008584</c:v>
                </c:pt>
                <c:pt idx="7">
                  <c:v>98.269241346970077</c:v>
                </c:pt>
                <c:pt idx="8">
                  <c:v>98.052243697757262</c:v>
                </c:pt>
                <c:pt idx="9">
                  <c:v>98.145752553174631</c:v>
                </c:pt>
                <c:pt idx="10">
                  <c:v>98.143611129004753</c:v>
                </c:pt>
                <c:pt idx="11">
                  <c:v>97.851663633846726</c:v>
                </c:pt>
                <c:pt idx="12">
                  <c:v>97.062905731280409</c:v>
                </c:pt>
                <c:pt idx="13">
                  <c:v>95.624225593160588</c:v>
                </c:pt>
                <c:pt idx="14">
                  <c:v>94.482489606595138</c:v>
                </c:pt>
                <c:pt idx="15">
                  <c:v>94.991434750965979</c:v>
                </c:pt>
                <c:pt idx="16">
                  <c:v>93.858978269136614</c:v>
                </c:pt>
                <c:pt idx="17">
                  <c:v>93.852553996627037</c:v>
                </c:pt>
                <c:pt idx="18">
                  <c:v>93.942493811761295</c:v>
                </c:pt>
                <c:pt idx="19">
                  <c:v>95.148829427450963</c:v>
                </c:pt>
                <c:pt idx="20">
                  <c:v>95.024269921570564</c:v>
                </c:pt>
                <c:pt idx="21">
                  <c:v>95.004640200013483</c:v>
                </c:pt>
                <c:pt idx="22">
                  <c:v>95.004640200013483</c:v>
                </c:pt>
                <c:pt idx="23">
                  <c:v>97.884141900423003</c:v>
                </c:pt>
                <c:pt idx="24">
                  <c:v>98.254608281809368</c:v>
                </c:pt>
                <c:pt idx="25">
                  <c:v>97.731743880334406</c:v>
                </c:pt>
                <c:pt idx="26">
                  <c:v>97.718181527258594</c:v>
                </c:pt>
                <c:pt idx="27">
                  <c:v>98.8145907022286</c:v>
                </c:pt>
                <c:pt idx="28">
                  <c:v>98.987689155959217</c:v>
                </c:pt>
                <c:pt idx="29">
                  <c:v>99.303906125042374</c:v>
                </c:pt>
                <c:pt idx="30">
                  <c:v>98.991972004298944</c:v>
                </c:pt>
                <c:pt idx="31">
                  <c:v>97.799555645713397</c:v>
                </c:pt>
                <c:pt idx="32">
                  <c:v>98.258891130149095</c:v>
                </c:pt>
                <c:pt idx="33">
                  <c:v>98.341692864717118</c:v>
                </c:pt>
                <c:pt idx="34">
                  <c:v>98.787465996076989</c:v>
                </c:pt>
                <c:pt idx="35">
                  <c:v>97.462281338959912</c:v>
                </c:pt>
                <c:pt idx="36">
                  <c:v>97.44657756171425</c:v>
                </c:pt>
                <c:pt idx="37">
                  <c:v>98.032613976200182</c:v>
                </c:pt>
                <c:pt idx="38">
                  <c:v>97.08253545283749</c:v>
                </c:pt>
                <c:pt idx="39">
                  <c:v>97.523668831829355</c:v>
                </c:pt>
                <c:pt idx="40">
                  <c:v>97.773858555675048</c:v>
                </c:pt>
                <c:pt idx="41">
                  <c:v>96.647112538298643</c:v>
                </c:pt>
                <c:pt idx="42">
                  <c:v>95.115637352818084</c:v>
                </c:pt>
                <c:pt idx="43">
                  <c:v>95.112782120591618</c:v>
                </c:pt>
                <c:pt idx="44">
                  <c:v>92.742225564552925</c:v>
                </c:pt>
                <c:pt idx="45">
                  <c:v>94.443587067509341</c:v>
                </c:pt>
                <c:pt idx="46">
                  <c:v>93.507070897222448</c:v>
                </c:pt>
                <c:pt idx="47">
                  <c:v>91.326030380216665</c:v>
                </c:pt>
                <c:pt idx="48">
                  <c:v>92.888556216160254</c:v>
                </c:pt>
                <c:pt idx="49">
                  <c:v>91.717554099273343</c:v>
                </c:pt>
                <c:pt idx="50">
                  <c:v>90.507649443300593</c:v>
                </c:pt>
                <c:pt idx="51">
                  <c:v>88.445101063693926</c:v>
                </c:pt>
                <c:pt idx="52">
                  <c:v>89.00829562036796</c:v>
                </c:pt>
                <c:pt idx="53">
                  <c:v>89.00829562036796</c:v>
                </c:pt>
                <c:pt idx="54">
                  <c:v>90.681461705087813</c:v>
                </c:pt>
                <c:pt idx="55">
                  <c:v>88.123887438214425</c:v>
                </c:pt>
                <c:pt idx="56">
                  <c:v>88.123887438214425</c:v>
                </c:pt>
                <c:pt idx="57">
                  <c:v>84.56448356387331</c:v>
                </c:pt>
                <c:pt idx="58">
                  <c:v>86.336155160406875</c:v>
                </c:pt>
                <c:pt idx="59">
                  <c:v>87.732363719157746</c:v>
                </c:pt>
                <c:pt idx="60">
                  <c:v>87.730222294987882</c:v>
                </c:pt>
                <c:pt idx="61">
                  <c:v>85.211907471228642</c:v>
                </c:pt>
                <c:pt idx="62">
                  <c:v>83.483421262120643</c:v>
                </c:pt>
                <c:pt idx="63">
                  <c:v>83.461293212365391</c:v>
                </c:pt>
                <c:pt idx="64">
                  <c:v>84.640861025931756</c:v>
                </c:pt>
                <c:pt idx="65">
                  <c:v>85.89966153378306</c:v>
                </c:pt>
                <c:pt idx="66">
                  <c:v>85.89966153378306</c:v>
                </c:pt>
                <c:pt idx="67">
                  <c:v>85.89966153378306</c:v>
                </c:pt>
                <c:pt idx="68">
                  <c:v>87.485743035595149</c:v>
                </c:pt>
                <c:pt idx="69">
                  <c:v>90.995537250001107</c:v>
                </c:pt>
                <c:pt idx="70">
                  <c:v>90.360604983636648</c:v>
                </c:pt>
                <c:pt idx="71">
                  <c:v>91.634395460676984</c:v>
                </c:pt>
                <c:pt idx="72">
                  <c:v>90.454827647110633</c:v>
                </c:pt>
                <c:pt idx="73">
                  <c:v>90.453043126969078</c:v>
                </c:pt>
                <c:pt idx="74">
                  <c:v>91.829621964162882</c:v>
                </c:pt>
                <c:pt idx="75">
                  <c:v>92.045191997262435</c:v>
                </c:pt>
                <c:pt idx="76">
                  <c:v>93.259736405603235</c:v>
                </c:pt>
                <c:pt idx="77">
                  <c:v>92.976711511152971</c:v>
                </c:pt>
                <c:pt idx="78">
                  <c:v>92.976711511152971</c:v>
                </c:pt>
                <c:pt idx="79">
                  <c:v>92.77791596738399</c:v>
                </c:pt>
                <c:pt idx="80">
                  <c:v>91.654382086262373</c:v>
                </c:pt>
                <c:pt idx="81">
                  <c:v>91.654382086262373</c:v>
                </c:pt>
                <c:pt idx="82">
                  <c:v>90.564754087830266</c:v>
                </c:pt>
                <c:pt idx="83">
                  <c:v>90.68574455342754</c:v>
                </c:pt>
                <c:pt idx="84">
                  <c:v>90.637919413633924</c:v>
                </c:pt>
                <c:pt idx="85">
                  <c:v>89.388700657340692</c:v>
                </c:pt>
                <c:pt idx="86">
                  <c:v>89.386203646691328</c:v>
                </c:pt>
                <c:pt idx="87">
                  <c:v>89.386203646691328</c:v>
                </c:pt>
                <c:pt idx="88">
                  <c:v>89.796783540607251</c:v>
                </c:pt>
                <c:pt idx="89">
                  <c:v>91.14980659675237</c:v>
                </c:pt>
                <c:pt idx="90">
                  <c:v>91.922809750632268</c:v>
                </c:pt>
                <c:pt idx="91">
                  <c:v>91.811871134639347</c:v>
                </c:pt>
                <c:pt idx="92">
                  <c:v>89.933762410514902</c:v>
                </c:pt>
                <c:pt idx="93">
                  <c:v>87.810946642753322</c:v>
                </c:pt>
                <c:pt idx="94">
                  <c:v>87.764573587836665</c:v>
                </c:pt>
                <c:pt idx="95">
                  <c:v>88.200837019860245</c:v>
                </c:pt>
                <c:pt idx="96">
                  <c:v>87.863383866389839</c:v>
                </c:pt>
                <c:pt idx="97">
                  <c:v>87.258037141823991</c:v>
                </c:pt>
                <c:pt idx="98">
                  <c:v>87.445312940525866</c:v>
                </c:pt>
                <c:pt idx="99">
                  <c:v>87.139964209690064</c:v>
                </c:pt>
                <c:pt idx="100">
                  <c:v>87.916534521640486</c:v>
                </c:pt>
                <c:pt idx="101">
                  <c:v>88.543284194629408</c:v>
                </c:pt>
                <c:pt idx="102">
                  <c:v>90.17204856962509</c:v>
                </c:pt>
                <c:pt idx="103">
                  <c:v>89.669792713297042</c:v>
                </c:pt>
                <c:pt idx="104">
                  <c:v>89.437927438713771</c:v>
                </c:pt>
                <c:pt idx="105">
                  <c:v>89.435787143871465</c:v>
                </c:pt>
                <c:pt idx="106">
                  <c:v>89.170396934499323</c:v>
                </c:pt>
                <c:pt idx="107">
                  <c:v>89.170396934499323</c:v>
                </c:pt>
                <c:pt idx="108">
                  <c:v>88.229403154494321</c:v>
                </c:pt>
                <c:pt idx="109">
                  <c:v>87.551659340237492</c:v>
                </c:pt>
                <c:pt idx="110">
                  <c:v>87.664022130495852</c:v>
                </c:pt>
                <c:pt idx="111">
                  <c:v>88.493723242054472</c:v>
                </c:pt>
                <c:pt idx="112">
                  <c:v>86.932058811098486</c:v>
                </c:pt>
                <c:pt idx="113">
                  <c:v>87.821686744128229</c:v>
                </c:pt>
                <c:pt idx="114">
                  <c:v>87.821686744128229</c:v>
                </c:pt>
                <c:pt idx="115">
                  <c:v>86.718747863242925</c:v>
                </c:pt>
                <c:pt idx="116">
                  <c:v>88.903579896044519</c:v>
                </c:pt>
                <c:pt idx="117">
                  <c:v>90.442415061678162</c:v>
                </c:pt>
                <c:pt idx="118">
                  <c:v>90.875814395531862</c:v>
                </c:pt>
                <c:pt idx="119">
                  <c:v>91.383408841683149</c:v>
                </c:pt>
                <c:pt idx="120">
                  <c:v>91.852478902603011</c:v>
                </c:pt>
                <c:pt idx="121">
                  <c:v>91.812884395559593</c:v>
                </c:pt>
                <c:pt idx="122">
                  <c:v>91.958777669260144</c:v>
                </c:pt>
                <c:pt idx="123">
                  <c:v>91.192213744608623</c:v>
                </c:pt>
                <c:pt idx="124">
                  <c:v>91.696954532594617</c:v>
                </c:pt>
                <c:pt idx="125">
                  <c:v>91.905271578660916</c:v>
                </c:pt>
                <c:pt idx="126">
                  <c:v>91.902774627766277</c:v>
                </c:pt>
                <c:pt idx="127">
                  <c:v>91.234661909817319</c:v>
                </c:pt>
                <c:pt idx="128">
                  <c:v>91.235018617087988</c:v>
                </c:pt>
                <c:pt idx="129">
                  <c:v>91.165817406579649</c:v>
                </c:pt>
                <c:pt idx="130">
                  <c:v>91.478649682949765</c:v>
                </c:pt>
                <c:pt idx="131">
                  <c:v>91.615268567613128</c:v>
                </c:pt>
                <c:pt idx="132">
                  <c:v>92.070783752247848</c:v>
                </c:pt>
                <c:pt idx="133">
                  <c:v>92.152113009958668</c:v>
                </c:pt>
                <c:pt idx="134">
                  <c:v>89.976912073464931</c:v>
                </c:pt>
                <c:pt idx="135">
                  <c:v>90.778433310641304</c:v>
                </c:pt>
                <c:pt idx="136">
                  <c:v>91.721210626999607</c:v>
                </c:pt>
                <c:pt idx="137">
                  <c:v>91.208265571788402</c:v>
                </c:pt>
                <c:pt idx="138">
                  <c:v>90.166323634186199</c:v>
                </c:pt>
                <c:pt idx="139">
                  <c:v>90.454186401610002</c:v>
                </c:pt>
                <c:pt idx="140">
                  <c:v>90.213408993913504</c:v>
                </c:pt>
                <c:pt idx="141">
                  <c:v>90.430287014475681</c:v>
                </c:pt>
                <c:pt idx="142">
                  <c:v>90.164540097832869</c:v>
                </c:pt>
                <c:pt idx="143">
                  <c:v>90.424936405415735</c:v>
                </c:pt>
                <c:pt idx="144">
                  <c:v>89.341616424416813</c:v>
                </c:pt>
                <c:pt idx="145">
                  <c:v>88.894662214277986</c:v>
                </c:pt>
                <c:pt idx="146">
                  <c:v>88.685275046399695</c:v>
                </c:pt>
                <c:pt idx="147">
                  <c:v>90.184158997719265</c:v>
                </c:pt>
                <c:pt idx="148">
                  <c:v>89.829948677952402</c:v>
                </c:pt>
                <c:pt idx="149">
                  <c:v>90.84549427752566</c:v>
                </c:pt>
                <c:pt idx="150">
                  <c:v>90.86975037193065</c:v>
                </c:pt>
                <c:pt idx="151">
                  <c:v>91.581024669629642</c:v>
                </c:pt>
                <c:pt idx="152">
                  <c:v>91.581024669629642</c:v>
                </c:pt>
                <c:pt idx="153">
                  <c:v>92.200625198768634</c:v>
                </c:pt>
                <c:pt idx="154">
                  <c:v>92.698588548612079</c:v>
                </c:pt>
                <c:pt idx="155">
                  <c:v>92.856609869515111</c:v>
                </c:pt>
                <c:pt idx="156">
                  <c:v>92.754591590105932</c:v>
                </c:pt>
                <c:pt idx="157">
                  <c:v>92.815588533389075</c:v>
                </c:pt>
                <c:pt idx="158">
                  <c:v>92.365067250543618</c:v>
                </c:pt>
                <c:pt idx="159">
                  <c:v>92.425707486556078</c:v>
                </c:pt>
                <c:pt idx="160">
                  <c:v>92.113945331997925</c:v>
                </c:pt>
                <c:pt idx="161">
                  <c:v>91.771239420563134</c:v>
                </c:pt>
                <c:pt idx="162">
                  <c:v>91.773727948965657</c:v>
                </c:pt>
                <c:pt idx="163">
                  <c:v>91.42782250101331</c:v>
                </c:pt>
                <c:pt idx="164">
                  <c:v>90.948958535554112</c:v>
                </c:pt>
                <c:pt idx="165">
                  <c:v>91.61446213120341</c:v>
                </c:pt>
                <c:pt idx="166">
                  <c:v>91.595975920213164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D8F-47EF-8A2E-74AFF293E33B}"/>
            </c:ext>
          </c:extLst>
        </c:ser>
        <c:ser>
          <c:idx val="3"/>
          <c:order val="3"/>
          <c:tx>
            <c:strRef>
              <c:f>EQ!$I$83</c:f>
              <c:strCache>
                <c:ptCount val="1"/>
                <c:pt idx="0">
                  <c:v>NOINEIU ID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EQ!$J$37:$FU$37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EQ!$J$83:$FU$83</c:f>
              <c:numCache>
                <c:formatCode>General</c:formatCode>
                <c:ptCount val="168"/>
                <c:pt idx="0">
                  <c:v>100</c:v>
                </c:pt>
                <c:pt idx="1">
                  <c:v>100.56624565567517</c:v>
                </c:pt>
                <c:pt idx="2">
                  <c:v>100.38924343154233</c:v>
                </c:pt>
                <c:pt idx="3">
                  <c:v>100.40211999015085</c:v>
                </c:pt>
                <c:pt idx="4">
                  <c:v>100.67063054771795</c:v>
                </c:pt>
                <c:pt idx="5">
                  <c:v>99.214368463330061</c:v>
                </c:pt>
                <c:pt idx="6">
                  <c:v>98.222510161986293</c:v>
                </c:pt>
                <c:pt idx="7">
                  <c:v>97.76870339655558</c:v>
                </c:pt>
                <c:pt idx="8">
                  <c:v>97.159205264612169</c:v>
                </c:pt>
                <c:pt idx="9">
                  <c:v>97.070010416035089</c:v>
                </c:pt>
                <c:pt idx="10">
                  <c:v>97.130272885414229</c:v>
                </c:pt>
                <c:pt idx="11">
                  <c:v>96.877873842576932</c:v>
                </c:pt>
                <c:pt idx="12">
                  <c:v>95.903404137132398</c:v>
                </c:pt>
                <c:pt idx="13">
                  <c:v>94.315400152922649</c:v>
                </c:pt>
                <c:pt idx="14">
                  <c:v>93.638686189748668</c:v>
                </c:pt>
                <c:pt idx="15">
                  <c:v>93.603359914595373</c:v>
                </c:pt>
                <c:pt idx="16">
                  <c:v>91.730228132626905</c:v>
                </c:pt>
                <c:pt idx="17">
                  <c:v>91.730228132626905</c:v>
                </c:pt>
                <c:pt idx="18">
                  <c:v>92.754770035771742</c:v>
                </c:pt>
                <c:pt idx="19">
                  <c:v>92.838929691283994</c:v>
                </c:pt>
                <c:pt idx="20">
                  <c:v>92.875534745628357</c:v>
                </c:pt>
                <c:pt idx="21">
                  <c:v>93.247899261327845</c:v>
                </c:pt>
                <c:pt idx="22">
                  <c:v>93.247899261327845</c:v>
                </c:pt>
                <c:pt idx="23">
                  <c:v>96.323962643595337</c:v>
                </c:pt>
                <c:pt idx="24">
                  <c:v>96.108368464351003</c:v>
                </c:pt>
                <c:pt idx="25">
                  <c:v>95.849415678159474</c:v>
                </c:pt>
                <c:pt idx="26">
                  <c:v>96.007464793805696</c:v>
                </c:pt>
                <c:pt idx="27">
                  <c:v>97.446051421908933</c:v>
                </c:pt>
                <c:pt idx="28">
                  <c:v>97.719430435849716</c:v>
                </c:pt>
                <c:pt idx="29">
                  <c:v>97.40481079299694</c:v>
                </c:pt>
                <c:pt idx="30">
                  <c:v>97.304506550197459</c:v>
                </c:pt>
                <c:pt idx="31">
                  <c:v>96.111485488629242</c:v>
                </c:pt>
                <c:pt idx="32">
                  <c:v>96.879911896912716</c:v>
                </c:pt>
                <c:pt idx="33">
                  <c:v>96.879911896912716</c:v>
                </c:pt>
                <c:pt idx="34">
                  <c:v>96.879911896912716</c:v>
                </c:pt>
                <c:pt idx="35">
                  <c:v>95.381622265326428</c:v>
                </c:pt>
                <c:pt idx="36">
                  <c:v>95.895531652737404</c:v>
                </c:pt>
                <c:pt idx="37">
                  <c:v>96.106130600766619</c:v>
                </c:pt>
                <c:pt idx="38">
                  <c:v>95.195160274528632</c:v>
                </c:pt>
                <c:pt idx="39">
                  <c:v>95.333348350863545</c:v>
                </c:pt>
                <c:pt idx="40">
                  <c:v>95.511857933566873</c:v>
                </c:pt>
                <c:pt idx="41">
                  <c:v>94.014647271923053</c:v>
                </c:pt>
                <c:pt idx="42">
                  <c:v>92.662857781413635</c:v>
                </c:pt>
                <c:pt idx="43">
                  <c:v>90.336558623609974</c:v>
                </c:pt>
                <c:pt idx="44">
                  <c:v>90.336558623609974</c:v>
                </c:pt>
                <c:pt idx="45">
                  <c:v>91.949179107247815</c:v>
                </c:pt>
                <c:pt idx="46">
                  <c:v>90.396381512642208</c:v>
                </c:pt>
                <c:pt idx="47">
                  <c:v>88.840426931908638</c:v>
                </c:pt>
                <c:pt idx="48">
                  <c:v>90.784091378634514</c:v>
                </c:pt>
                <c:pt idx="49">
                  <c:v>88.47929169598072</c:v>
                </c:pt>
                <c:pt idx="50">
                  <c:v>86.922737687501339</c:v>
                </c:pt>
                <c:pt idx="51">
                  <c:v>85.592327786592634</c:v>
                </c:pt>
                <c:pt idx="52">
                  <c:v>86.569754668916502</c:v>
                </c:pt>
                <c:pt idx="53">
                  <c:v>86.569754668916502</c:v>
                </c:pt>
                <c:pt idx="54">
                  <c:v>87.956430854232266</c:v>
                </c:pt>
                <c:pt idx="55">
                  <c:v>85.085731417680577</c:v>
                </c:pt>
                <c:pt idx="56">
                  <c:v>84.341162233680492</c:v>
                </c:pt>
                <c:pt idx="57">
                  <c:v>83.352985613781698</c:v>
                </c:pt>
                <c:pt idx="58">
                  <c:v>84.421565475318985</c:v>
                </c:pt>
                <c:pt idx="59">
                  <c:v>85.937238511533863</c:v>
                </c:pt>
                <c:pt idx="60">
                  <c:v>85.937238511533863</c:v>
                </c:pt>
                <c:pt idx="61">
                  <c:v>82.607817002035787</c:v>
                </c:pt>
                <c:pt idx="62">
                  <c:v>81.372995845659489</c:v>
                </c:pt>
                <c:pt idx="63">
                  <c:v>81.372995845659489</c:v>
                </c:pt>
                <c:pt idx="64">
                  <c:v>83.916567580395764</c:v>
                </c:pt>
                <c:pt idx="65">
                  <c:v>84.315946306506589</c:v>
                </c:pt>
                <c:pt idx="66">
                  <c:v>84.315946306506589</c:v>
                </c:pt>
                <c:pt idx="67">
                  <c:v>84.315946306506589</c:v>
                </c:pt>
                <c:pt idx="68">
                  <c:v>85.892760972794477</c:v>
                </c:pt>
                <c:pt idx="69">
                  <c:v>90.412366252530589</c:v>
                </c:pt>
                <c:pt idx="70">
                  <c:v>88.926744527305829</c:v>
                </c:pt>
                <c:pt idx="71">
                  <c:v>89.759949093986933</c:v>
                </c:pt>
                <c:pt idx="72">
                  <c:v>88.72501710991466</c:v>
                </c:pt>
                <c:pt idx="73">
                  <c:v>90.092391721815233</c:v>
                </c:pt>
                <c:pt idx="74">
                  <c:v>90.070412704468723</c:v>
                </c:pt>
                <c:pt idx="75">
                  <c:v>90.53640783406432</c:v>
                </c:pt>
                <c:pt idx="76">
                  <c:v>92.148948394002701</c:v>
                </c:pt>
                <c:pt idx="77">
                  <c:v>91.070937535931279</c:v>
                </c:pt>
                <c:pt idx="78">
                  <c:v>91.880125030930103</c:v>
                </c:pt>
                <c:pt idx="79">
                  <c:v>91.078290516279921</c:v>
                </c:pt>
                <c:pt idx="80">
                  <c:v>90.027853334515953</c:v>
                </c:pt>
                <c:pt idx="81">
                  <c:v>89.104334987465592</c:v>
                </c:pt>
                <c:pt idx="82">
                  <c:v>90.207761581959517</c:v>
                </c:pt>
                <c:pt idx="83">
                  <c:v>89.138142712329483</c:v>
                </c:pt>
                <c:pt idx="84">
                  <c:v>89.332157492724534</c:v>
                </c:pt>
                <c:pt idx="85">
                  <c:v>88.779323454404661</c:v>
                </c:pt>
                <c:pt idx="86">
                  <c:v>88.779323454404661</c:v>
                </c:pt>
                <c:pt idx="87">
                  <c:v>88.779323454404661</c:v>
                </c:pt>
                <c:pt idx="88">
                  <c:v>88.926342706409315</c:v>
                </c:pt>
                <c:pt idx="89">
                  <c:v>91.204119867336757</c:v>
                </c:pt>
                <c:pt idx="90">
                  <c:v>91.22238213345338</c:v>
                </c:pt>
                <c:pt idx="91">
                  <c:v>90.728980557670951</c:v>
                </c:pt>
                <c:pt idx="92">
                  <c:v>88.70799648959391</c:v>
                </c:pt>
                <c:pt idx="93">
                  <c:v>86.356249141128302</c:v>
                </c:pt>
                <c:pt idx="94">
                  <c:v>86.624215857326391</c:v>
                </c:pt>
                <c:pt idx="95">
                  <c:v>87.517825383335605</c:v>
                </c:pt>
                <c:pt idx="96">
                  <c:v>86.543237124677674</c:v>
                </c:pt>
                <c:pt idx="97">
                  <c:v>86.360934854145071</c:v>
                </c:pt>
                <c:pt idx="98">
                  <c:v>86.35885231502651</c:v>
                </c:pt>
                <c:pt idx="99">
                  <c:v>86.318042558068527</c:v>
                </c:pt>
                <c:pt idx="100">
                  <c:v>86.968355446668795</c:v>
                </c:pt>
                <c:pt idx="101">
                  <c:v>87.65018676385192</c:v>
                </c:pt>
                <c:pt idx="102">
                  <c:v>87.65018676385192</c:v>
                </c:pt>
                <c:pt idx="103">
                  <c:v>88.557853428911429</c:v>
                </c:pt>
                <c:pt idx="104">
                  <c:v>88.496859062035085</c:v>
                </c:pt>
                <c:pt idx="105">
                  <c:v>88.496859062035085</c:v>
                </c:pt>
                <c:pt idx="106">
                  <c:v>88.693298569276394</c:v>
                </c:pt>
                <c:pt idx="107">
                  <c:v>88.693298569276394</c:v>
                </c:pt>
                <c:pt idx="108">
                  <c:v>88.209148273039872</c:v>
                </c:pt>
                <c:pt idx="109">
                  <c:v>87.088341738961361</c:v>
                </c:pt>
                <c:pt idx="110">
                  <c:v>87.789116152357551</c:v>
                </c:pt>
                <c:pt idx="111">
                  <c:v>87.902494387831595</c:v>
                </c:pt>
                <c:pt idx="112">
                  <c:v>86.412758039133934</c:v>
                </c:pt>
                <c:pt idx="113">
                  <c:v>88.168258418423505</c:v>
                </c:pt>
                <c:pt idx="114">
                  <c:v>87.706014831761095</c:v>
                </c:pt>
                <c:pt idx="115">
                  <c:v>87.23824450666865</c:v>
                </c:pt>
                <c:pt idx="116">
                  <c:v>89.694719543500426</c:v>
                </c:pt>
                <c:pt idx="117">
                  <c:v>91.783746572393568</c:v>
                </c:pt>
                <c:pt idx="118">
                  <c:v>91.894321389823389</c:v>
                </c:pt>
                <c:pt idx="119">
                  <c:v>92.151194580332188</c:v>
                </c:pt>
                <c:pt idx="120">
                  <c:v>92.304301254375716</c:v>
                </c:pt>
                <c:pt idx="121">
                  <c:v>92.468541502937711</c:v>
                </c:pt>
                <c:pt idx="122">
                  <c:v>92.734065240554401</c:v>
                </c:pt>
                <c:pt idx="123">
                  <c:v>91.445253867968788</c:v>
                </c:pt>
                <c:pt idx="124">
                  <c:v>92.417198903899319</c:v>
                </c:pt>
                <c:pt idx="125">
                  <c:v>92.769468405569953</c:v>
                </c:pt>
                <c:pt idx="126">
                  <c:v>92.769468405569953</c:v>
                </c:pt>
                <c:pt idx="127">
                  <c:v>92.459450418708613</c:v>
                </c:pt>
                <c:pt idx="128">
                  <c:v>92.660295297162264</c:v>
                </c:pt>
                <c:pt idx="129">
                  <c:v>92.797822976645776</c:v>
                </c:pt>
                <c:pt idx="130">
                  <c:v>93.433277749611662</c:v>
                </c:pt>
                <c:pt idx="131">
                  <c:v>93.917948680627816</c:v>
                </c:pt>
                <c:pt idx="132">
                  <c:v>94.347272129685251</c:v>
                </c:pt>
                <c:pt idx="133">
                  <c:v>94.142142026506875</c:v>
                </c:pt>
                <c:pt idx="134">
                  <c:v>91.984150913725955</c:v>
                </c:pt>
                <c:pt idx="135">
                  <c:v>93.940856610931988</c:v>
                </c:pt>
                <c:pt idx="136">
                  <c:v>94.893297867040587</c:v>
                </c:pt>
                <c:pt idx="137">
                  <c:v>94.43545965159052</c:v>
                </c:pt>
                <c:pt idx="138">
                  <c:v>93.116571608273375</c:v>
                </c:pt>
                <c:pt idx="139">
                  <c:v>94.093402601366677</c:v>
                </c:pt>
                <c:pt idx="140">
                  <c:v>93.691312356167359</c:v>
                </c:pt>
                <c:pt idx="141">
                  <c:v>94.439184192706421</c:v>
                </c:pt>
                <c:pt idx="142">
                  <c:v>94.037614582286736</c:v>
                </c:pt>
                <c:pt idx="143">
                  <c:v>94.584601491542955</c:v>
                </c:pt>
                <c:pt idx="144">
                  <c:v>94.584601491542955</c:v>
                </c:pt>
                <c:pt idx="145">
                  <c:v>92.494493144261327</c:v>
                </c:pt>
                <c:pt idx="146">
                  <c:v>92.687728745166382</c:v>
                </c:pt>
                <c:pt idx="147">
                  <c:v>94.26841598498433</c:v>
                </c:pt>
                <c:pt idx="148">
                  <c:v>94.746919396303213</c:v>
                </c:pt>
                <c:pt idx="149">
                  <c:v>95.241041851011303</c:v>
                </c:pt>
                <c:pt idx="150">
                  <c:v>95.320498728150312</c:v>
                </c:pt>
                <c:pt idx="151">
                  <c:v>95.229627934688438</c:v>
                </c:pt>
                <c:pt idx="152">
                  <c:v>95.229627934688438</c:v>
                </c:pt>
                <c:pt idx="153">
                  <c:v>96.602541848600595</c:v>
                </c:pt>
                <c:pt idx="154">
                  <c:v>96.970550540148054</c:v>
                </c:pt>
                <c:pt idx="155">
                  <c:v>97.007475560673328</c:v>
                </c:pt>
                <c:pt idx="156">
                  <c:v>96.485599267327473</c:v>
                </c:pt>
                <c:pt idx="157">
                  <c:v>96.485599267327473</c:v>
                </c:pt>
                <c:pt idx="158">
                  <c:v>96.15335418025839</c:v>
                </c:pt>
                <c:pt idx="159">
                  <c:v>95.978781333761987</c:v>
                </c:pt>
                <c:pt idx="160">
                  <c:v>96.100730018685482</c:v>
                </c:pt>
                <c:pt idx="161">
                  <c:v>96.183215131267772</c:v>
                </c:pt>
                <c:pt idx="162">
                  <c:v>96.210362637936811</c:v>
                </c:pt>
                <c:pt idx="163">
                  <c:v>95.883670264476436</c:v>
                </c:pt>
                <c:pt idx="164">
                  <c:v>95.596877106873805</c:v>
                </c:pt>
                <c:pt idx="165">
                  <c:v>96.136739562243534</c:v>
                </c:pt>
                <c:pt idx="166">
                  <c:v>96.232617979445422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D8F-47EF-8A2E-74AFF293E33B}"/>
            </c:ext>
          </c:extLst>
        </c:ser>
        <c:ser>
          <c:idx val="4"/>
          <c:order val="4"/>
          <c:tx>
            <c:strRef>
              <c:f>EQ!$I$84</c:f>
              <c:strCache>
                <c:ptCount val="1"/>
                <c:pt idx="0">
                  <c:v>UTIIDEI ID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EQ!$J$37:$FU$37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EQ!$J$84:$FU$84</c:f>
              <c:numCache>
                <c:formatCode>General</c:formatCode>
                <c:ptCount val="168"/>
                <c:pt idx="0">
                  <c:v>100</c:v>
                </c:pt>
                <c:pt idx="1">
                  <c:v>100.51992844549116</c:v>
                </c:pt>
                <c:pt idx="2">
                  <c:v>100.2119180297629</c:v>
                </c:pt>
                <c:pt idx="3">
                  <c:v>100.06992437014445</c:v>
                </c:pt>
                <c:pt idx="4">
                  <c:v>100.94719637594432</c:v>
                </c:pt>
                <c:pt idx="5">
                  <c:v>99.255712992634358</c:v>
                </c:pt>
                <c:pt idx="6">
                  <c:v>99.219249364031441</c:v>
                </c:pt>
                <c:pt idx="7">
                  <c:v>99.010410970606586</c:v>
                </c:pt>
                <c:pt idx="8">
                  <c:v>98.981679610525546</c:v>
                </c:pt>
                <c:pt idx="9">
                  <c:v>98.541275031372905</c:v>
                </c:pt>
                <c:pt idx="10">
                  <c:v>98.541275031372905</c:v>
                </c:pt>
                <c:pt idx="11">
                  <c:v>97.91904811379699</c:v>
                </c:pt>
                <c:pt idx="12">
                  <c:v>97.395022412020452</c:v>
                </c:pt>
                <c:pt idx="13">
                  <c:v>95.228592096656214</c:v>
                </c:pt>
                <c:pt idx="14">
                  <c:v>94.485007344708151</c:v>
                </c:pt>
                <c:pt idx="15">
                  <c:v>93.795883529033091</c:v>
                </c:pt>
                <c:pt idx="16">
                  <c:v>93.234549941778198</c:v>
                </c:pt>
                <c:pt idx="17">
                  <c:v>93.234549941778198</c:v>
                </c:pt>
                <c:pt idx="18">
                  <c:v>92.693371189206999</c:v>
                </c:pt>
                <c:pt idx="19">
                  <c:v>93.636788982912719</c:v>
                </c:pt>
                <c:pt idx="20">
                  <c:v>93.042864599147975</c:v>
                </c:pt>
                <c:pt idx="21">
                  <c:v>93.12434159042256</c:v>
                </c:pt>
                <c:pt idx="22">
                  <c:v>93.12434159042256</c:v>
                </c:pt>
                <c:pt idx="23">
                  <c:v>96.775797278333584</c:v>
                </c:pt>
                <c:pt idx="24">
                  <c:v>97.37358109852714</c:v>
                </c:pt>
                <c:pt idx="25">
                  <c:v>96.503921423238396</c:v>
                </c:pt>
                <c:pt idx="26">
                  <c:v>96.20931777584029</c:v>
                </c:pt>
                <c:pt idx="27">
                  <c:v>97.136011345021217</c:v>
                </c:pt>
                <c:pt idx="28">
                  <c:v>97.383444102734032</c:v>
                </c:pt>
                <c:pt idx="29">
                  <c:v>97.226064861693118</c:v>
                </c:pt>
                <c:pt idx="30">
                  <c:v>96.531366304509817</c:v>
                </c:pt>
                <c:pt idx="31">
                  <c:v>94.370939556923688</c:v>
                </c:pt>
                <c:pt idx="32">
                  <c:v>95.766340239068427</c:v>
                </c:pt>
                <c:pt idx="33">
                  <c:v>95.766340239068427</c:v>
                </c:pt>
                <c:pt idx="34">
                  <c:v>95.766340239068427</c:v>
                </c:pt>
                <c:pt idx="35">
                  <c:v>95.766340239068427</c:v>
                </c:pt>
                <c:pt idx="36">
                  <c:v>93.188236704632601</c:v>
                </c:pt>
                <c:pt idx="37">
                  <c:v>94.561767247014174</c:v>
                </c:pt>
                <c:pt idx="38">
                  <c:v>92.062996572503579</c:v>
                </c:pt>
                <c:pt idx="39">
                  <c:v>93.346044771943383</c:v>
                </c:pt>
                <c:pt idx="40">
                  <c:v>93.151357645424113</c:v>
                </c:pt>
                <c:pt idx="41">
                  <c:v>92.288988016723096</c:v>
                </c:pt>
                <c:pt idx="42">
                  <c:v>90.604558428688506</c:v>
                </c:pt>
                <c:pt idx="43">
                  <c:v>90.604558428688506</c:v>
                </c:pt>
                <c:pt idx="44">
                  <c:v>87.738283640902566</c:v>
                </c:pt>
                <c:pt idx="45">
                  <c:v>89.902998651187332</c:v>
                </c:pt>
                <c:pt idx="46">
                  <c:v>88.955721421052814</c:v>
                </c:pt>
                <c:pt idx="47">
                  <c:v>86.94795682553908</c:v>
                </c:pt>
                <c:pt idx="48">
                  <c:v>88.089921182192882</c:v>
                </c:pt>
                <c:pt idx="49">
                  <c:v>85.975378845482439</c:v>
                </c:pt>
                <c:pt idx="50">
                  <c:v>84.653307455484821</c:v>
                </c:pt>
                <c:pt idx="51">
                  <c:v>82.763041257914438</c:v>
                </c:pt>
                <c:pt idx="52">
                  <c:v>83.039205375708292</c:v>
                </c:pt>
                <c:pt idx="53">
                  <c:v>83.039205375708292</c:v>
                </c:pt>
                <c:pt idx="54">
                  <c:v>85.608732384746801</c:v>
                </c:pt>
                <c:pt idx="55">
                  <c:v>85.608732384746801</c:v>
                </c:pt>
                <c:pt idx="56">
                  <c:v>82.320921373682339</c:v>
                </c:pt>
                <c:pt idx="57">
                  <c:v>79.525402920424312</c:v>
                </c:pt>
                <c:pt idx="58">
                  <c:v>81.340195694498249</c:v>
                </c:pt>
                <c:pt idx="59">
                  <c:v>83.123684150871952</c:v>
                </c:pt>
                <c:pt idx="60">
                  <c:v>83.123684150871952</c:v>
                </c:pt>
                <c:pt idx="61">
                  <c:v>80.881351585741385</c:v>
                </c:pt>
                <c:pt idx="62">
                  <c:v>78.996660129679256</c:v>
                </c:pt>
                <c:pt idx="63">
                  <c:v>78.996660129679256</c:v>
                </c:pt>
                <c:pt idx="64">
                  <c:v>78.996660129679256</c:v>
                </c:pt>
                <c:pt idx="65">
                  <c:v>82.314917805904216</c:v>
                </c:pt>
                <c:pt idx="66">
                  <c:v>82.314917805904216</c:v>
                </c:pt>
                <c:pt idx="67">
                  <c:v>82.314917805904216</c:v>
                </c:pt>
                <c:pt idx="68">
                  <c:v>83.959037724571388</c:v>
                </c:pt>
                <c:pt idx="69">
                  <c:v>87.23612807888918</c:v>
                </c:pt>
                <c:pt idx="70">
                  <c:v>86.593317500359689</c:v>
                </c:pt>
                <c:pt idx="71">
                  <c:v>87.732280073124429</c:v>
                </c:pt>
                <c:pt idx="72">
                  <c:v>85.517821215535164</c:v>
                </c:pt>
                <c:pt idx="73">
                  <c:v>85.517821215535164</c:v>
                </c:pt>
                <c:pt idx="74">
                  <c:v>88.137949724417879</c:v>
                </c:pt>
                <c:pt idx="75">
                  <c:v>87.445824124853758</c:v>
                </c:pt>
                <c:pt idx="76">
                  <c:v>89.563368245453248</c:v>
                </c:pt>
                <c:pt idx="77">
                  <c:v>89.241748543053575</c:v>
                </c:pt>
                <c:pt idx="78">
                  <c:v>89.652135283315573</c:v>
                </c:pt>
                <c:pt idx="79">
                  <c:v>88.865239078111017</c:v>
                </c:pt>
                <c:pt idx="80">
                  <c:v>87.630648247166107</c:v>
                </c:pt>
                <c:pt idx="81">
                  <c:v>86.349315352805789</c:v>
                </c:pt>
                <c:pt idx="82">
                  <c:v>87.239987515317978</c:v>
                </c:pt>
                <c:pt idx="83">
                  <c:v>86.678653928063071</c:v>
                </c:pt>
                <c:pt idx="84">
                  <c:v>87.102763108960787</c:v>
                </c:pt>
                <c:pt idx="85">
                  <c:v>85.987961505226153</c:v>
                </c:pt>
                <c:pt idx="86">
                  <c:v>85.987961505226153</c:v>
                </c:pt>
                <c:pt idx="87">
                  <c:v>85.987961505226153</c:v>
                </c:pt>
                <c:pt idx="88">
                  <c:v>86.138354145235184</c:v>
                </c:pt>
                <c:pt idx="89">
                  <c:v>88.158958984783581</c:v>
                </c:pt>
                <c:pt idx="90">
                  <c:v>87.930569015715406</c:v>
                </c:pt>
                <c:pt idx="91">
                  <c:v>89.459489035062305</c:v>
                </c:pt>
                <c:pt idx="92">
                  <c:v>87.733636532952843</c:v>
                </c:pt>
                <c:pt idx="93">
                  <c:v>85.329508915157888</c:v>
                </c:pt>
                <c:pt idx="94">
                  <c:v>85.288140166043647</c:v>
                </c:pt>
                <c:pt idx="95">
                  <c:v>85.210142836984531</c:v>
                </c:pt>
                <c:pt idx="96">
                  <c:v>85.761726158507656</c:v>
                </c:pt>
                <c:pt idx="97">
                  <c:v>85.695363790136895</c:v>
                </c:pt>
                <c:pt idx="98">
                  <c:v>85.925477457084853</c:v>
                </c:pt>
                <c:pt idx="99">
                  <c:v>85.255820830798186</c:v>
                </c:pt>
                <c:pt idx="100">
                  <c:v>85.652702267612867</c:v>
                </c:pt>
                <c:pt idx="101">
                  <c:v>86.431382784794351</c:v>
                </c:pt>
                <c:pt idx="102">
                  <c:v>88.040454755550087</c:v>
                </c:pt>
                <c:pt idx="103">
                  <c:v>87.631076509107146</c:v>
                </c:pt>
                <c:pt idx="104">
                  <c:v>87.631076509107146</c:v>
                </c:pt>
                <c:pt idx="105">
                  <c:v>87.631076509107146</c:v>
                </c:pt>
                <c:pt idx="106">
                  <c:v>85.812575245960574</c:v>
                </c:pt>
                <c:pt idx="107">
                  <c:v>85.812575245960574</c:v>
                </c:pt>
                <c:pt idx="108">
                  <c:v>86.817491109860526</c:v>
                </c:pt>
                <c:pt idx="109">
                  <c:v>85.747505650999642</c:v>
                </c:pt>
                <c:pt idx="110">
                  <c:v>86.332701081178101</c:v>
                </c:pt>
                <c:pt idx="111">
                  <c:v>85.747074726529704</c:v>
                </c:pt>
                <c:pt idx="112">
                  <c:v>85.517391984051713</c:v>
                </c:pt>
                <c:pt idx="113">
                  <c:v>86.096123547181051</c:v>
                </c:pt>
                <c:pt idx="114">
                  <c:v>85.246340492459481</c:v>
                </c:pt>
                <c:pt idx="115">
                  <c:v>85.274350583005585</c:v>
                </c:pt>
                <c:pt idx="116">
                  <c:v>87.115259918589047</c:v>
                </c:pt>
                <c:pt idx="117">
                  <c:v>88.988919513887907</c:v>
                </c:pt>
                <c:pt idx="118">
                  <c:v>89.756395994850948</c:v>
                </c:pt>
                <c:pt idx="119">
                  <c:v>89.907650483799856</c:v>
                </c:pt>
                <c:pt idx="120">
                  <c:v>91.124581186910248</c:v>
                </c:pt>
                <c:pt idx="121">
                  <c:v>90.80914447491422</c:v>
                </c:pt>
                <c:pt idx="122">
                  <c:v>91.115962697511478</c:v>
                </c:pt>
                <c:pt idx="123">
                  <c:v>90.435532959476291</c:v>
                </c:pt>
                <c:pt idx="124">
                  <c:v>91.03882721739221</c:v>
                </c:pt>
                <c:pt idx="125">
                  <c:v>90.998320317217861</c:v>
                </c:pt>
                <c:pt idx="126">
                  <c:v>90.998320317217861</c:v>
                </c:pt>
                <c:pt idx="127">
                  <c:v>89.486206352198593</c:v>
                </c:pt>
                <c:pt idx="128">
                  <c:v>90.539816681201756</c:v>
                </c:pt>
                <c:pt idx="129">
                  <c:v>90.812591870673742</c:v>
                </c:pt>
                <c:pt idx="130">
                  <c:v>91.161209766855166</c:v>
                </c:pt>
                <c:pt idx="131">
                  <c:v>91.43312310738726</c:v>
                </c:pt>
                <c:pt idx="132">
                  <c:v>92.002374332177922</c:v>
                </c:pt>
                <c:pt idx="133">
                  <c:v>92.565161689919492</c:v>
                </c:pt>
                <c:pt idx="134">
                  <c:v>90.95393509681405</c:v>
                </c:pt>
                <c:pt idx="135">
                  <c:v>91.512413209856206</c:v>
                </c:pt>
                <c:pt idx="136">
                  <c:v>92.308330705835274</c:v>
                </c:pt>
                <c:pt idx="137">
                  <c:v>91.907140024321194</c:v>
                </c:pt>
                <c:pt idx="138">
                  <c:v>91.195252799980409</c:v>
                </c:pt>
                <c:pt idx="139">
                  <c:v>91.630486514619761</c:v>
                </c:pt>
                <c:pt idx="140">
                  <c:v>91.967469450112787</c:v>
                </c:pt>
                <c:pt idx="141">
                  <c:v>91.807596471765066</c:v>
                </c:pt>
                <c:pt idx="142">
                  <c:v>90.838878263340064</c:v>
                </c:pt>
                <c:pt idx="143">
                  <c:v>92.115707467772125</c:v>
                </c:pt>
                <c:pt idx="144">
                  <c:v>91.185772461641719</c:v>
                </c:pt>
                <c:pt idx="145">
                  <c:v>90.506635497016376</c:v>
                </c:pt>
                <c:pt idx="146">
                  <c:v>90.445875146754844</c:v>
                </c:pt>
                <c:pt idx="147">
                  <c:v>92.295402971737076</c:v>
                </c:pt>
                <c:pt idx="148">
                  <c:v>93.417961215930632</c:v>
                </c:pt>
                <c:pt idx="149">
                  <c:v>94.541381309064064</c:v>
                </c:pt>
                <c:pt idx="150">
                  <c:v>94.593092245456859</c:v>
                </c:pt>
                <c:pt idx="151">
                  <c:v>95.412279662812693</c:v>
                </c:pt>
                <c:pt idx="152">
                  <c:v>95.412279662812693</c:v>
                </c:pt>
                <c:pt idx="153">
                  <c:v>96.686954244895048</c:v>
                </c:pt>
                <c:pt idx="154">
                  <c:v>96.939045059809914</c:v>
                </c:pt>
                <c:pt idx="155">
                  <c:v>96.890350594706717</c:v>
                </c:pt>
                <c:pt idx="156">
                  <c:v>96.210351781141469</c:v>
                </c:pt>
                <c:pt idx="157">
                  <c:v>96.210351781141469</c:v>
                </c:pt>
                <c:pt idx="158">
                  <c:v>97.078664588070453</c:v>
                </c:pt>
                <c:pt idx="159">
                  <c:v>96.742543501517304</c:v>
                </c:pt>
                <c:pt idx="160">
                  <c:v>97.154076370309951</c:v>
                </c:pt>
                <c:pt idx="161">
                  <c:v>97.410268856774195</c:v>
                </c:pt>
                <c:pt idx="162">
                  <c:v>97.069688642505</c:v>
                </c:pt>
                <c:pt idx="163">
                  <c:v>96.59365530616941</c:v>
                </c:pt>
                <c:pt idx="164">
                  <c:v>96.552110578634668</c:v>
                </c:pt>
                <c:pt idx="165">
                  <c:v>97.432772250855507</c:v>
                </c:pt>
                <c:pt idx="166">
                  <c:v>96.144020182121508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DD8F-47EF-8A2E-74AFF293E3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25654912"/>
        <c:axId val="1575770799"/>
      </c:lineChart>
      <c:dateAx>
        <c:axId val="425654912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33A0"/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1575770799"/>
        <c:crosses val="autoZero"/>
        <c:auto val="1"/>
        <c:lblOffset val="100"/>
        <c:baseTimeUnit val="days"/>
      </c:dateAx>
      <c:valAx>
        <c:axId val="1575770799"/>
        <c:scaling>
          <c:orientation val="minMax"/>
          <c:min val="7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33A0"/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425654912"/>
        <c:crosses val="autoZero"/>
        <c:crossBetween val="between"/>
      </c:valAx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0033A0"/>
              </a:solidFill>
              <a:latin typeface="+mn-lt"/>
              <a:ea typeface="+mn-ea"/>
              <a:cs typeface="+mn-cs"/>
            </a:defRPr>
          </a:pPr>
          <a:endParaRPr lang="es-PE"/>
        </a:p>
      </c:txPr>
    </c:legend>
    <c:plotVisOnly val="1"/>
    <c:dispBlanksAs val="gap"/>
    <c:showDLblsOverMax val="0"/>
    <c:extLst/>
  </c:chart>
  <c:txPr>
    <a:bodyPr/>
    <a:lstStyle/>
    <a:p>
      <a:pPr>
        <a:defRPr>
          <a:solidFill>
            <a:srgbClr val="0033A0"/>
          </a:solidFill>
        </a:defRPr>
      </a:pPr>
      <a:endParaRPr lang="es-PE"/>
    </a:p>
  </c:txPr>
  <c:externalData r:id="rId2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EQ!$I$67</c:f>
              <c:strCache>
                <c:ptCount val="1"/>
                <c:pt idx="0">
                  <c:v>AAXJ US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EQ!$J$37:$FU$37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EQ!$J$67:$FU$67</c:f>
              <c:numCache>
                <c:formatCode>General</c:formatCode>
                <c:ptCount val="168"/>
                <c:pt idx="0">
                  <c:v>100</c:v>
                </c:pt>
                <c:pt idx="1">
                  <c:v>103.125</c:v>
                </c:pt>
                <c:pt idx="2">
                  <c:v>104.40292096219932</c:v>
                </c:pt>
                <c:pt idx="3">
                  <c:v>105.11168384879724</c:v>
                </c:pt>
                <c:pt idx="4">
                  <c:v>104.35996563573883</c:v>
                </c:pt>
                <c:pt idx="5">
                  <c:v>104.37070446735395</c:v>
                </c:pt>
                <c:pt idx="6">
                  <c:v>104.82173539518899</c:v>
                </c:pt>
                <c:pt idx="7">
                  <c:v>106.27147766323023</c:v>
                </c:pt>
                <c:pt idx="8">
                  <c:v>105.4553264604811</c:v>
                </c:pt>
                <c:pt idx="9">
                  <c:v>105.76675257731958</c:v>
                </c:pt>
                <c:pt idx="10">
                  <c:v>106.55068728522336</c:v>
                </c:pt>
                <c:pt idx="11">
                  <c:v>106.03522336769758</c:v>
                </c:pt>
                <c:pt idx="12">
                  <c:v>106.03522336769758</c:v>
                </c:pt>
                <c:pt idx="13">
                  <c:v>104.75730240549828</c:v>
                </c:pt>
                <c:pt idx="14">
                  <c:v>106.23926116838489</c:v>
                </c:pt>
                <c:pt idx="15">
                  <c:v>106.90506872852234</c:v>
                </c:pt>
                <c:pt idx="16">
                  <c:v>107.53865979381443</c:v>
                </c:pt>
                <c:pt idx="17">
                  <c:v>107.50644329896907</c:v>
                </c:pt>
                <c:pt idx="18">
                  <c:v>109.54682130584195</c:v>
                </c:pt>
                <c:pt idx="19">
                  <c:v>110.26632302405501</c:v>
                </c:pt>
                <c:pt idx="20">
                  <c:v>109.81529209621996</c:v>
                </c:pt>
                <c:pt idx="21">
                  <c:v>107.69974226804126</c:v>
                </c:pt>
                <c:pt idx="22">
                  <c:v>107.98969072164951</c:v>
                </c:pt>
                <c:pt idx="23">
                  <c:v>108.22594501718216</c:v>
                </c:pt>
                <c:pt idx="24">
                  <c:v>106.86211340206188</c:v>
                </c:pt>
                <c:pt idx="25">
                  <c:v>106.41108247422683</c:v>
                </c:pt>
                <c:pt idx="26">
                  <c:v>109.22465635738834</c:v>
                </c:pt>
                <c:pt idx="27">
                  <c:v>109.94415807560139</c:v>
                </c:pt>
                <c:pt idx="28">
                  <c:v>110.24484536082477</c:v>
                </c:pt>
                <c:pt idx="29">
                  <c:v>112.23152920962202</c:v>
                </c:pt>
                <c:pt idx="30">
                  <c:v>110.97508591065295</c:v>
                </c:pt>
                <c:pt idx="31">
                  <c:v>111.30798969072167</c:v>
                </c:pt>
                <c:pt idx="32">
                  <c:v>111.30798969072167</c:v>
                </c:pt>
                <c:pt idx="33">
                  <c:v>111.06099656357389</c:v>
                </c:pt>
                <c:pt idx="34">
                  <c:v>111.57646048109966</c:v>
                </c:pt>
                <c:pt idx="35">
                  <c:v>111.42611683848799</c:v>
                </c:pt>
                <c:pt idx="36">
                  <c:v>113.84235395189006</c:v>
                </c:pt>
                <c:pt idx="37">
                  <c:v>112.52147766323027</c:v>
                </c:pt>
                <c:pt idx="38">
                  <c:v>114.30412371134022</c:v>
                </c:pt>
                <c:pt idx="39">
                  <c:v>115.65721649484539</c:v>
                </c:pt>
                <c:pt idx="40">
                  <c:v>114.54037800687287</c:v>
                </c:pt>
                <c:pt idx="41">
                  <c:v>114.47594501718216</c:v>
                </c:pt>
                <c:pt idx="42">
                  <c:v>112.65034364261172</c:v>
                </c:pt>
                <c:pt idx="43">
                  <c:v>107.14132302405501</c:v>
                </c:pt>
                <c:pt idx="44">
                  <c:v>108.05412371134025</c:v>
                </c:pt>
                <c:pt idx="45">
                  <c:v>105.77749140893475</c:v>
                </c:pt>
                <c:pt idx="46">
                  <c:v>105.22981099656361</c:v>
                </c:pt>
                <c:pt idx="47">
                  <c:v>107.21649484536087</c:v>
                </c:pt>
                <c:pt idx="48">
                  <c:v>107.47422680412375</c:v>
                </c:pt>
                <c:pt idx="49">
                  <c:v>107.98969072164951</c:v>
                </c:pt>
                <c:pt idx="50">
                  <c:v>104.78951890034365</c:v>
                </c:pt>
                <c:pt idx="51">
                  <c:v>104.72508591065292</c:v>
                </c:pt>
                <c:pt idx="52">
                  <c:v>107.74269759450172</c:v>
                </c:pt>
                <c:pt idx="53">
                  <c:v>108.27963917525774</c:v>
                </c:pt>
                <c:pt idx="54">
                  <c:v>106.28221649484537</c:v>
                </c:pt>
                <c:pt idx="55">
                  <c:v>106.48625429553266</c:v>
                </c:pt>
                <c:pt idx="56">
                  <c:v>102.77061855670105</c:v>
                </c:pt>
                <c:pt idx="57">
                  <c:v>105.5519759450172</c:v>
                </c:pt>
                <c:pt idx="58">
                  <c:v>103.80154639175259</c:v>
                </c:pt>
                <c:pt idx="59">
                  <c:v>104.88616838487975</c:v>
                </c:pt>
                <c:pt idx="60">
                  <c:v>101.48195876288662</c:v>
                </c:pt>
                <c:pt idx="61">
                  <c:v>100.9450171821306</c:v>
                </c:pt>
                <c:pt idx="62">
                  <c:v>99.860395189003455</c:v>
                </c:pt>
                <c:pt idx="63">
                  <c:v>103.40420962199316</c:v>
                </c:pt>
                <c:pt idx="64">
                  <c:v>104.37070446735396</c:v>
                </c:pt>
                <c:pt idx="65">
                  <c:v>103.21091065292097</c:v>
                </c:pt>
                <c:pt idx="66">
                  <c:v>103.21091065292097</c:v>
                </c:pt>
                <c:pt idx="67">
                  <c:v>104.22036082474229</c:v>
                </c:pt>
                <c:pt idx="68">
                  <c:v>104.72508591065294</c:v>
                </c:pt>
                <c:pt idx="69">
                  <c:v>110.3737113402062</c:v>
                </c:pt>
                <c:pt idx="70">
                  <c:v>109.97637457044674</c:v>
                </c:pt>
                <c:pt idx="71">
                  <c:v>110.19115120274915</c:v>
                </c:pt>
                <c:pt idx="72">
                  <c:v>111.06099656357391</c:v>
                </c:pt>
                <c:pt idx="73">
                  <c:v>113.36984536082477</c:v>
                </c:pt>
                <c:pt idx="74">
                  <c:v>113.30541237113405</c:v>
                </c:pt>
                <c:pt idx="75">
                  <c:v>113.98195876288663</c:v>
                </c:pt>
                <c:pt idx="76">
                  <c:v>116.07603092783511</c:v>
                </c:pt>
                <c:pt idx="77">
                  <c:v>115.46391752577324</c:v>
                </c:pt>
                <c:pt idx="78">
                  <c:v>113.97121993127152</c:v>
                </c:pt>
                <c:pt idx="79">
                  <c:v>116.43041237113408</c:v>
                </c:pt>
                <c:pt idx="80">
                  <c:v>114.41151202749147</c:v>
                </c:pt>
                <c:pt idx="81">
                  <c:v>117.12843642611689</c:v>
                </c:pt>
                <c:pt idx="82">
                  <c:v>117.04252577319593</c:v>
                </c:pt>
                <c:pt idx="83">
                  <c:v>115.78608247422686</c:v>
                </c:pt>
                <c:pt idx="84">
                  <c:v>115.4853951890035</c:v>
                </c:pt>
                <c:pt idx="85">
                  <c:v>117.98754295532653</c:v>
                </c:pt>
                <c:pt idx="86">
                  <c:v>118.27749140893476</c:v>
                </c:pt>
                <c:pt idx="87">
                  <c:v>118.54596219931277</c:v>
                </c:pt>
                <c:pt idx="88">
                  <c:v>120.89776632302411</c:v>
                </c:pt>
                <c:pt idx="89">
                  <c:v>124.98926116838493</c:v>
                </c:pt>
                <c:pt idx="90">
                  <c:v>123.57173539518904</c:v>
                </c:pt>
                <c:pt idx="91">
                  <c:v>126.18127147766327</c:v>
                </c:pt>
                <c:pt idx="92">
                  <c:v>126.27792096219937</c:v>
                </c:pt>
                <c:pt idx="93">
                  <c:v>122.14347079037806</c:v>
                </c:pt>
                <c:pt idx="94">
                  <c:v>125.42955326460486</c:v>
                </c:pt>
                <c:pt idx="95">
                  <c:v>125.69802405498287</c:v>
                </c:pt>
                <c:pt idx="96">
                  <c:v>121.1125429553265</c:v>
                </c:pt>
                <c:pt idx="97">
                  <c:v>121.00515463917532</c:v>
                </c:pt>
                <c:pt idx="98">
                  <c:v>119.63058419243991</c:v>
                </c:pt>
                <c:pt idx="99">
                  <c:v>121.59579037800692</c:v>
                </c:pt>
                <c:pt idx="100">
                  <c:v>122.68041237113405</c:v>
                </c:pt>
                <c:pt idx="101">
                  <c:v>122.50859106529212</c:v>
                </c:pt>
                <c:pt idx="102">
                  <c:v>122.50859106529212</c:v>
                </c:pt>
                <c:pt idx="103">
                  <c:v>127.19072164948457</c:v>
                </c:pt>
                <c:pt idx="104">
                  <c:v>127.2551546391753</c:v>
                </c:pt>
                <c:pt idx="105">
                  <c:v>127.74914089347084</c:v>
                </c:pt>
                <c:pt idx="106">
                  <c:v>127.85652920962204</c:v>
                </c:pt>
                <c:pt idx="107">
                  <c:v>131.31443298969074</c:v>
                </c:pt>
                <c:pt idx="108">
                  <c:v>132.58161512027493</c:v>
                </c:pt>
                <c:pt idx="109">
                  <c:v>131.17482817869418</c:v>
                </c:pt>
                <c:pt idx="110">
                  <c:v>129.49957044673542</c:v>
                </c:pt>
                <c:pt idx="111">
                  <c:v>120.31786941580758</c:v>
                </c:pt>
                <c:pt idx="112">
                  <c:v>122.8737113402062</c:v>
                </c:pt>
                <c:pt idx="113">
                  <c:v>122.8737113402062</c:v>
                </c:pt>
                <c:pt idx="114">
                  <c:v>120.52190721649485</c:v>
                </c:pt>
                <c:pt idx="115">
                  <c:v>125.88058419243985</c:v>
                </c:pt>
                <c:pt idx="116">
                  <c:v>126.46048109965636</c:v>
                </c:pt>
                <c:pt idx="117">
                  <c:v>130.61019645951393</c:v>
                </c:pt>
                <c:pt idx="118">
                  <c:v>128.37091844570097</c:v>
                </c:pt>
                <c:pt idx="119">
                  <c:v>128.15560325206511</c:v>
                </c:pt>
                <c:pt idx="120">
                  <c:v>132.74181687650895</c:v>
                </c:pt>
                <c:pt idx="121">
                  <c:v>132.74181687650895</c:v>
                </c:pt>
                <c:pt idx="122">
                  <c:v>133.72150100755212</c:v>
                </c:pt>
                <c:pt idx="123">
                  <c:v>125.65794700588908</c:v>
                </c:pt>
                <c:pt idx="124">
                  <c:v>126.17470347061516</c:v>
                </c:pt>
                <c:pt idx="125">
                  <c:v>127.43429735338495</c:v>
                </c:pt>
                <c:pt idx="126">
                  <c:v>125.80866764143418</c:v>
                </c:pt>
                <c:pt idx="127">
                  <c:v>126.46537898202358</c:v>
                </c:pt>
                <c:pt idx="128">
                  <c:v>128.46781028283709</c:v>
                </c:pt>
                <c:pt idx="129">
                  <c:v>124.73209167325489</c:v>
                </c:pt>
                <c:pt idx="130">
                  <c:v>122.66506581435061</c:v>
                </c:pt>
                <c:pt idx="131">
                  <c:v>122.66506581435061</c:v>
                </c:pt>
                <c:pt idx="132">
                  <c:v>126.5730365788415</c:v>
                </c:pt>
                <c:pt idx="133">
                  <c:v>122.99880436448619</c:v>
                </c:pt>
                <c:pt idx="134">
                  <c:v>124.03231729393833</c:v>
                </c:pt>
                <c:pt idx="135">
                  <c:v>125.19501933957201</c:v>
                </c:pt>
                <c:pt idx="136">
                  <c:v>125.11965902179946</c:v>
                </c:pt>
                <c:pt idx="137">
                  <c:v>120.39349052149228</c:v>
                </c:pt>
                <c:pt idx="138">
                  <c:v>122.66506581435063</c:v>
                </c:pt>
                <c:pt idx="139">
                  <c:v>122.5574082175327</c:v>
                </c:pt>
                <c:pt idx="140">
                  <c:v>119.83367101803904</c:v>
                </c:pt>
                <c:pt idx="141">
                  <c:v>118.21880706577008</c:v>
                </c:pt>
                <c:pt idx="142">
                  <c:v>118.69250049176897</c:v>
                </c:pt>
                <c:pt idx="143">
                  <c:v>122.32056150453326</c:v>
                </c:pt>
                <c:pt idx="144">
                  <c:v>121.39470617189905</c:v>
                </c:pt>
                <c:pt idx="145">
                  <c:v>120.84565242812759</c:v>
                </c:pt>
                <c:pt idx="146">
                  <c:v>118.27263586417904</c:v>
                </c:pt>
                <c:pt idx="147">
                  <c:v>118.60637441431463</c:v>
                </c:pt>
                <c:pt idx="148">
                  <c:v>116.06565512941145</c:v>
                </c:pt>
                <c:pt idx="149">
                  <c:v>113.74025103814414</c:v>
                </c:pt>
                <c:pt idx="150">
                  <c:v>118.25110434481545</c:v>
                </c:pt>
                <c:pt idx="151">
                  <c:v>119.19849119681324</c:v>
                </c:pt>
                <c:pt idx="152">
                  <c:v>119.84443677772083</c:v>
                </c:pt>
                <c:pt idx="153">
                  <c:v>122.93420980639546</c:v>
                </c:pt>
                <c:pt idx="154">
                  <c:v>122.43898486103299</c:v>
                </c:pt>
                <c:pt idx="155">
                  <c:v>121.22245401699037</c:v>
                </c:pt>
                <c:pt idx="156">
                  <c:v>122.22366966739713</c:v>
                </c:pt>
                <c:pt idx="157">
                  <c:v>121.40547193158086</c:v>
                </c:pt>
                <c:pt idx="158">
                  <c:v>122.32056150453327</c:v>
                </c:pt>
                <c:pt idx="159">
                  <c:v>124.34452432471036</c:v>
                </c:pt>
                <c:pt idx="160">
                  <c:v>124.78592047166387</c:v>
                </c:pt>
                <c:pt idx="161">
                  <c:v>124.67826287484596</c:v>
                </c:pt>
                <c:pt idx="162">
                  <c:v>126.14240619156982</c:v>
                </c:pt>
                <c:pt idx="163">
                  <c:v>122.24520118676071</c:v>
                </c:pt>
                <c:pt idx="164">
                  <c:v>123.58015538730307</c:v>
                </c:pt>
                <c:pt idx="165">
                  <c:v>124.50601071993728</c:v>
                </c:pt>
                <c:pt idx="166">
                  <c:v>125.22731661861741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2FC-4388-A5F3-B6AB3260A1B7}"/>
            </c:ext>
          </c:extLst>
        </c:ser>
        <c:ser>
          <c:idx val="1"/>
          <c:order val="1"/>
          <c:tx>
            <c:strRef>
              <c:f>EQ!$I$68</c:f>
              <c:strCache>
                <c:ptCount val="1"/>
                <c:pt idx="0">
                  <c:v>BGFPABA LN</c:v>
                </c:pt>
              </c:strCache>
            </c:strRef>
          </c:tx>
          <c:spPr>
            <a:ln w="25400" cap="rnd">
              <a:solidFill>
                <a:srgbClr val="00AEC7"/>
              </a:solidFill>
              <a:round/>
            </a:ln>
            <a:effectLst/>
          </c:spPr>
          <c:marker>
            <c:symbol val="none"/>
          </c:marker>
          <c:cat>
            <c:numRef>
              <c:f>EQ!$J$37:$FU$37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EQ!$J$68:$FU$68</c:f>
              <c:numCache>
                <c:formatCode>General</c:formatCode>
                <c:ptCount val="168"/>
                <c:pt idx="0">
                  <c:v>100</c:v>
                </c:pt>
                <c:pt idx="1">
                  <c:v>101.48358990672489</c:v>
                </c:pt>
                <c:pt idx="2">
                  <c:v>104.14175815571005</c:v>
                </c:pt>
                <c:pt idx="3">
                  <c:v>104.95321444250165</c:v>
                </c:pt>
                <c:pt idx="4">
                  <c:v>105.77833959490881</c:v>
                </c:pt>
                <c:pt idx="5">
                  <c:v>105.16189966331636</c:v>
                </c:pt>
                <c:pt idx="6">
                  <c:v>105.67479186600858</c:v>
                </c:pt>
                <c:pt idx="7">
                  <c:v>105.56811478035398</c:v>
                </c:pt>
                <c:pt idx="8">
                  <c:v>106.29392763561731</c:v>
                </c:pt>
                <c:pt idx="9">
                  <c:v>106.71358815051723</c:v>
                </c:pt>
                <c:pt idx="10">
                  <c:v>106.96855976127425</c:v>
                </c:pt>
                <c:pt idx="11">
                  <c:v>108.30290360242267</c:v>
                </c:pt>
                <c:pt idx="12">
                  <c:v>107.24087500352687</c:v>
                </c:pt>
                <c:pt idx="13">
                  <c:v>106.16353205960367</c:v>
                </c:pt>
                <c:pt idx="14">
                  <c:v>107.78567019090652</c:v>
                </c:pt>
                <c:pt idx="15">
                  <c:v>107.49575203894423</c:v>
                </c:pt>
                <c:pt idx="16">
                  <c:v>107.54083235195206</c:v>
                </c:pt>
                <c:pt idx="17">
                  <c:v>106.34242973689832</c:v>
                </c:pt>
                <c:pt idx="18">
                  <c:v>107.34972074489539</c:v>
                </c:pt>
                <c:pt idx="19">
                  <c:v>109.99763544724222</c:v>
                </c:pt>
                <c:pt idx="20">
                  <c:v>109.78234515521855</c:v>
                </c:pt>
                <c:pt idx="21">
                  <c:v>109.69343635387439</c:v>
                </c:pt>
                <c:pt idx="22">
                  <c:v>105.58749814478855</c:v>
                </c:pt>
                <c:pt idx="23">
                  <c:v>109.71911713952963</c:v>
                </c:pt>
                <c:pt idx="24">
                  <c:v>109.47872314686835</c:v>
                </c:pt>
                <c:pt idx="25">
                  <c:v>108.34856776056296</c:v>
                </c:pt>
                <c:pt idx="26">
                  <c:v>106.27521495646124</c:v>
                </c:pt>
                <c:pt idx="27">
                  <c:v>109.39680962164765</c:v>
                </c:pt>
                <c:pt idx="28">
                  <c:v>109.81179171349353</c:v>
                </c:pt>
                <c:pt idx="29">
                  <c:v>110.87450536486631</c:v>
                </c:pt>
                <c:pt idx="30">
                  <c:v>112.87228547434903</c:v>
                </c:pt>
                <c:pt idx="31">
                  <c:v>110.98651242116384</c:v>
                </c:pt>
                <c:pt idx="32">
                  <c:v>111.3527101805394</c:v>
                </c:pt>
                <c:pt idx="33">
                  <c:v>112.2398020324559</c:v>
                </c:pt>
                <c:pt idx="34">
                  <c:v>113.99012978572996</c:v>
                </c:pt>
                <c:pt idx="35">
                  <c:v>115.00976484849141</c:v>
                </c:pt>
                <c:pt idx="36">
                  <c:v>115.20148064439553</c:v>
                </c:pt>
                <c:pt idx="37">
                  <c:v>116.62255509787774</c:v>
                </c:pt>
                <c:pt idx="38">
                  <c:v>117.14967822687947</c:v>
                </c:pt>
                <c:pt idx="39">
                  <c:v>118.73145716559598</c:v>
                </c:pt>
                <c:pt idx="40">
                  <c:v>120.64954774121809</c:v>
                </c:pt>
                <c:pt idx="41">
                  <c:v>119.58521672722152</c:v>
                </c:pt>
                <c:pt idx="42">
                  <c:v>120.2187852968336</c:v>
                </c:pt>
                <c:pt idx="43">
                  <c:v>116.3541853136953</c:v>
                </c:pt>
                <c:pt idx="44">
                  <c:v>109.8047753723575</c:v>
                </c:pt>
                <c:pt idx="45">
                  <c:v>113.30183748669744</c:v>
                </c:pt>
                <c:pt idx="46">
                  <c:v>112.57233413496168</c:v>
                </c:pt>
                <c:pt idx="47">
                  <c:v>108.49351234652696</c:v>
                </c:pt>
                <c:pt idx="48">
                  <c:v>111.66719697889967</c:v>
                </c:pt>
                <c:pt idx="49">
                  <c:v>114.29698891610489</c:v>
                </c:pt>
                <c:pt idx="50">
                  <c:v>113.36480077653506</c:v>
                </c:pt>
                <c:pt idx="51">
                  <c:v>112.29815108766736</c:v>
                </c:pt>
                <c:pt idx="52">
                  <c:v>112.27253023939929</c:v>
                </c:pt>
                <c:pt idx="53">
                  <c:v>112.77331348953575</c:v>
                </c:pt>
                <c:pt idx="54">
                  <c:v>115.878846769733</c:v>
                </c:pt>
                <c:pt idx="55">
                  <c:v>111.9018346757732</c:v>
                </c:pt>
                <c:pt idx="56">
                  <c:v>110.69576542011835</c:v>
                </c:pt>
                <c:pt idx="57">
                  <c:v>106.28626789664098</c:v>
                </c:pt>
                <c:pt idx="58">
                  <c:v>108.00607342387242</c:v>
                </c:pt>
                <c:pt idx="59">
                  <c:v>109.94071649114994</c:v>
                </c:pt>
                <c:pt idx="60">
                  <c:v>108.70072307998169</c:v>
                </c:pt>
                <c:pt idx="61">
                  <c:v>108.31269998214614</c:v>
                </c:pt>
                <c:pt idx="62">
                  <c:v>107.51932182942096</c:v>
                </c:pt>
                <c:pt idx="63">
                  <c:v>104.66138535421329</c:v>
                </c:pt>
                <c:pt idx="64">
                  <c:v>109.24579060792159</c:v>
                </c:pt>
                <c:pt idx="65">
                  <c:v>107.5138035661794</c:v>
                </c:pt>
                <c:pt idx="66">
                  <c:v>107.80722308599509</c:v>
                </c:pt>
                <c:pt idx="67">
                  <c:v>107.45693632615101</c:v>
                </c:pt>
                <c:pt idx="68">
                  <c:v>107.92205272757143</c:v>
                </c:pt>
                <c:pt idx="69">
                  <c:v>112.91244851592872</c:v>
                </c:pt>
                <c:pt idx="70">
                  <c:v>112.31806464490259</c:v>
                </c:pt>
                <c:pt idx="71">
                  <c:v>112.60530323798615</c:v>
                </c:pt>
                <c:pt idx="72">
                  <c:v>112.47323175471135</c:v>
                </c:pt>
                <c:pt idx="73">
                  <c:v>113.78112864900494</c:v>
                </c:pt>
                <c:pt idx="74">
                  <c:v>115.06275165495531</c:v>
                </c:pt>
                <c:pt idx="75">
                  <c:v>117.93079469877304</c:v>
                </c:pt>
                <c:pt idx="76">
                  <c:v>117.62277510030096</c:v>
                </c:pt>
                <c:pt idx="77">
                  <c:v>118.409195465029</c:v>
                </c:pt>
                <c:pt idx="78">
                  <c:v>120.50657181830734</c:v>
                </c:pt>
                <c:pt idx="79">
                  <c:v>119.45184937966101</c:v>
                </c:pt>
                <c:pt idx="80">
                  <c:v>119.54723129967648</c:v>
                </c:pt>
                <c:pt idx="81">
                  <c:v>120.46975705628371</c:v>
                </c:pt>
                <c:pt idx="82">
                  <c:v>121.25281734969133</c:v>
                </c:pt>
                <c:pt idx="83">
                  <c:v>122.60147372248102</c:v>
                </c:pt>
                <c:pt idx="84">
                  <c:v>123.24576847705384</c:v>
                </c:pt>
                <c:pt idx="85">
                  <c:v>121.71554966137323</c:v>
                </c:pt>
                <c:pt idx="86">
                  <c:v>121.60861625087944</c:v>
                </c:pt>
                <c:pt idx="87">
                  <c:v>121.9679277119678</c:v>
                </c:pt>
                <c:pt idx="88">
                  <c:v>127.37406092396114</c:v>
                </c:pt>
                <c:pt idx="89">
                  <c:v>131.74448668631749</c:v>
                </c:pt>
                <c:pt idx="90">
                  <c:v>134.7520309356336</c:v>
                </c:pt>
                <c:pt idx="91">
                  <c:v>133.42099290352431</c:v>
                </c:pt>
                <c:pt idx="92">
                  <c:v>137.04470403415525</c:v>
                </c:pt>
                <c:pt idx="93">
                  <c:v>136.34837341051829</c:v>
                </c:pt>
                <c:pt idx="94">
                  <c:v>137.88584663849821</c:v>
                </c:pt>
                <c:pt idx="95">
                  <c:v>140.21477922965352</c:v>
                </c:pt>
                <c:pt idx="96">
                  <c:v>137.28218940575252</c:v>
                </c:pt>
                <c:pt idx="97">
                  <c:v>135.8247080199136</c:v>
                </c:pt>
                <c:pt idx="98">
                  <c:v>132.79640840420299</c:v>
                </c:pt>
                <c:pt idx="99">
                  <c:v>132.43529621764171</c:v>
                </c:pt>
                <c:pt idx="100">
                  <c:v>136.96389419307908</c:v>
                </c:pt>
                <c:pt idx="101">
                  <c:v>137.35958960474002</c:v>
                </c:pt>
                <c:pt idx="102">
                  <c:v>136.75949957981001</c:v>
                </c:pt>
                <c:pt idx="103">
                  <c:v>140.74684236310216</c:v>
                </c:pt>
                <c:pt idx="104">
                  <c:v>144.08597472144453</c:v>
                </c:pt>
                <c:pt idx="105">
                  <c:v>141.72402488330377</c:v>
                </c:pt>
                <c:pt idx="106">
                  <c:v>141.9368778863024</c:v>
                </c:pt>
                <c:pt idx="107">
                  <c:v>143.50898991444865</c:v>
                </c:pt>
                <c:pt idx="108">
                  <c:v>144.99639670690664</c:v>
                </c:pt>
                <c:pt idx="109">
                  <c:v>147.2146493145359</c:v>
                </c:pt>
                <c:pt idx="110">
                  <c:v>144.24808747003939</c:v>
                </c:pt>
                <c:pt idx="111">
                  <c:v>140.02250297068284</c:v>
                </c:pt>
                <c:pt idx="112">
                  <c:v>133.55532832222971</c:v>
                </c:pt>
                <c:pt idx="113">
                  <c:v>137.93888626256305</c:v>
                </c:pt>
                <c:pt idx="114">
                  <c:v>133.44435277780821</c:v>
                </c:pt>
                <c:pt idx="115">
                  <c:v>133.34119614153815</c:v>
                </c:pt>
                <c:pt idx="116">
                  <c:v>138.69637018718421</c:v>
                </c:pt>
                <c:pt idx="117">
                  <c:v>143.7504757668639</c:v>
                </c:pt>
                <c:pt idx="118">
                  <c:v>145.36999023917525</c:v>
                </c:pt>
                <c:pt idx="119">
                  <c:v>148.1136391557792</c:v>
                </c:pt>
                <c:pt idx="120">
                  <c:v>152.17759291193954</c:v>
                </c:pt>
                <c:pt idx="121">
                  <c:v>152.99858371763275</c:v>
                </c:pt>
                <c:pt idx="122">
                  <c:v>157.28675639418162</c:v>
                </c:pt>
                <c:pt idx="123">
                  <c:v>149.37233915861344</c:v>
                </c:pt>
                <c:pt idx="124">
                  <c:v>149.08911643309008</c:v>
                </c:pt>
                <c:pt idx="125">
                  <c:v>152.71092353769316</c:v>
                </c:pt>
                <c:pt idx="126">
                  <c:v>145.47282508578357</c:v>
                </c:pt>
                <c:pt idx="127">
                  <c:v>145.5144425105791</c:v>
                </c:pt>
                <c:pt idx="128">
                  <c:v>147.37057586712777</c:v>
                </c:pt>
                <c:pt idx="129">
                  <c:v>145.88147808281082</c:v>
                </c:pt>
                <c:pt idx="130">
                  <c:v>139.3460125328069</c:v>
                </c:pt>
                <c:pt idx="131">
                  <c:v>142.38276832922844</c:v>
                </c:pt>
                <c:pt idx="132">
                  <c:v>141.81907676541502</c:v>
                </c:pt>
                <c:pt idx="133">
                  <c:v>137.32982911812067</c:v>
                </c:pt>
                <c:pt idx="134">
                  <c:v>135.39183156504095</c:v>
                </c:pt>
                <c:pt idx="135">
                  <c:v>137.07938178978574</c:v>
                </c:pt>
                <c:pt idx="136">
                  <c:v>137.30892439699537</c:v>
                </c:pt>
                <c:pt idx="137">
                  <c:v>133.75096040853958</c:v>
                </c:pt>
                <c:pt idx="138">
                  <c:v>134.20764984620371</c:v>
                </c:pt>
                <c:pt idx="139">
                  <c:v>137.9898735497051</c:v>
                </c:pt>
                <c:pt idx="140">
                  <c:v>132.85621618957487</c:v>
                </c:pt>
                <c:pt idx="141">
                  <c:v>125.11455511829782</c:v>
                </c:pt>
                <c:pt idx="142">
                  <c:v>127.29379101375132</c:v>
                </c:pt>
                <c:pt idx="143">
                  <c:v>133.47978815058946</c:v>
                </c:pt>
                <c:pt idx="144">
                  <c:v>133.57961509658134</c:v>
                </c:pt>
                <c:pt idx="145">
                  <c:v>137.51392001892404</c:v>
                </c:pt>
                <c:pt idx="146">
                  <c:v>132.87141830158265</c:v>
                </c:pt>
                <c:pt idx="147">
                  <c:v>133.95969118447726</c:v>
                </c:pt>
                <c:pt idx="148">
                  <c:v>126.79082822453343</c:v>
                </c:pt>
                <c:pt idx="149">
                  <c:v>122.7146277740501</c:v>
                </c:pt>
                <c:pt idx="150">
                  <c:v>120.79169028026271</c:v>
                </c:pt>
                <c:pt idx="151">
                  <c:v>130.96696648415397</c:v>
                </c:pt>
                <c:pt idx="152">
                  <c:v>130.52494972214669</c:v>
                </c:pt>
                <c:pt idx="153">
                  <c:v>131.68410109503532</c:v>
                </c:pt>
                <c:pt idx="154">
                  <c:v>135.71412575468787</c:v>
                </c:pt>
                <c:pt idx="155">
                  <c:v>132.69022842244081</c:v>
                </c:pt>
                <c:pt idx="156">
                  <c:v>131.9408343127925</c:v>
                </c:pt>
                <c:pt idx="157">
                  <c:v>133.11674559533017</c:v>
                </c:pt>
                <c:pt idx="158">
                  <c:v>132.50098214166658</c:v>
                </c:pt>
                <c:pt idx="159">
                  <c:v>135.49170456809125</c:v>
                </c:pt>
                <c:pt idx="160">
                  <c:v>137.47269593626507</c:v>
                </c:pt>
                <c:pt idx="161">
                  <c:v>136.98513206712505</c:v>
                </c:pt>
                <c:pt idx="162">
                  <c:v>138.22803984338765</c:v>
                </c:pt>
                <c:pt idx="163">
                  <c:v>136.93390507528503</c:v>
                </c:pt>
                <c:pt idx="164">
                  <c:v>131.61994319400068</c:v>
                </c:pt>
                <c:pt idx="165">
                  <c:v>134.75829002924658</c:v>
                </c:pt>
                <c:pt idx="166">
                  <c:v>137.38727941522379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2FC-4388-A5F3-B6AB3260A1B7}"/>
            </c:ext>
          </c:extLst>
        </c:ser>
        <c:ser>
          <c:idx val="2"/>
          <c:order val="2"/>
          <c:tx>
            <c:strRef>
              <c:f>EQ!$I$69</c:f>
              <c:strCache>
                <c:ptCount val="1"/>
                <c:pt idx="0">
                  <c:v>WEATSUA LX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EQ!$J$37:$FU$37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EQ!$J$69:$FU$69</c:f>
              <c:numCache>
                <c:formatCode>General</c:formatCode>
                <c:ptCount val="168"/>
                <c:pt idx="0">
                  <c:v>100</c:v>
                </c:pt>
                <c:pt idx="1">
                  <c:v>103.22199828531157</c:v>
                </c:pt>
                <c:pt idx="2">
                  <c:v>105.01568805239224</c:v>
                </c:pt>
                <c:pt idx="3">
                  <c:v>105.68181308100777</c:v>
                </c:pt>
                <c:pt idx="4">
                  <c:v>105.33169345680284</c:v>
                </c:pt>
                <c:pt idx="5">
                  <c:v>105.04531355905571</c:v>
                </c:pt>
                <c:pt idx="6">
                  <c:v>106.49112805849686</c:v>
                </c:pt>
                <c:pt idx="7">
                  <c:v>108.59049918978722</c:v>
                </c:pt>
                <c:pt idx="8">
                  <c:v>106.70793290271607</c:v>
                </c:pt>
                <c:pt idx="9">
                  <c:v>107.17790116751422</c:v>
                </c:pt>
                <c:pt idx="10">
                  <c:v>107.16488389943481</c:v>
                </c:pt>
                <c:pt idx="11">
                  <c:v>107.23939653740661</c:v>
                </c:pt>
                <c:pt idx="12">
                  <c:v>107.23939653740661</c:v>
                </c:pt>
                <c:pt idx="13">
                  <c:v>104.98112496128476</c:v>
                </c:pt>
                <c:pt idx="14">
                  <c:v>106.62399396716947</c:v>
                </c:pt>
                <c:pt idx="15">
                  <c:v>107.96836354985382</c:v>
                </c:pt>
                <c:pt idx="16">
                  <c:v>107.82472472966717</c:v>
                </c:pt>
                <c:pt idx="17">
                  <c:v>108.7588259321934</c:v>
                </c:pt>
                <c:pt idx="18">
                  <c:v>110.82632720025487</c:v>
                </c:pt>
                <c:pt idx="19">
                  <c:v>112.53248706128431</c:v>
                </c:pt>
                <c:pt idx="20">
                  <c:v>111.67110301147754</c:v>
                </c:pt>
                <c:pt idx="21">
                  <c:v>110.37072281747537</c:v>
                </c:pt>
                <c:pt idx="22">
                  <c:v>109.22340774123457</c:v>
                </c:pt>
                <c:pt idx="23">
                  <c:v>108.33419367001665</c:v>
                </c:pt>
                <c:pt idx="24">
                  <c:v>106.62309622454329</c:v>
                </c:pt>
                <c:pt idx="25">
                  <c:v>104.88955521341578</c:v>
                </c:pt>
                <c:pt idx="26">
                  <c:v>108.31040349042324</c:v>
                </c:pt>
                <c:pt idx="27">
                  <c:v>110.54398714432548</c:v>
                </c:pt>
                <c:pt idx="28">
                  <c:v>111.01260879518439</c:v>
                </c:pt>
                <c:pt idx="29">
                  <c:v>112.04950152840671</c:v>
                </c:pt>
                <c:pt idx="30">
                  <c:v>109.07932004973483</c:v>
                </c:pt>
                <c:pt idx="31">
                  <c:v>110.19431639143363</c:v>
                </c:pt>
                <c:pt idx="32">
                  <c:v>110.19431639143363</c:v>
                </c:pt>
                <c:pt idx="33">
                  <c:v>109.66195501411688</c:v>
                </c:pt>
                <c:pt idx="34">
                  <c:v>110.32763117141936</c:v>
                </c:pt>
                <c:pt idx="35">
                  <c:v>109.86484484763052</c:v>
                </c:pt>
                <c:pt idx="36">
                  <c:v>111.14682131779628</c:v>
                </c:pt>
                <c:pt idx="37">
                  <c:v>110.58438556250297</c:v>
                </c:pt>
                <c:pt idx="38">
                  <c:v>113.3763651298808</c:v>
                </c:pt>
                <c:pt idx="39">
                  <c:v>115.6651599552923</c:v>
                </c:pt>
                <c:pt idx="40">
                  <c:v>115.00397251112066</c:v>
                </c:pt>
                <c:pt idx="41">
                  <c:v>114.83340141214903</c:v>
                </c:pt>
                <c:pt idx="42">
                  <c:v>113.82523644296406</c:v>
                </c:pt>
                <c:pt idx="43">
                  <c:v>108.02581907792843</c:v>
                </c:pt>
                <c:pt idx="44">
                  <c:v>106.93640840107538</c:v>
                </c:pt>
                <c:pt idx="45">
                  <c:v>106.24873754943185</c:v>
                </c:pt>
                <c:pt idx="46">
                  <c:v>106.08579726278263</c:v>
                </c:pt>
                <c:pt idx="47">
                  <c:v>105.75138813453562</c:v>
                </c:pt>
                <c:pt idx="48">
                  <c:v>107.80407664926533</c:v>
                </c:pt>
                <c:pt idx="49">
                  <c:v>108.74176882229625</c:v>
                </c:pt>
                <c:pt idx="50">
                  <c:v>105.61717561192373</c:v>
                </c:pt>
                <c:pt idx="51">
                  <c:v>105.03588726148091</c:v>
                </c:pt>
                <c:pt idx="52">
                  <c:v>108.08821219044701</c:v>
                </c:pt>
                <c:pt idx="53">
                  <c:v>108.51239558131068</c:v>
                </c:pt>
                <c:pt idx="54">
                  <c:v>107.82337811572791</c:v>
                </c:pt>
                <c:pt idx="55">
                  <c:v>107.97330113429773</c:v>
                </c:pt>
                <c:pt idx="56">
                  <c:v>102.47193432114939</c:v>
                </c:pt>
                <c:pt idx="57">
                  <c:v>105.48565631719035</c:v>
                </c:pt>
                <c:pt idx="58">
                  <c:v>104.77778625645807</c:v>
                </c:pt>
                <c:pt idx="59">
                  <c:v>106.18499782297407</c:v>
                </c:pt>
                <c:pt idx="60">
                  <c:v>101.77932588506195</c:v>
                </c:pt>
                <c:pt idx="61">
                  <c:v>100.20603193270517</c:v>
                </c:pt>
                <c:pt idx="62">
                  <c:v>98.437478959157161</c:v>
                </c:pt>
                <c:pt idx="63">
                  <c:v>101.90635646666453</c:v>
                </c:pt>
                <c:pt idx="64">
                  <c:v>104.74052993747219</c:v>
                </c:pt>
                <c:pt idx="65">
                  <c:v>103.1564630736014</c:v>
                </c:pt>
                <c:pt idx="66">
                  <c:v>103.1564630736014</c:v>
                </c:pt>
                <c:pt idx="67">
                  <c:v>103.1564630736014</c:v>
                </c:pt>
                <c:pt idx="68">
                  <c:v>104.41734259205225</c:v>
                </c:pt>
                <c:pt idx="69">
                  <c:v>111.66571655572061</c:v>
                </c:pt>
                <c:pt idx="70">
                  <c:v>111.68097818036546</c:v>
                </c:pt>
                <c:pt idx="71">
                  <c:v>112.36146709099965</c:v>
                </c:pt>
                <c:pt idx="72">
                  <c:v>113.63895484803459</c:v>
                </c:pt>
                <c:pt idx="73">
                  <c:v>116.52744174772531</c:v>
                </c:pt>
                <c:pt idx="74">
                  <c:v>117.57196529327001</c:v>
                </c:pt>
                <c:pt idx="75">
                  <c:v>119.46709997710749</c:v>
                </c:pt>
                <c:pt idx="76">
                  <c:v>120.80294100484328</c:v>
                </c:pt>
                <c:pt idx="77">
                  <c:v>120.29347206449377</c:v>
                </c:pt>
                <c:pt idx="78">
                  <c:v>119.17353813835108</c:v>
                </c:pt>
                <c:pt idx="79">
                  <c:v>122.12800912106503</c:v>
                </c:pt>
                <c:pt idx="80">
                  <c:v>119.67537626637815</c:v>
                </c:pt>
                <c:pt idx="81">
                  <c:v>123.24076110619842</c:v>
                </c:pt>
                <c:pt idx="82">
                  <c:v>124.79475359209265</c:v>
                </c:pt>
                <c:pt idx="83">
                  <c:v>123.18689654862844</c:v>
                </c:pt>
                <c:pt idx="84">
                  <c:v>122.77887252503575</c:v>
                </c:pt>
                <c:pt idx="85">
                  <c:v>124.3566551905234</c:v>
                </c:pt>
                <c:pt idx="86">
                  <c:v>124.3566551905234</c:v>
                </c:pt>
                <c:pt idx="87">
                  <c:v>126.98120575812118</c:v>
                </c:pt>
                <c:pt idx="88">
                  <c:v>129.43383861280807</c:v>
                </c:pt>
                <c:pt idx="89">
                  <c:v>135.96446734685631</c:v>
                </c:pt>
                <c:pt idx="90">
                  <c:v>134.03970715635532</c:v>
                </c:pt>
                <c:pt idx="91">
                  <c:v>136.63463221728961</c:v>
                </c:pt>
                <c:pt idx="92">
                  <c:v>137.91481320220302</c:v>
                </c:pt>
                <c:pt idx="93">
                  <c:v>134.76687868355017</c:v>
                </c:pt>
                <c:pt idx="94">
                  <c:v>137.26529641217155</c:v>
                </c:pt>
                <c:pt idx="95">
                  <c:v>137.63022878970824</c:v>
                </c:pt>
                <c:pt idx="96">
                  <c:v>130.83476598094089</c:v>
                </c:pt>
                <c:pt idx="97">
                  <c:v>130.69561587388506</c:v>
                </c:pt>
                <c:pt idx="98">
                  <c:v>128.69364981753375</c:v>
                </c:pt>
                <c:pt idx="99">
                  <c:v>130.63008066217492</c:v>
                </c:pt>
                <c:pt idx="100">
                  <c:v>133.93781336828539</c:v>
                </c:pt>
                <c:pt idx="101">
                  <c:v>134.68024652012511</c:v>
                </c:pt>
                <c:pt idx="102">
                  <c:v>134.68024652012511</c:v>
                </c:pt>
                <c:pt idx="103">
                  <c:v>140.17353364963796</c:v>
                </c:pt>
                <c:pt idx="104">
                  <c:v>140.90519388996364</c:v>
                </c:pt>
                <c:pt idx="105">
                  <c:v>142.19973875689575</c:v>
                </c:pt>
                <c:pt idx="106">
                  <c:v>141.90034159106921</c:v>
                </c:pt>
                <c:pt idx="107">
                  <c:v>146.22521669262633</c:v>
                </c:pt>
                <c:pt idx="108">
                  <c:v>147.57542160238077</c:v>
                </c:pt>
                <c:pt idx="109">
                  <c:v>147.94753592092675</c:v>
                </c:pt>
                <c:pt idx="110">
                  <c:v>147.3361731925074</c:v>
                </c:pt>
                <c:pt idx="111">
                  <c:v>133.76365129880909</c:v>
                </c:pt>
                <c:pt idx="112">
                  <c:v>135.28756940672673</c:v>
                </c:pt>
                <c:pt idx="113">
                  <c:v>136.39717929266854</c:v>
                </c:pt>
                <c:pt idx="114">
                  <c:v>132.61768283650756</c:v>
                </c:pt>
                <c:pt idx="115">
                  <c:v>139.65912712484453</c:v>
                </c:pt>
                <c:pt idx="116">
                  <c:v>141.35945165880389</c:v>
                </c:pt>
                <c:pt idx="117">
                  <c:v>145.32253648201595</c:v>
                </c:pt>
                <c:pt idx="118">
                  <c:v>143.27433668041706</c:v>
                </c:pt>
                <c:pt idx="119">
                  <c:v>145.27809822202073</c:v>
                </c:pt>
                <c:pt idx="120">
                  <c:v>151.6709234629524</c:v>
                </c:pt>
                <c:pt idx="121">
                  <c:v>151.6709234629524</c:v>
                </c:pt>
                <c:pt idx="122">
                  <c:v>152.52692105700217</c:v>
                </c:pt>
                <c:pt idx="123">
                  <c:v>142.81514132713292</c:v>
                </c:pt>
                <c:pt idx="124">
                  <c:v>143.77258383793952</c:v>
                </c:pt>
                <c:pt idx="125">
                  <c:v>145.49535193755307</c:v>
                </c:pt>
                <c:pt idx="126">
                  <c:v>142.76217451218912</c:v>
                </c:pt>
                <c:pt idx="127">
                  <c:v>145.84277833387949</c:v>
                </c:pt>
                <c:pt idx="128">
                  <c:v>149.21559738038707</c:v>
                </c:pt>
                <c:pt idx="129">
                  <c:v>144.78254429237685</c:v>
                </c:pt>
                <c:pt idx="130">
                  <c:v>138.44133925244972</c:v>
                </c:pt>
                <c:pt idx="131">
                  <c:v>138.44133925244972</c:v>
                </c:pt>
                <c:pt idx="132">
                  <c:v>144.53162522836331</c:v>
                </c:pt>
                <c:pt idx="133">
                  <c:v>137.66703623738113</c:v>
                </c:pt>
                <c:pt idx="134">
                  <c:v>139.11285073682231</c:v>
                </c:pt>
                <c:pt idx="135">
                  <c:v>140.50749390657197</c:v>
                </c:pt>
                <c:pt idx="136">
                  <c:v>141.57401214645779</c:v>
                </c:pt>
                <c:pt idx="137">
                  <c:v>134.52673253105073</c:v>
                </c:pt>
                <c:pt idx="138">
                  <c:v>135.77953236586609</c:v>
                </c:pt>
                <c:pt idx="139">
                  <c:v>137.93546128260493</c:v>
                </c:pt>
                <c:pt idx="140">
                  <c:v>132.95882503445091</c:v>
                </c:pt>
                <c:pt idx="141">
                  <c:v>128.94771098073898</c:v>
                </c:pt>
                <c:pt idx="142">
                  <c:v>128.7273151660151</c:v>
                </c:pt>
                <c:pt idx="143">
                  <c:v>134.40463953389207</c:v>
                </c:pt>
                <c:pt idx="144">
                  <c:v>133.80764068749136</c:v>
                </c:pt>
                <c:pt idx="145">
                  <c:v>132.15175441352724</c:v>
                </c:pt>
                <c:pt idx="146">
                  <c:v>127.22000529668153</c:v>
                </c:pt>
                <c:pt idx="147">
                  <c:v>127.2613014574852</c:v>
                </c:pt>
                <c:pt idx="148">
                  <c:v>121.25989200156211</c:v>
                </c:pt>
                <c:pt idx="149">
                  <c:v>115.95468195223116</c:v>
                </c:pt>
                <c:pt idx="150">
                  <c:v>123.16265749772202</c:v>
                </c:pt>
                <c:pt idx="151">
                  <c:v>128.69679191672543</c:v>
                </c:pt>
                <c:pt idx="152">
                  <c:v>131.42637837158469</c:v>
                </c:pt>
                <c:pt idx="153">
                  <c:v>134.78393579344743</c:v>
                </c:pt>
                <c:pt idx="154">
                  <c:v>134.47601007267232</c:v>
                </c:pt>
                <c:pt idx="155">
                  <c:v>132.35105327653619</c:v>
                </c:pt>
                <c:pt idx="156">
                  <c:v>131.70871842751404</c:v>
                </c:pt>
                <c:pt idx="157">
                  <c:v>132.66481432438135</c:v>
                </c:pt>
                <c:pt idx="158">
                  <c:v>133.0176271764648</c:v>
                </c:pt>
                <c:pt idx="159">
                  <c:v>136.49727759548617</c:v>
                </c:pt>
                <c:pt idx="160">
                  <c:v>139.16357319520068</c:v>
                </c:pt>
                <c:pt idx="161">
                  <c:v>138.51585189042154</c:v>
                </c:pt>
                <c:pt idx="162">
                  <c:v>140.17128929307259</c:v>
                </c:pt>
                <c:pt idx="163">
                  <c:v>134.38623581005564</c:v>
                </c:pt>
                <c:pt idx="164">
                  <c:v>132.46596433268547</c:v>
                </c:pt>
                <c:pt idx="165">
                  <c:v>134.67037135123732</c:v>
                </c:pt>
                <c:pt idx="166">
                  <c:v>135.82307288323511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2FC-4388-A5F3-B6AB3260A1B7}"/>
            </c:ext>
          </c:extLst>
        </c:ser>
        <c:ser>
          <c:idx val="3"/>
          <c:order val="3"/>
          <c:tx>
            <c:strRef>
              <c:f>EQ!$I$70</c:f>
              <c:strCache>
                <c:ptCount val="1"/>
                <c:pt idx="0">
                  <c:v>JUPAIIA LN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EQ!$J$37:$FU$37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EQ!$J$70:$FU$70</c:f>
              <c:numCache>
                <c:formatCode>General</c:formatCode>
                <c:ptCount val="168"/>
                <c:pt idx="0">
                  <c:v>100</c:v>
                </c:pt>
                <c:pt idx="1">
                  <c:v>100.25942012375948</c:v>
                </c:pt>
                <c:pt idx="2">
                  <c:v>100.93585420033719</c:v>
                </c:pt>
                <c:pt idx="3">
                  <c:v>101.29458073816647</c:v>
                </c:pt>
                <c:pt idx="4">
                  <c:v>101.90410166244024</c:v>
                </c:pt>
                <c:pt idx="5">
                  <c:v>101.30835346621525</c:v>
                </c:pt>
                <c:pt idx="6">
                  <c:v>101.907609470783</c:v>
                </c:pt>
                <c:pt idx="7">
                  <c:v>102.10270280913464</c:v>
                </c:pt>
                <c:pt idx="8">
                  <c:v>102.7433704455788</c:v>
                </c:pt>
                <c:pt idx="9">
                  <c:v>103.71268189949438</c:v>
                </c:pt>
                <c:pt idx="10">
                  <c:v>105.07279154883871</c:v>
                </c:pt>
                <c:pt idx="11">
                  <c:v>105.73000136065197</c:v>
                </c:pt>
                <c:pt idx="12">
                  <c:v>105.13043460251301</c:v>
                </c:pt>
                <c:pt idx="13">
                  <c:v>104.16697795219147</c:v>
                </c:pt>
                <c:pt idx="14">
                  <c:v>104.27454163195647</c:v>
                </c:pt>
                <c:pt idx="15">
                  <c:v>104.08958039221699</c:v>
                </c:pt>
                <c:pt idx="16">
                  <c:v>103.81767686157963</c:v>
                </c:pt>
                <c:pt idx="17">
                  <c:v>103.93464841461434</c:v>
                </c:pt>
                <c:pt idx="18">
                  <c:v>103.98394846120924</c:v>
                </c:pt>
                <c:pt idx="19">
                  <c:v>105.1970952059104</c:v>
                </c:pt>
                <c:pt idx="20">
                  <c:v>104.97486469135103</c:v>
                </c:pt>
                <c:pt idx="21">
                  <c:v>104.58371716927468</c:v>
                </c:pt>
                <c:pt idx="22">
                  <c:v>103.19106353471459</c:v>
                </c:pt>
                <c:pt idx="23">
                  <c:v>106.38848265667686</c:v>
                </c:pt>
                <c:pt idx="24">
                  <c:v>107.26591246462593</c:v>
                </c:pt>
                <c:pt idx="25">
                  <c:v>107.4179129217101</c:v>
                </c:pt>
                <c:pt idx="26">
                  <c:v>106.26642431919892</c:v>
                </c:pt>
                <c:pt idx="27">
                  <c:v>107.5073137989245</c:v>
                </c:pt>
                <c:pt idx="28">
                  <c:v>108.56735039607177</c:v>
                </c:pt>
                <c:pt idx="29">
                  <c:v>109.98314887571317</c:v>
                </c:pt>
                <c:pt idx="30">
                  <c:v>111.9739219835887</c:v>
                </c:pt>
                <c:pt idx="31">
                  <c:v>110.56001867887645</c:v>
                </c:pt>
                <c:pt idx="32">
                  <c:v>111.0515612723898</c:v>
                </c:pt>
                <c:pt idx="33">
                  <c:v>112.2619253884572</c:v>
                </c:pt>
                <c:pt idx="34">
                  <c:v>112.54146113978857</c:v>
                </c:pt>
                <c:pt idx="35">
                  <c:v>114.54474471704025</c:v>
                </c:pt>
                <c:pt idx="36">
                  <c:v>114.65528972541966</c:v>
                </c:pt>
                <c:pt idx="37">
                  <c:v>114.6218879158622</c:v>
                </c:pt>
                <c:pt idx="38">
                  <c:v>115.05012574513094</c:v>
                </c:pt>
                <c:pt idx="39">
                  <c:v>116.5902560774004</c:v>
                </c:pt>
                <c:pt idx="40">
                  <c:v>117.35097090658843</c:v>
                </c:pt>
                <c:pt idx="41">
                  <c:v>117.08269371460564</c:v>
                </c:pt>
                <c:pt idx="42">
                  <c:v>117.51436487655552</c:v>
                </c:pt>
                <c:pt idx="43">
                  <c:v>115.52235897420401</c:v>
                </c:pt>
                <c:pt idx="44">
                  <c:v>111.3881101992142</c:v>
                </c:pt>
                <c:pt idx="45">
                  <c:v>113.66154232522715</c:v>
                </c:pt>
                <c:pt idx="46">
                  <c:v>111.9606083762193</c:v>
                </c:pt>
                <c:pt idx="47">
                  <c:v>107.92856021114761</c:v>
                </c:pt>
                <c:pt idx="48">
                  <c:v>109.81510912567737</c:v>
                </c:pt>
                <c:pt idx="49">
                  <c:v>112.49612926382507</c:v>
                </c:pt>
                <c:pt idx="50">
                  <c:v>111.9507704528217</c:v>
                </c:pt>
                <c:pt idx="51">
                  <c:v>111.30054372456495</c:v>
                </c:pt>
                <c:pt idx="52">
                  <c:v>110.63549422850984</c:v>
                </c:pt>
                <c:pt idx="53">
                  <c:v>111.08471487506797</c:v>
                </c:pt>
                <c:pt idx="54">
                  <c:v>112.98410761791024</c:v>
                </c:pt>
                <c:pt idx="55">
                  <c:v>109.13761511159778</c:v>
                </c:pt>
                <c:pt idx="56">
                  <c:v>108.1072277338328</c:v>
                </c:pt>
                <c:pt idx="57">
                  <c:v>105.2552788546847</c:v>
                </c:pt>
                <c:pt idx="58">
                  <c:v>105.89917790927167</c:v>
                </c:pt>
                <c:pt idx="59">
                  <c:v>107.26566584207036</c:v>
                </c:pt>
                <c:pt idx="60">
                  <c:v>107.02551969892725</c:v>
                </c:pt>
                <c:pt idx="61">
                  <c:v>106.61702847093781</c:v>
                </c:pt>
                <c:pt idx="62">
                  <c:v>106.88796883847435</c:v>
                </c:pt>
                <c:pt idx="63">
                  <c:v>105.70243656692428</c:v>
                </c:pt>
                <c:pt idx="64">
                  <c:v>109.18255215189411</c:v>
                </c:pt>
                <c:pt idx="65">
                  <c:v>108.99653554839115</c:v>
                </c:pt>
                <c:pt idx="66">
                  <c:v>109.29400164168676</c:v>
                </c:pt>
                <c:pt idx="67">
                  <c:v>108.93888404743315</c:v>
                </c:pt>
                <c:pt idx="68">
                  <c:v>111.29433839924374</c:v>
                </c:pt>
                <c:pt idx="69">
                  <c:v>113.49842461899054</c:v>
                </c:pt>
                <c:pt idx="70">
                  <c:v>112.91663698062699</c:v>
                </c:pt>
                <c:pt idx="71">
                  <c:v>113.26652947667404</c:v>
                </c:pt>
                <c:pt idx="72">
                  <c:v>112.3258944354173</c:v>
                </c:pt>
                <c:pt idx="73">
                  <c:v>112.86622313342694</c:v>
                </c:pt>
                <c:pt idx="74">
                  <c:v>114.18835389691564</c:v>
                </c:pt>
                <c:pt idx="75">
                  <c:v>115.35505480764509</c:v>
                </c:pt>
                <c:pt idx="76">
                  <c:v>115.12151834339035</c:v>
                </c:pt>
                <c:pt idx="77">
                  <c:v>115.13867453774965</c:v>
                </c:pt>
                <c:pt idx="78">
                  <c:v>117.16295557830378</c:v>
                </c:pt>
                <c:pt idx="79">
                  <c:v>116.90815784542778</c:v>
                </c:pt>
                <c:pt idx="80">
                  <c:v>116.90995960558327</c:v>
                </c:pt>
                <c:pt idx="81">
                  <c:v>117.6303211504657</c:v>
                </c:pt>
                <c:pt idx="82">
                  <c:v>118.63181281369175</c:v>
                </c:pt>
                <c:pt idx="83">
                  <c:v>119.04586867853132</c:v>
                </c:pt>
                <c:pt idx="84">
                  <c:v>119.2126014010004</c:v>
                </c:pt>
                <c:pt idx="85">
                  <c:v>116.85462938781754</c:v>
                </c:pt>
                <c:pt idx="86">
                  <c:v>117.13942539470021</c:v>
                </c:pt>
                <c:pt idx="87">
                  <c:v>117.48553194033174</c:v>
                </c:pt>
                <c:pt idx="88">
                  <c:v>121.94665063823803</c:v>
                </c:pt>
                <c:pt idx="89">
                  <c:v>126.37382179589397</c:v>
                </c:pt>
                <c:pt idx="90">
                  <c:v>126.65735033026029</c:v>
                </c:pt>
                <c:pt idx="91">
                  <c:v>125.87699443986418</c:v>
                </c:pt>
                <c:pt idx="92">
                  <c:v>127.91589180183722</c:v>
                </c:pt>
                <c:pt idx="93">
                  <c:v>127.19815012156837</c:v>
                </c:pt>
                <c:pt idx="94">
                  <c:v>127.41960257322042</c:v>
                </c:pt>
                <c:pt idx="95">
                  <c:v>128.63644060193872</c:v>
                </c:pt>
                <c:pt idx="96">
                  <c:v>127.04824455607852</c:v>
                </c:pt>
                <c:pt idx="97">
                  <c:v>126.69034051716288</c:v>
                </c:pt>
                <c:pt idx="98">
                  <c:v>124.78738289859729</c:v>
                </c:pt>
                <c:pt idx="99">
                  <c:v>123.93883442362619</c:v>
                </c:pt>
                <c:pt idx="100">
                  <c:v>127.14761390765413</c:v>
                </c:pt>
                <c:pt idx="101">
                  <c:v>128.49963915839302</c:v>
                </c:pt>
                <c:pt idx="102">
                  <c:v>127.93825606247705</c:v>
                </c:pt>
                <c:pt idx="103">
                  <c:v>130.22109959778228</c:v>
                </c:pt>
                <c:pt idx="104">
                  <c:v>133.30354886720977</c:v>
                </c:pt>
                <c:pt idx="105">
                  <c:v>131.65698770530801</c:v>
                </c:pt>
                <c:pt idx="106">
                  <c:v>132.84881188254445</c:v>
                </c:pt>
                <c:pt idx="107">
                  <c:v>135.3312934768305</c:v>
                </c:pt>
                <c:pt idx="108">
                  <c:v>136.60752527564938</c:v>
                </c:pt>
                <c:pt idx="109">
                  <c:v>138.61254602348447</c:v>
                </c:pt>
                <c:pt idx="110">
                  <c:v>134.6281314082191</c:v>
                </c:pt>
                <c:pt idx="111">
                  <c:v>132.88156165349213</c:v>
                </c:pt>
                <c:pt idx="112">
                  <c:v>129.30755151837815</c:v>
                </c:pt>
                <c:pt idx="113">
                  <c:v>132.11530310692692</c:v>
                </c:pt>
                <c:pt idx="114">
                  <c:v>128.64200898804066</c:v>
                </c:pt>
                <c:pt idx="115">
                  <c:v>129.06989030957772</c:v>
                </c:pt>
                <c:pt idx="116">
                  <c:v>132.07954420264122</c:v>
                </c:pt>
                <c:pt idx="117">
                  <c:v>135.05660481408415</c:v>
                </c:pt>
                <c:pt idx="118">
                  <c:v>136.67756899037428</c:v>
                </c:pt>
                <c:pt idx="119">
                  <c:v>138.64003345410472</c:v>
                </c:pt>
                <c:pt idx="120">
                  <c:v>141.33884537505855</c:v>
                </c:pt>
                <c:pt idx="121">
                  <c:v>140.31409896602989</c:v>
                </c:pt>
                <c:pt idx="122">
                  <c:v>140.80092127282984</c:v>
                </c:pt>
                <c:pt idx="123">
                  <c:v>137.9504628076387</c:v>
                </c:pt>
                <c:pt idx="124">
                  <c:v>137.66152432054895</c:v>
                </c:pt>
                <c:pt idx="125">
                  <c:v>138.68416217894926</c:v>
                </c:pt>
                <c:pt idx="126">
                  <c:v>134.79318853809136</c:v>
                </c:pt>
                <c:pt idx="127">
                  <c:v>134.72600003081476</c:v>
                </c:pt>
                <c:pt idx="128">
                  <c:v>135.39477100924449</c:v>
                </c:pt>
                <c:pt idx="129">
                  <c:v>135.43356588687647</c:v>
                </c:pt>
                <c:pt idx="130">
                  <c:v>132.45414072037363</c:v>
                </c:pt>
                <c:pt idx="131">
                  <c:v>135.11802249364345</c:v>
                </c:pt>
                <c:pt idx="132">
                  <c:v>134.79521050640818</c:v>
                </c:pt>
                <c:pt idx="133">
                  <c:v>133.12411330677912</c:v>
                </c:pt>
                <c:pt idx="134">
                  <c:v>130.1286018417569</c:v>
                </c:pt>
                <c:pt idx="135">
                  <c:v>130.93936851545061</c:v>
                </c:pt>
                <c:pt idx="136">
                  <c:v>132.18245807895457</c:v>
                </c:pt>
                <c:pt idx="137">
                  <c:v>131.34745039226044</c:v>
                </c:pt>
                <c:pt idx="138">
                  <c:v>130.97240385545769</c:v>
                </c:pt>
                <c:pt idx="139">
                  <c:v>131.21091454547775</c:v>
                </c:pt>
                <c:pt idx="140">
                  <c:v>128.49338411858582</c:v>
                </c:pt>
                <c:pt idx="141">
                  <c:v>125.36829006413116</c:v>
                </c:pt>
                <c:pt idx="142">
                  <c:v>127.44961145293234</c:v>
                </c:pt>
                <c:pt idx="143">
                  <c:v>130.78220511170355</c:v>
                </c:pt>
                <c:pt idx="144">
                  <c:v>132.12546322458229</c:v>
                </c:pt>
                <c:pt idx="145">
                  <c:v>134.49022004421701</c:v>
                </c:pt>
                <c:pt idx="146">
                  <c:v>132.11295054481795</c:v>
                </c:pt>
                <c:pt idx="147">
                  <c:v>133.49905558594014</c:v>
                </c:pt>
                <c:pt idx="148">
                  <c:v>129.08758348198589</c:v>
                </c:pt>
                <c:pt idx="149">
                  <c:v>128.74052412637582</c:v>
                </c:pt>
                <c:pt idx="150">
                  <c:v>124.94083317300264</c:v>
                </c:pt>
                <c:pt idx="151">
                  <c:v>131.70465929417591</c:v>
                </c:pt>
                <c:pt idx="152">
                  <c:v>130.54806318278375</c:v>
                </c:pt>
                <c:pt idx="153">
                  <c:v>131.23164736596084</c:v>
                </c:pt>
                <c:pt idx="154">
                  <c:v>133.10141730775226</c:v>
                </c:pt>
                <c:pt idx="155">
                  <c:v>132.65213253844738</c:v>
                </c:pt>
                <c:pt idx="156">
                  <c:v>132.33697009332482</c:v>
                </c:pt>
                <c:pt idx="157">
                  <c:v>132.18544301757683</c:v>
                </c:pt>
                <c:pt idx="158">
                  <c:v>132.94373632172949</c:v>
                </c:pt>
                <c:pt idx="159">
                  <c:v>133.95873004156678</c:v>
                </c:pt>
                <c:pt idx="160">
                  <c:v>135.20396100163643</c:v>
                </c:pt>
                <c:pt idx="161">
                  <c:v>136.81041471423922</c:v>
                </c:pt>
                <c:pt idx="162">
                  <c:v>136.92772327771695</c:v>
                </c:pt>
                <c:pt idx="163">
                  <c:v>134.35735427491883</c:v>
                </c:pt>
                <c:pt idx="164">
                  <c:v>131.96501791863039</c:v>
                </c:pt>
                <c:pt idx="165">
                  <c:v>132.98649671057868</c:v>
                </c:pt>
                <c:pt idx="166">
                  <c:v>134.92548971039534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2FC-4388-A5F3-B6AB3260A1B7}"/>
            </c:ext>
          </c:extLst>
        </c:ser>
        <c:ser>
          <c:idx val="4"/>
          <c:order val="4"/>
          <c:tx>
            <c:strRef>
              <c:f>EQ!$I$71</c:f>
              <c:strCache>
                <c:ptCount val="1"/>
                <c:pt idx="0">
                  <c:v>VERASCU ID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EQ!$J$37:$FU$37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EQ!$J$71:$FU$71</c:f>
              <c:numCache>
                <c:formatCode>General</c:formatCode>
                <c:ptCount val="168"/>
                <c:pt idx="0">
                  <c:v>100</c:v>
                </c:pt>
                <c:pt idx="1">
                  <c:v>102.09453768161848</c:v>
                </c:pt>
                <c:pt idx="2">
                  <c:v>104.38351724787194</c:v>
                </c:pt>
                <c:pt idx="3">
                  <c:v>105.55414817852041</c:v>
                </c:pt>
                <c:pt idx="4">
                  <c:v>105.58757701036555</c:v>
                </c:pt>
                <c:pt idx="5">
                  <c:v>105.1498806797146</c:v>
                </c:pt>
                <c:pt idx="6">
                  <c:v>105.54480850117082</c:v>
                </c:pt>
                <c:pt idx="7">
                  <c:v>106.10931800084143</c:v>
                </c:pt>
                <c:pt idx="8">
                  <c:v>106.81272877390431</c:v>
                </c:pt>
                <c:pt idx="9">
                  <c:v>107.69644133420336</c:v>
                </c:pt>
                <c:pt idx="10">
                  <c:v>107.99079662473261</c:v>
                </c:pt>
                <c:pt idx="11">
                  <c:v>109.24624326713104</c:v>
                </c:pt>
                <c:pt idx="12">
                  <c:v>109.24624326713104</c:v>
                </c:pt>
                <c:pt idx="13">
                  <c:v>108.58485482398062</c:v>
                </c:pt>
                <c:pt idx="14">
                  <c:v>108.9955519009352</c:v>
                </c:pt>
                <c:pt idx="15">
                  <c:v>109.20180829087258</c:v>
                </c:pt>
                <c:pt idx="16">
                  <c:v>109.79656292411737</c:v>
                </c:pt>
                <c:pt idx="17">
                  <c:v>109.81802801480364</c:v>
                </c:pt>
                <c:pt idx="18">
                  <c:v>111.31170482938418</c:v>
                </c:pt>
                <c:pt idx="19">
                  <c:v>113.56566371465699</c:v>
                </c:pt>
                <c:pt idx="20">
                  <c:v>113.28772436833741</c:v>
                </c:pt>
                <c:pt idx="21">
                  <c:v>111.8963860423185</c:v>
                </c:pt>
                <c:pt idx="22">
                  <c:v>111.8963860423185</c:v>
                </c:pt>
                <c:pt idx="23">
                  <c:v>111.91548823194431</c:v>
                </c:pt>
                <c:pt idx="24">
                  <c:v>112.23832269841304</c:v>
                </c:pt>
                <c:pt idx="25">
                  <c:v>108.57759201229995</c:v>
                </c:pt>
                <c:pt idx="26">
                  <c:v>107.3763677310789</c:v>
                </c:pt>
                <c:pt idx="27">
                  <c:v>111.39730402938046</c:v>
                </c:pt>
                <c:pt idx="28">
                  <c:v>112.59779456764062</c:v>
                </c:pt>
                <c:pt idx="29">
                  <c:v>114.18296539854731</c:v>
                </c:pt>
                <c:pt idx="30">
                  <c:v>116.1240637470909</c:v>
                </c:pt>
                <c:pt idx="31">
                  <c:v>114.31758857738798</c:v>
                </c:pt>
                <c:pt idx="32">
                  <c:v>114.31758857738798</c:v>
                </c:pt>
                <c:pt idx="33">
                  <c:v>114.75945107569821</c:v>
                </c:pt>
                <c:pt idx="34">
                  <c:v>114.72988993979943</c:v>
                </c:pt>
                <c:pt idx="35">
                  <c:v>115.55110998520941</c:v>
                </c:pt>
                <c:pt idx="36">
                  <c:v>116.35627473972949</c:v>
                </c:pt>
                <c:pt idx="37">
                  <c:v>117.68750832456256</c:v>
                </c:pt>
                <c:pt idx="38">
                  <c:v>119.13764557802335</c:v>
                </c:pt>
                <c:pt idx="39">
                  <c:v>121.15739122291687</c:v>
                </c:pt>
                <c:pt idx="40">
                  <c:v>122.56311837276198</c:v>
                </c:pt>
                <c:pt idx="41">
                  <c:v>121.15219284058381</c:v>
                </c:pt>
                <c:pt idx="42">
                  <c:v>119.83401739319027</c:v>
                </c:pt>
                <c:pt idx="43">
                  <c:v>115.76794968463346</c:v>
                </c:pt>
                <c:pt idx="44">
                  <c:v>109.75488881120324</c:v>
                </c:pt>
                <c:pt idx="45">
                  <c:v>113.5858603005634</c:v>
                </c:pt>
                <c:pt idx="46">
                  <c:v>113.11626480559595</c:v>
                </c:pt>
                <c:pt idx="47">
                  <c:v>109.10737930270282</c:v>
                </c:pt>
                <c:pt idx="48">
                  <c:v>113.19595675294107</c:v>
                </c:pt>
                <c:pt idx="49">
                  <c:v>114.41967833952219</c:v>
                </c:pt>
                <c:pt idx="50">
                  <c:v>113.1770162354931</c:v>
                </c:pt>
                <c:pt idx="51">
                  <c:v>111.21992477766648</c:v>
                </c:pt>
                <c:pt idx="52">
                  <c:v>111.14375230926935</c:v>
                </c:pt>
                <c:pt idx="53">
                  <c:v>111.14375230926935</c:v>
                </c:pt>
                <c:pt idx="54">
                  <c:v>115.00672245351699</c:v>
                </c:pt>
                <c:pt idx="55">
                  <c:v>111.34748412596841</c:v>
                </c:pt>
                <c:pt idx="56">
                  <c:v>110.78057441627318</c:v>
                </c:pt>
                <c:pt idx="57">
                  <c:v>105.9349980841846</c:v>
                </c:pt>
                <c:pt idx="58">
                  <c:v>107.95445769368659</c:v>
                </c:pt>
                <c:pt idx="59">
                  <c:v>110.99378270985692</c:v>
                </c:pt>
                <c:pt idx="60">
                  <c:v>108.70507674267363</c:v>
                </c:pt>
                <c:pt idx="61">
                  <c:v>107.62579059249484</c:v>
                </c:pt>
                <c:pt idx="62">
                  <c:v>106.00961601241035</c:v>
                </c:pt>
                <c:pt idx="63">
                  <c:v>103.13229895473953</c:v>
                </c:pt>
                <c:pt idx="64">
                  <c:v>108.5708266534741</c:v>
                </c:pt>
                <c:pt idx="65">
                  <c:v>106.36055656517748</c:v>
                </c:pt>
                <c:pt idx="66">
                  <c:v>106.36055656517748</c:v>
                </c:pt>
                <c:pt idx="67">
                  <c:v>106.36055656517748</c:v>
                </c:pt>
                <c:pt idx="68">
                  <c:v>108.91444221295374</c:v>
                </c:pt>
                <c:pt idx="69">
                  <c:v>115.2514443854547</c:v>
                </c:pt>
                <c:pt idx="70">
                  <c:v>114.19086246261784</c:v>
                </c:pt>
                <c:pt idx="71">
                  <c:v>116.60567272850264</c:v>
                </c:pt>
                <c:pt idx="72">
                  <c:v>115.63838808859073</c:v>
                </c:pt>
                <c:pt idx="73">
                  <c:v>118.54992990267444</c:v>
                </c:pt>
                <c:pt idx="74">
                  <c:v>119.70455528771849</c:v>
                </c:pt>
                <c:pt idx="75">
                  <c:v>122.19647074610326</c:v>
                </c:pt>
                <c:pt idx="76">
                  <c:v>121.47281364184846</c:v>
                </c:pt>
                <c:pt idx="77">
                  <c:v>122.82541282679682</c:v>
                </c:pt>
                <c:pt idx="78">
                  <c:v>125.42900645109282</c:v>
                </c:pt>
                <c:pt idx="79">
                  <c:v>127.11300872793453</c:v>
                </c:pt>
                <c:pt idx="80">
                  <c:v>127.1036814869063</c:v>
                </c:pt>
                <c:pt idx="81">
                  <c:v>129.69503777097327</c:v>
                </c:pt>
                <c:pt idx="82">
                  <c:v>131.51198432327053</c:v>
                </c:pt>
                <c:pt idx="83">
                  <c:v>130.56408790837597</c:v>
                </c:pt>
                <c:pt idx="84">
                  <c:v>131.74143445256473</c:v>
                </c:pt>
                <c:pt idx="85">
                  <c:v>130.82089794468627</c:v>
                </c:pt>
                <c:pt idx="86">
                  <c:v>130.82089794468627</c:v>
                </c:pt>
                <c:pt idx="87">
                  <c:v>130.82089794468627</c:v>
                </c:pt>
                <c:pt idx="88">
                  <c:v>135.71906747985261</c:v>
                </c:pt>
                <c:pt idx="89">
                  <c:v>141.71971690455462</c:v>
                </c:pt>
                <c:pt idx="90">
                  <c:v>144.10264044244425</c:v>
                </c:pt>
                <c:pt idx="91">
                  <c:v>141.15635154645008</c:v>
                </c:pt>
                <c:pt idx="92">
                  <c:v>145.01944605391145</c:v>
                </c:pt>
                <c:pt idx="93">
                  <c:v>143.45383755652128</c:v>
                </c:pt>
                <c:pt idx="94">
                  <c:v>145.38768552970558</c:v>
                </c:pt>
                <c:pt idx="95">
                  <c:v>144.79024465104465</c:v>
                </c:pt>
                <c:pt idx="96">
                  <c:v>138.10497573487132</c:v>
                </c:pt>
                <c:pt idx="97">
                  <c:v>137.4274449465814</c:v>
                </c:pt>
                <c:pt idx="98">
                  <c:v>134.75500384717577</c:v>
                </c:pt>
                <c:pt idx="99">
                  <c:v>134.92426218103455</c:v>
                </c:pt>
                <c:pt idx="100">
                  <c:v>140.06282580830157</c:v>
                </c:pt>
                <c:pt idx="101">
                  <c:v>142.94979345135624</c:v>
                </c:pt>
                <c:pt idx="102">
                  <c:v>142.94979345135624</c:v>
                </c:pt>
                <c:pt idx="103">
                  <c:v>148.5447700729375</c:v>
                </c:pt>
                <c:pt idx="104">
                  <c:v>151.31458756867775</c:v>
                </c:pt>
                <c:pt idx="105">
                  <c:v>148.23908529363931</c:v>
                </c:pt>
                <c:pt idx="106">
                  <c:v>150.54987816757745</c:v>
                </c:pt>
                <c:pt idx="107">
                  <c:v>150.54987816757745</c:v>
                </c:pt>
                <c:pt idx="108">
                  <c:v>149.74947652414247</c:v>
                </c:pt>
                <c:pt idx="109">
                  <c:v>151.19781051100446</c:v>
                </c:pt>
                <c:pt idx="110">
                  <c:v>148.8924896184696</c:v>
                </c:pt>
                <c:pt idx="111">
                  <c:v>143.13820372012634</c:v>
                </c:pt>
                <c:pt idx="112">
                  <c:v>136.52407056219491</c:v>
                </c:pt>
                <c:pt idx="113">
                  <c:v>143.24080337143678</c:v>
                </c:pt>
                <c:pt idx="114">
                  <c:v>137.39511051101695</c:v>
                </c:pt>
                <c:pt idx="115">
                  <c:v>136.76147993716654</c:v>
                </c:pt>
                <c:pt idx="116">
                  <c:v>140.41713660416028</c:v>
                </c:pt>
                <c:pt idx="117">
                  <c:v>146.47673419216065</c:v>
                </c:pt>
                <c:pt idx="118">
                  <c:v>148.98178240591315</c:v>
                </c:pt>
                <c:pt idx="119">
                  <c:v>150.05951401592054</c:v>
                </c:pt>
                <c:pt idx="120">
                  <c:v>151.44280604201245</c:v>
                </c:pt>
                <c:pt idx="121">
                  <c:v>151.44280604201245</c:v>
                </c:pt>
                <c:pt idx="122">
                  <c:v>155.64951610895341</c:v>
                </c:pt>
                <c:pt idx="123">
                  <c:v>147.20015500630939</c:v>
                </c:pt>
                <c:pt idx="124">
                  <c:v>145.97281445020931</c:v>
                </c:pt>
                <c:pt idx="125">
                  <c:v>150.68568279694836</c:v>
                </c:pt>
                <c:pt idx="126">
                  <c:v>142.33705589740913</c:v>
                </c:pt>
                <c:pt idx="127">
                  <c:v>141.60020385617975</c:v>
                </c:pt>
                <c:pt idx="128">
                  <c:v>145.56639546780633</c:v>
                </c:pt>
                <c:pt idx="129">
                  <c:v>146.36070331376956</c:v>
                </c:pt>
                <c:pt idx="130">
                  <c:v>141.46439922680884</c:v>
                </c:pt>
                <c:pt idx="131">
                  <c:v>141.46439922680884</c:v>
                </c:pt>
                <c:pt idx="132">
                  <c:v>141.69969442714742</c:v>
                </c:pt>
                <c:pt idx="133">
                  <c:v>136.89019586335601</c:v>
                </c:pt>
                <c:pt idx="134">
                  <c:v>133.62541277705157</c:v>
                </c:pt>
                <c:pt idx="135">
                  <c:v>134.56298704520825</c:v>
                </c:pt>
                <c:pt idx="136">
                  <c:v>134.48078296094619</c:v>
                </c:pt>
                <c:pt idx="137">
                  <c:v>130.44258504858172</c:v>
                </c:pt>
                <c:pt idx="138">
                  <c:v>129.60350644568302</c:v>
                </c:pt>
                <c:pt idx="139">
                  <c:v>132.52566887821754</c:v>
                </c:pt>
                <c:pt idx="140">
                  <c:v>129.92535844276347</c:v>
                </c:pt>
                <c:pt idx="141">
                  <c:v>123.72015640415194</c:v>
                </c:pt>
                <c:pt idx="142">
                  <c:v>122.06269323711585</c:v>
                </c:pt>
                <c:pt idx="143">
                  <c:v>126.24470476981412</c:v>
                </c:pt>
                <c:pt idx="144">
                  <c:v>126.2950718713665</c:v>
                </c:pt>
                <c:pt idx="145">
                  <c:v>128.3257987880306</c:v>
                </c:pt>
                <c:pt idx="146">
                  <c:v>124.90804894886331</c:v>
                </c:pt>
                <c:pt idx="147">
                  <c:v>125.50424619538714</c:v>
                </c:pt>
                <c:pt idx="148">
                  <c:v>118.95608772232863</c:v>
                </c:pt>
                <c:pt idx="149">
                  <c:v>115.90589336128009</c:v>
                </c:pt>
                <c:pt idx="150">
                  <c:v>115.79098175181242</c:v>
                </c:pt>
                <c:pt idx="151">
                  <c:v>124.60049872135947</c:v>
                </c:pt>
                <c:pt idx="152">
                  <c:v>124.60049872135947</c:v>
                </c:pt>
                <c:pt idx="153">
                  <c:v>123.82906127039743</c:v>
                </c:pt>
                <c:pt idx="154">
                  <c:v>126.92795626593465</c:v>
                </c:pt>
                <c:pt idx="155">
                  <c:v>124.58458023000462</c:v>
                </c:pt>
                <c:pt idx="156">
                  <c:v>124.62897789729895</c:v>
                </c:pt>
                <c:pt idx="157">
                  <c:v>125.58694773250403</c:v>
                </c:pt>
                <c:pt idx="158">
                  <c:v>125.61816289914515</c:v>
                </c:pt>
                <c:pt idx="159">
                  <c:v>127.60262670030926</c:v>
                </c:pt>
                <c:pt idx="160">
                  <c:v>129.76281572244503</c:v>
                </c:pt>
                <c:pt idx="161">
                  <c:v>130.8191568596944</c:v>
                </c:pt>
                <c:pt idx="162">
                  <c:v>131.925492008855</c:v>
                </c:pt>
                <c:pt idx="163">
                  <c:v>130.34495992581967</c:v>
                </c:pt>
                <c:pt idx="164">
                  <c:v>126.2328902645117</c:v>
                </c:pt>
                <c:pt idx="165">
                  <c:v>128.98392891498179</c:v>
                </c:pt>
                <c:pt idx="166">
                  <c:v>130.29807499425115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F2FC-4388-A5F3-B6AB3260A1B7}"/>
            </c:ext>
          </c:extLst>
        </c:ser>
        <c:ser>
          <c:idx val="5"/>
          <c:order val="5"/>
          <c:tx>
            <c:strRef>
              <c:f>EQ!$I$72</c:f>
              <c:strCache>
                <c:ptCount val="1"/>
                <c:pt idx="0">
                  <c:v>SCHPFCA LX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numRef>
              <c:f>EQ!$J$37:$FU$37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EQ!$J$72:$FU$72</c:f>
              <c:numCache>
                <c:formatCode>General</c:formatCode>
                <c:ptCount val="168"/>
                <c:pt idx="0">
                  <c:v>100</c:v>
                </c:pt>
                <c:pt idx="1">
                  <c:v>102.15113158078996</c:v>
                </c:pt>
                <c:pt idx="2">
                  <c:v>103.76674939252251</c:v>
                </c:pt>
                <c:pt idx="3">
                  <c:v>104.82040190762194</c:v>
                </c:pt>
                <c:pt idx="4">
                  <c:v>104.88082549512333</c:v>
                </c:pt>
                <c:pt idx="5">
                  <c:v>104.28099820803868</c:v>
                </c:pt>
                <c:pt idx="6">
                  <c:v>104.51439403958913</c:v>
                </c:pt>
                <c:pt idx="7">
                  <c:v>104.72081968616043</c:v>
                </c:pt>
                <c:pt idx="8">
                  <c:v>105.62302423945377</c:v>
                </c:pt>
                <c:pt idx="9">
                  <c:v>105.34294924159323</c:v>
                </c:pt>
                <c:pt idx="10">
                  <c:v>106.2420418504659</c:v>
                </c:pt>
                <c:pt idx="11">
                  <c:v>106.39193384006164</c:v>
                </c:pt>
                <c:pt idx="12">
                  <c:v>106.24515379488658</c:v>
                </c:pt>
                <c:pt idx="13">
                  <c:v>104.88315945343885</c:v>
                </c:pt>
                <c:pt idx="14">
                  <c:v>105.34476454250532</c:v>
                </c:pt>
                <c:pt idx="15">
                  <c:v>106.67252749532564</c:v>
                </c:pt>
                <c:pt idx="16">
                  <c:v>106.39115585395649</c:v>
                </c:pt>
                <c:pt idx="17">
                  <c:v>106.60458337547431</c:v>
                </c:pt>
                <c:pt idx="18">
                  <c:v>108.61360282772021</c:v>
                </c:pt>
                <c:pt idx="19">
                  <c:v>110.07932864985703</c:v>
                </c:pt>
                <c:pt idx="20">
                  <c:v>109.82025927683604</c:v>
                </c:pt>
                <c:pt idx="21">
                  <c:v>108.49171833791053</c:v>
                </c:pt>
                <c:pt idx="22">
                  <c:v>106.47440036720948</c:v>
                </c:pt>
                <c:pt idx="23">
                  <c:v>109.04408847257993</c:v>
                </c:pt>
                <c:pt idx="24">
                  <c:v>109.08791502317108</c:v>
                </c:pt>
                <c:pt idx="25">
                  <c:v>106.06440168978588</c:v>
                </c:pt>
                <c:pt idx="26">
                  <c:v>107.20389200515551</c:v>
                </c:pt>
                <c:pt idx="27">
                  <c:v>108.81017398362603</c:v>
                </c:pt>
                <c:pt idx="28">
                  <c:v>109.70796994899008</c:v>
                </c:pt>
                <c:pt idx="29">
                  <c:v>111.0767068366826</c:v>
                </c:pt>
                <c:pt idx="30">
                  <c:v>112.29140247555183</c:v>
                </c:pt>
                <c:pt idx="31">
                  <c:v>110.14104888086703</c:v>
                </c:pt>
                <c:pt idx="32">
                  <c:v>110.75876984837055</c:v>
                </c:pt>
                <c:pt idx="33">
                  <c:v>110.75876984837055</c:v>
                </c:pt>
                <c:pt idx="34">
                  <c:v>110.75876984837055</c:v>
                </c:pt>
                <c:pt idx="35">
                  <c:v>110.75876984837055</c:v>
                </c:pt>
                <c:pt idx="36">
                  <c:v>111.71906403084978</c:v>
                </c:pt>
                <c:pt idx="37">
                  <c:v>113.30200642616526</c:v>
                </c:pt>
                <c:pt idx="38">
                  <c:v>113.96355394425993</c:v>
                </c:pt>
                <c:pt idx="39">
                  <c:v>115.55842545985466</c:v>
                </c:pt>
                <c:pt idx="40">
                  <c:v>115.94767784114046</c:v>
                </c:pt>
                <c:pt idx="41">
                  <c:v>114.16479301679676</c:v>
                </c:pt>
                <c:pt idx="42">
                  <c:v>112.33626634094986</c:v>
                </c:pt>
                <c:pt idx="43">
                  <c:v>106.56853668593483</c:v>
                </c:pt>
                <c:pt idx="44">
                  <c:v>106.07114423603065</c:v>
                </c:pt>
                <c:pt idx="45">
                  <c:v>106.79026272590774</c:v>
                </c:pt>
                <c:pt idx="46">
                  <c:v>104.67932709388479</c:v>
                </c:pt>
                <c:pt idx="47">
                  <c:v>102.84535451530171</c:v>
                </c:pt>
                <c:pt idx="48">
                  <c:v>106.88906696126409</c:v>
                </c:pt>
                <c:pt idx="49">
                  <c:v>107.83821000956924</c:v>
                </c:pt>
                <c:pt idx="50">
                  <c:v>105.25374016820062</c:v>
                </c:pt>
                <c:pt idx="51">
                  <c:v>105.91606567240045</c:v>
                </c:pt>
                <c:pt idx="52">
                  <c:v>106.97023684490331</c:v>
                </c:pt>
                <c:pt idx="53">
                  <c:v>107.74562966305426</c:v>
                </c:pt>
                <c:pt idx="54">
                  <c:v>107.39709188793893</c:v>
                </c:pt>
                <c:pt idx="55">
                  <c:v>103.68869145330402</c:v>
                </c:pt>
                <c:pt idx="56">
                  <c:v>103.12231756874158</c:v>
                </c:pt>
                <c:pt idx="57">
                  <c:v>104.11191589451549</c:v>
                </c:pt>
                <c:pt idx="58">
                  <c:v>102.71802412275586</c:v>
                </c:pt>
                <c:pt idx="59">
                  <c:v>104.02685608035043</c:v>
                </c:pt>
                <c:pt idx="60">
                  <c:v>102.14335171973831</c:v>
                </c:pt>
                <c:pt idx="61">
                  <c:v>100.07183405037722</c:v>
                </c:pt>
                <c:pt idx="62">
                  <c:v>100.28085298396573</c:v>
                </c:pt>
                <c:pt idx="63">
                  <c:v>98.19014499067714</c:v>
                </c:pt>
                <c:pt idx="64">
                  <c:v>102.52715819828792</c:v>
                </c:pt>
                <c:pt idx="65">
                  <c:v>100.11488261486318</c:v>
                </c:pt>
                <c:pt idx="66">
                  <c:v>100.11488261486318</c:v>
                </c:pt>
                <c:pt idx="67">
                  <c:v>100.11488261486318</c:v>
                </c:pt>
                <c:pt idx="68">
                  <c:v>102.98305805591646</c:v>
                </c:pt>
                <c:pt idx="69">
                  <c:v>110.01371848832115</c:v>
                </c:pt>
                <c:pt idx="70">
                  <c:v>108.17066940517776</c:v>
                </c:pt>
                <c:pt idx="71">
                  <c:v>109.9997147384281</c:v>
                </c:pt>
                <c:pt idx="72">
                  <c:v>108.64161032750621</c:v>
                </c:pt>
                <c:pt idx="73">
                  <c:v>111.28754107118313</c:v>
                </c:pt>
                <c:pt idx="74">
                  <c:v>112.29321777646383</c:v>
                </c:pt>
                <c:pt idx="75">
                  <c:v>113.81729255648828</c:v>
                </c:pt>
                <c:pt idx="76">
                  <c:v>115.23167129568401</c:v>
                </c:pt>
                <c:pt idx="77">
                  <c:v>114.47469081535537</c:v>
                </c:pt>
                <c:pt idx="78">
                  <c:v>115.72932307428989</c:v>
                </c:pt>
                <c:pt idx="79">
                  <c:v>115.12301256966217</c:v>
                </c:pt>
                <c:pt idx="80">
                  <c:v>114.79599907678981</c:v>
                </c:pt>
                <c:pt idx="81">
                  <c:v>116.22749351029925</c:v>
                </c:pt>
                <c:pt idx="82">
                  <c:v>116.57525329930941</c:v>
                </c:pt>
                <c:pt idx="83">
                  <c:v>115.3219176838835</c:v>
                </c:pt>
                <c:pt idx="84">
                  <c:v>116.46815054549792</c:v>
                </c:pt>
                <c:pt idx="85">
                  <c:v>116.85429098236305</c:v>
                </c:pt>
                <c:pt idx="86">
                  <c:v>116.85429098236305</c:v>
                </c:pt>
                <c:pt idx="87">
                  <c:v>119.6988675115596</c:v>
                </c:pt>
                <c:pt idx="88">
                  <c:v>120.21285699837404</c:v>
                </c:pt>
                <c:pt idx="89">
                  <c:v>125.56695737414131</c:v>
                </c:pt>
                <c:pt idx="90">
                  <c:v>127.03657312680397</c:v>
                </c:pt>
                <c:pt idx="91">
                  <c:v>126.4512682470158</c:v>
                </c:pt>
                <c:pt idx="92">
                  <c:v>127.51114465095655</c:v>
                </c:pt>
                <c:pt idx="93">
                  <c:v>125.43625570847307</c:v>
                </c:pt>
                <c:pt idx="94">
                  <c:v>125.4012463337405</c:v>
                </c:pt>
                <c:pt idx="95">
                  <c:v>126.78217167041399</c:v>
                </c:pt>
                <c:pt idx="96">
                  <c:v>122.83103957096662</c:v>
                </c:pt>
                <c:pt idx="97">
                  <c:v>124.90385388383632</c:v>
                </c:pt>
                <c:pt idx="98">
                  <c:v>120.20974505395336</c:v>
                </c:pt>
                <c:pt idx="99">
                  <c:v>121.375427568197</c:v>
                </c:pt>
                <c:pt idx="100">
                  <c:v>123.55767859319369</c:v>
                </c:pt>
                <c:pt idx="101">
                  <c:v>125.02081112831328</c:v>
                </c:pt>
                <c:pt idx="102">
                  <c:v>125.02081112831328</c:v>
                </c:pt>
                <c:pt idx="103">
                  <c:v>129.3718280858171</c:v>
                </c:pt>
                <c:pt idx="104">
                  <c:v>132.09477945390566</c:v>
                </c:pt>
                <c:pt idx="105">
                  <c:v>130.04945398341857</c:v>
                </c:pt>
                <c:pt idx="106">
                  <c:v>131.68685540609584</c:v>
                </c:pt>
                <c:pt idx="107">
                  <c:v>133.80842351488943</c:v>
                </c:pt>
                <c:pt idx="108">
                  <c:v>134.85325885413027</c:v>
                </c:pt>
                <c:pt idx="109">
                  <c:v>135.57834190414701</c:v>
                </c:pt>
                <c:pt idx="110">
                  <c:v>131.16301142861596</c:v>
                </c:pt>
                <c:pt idx="111">
                  <c:v>127.02619997873512</c:v>
                </c:pt>
                <c:pt idx="112">
                  <c:v>125.63879142451856</c:v>
                </c:pt>
                <c:pt idx="113">
                  <c:v>128.65348758204519</c:v>
                </c:pt>
                <c:pt idx="114">
                  <c:v>123.69227018938781</c:v>
                </c:pt>
                <c:pt idx="115">
                  <c:v>124.38208453597024</c:v>
                </c:pt>
                <c:pt idx="116">
                  <c:v>127.809113329236</c:v>
                </c:pt>
                <c:pt idx="117">
                  <c:v>132.93474511878557</c:v>
                </c:pt>
                <c:pt idx="118">
                  <c:v>132.82219646223791</c:v>
                </c:pt>
                <c:pt idx="119">
                  <c:v>133.07115201589173</c:v>
                </c:pt>
                <c:pt idx="120">
                  <c:v>134.52339274553896</c:v>
                </c:pt>
                <c:pt idx="121">
                  <c:v>134.52339274553896</c:v>
                </c:pt>
                <c:pt idx="122">
                  <c:v>136.37914893506675</c:v>
                </c:pt>
                <c:pt idx="123">
                  <c:v>128.50100230543222</c:v>
                </c:pt>
                <c:pt idx="124">
                  <c:v>129.21078496204731</c:v>
                </c:pt>
                <c:pt idx="125">
                  <c:v>132.63444248219068</c:v>
                </c:pt>
                <c:pt idx="126">
                  <c:v>127.08506759402619</c:v>
                </c:pt>
                <c:pt idx="127">
                  <c:v>128.43072422726536</c:v>
                </c:pt>
                <c:pt idx="128">
                  <c:v>130.06449504811852</c:v>
                </c:pt>
                <c:pt idx="129">
                  <c:v>128.99554213961747</c:v>
                </c:pt>
                <c:pt idx="130">
                  <c:v>128.30339383471954</c:v>
                </c:pt>
                <c:pt idx="131">
                  <c:v>130.6461693260826</c:v>
                </c:pt>
                <c:pt idx="132">
                  <c:v>130.21283106550393</c:v>
                </c:pt>
                <c:pt idx="133">
                  <c:v>127.54096745165474</c:v>
                </c:pt>
                <c:pt idx="134">
                  <c:v>125.5545095964587</c:v>
                </c:pt>
                <c:pt idx="135">
                  <c:v>128.23908031669231</c:v>
                </c:pt>
                <c:pt idx="136">
                  <c:v>127.85942309737024</c:v>
                </c:pt>
                <c:pt idx="137">
                  <c:v>123.92307273392106</c:v>
                </c:pt>
                <c:pt idx="138">
                  <c:v>124.77782013479913</c:v>
                </c:pt>
                <c:pt idx="139">
                  <c:v>126.70981896263341</c:v>
                </c:pt>
                <c:pt idx="140">
                  <c:v>123.51722331572499</c:v>
                </c:pt>
                <c:pt idx="141">
                  <c:v>119.9869816991736</c:v>
                </c:pt>
                <c:pt idx="142">
                  <c:v>122.00559631338326</c:v>
                </c:pt>
                <c:pt idx="143">
                  <c:v>124.92511883737765</c:v>
                </c:pt>
                <c:pt idx="144">
                  <c:v>124.92511883737765</c:v>
                </c:pt>
                <c:pt idx="145">
                  <c:v>124.29028217556044</c:v>
                </c:pt>
                <c:pt idx="146">
                  <c:v>122.44852973592567</c:v>
                </c:pt>
                <c:pt idx="147">
                  <c:v>123.40597130268596</c:v>
                </c:pt>
                <c:pt idx="148">
                  <c:v>117.85918970153868</c:v>
                </c:pt>
                <c:pt idx="149">
                  <c:v>116.88359512565779</c:v>
                </c:pt>
                <c:pt idx="150">
                  <c:v>118.41285647971667</c:v>
                </c:pt>
                <c:pt idx="151">
                  <c:v>123.91244025715039</c:v>
                </c:pt>
                <c:pt idx="152">
                  <c:v>121.91975851311301</c:v>
                </c:pt>
                <c:pt idx="153">
                  <c:v>124.44224879476991</c:v>
                </c:pt>
                <c:pt idx="154">
                  <c:v>126.17274922136561</c:v>
                </c:pt>
                <c:pt idx="155">
                  <c:v>123.98505229363275</c:v>
                </c:pt>
                <c:pt idx="156">
                  <c:v>125.58770367027914</c:v>
                </c:pt>
                <c:pt idx="157">
                  <c:v>124.69483495024782</c:v>
                </c:pt>
                <c:pt idx="158">
                  <c:v>125.63178954957202</c:v>
                </c:pt>
                <c:pt idx="159">
                  <c:v>127.9006563609441</c:v>
                </c:pt>
                <c:pt idx="160">
                  <c:v>127.40430122584682</c:v>
                </c:pt>
                <c:pt idx="161">
                  <c:v>128.17087686813917</c:v>
                </c:pt>
                <c:pt idx="162">
                  <c:v>128.12316038702218</c:v>
                </c:pt>
                <c:pt idx="163">
                  <c:v>126.77516979546748</c:v>
                </c:pt>
                <c:pt idx="164">
                  <c:v>126.82703553581203</c:v>
                </c:pt>
                <c:pt idx="165">
                  <c:v>126.73108391617461</c:v>
                </c:pt>
                <c:pt idx="166">
                  <c:v>129.15217667545795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F2FC-4388-A5F3-B6AB3260A1B7}"/>
            </c:ext>
          </c:extLst>
        </c:ser>
        <c:ser>
          <c:idx val="6"/>
          <c:order val="6"/>
          <c:tx>
            <c:strRef>
              <c:f>EQ!$I$73</c:f>
              <c:strCache>
                <c:ptCount val="1"/>
                <c:pt idx="0">
                  <c:v>DRAM US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EQ!$J$37:$FU$37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EQ!$J$73:$FU$73</c:f>
              <c:numCache>
                <c:formatCode>General</c:formatCode>
                <c:ptCount val="168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100</c:v>
                </c:pt>
                <c:pt idx="12">
                  <c:v>100</c:v>
                </c:pt>
                <c:pt idx="13">
                  <c:v>100</c:v>
                </c:pt>
                <c:pt idx="14">
                  <c:v>100</c:v>
                </c:pt>
                <c:pt idx="15">
                  <c:v>100</c:v>
                </c:pt>
                <c:pt idx="16">
                  <c:v>100</c:v>
                </c:pt>
                <c:pt idx="17">
                  <c:v>100</c:v>
                </c:pt>
                <c:pt idx="18">
                  <c:v>100</c:v>
                </c:pt>
                <c:pt idx="19">
                  <c:v>100</c:v>
                </c:pt>
                <c:pt idx="20">
                  <c:v>100</c:v>
                </c:pt>
                <c:pt idx="21">
                  <c:v>100</c:v>
                </c:pt>
                <c:pt idx="22">
                  <c:v>100</c:v>
                </c:pt>
                <c:pt idx="23">
                  <c:v>100</c:v>
                </c:pt>
                <c:pt idx="24">
                  <c:v>100</c:v>
                </c:pt>
                <c:pt idx="25">
                  <c:v>100</c:v>
                </c:pt>
                <c:pt idx="26">
                  <c:v>100</c:v>
                </c:pt>
                <c:pt idx="27">
                  <c:v>100</c:v>
                </c:pt>
                <c:pt idx="28">
                  <c:v>100</c:v>
                </c:pt>
                <c:pt idx="29">
                  <c:v>100</c:v>
                </c:pt>
                <c:pt idx="30">
                  <c:v>100</c:v>
                </c:pt>
                <c:pt idx="31">
                  <c:v>100</c:v>
                </c:pt>
                <c:pt idx="32">
                  <c:v>100</c:v>
                </c:pt>
                <c:pt idx="33">
                  <c:v>100</c:v>
                </c:pt>
                <c:pt idx="34">
                  <c:v>100</c:v>
                </c:pt>
                <c:pt idx="35">
                  <c:v>100</c:v>
                </c:pt>
                <c:pt idx="36">
                  <c:v>100</c:v>
                </c:pt>
                <c:pt idx="37">
                  <c:v>100</c:v>
                </c:pt>
                <c:pt idx="38">
                  <c:v>100</c:v>
                </c:pt>
                <c:pt idx="39">
                  <c:v>100</c:v>
                </c:pt>
                <c:pt idx="40">
                  <c:v>100</c:v>
                </c:pt>
                <c:pt idx="41">
                  <c:v>100</c:v>
                </c:pt>
                <c:pt idx="42">
                  <c:v>100</c:v>
                </c:pt>
                <c:pt idx="43">
                  <c:v>100</c:v>
                </c:pt>
                <c:pt idx="44">
                  <c:v>100</c:v>
                </c:pt>
                <c:pt idx="45">
                  <c:v>100</c:v>
                </c:pt>
                <c:pt idx="46">
                  <c:v>100</c:v>
                </c:pt>
                <c:pt idx="47">
                  <c:v>100</c:v>
                </c:pt>
                <c:pt idx="48">
                  <c:v>100</c:v>
                </c:pt>
                <c:pt idx="49">
                  <c:v>100</c:v>
                </c:pt>
                <c:pt idx="50">
                  <c:v>100</c:v>
                </c:pt>
                <c:pt idx="51">
                  <c:v>100</c:v>
                </c:pt>
                <c:pt idx="52">
                  <c:v>100</c:v>
                </c:pt>
                <c:pt idx="53">
                  <c:v>100</c:v>
                </c:pt>
                <c:pt idx="54">
                  <c:v>100</c:v>
                </c:pt>
                <c:pt idx="55">
                  <c:v>100</c:v>
                </c:pt>
                <c:pt idx="56">
                  <c:v>100</c:v>
                </c:pt>
                <c:pt idx="57">
                  <c:v>100</c:v>
                </c:pt>
                <c:pt idx="58">
                  <c:v>100</c:v>
                </c:pt>
                <c:pt idx="59">
                  <c:v>100</c:v>
                </c:pt>
                <c:pt idx="60">
                  <c:v>100</c:v>
                </c:pt>
                <c:pt idx="61">
                  <c:v>100</c:v>
                </c:pt>
                <c:pt idx="62">
                  <c:v>100</c:v>
                </c:pt>
                <c:pt idx="63">
                  <c:v>100</c:v>
                </c:pt>
                <c:pt idx="64">
                  <c:v>100</c:v>
                </c:pt>
                <c:pt idx="65">
                  <c:v>100</c:v>
                </c:pt>
                <c:pt idx="66">
                  <c:v>100</c:v>
                </c:pt>
                <c:pt idx="67">
                  <c:v>105.04322766570604</c:v>
                </c:pt>
                <c:pt idx="68">
                  <c:v>106.05187319884726</c:v>
                </c:pt>
                <c:pt idx="69">
                  <c:v>116.96685878962535</c:v>
                </c:pt>
                <c:pt idx="70">
                  <c:v>116.64265129682997</c:v>
                </c:pt>
                <c:pt idx="71">
                  <c:v>116.82276657060518</c:v>
                </c:pt>
                <c:pt idx="72">
                  <c:v>120.85734870317003</c:v>
                </c:pt>
                <c:pt idx="73">
                  <c:v>128.13400576368878</c:v>
                </c:pt>
                <c:pt idx="74">
                  <c:v>124.17146974063401</c:v>
                </c:pt>
                <c:pt idx="75">
                  <c:v>126.22478386167148</c:v>
                </c:pt>
                <c:pt idx="76">
                  <c:v>128.20605187319887</c:v>
                </c:pt>
                <c:pt idx="77">
                  <c:v>126.33285302593661</c:v>
                </c:pt>
                <c:pt idx="78">
                  <c:v>125.828530259366</c:v>
                </c:pt>
                <c:pt idx="79">
                  <c:v>134.36599423631122</c:v>
                </c:pt>
                <c:pt idx="80">
                  <c:v>130.97982708933716</c:v>
                </c:pt>
                <c:pt idx="81">
                  <c:v>134.00576368876082</c:v>
                </c:pt>
                <c:pt idx="82">
                  <c:v>138.94092219020175</c:v>
                </c:pt>
                <c:pt idx="83">
                  <c:v>134.47406340057637</c:v>
                </c:pt>
                <c:pt idx="84">
                  <c:v>137.71613832853023</c:v>
                </c:pt>
                <c:pt idx="85">
                  <c:v>141.67867435158499</c:v>
                </c:pt>
                <c:pt idx="86">
                  <c:v>145.56916426512964</c:v>
                </c:pt>
                <c:pt idx="87">
                  <c:v>152.98991354466855</c:v>
                </c:pt>
                <c:pt idx="88">
                  <c:v>166.75072046109509</c:v>
                </c:pt>
                <c:pt idx="89">
                  <c:v>175.3602305475504</c:v>
                </c:pt>
                <c:pt idx="90">
                  <c:v>167.68731988472618</c:v>
                </c:pt>
                <c:pt idx="91">
                  <c:v>190.20172910662819</c:v>
                </c:pt>
                <c:pt idx="92">
                  <c:v>198.41498559077806</c:v>
                </c:pt>
                <c:pt idx="93">
                  <c:v>184.79827089337172</c:v>
                </c:pt>
                <c:pt idx="94">
                  <c:v>196.46974063400572</c:v>
                </c:pt>
                <c:pt idx="95">
                  <c:v>193.76801152737747</c:v>
                </c:pt>
                <c:pt idx="96">
                  <c:v>184.07780979827083</c:v>
                </c:pt>
                <c:pt idx="97">
                  <c:v>177.66570605187314</c:v>
                </c:pt>
                <c:pt idx="98">
                  <c:v>179.28674351585008</c:v>
                </c:pt>
                <c:pt idx="99">
                  <c:v>185.5547550432276</c:v>
                </c:pt>
                <c:pt idx="100">
                  <c:v>195.74927953890483</c:v>
                </c:pt>
                <c:pt idx="101">
                  <c:v>190.27377521613826</c:v>
                </c:pt>
                <c:pt idx="102">
                  <c:v>190.27377521613826</c:v>
                </c:pt>
                <c:pt idx="103">
                  <c:v>217.97550432276651</c:v>
                </c:pt>
                <c:pt idx="104">
                  <c:v>218.76801152737747</c:v>
                </c:pt>
                <c:pt idx="105">
                  <c:v>225.39625360230542</c:v>
                </c:pt>
                <c:pt idx="106">
                  <c:v>227.66570605187314</c:v>
                </c:pt>
                <c:pt idx="107">
                  <c:v>244.95677233429387</c:v>
                </c:pt>
                <c:pt idx="108">
                  <c:v>250.61239193083563</c:v>
                </c:pt>
                <c:pt idx="109">
                  <c:v>251.11671469740625</c:v>
                </c:pt>
                <c:pt idx="110">
                  <c:v>236.67146974063394</c:v>
                </c:pt>
                <c:pt idx="111">
                  <c:v>200.97262247838609</c:v>
                </c:pt>
                <c:pt idx="112">
                  <c:v>218.01152737752153</c:v>
                </c:pt>
                <c:pt idx="113">
                  <c:v>215.63400576368866</c:v>
                </c:pt>
                <c:pt idx="114">
                  <c:v>206.66426512968289</c:v>
                </c:pt>
                <c:pt idx="115">
                  <c:v>234.5821325648414</c:v>
                </c:pt>
                <c:pt idx="116">
                  <c:v>234.18587896253592</c:v>
                </c:pt>
                <c:pt idx="117">
                  <c:v>256.0158501440921</c:v>
                </c:pt>
                <c:pt idx="118">
                  <c:v>245.3890489913544</c:v>
                </c:pt>
                <c:pt idx="119">
                  <c:v>251.98126801152733</c:v>
                </c:pt>
                <c:pt idx="120">
                  <c:v>276.33285302593657</c:v>
                </c:pt>
                <c:pt idx="121">
                  <c:v>276.33285302593657</c:v>
                </c:pt>
                <c:pt idx="122">
                  <c:v>290.77809798270891</c:v>
                </c:pt>
                <c:pt idx="123">
                  <c:v>249.35158501440921</c:v>
                </c:pt>
                <c:pt idx="124">
                  <c:v>251.90922190201732</c:v>
                </c:pt>
                <c:pt idx="125">
                  <c:v>276.98126801152739</c:v>
                </c:pt>
                <c:pt idx="126">
                  <c:v>258.9337175792507</c:v>
                </c:pt>
                <c:pt idx="127">
                  <c:v>259.14985590778093</c:v>
                </c:pt>
                <c:pt idx="128">
                  <c:v>266.03025936599414</c:v>
                </c:pt>
                <c:pt idx="129">
                  <c:v>237.24783861671463</c:v>
                </c:pt>
                <c:pt idx="130">
                  <c:v>218.40778097982704</c:v>
                </c:pt>
                <c:pt idx="131">
                  <c:v>218.40778097982704</c:v>
                </c:pt>
                <c:pt idx="132">
                  <c:v>233.28530259365991</c:v>
                </c:pt>
                <c:pt idx="133">
                  <c:v>218.26368876080687</c:v>
                </c:pt>
                <c:pt idx="134">
                  <c:v>223.48703170028813</c:v>
                </c:pt>
                <c:pt idx="135">
                  <c:v>231.84438040345819</c:v>
                </c:pt>
                <c:pt idx="136">
                  <c:v>227.08933717579248</c:v>
                </c:pt>
                <c:pt idx="137">
                  <c:v>206.41210374639766</c:v>
                </c:pt>
                <c:pt idx="138">
                  <c:v>220.56916426512964</c:v>
                </c:pt>
                <c:pt idx="139">
                  <c:v>206.77233429394809</c:v>
                </c:pt>
                <c:pt idx="140">
                  <c:v>188.54466858789624</c:v>
                </c:pt>
                <c:pt idx="141">
                  <c:v>189.91354466858783</c:v>
                </c:pt>
                <c:pt idx="142">
                  <c:v>191.13832853025934</c:v>
                </c:pt>
                <c:pt idx="143">
                  <c:v>211.99567723342935</c:v>
                </c:pt>
                <c:pt idx="144">
                  <c:v>208.10518731988469</c:v>
                </c:pt>
                <c:pt idx="145">
                  <c:v>210.01440922190199</c:v>
                </c:pt>
                <c:pt idx="146">
                  <c:v>191.64265129682997</c:v>
                </c:pt>
                <c:pt idx="147">
                  <c:v>188.86887608069162</c:v>
                </c:pt>
                <c:pt idx="148">
                  <c:v>172.08213256484149</c:v>
                </c:pt>
                <c:pt idx="149">
                  <c:v>161.56340057636885</c:v>
                </c:pt>
                <c:pt idx="150">
                  <c:v>188.54466858789624</c:v>
                </c:pt>
                <c:pt idx="151">
                  <c:v>181.44812680115271</c:v>
                </c:pt>
                <c:pt idx="152">
                  <c:v>184.18587896253604</c:v>
                </c:pt>
                <c:pt idx="153">
                  <c:v>197.73054755043228</c:v>
                </c:pt>
                <c:pt idx="154">
                  <c:v>193.58789625360231</c:v>
                </c:pt>
                <c:pt idx="155">
                  <c:v>185.30259365994235</c:v>
                </c:pt>
                <c:pt idx="156">
                  <c:v>182.27665706051872</c:v>
                </c:pt>
                <c:pt idx="157">
                  <c:v>178.67435158501439</c:v>
                </c:pt>
                <c:pt idx="158">
                  <c:v>183.32132564841496</c:v>
                </c:pt>
                <c:pt idx="159">
                  <c:v>197.40634005763684</c:v>
                </c:pt>
                <c:pt idx="160">
                  <c:v>205.07925072046106</c:v>
                </c:pt>
                <c:pt idx="161">
                  <c:v>206.48414985590776</c:v>
                </c:pt>
                <c:pt idx="162">
                  <c:v>217.54322766570601</c:v>
                </c:pt>
                <c:pt idx="163">
                  <c:v>198.48703170028816</c:v>
                </c:pt>
                <c:pt idx="164">
                  <c:v>198.63112391930835</c:v>
                </c:pt>
                <c:pt idx="165">
                  <c:v>207.42074927953891</c:v>
                </c:pt>
                <c:pt idx="166">
                  <c:v>207.78097982708937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F2FC-4388-A5F3-B6AB3260A1B7}"/>
            </c:ext>
          </c:extLst>
        </c:ser>
        <c:ser>
          <c:idx val="7"/>
          <c:order val="7"/>
          <c:tx>
            <c:strRef>
              <c:f>EQ!$I$74</c:f>
              <c:strCache>
                <c:ptCount val="1"/>
                <c:pt idx="0">
                  <c:v>EWY US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EQ!$J$37:$FU$37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EQ!$J$74:$FU$74</c:f>
              <c:numCache>
                <c:formatCode>General</c:formatCode>
                <c:ptCount val="168"/>
                <c:pt idx="0">
                  <c:v>100</c:v>
                </c:pt>
                <c:pt idx="1">
                  <c:v>105.14297469656448</c:v>
                </c:pt>
                <c:pt idx="2">
                  <c:v>107.82760748817114</c:v>
                </c:pt>
                <c:pt idx="3">
                  <c:v>110.68710141946099</c:v>
                </c:pt>
                <c:pt idx="4">
                  <c:v>110.0905163546595</c:v>
                </c:pt>
                <c:pt idx="5">
                  <c:v>109.63793458136182</c:v>
                </c:pt>
                <c:pt idx="6">
                  <c:v>112.00370294178148</c:v>
                </c:pt>
                <c:pt idx="7">
                  <c:v>112.04484673935401</c:v>
                </c:pt>
                <c:pt idx="8">
                  <c:v>110.61509977370908</c:v>
                </c:pt>
                <c:pt idx="9">
                  <c:v>112.77514914626614</c:v>
                </c:pt>
                <c:pt idx="10">
                  <c:v>114.22546801069731</c:v>
                </c:pt>
                <c:pt idx="11">
                  <c:v>115.4289240896934</c:v>
                </c:pt>
                <c:pt idx="12">
                  <c:v>115.4289240896934</c:v>
                </c:pt>
                <c:pt idx="13">
                  <c:v>114.14318041555228</c:v>
                </c:pt>
                <c:pt idx="14">
                  <c:v>118.96729068092978</c:v>
                </c:pt>
                <c:pt idx="15">
                  <c:v>119.30672701090305</c:v>
                </c:pt>
                <c:pt idx="16">
                  <c:v>121.34334499074259</c:v>
                </c:pt>
                <c:pt idx="17">
                  <c:v>120.67475828018921</c:v>
                </c:pt>
                <c:pt idx="18">
                  <c:v>126.20859905369261</c:v>
                </c:pt>
                <c:pt idx="19">
                  <c:v>129.15038058012752</c:v>
                </c:pt>
                <c:pt idx="20">
                  <c:v>128.06006994445585</c:v>
                </c:pt>
                <c:pt idx="21">
                  <c:v>125.91030652129189</c:v>
                </c:pt>
                <c:pt idx="22">
                  <c:v>124.38798601110881</c:v>
                </c:pt>
                <c:pt idx="23">
                  <c:v>127.87492285537951</c:v>
                </c:pt>
                <c:pt idx="24">
                  <c:v>123.69882740176915</c:v>
                </c:pt>
                <c:pt idx="25">
                  <c:v>123.6473976548035</c:v>
                </c:pt>
                <c:pt idx="26">
                  <c:v>128.27607488171154</c:v>
                </c:pt>
                <c:pt idx="27">
                  <c:v>129.65439210039082</c:v>
                </c:pt>
                <c:pt idx="28">
                  <c:v>128.00864019749019</c:v>
                </c:pt>
                <c:pt idx="29">
                  <c:v>134.33449907426453</c:v>
                </c:pt>
                <c:pt idx="30">
                  <c:v>134.54021806212711</c:v>
                </c:pt>
                <c:pt idx="31">
                  <c:v>137.80086401974899</c:v>
                </c:pt>
                <c:pt idx="32">
                  <c:v>137.80086401974899</c:v>
                </c:pt>
                <c:pt idx="33">
                  <c:v>134.41678666940956</c:v>
                </c:pt>
                <c:pt idx="34">
                  <c:v>136.73112528286356</c:v>
                </c:pt>
                <c:pt idx="35">
                  <c:v>139.07632174449697</c:v>
                </c:pt>
                <c:pt idx="36">
                  <c:v>145.93704998971398</c:v>
                </c:pt>
                <c:pt idx="37">
                  <c:v>143.28327504628672</c:v>
                </c:pt>
                <c:pt idx="38">
                  <c:v>148.68339847767945</c:v>
                </c:pt>
                <c:pt idx="39">
                  <c:v>153.14750051429741</c:v>
                </c:pt>
                <c:pt idx="40">
                  <c:v>154.71096482205303</c:v>
                </c:pt>
                <c:pt idx="41">
                  <c:v>155.69841596379342</c:v>
                </c:pt>
                <c:pt idx="42">
                  <c:v>151.75889734622501</c:v>
                </c:pt>
                <c:pt idx="43">
                  <c:v>136.12425426866898</c:v>
                </c:pt>
                <c:pt idx="44">
                  <c:v>138.21230199547415</c:v>
                </c:pt>
                <c:pt idx="45">
                  <c:v>129.33552766920383</c:v>
                </c:pt>
                <c:pt idx="46">
                  <c:v>130.3538366591236</c:v>
                </c:pt>
                <c:pt idx="47">
                  <c:v>137.71857642460392</c:v>
                </c:pt>
                <c:pt idx="48">
                  <c:v>134.02592059247064</c:v>
                </c:pt>
                <c:pt idx="49">
                  <c:v>136.6488376877185</c:v>
                </c:pt>
                <c:pt idx="50">
                  <c:v>127.03147500514291</c:v>
                </c:pt>
                <c:pt idx="51">
                  <c:v>127.70006171569629</c:v>
                </c:pt>
                <c:pt idx="52">
                  <c:v>136.9059864225467</c:v>
                </c:pt>
                <c:pt idx="53">
                  <c:v>138.27401769183288</c:v>
                </c:pt>
                <c:pt idx="54">
                  <c:v>135.651100596585</c:v>
                </c:pt>
                <c:pt idx="55">
                  <c:v>138.67516971816491</c:v>
                </c:pt>
                <c:pt idx="56">
                  <c:v>129.37667146677632</c:v>
                </c:pt>
                <c:pt idx="57">
                  <c:v>137.63628882945889</c:v>
                </c:pt>
                <c:pt idx="58">
                  <c:v>132.43159843653561</c:v>
                </c:pt>
                <c:pt idx="59">
                  <c:v>131.39271754782956</c:v>
                </c:pt>
                <c:pt idx="60">
                  <c:v>123.4211067681546</c:v>
                </c:pt>
                <c:pt idx="61">
                  <c:v>124.43941575807438</c:v>
                </c:pt>
                <c:pt idx="62">
                  <c:v>119.75930878420068</c:v>
                </c:pt>
                <c:pt idx="63">
                  <c:v>126.52746348487955</c:v>
                </c:pt>
                <c:pt idx="64">
                  <c:v>129.82925324007394</c:v>
                </c:pt>
                <c:pt idx="65">
                  <c:v>126.38346019337574</c:v>
                </c:pt>
                <c:pt idx="66">
                  <c:v>126.38346019337574</c:v>
                </c:pt>
                <c:pt idx="67">
                  <c:v>129.54124665706632</c:v>
                </c:pt>
                <c:pt idx="68">
                  <c:v>130.82699033120744</c:v>
                </c:pt>
                <c:pt idx="69">
                  <c:v>144.07529314955755</c:v>
                </c:pt>
                <c:pt idx="70">
                  <c:v>143.2729890968935</c:v>
                </c:pt>
                <c:pt idx="71">
                  <c:v>142.69697593087827</c:v>
                </c:pt>
                <c:pt idx="72">
                  <c:v>145.26846327916053</c:v>
                </c:pt>
                <c:pt idx="73">
                  <c:v>150.87430569841581</c:v>
                </c:pt>
                <c:pt idx="74">
                  <c:v>149.06397860522509</c:v>
                </c:pt>
                <c:pt idx="75">
                  <c:v>151.686895700473</c:v>
                </c:pt>
                <c:pt idx="76">
                  <c:v>156.6858671055337</c:v>
                </c:pt>
                <c:pt idx="77">
                  <c:v>154.38181444147278</c:v>
                </c:pt>
                <c:pt idx="78">
                  <c:v>150.98745114174022</c:v>
                </c:pt>
                <c:pt idx="79">
                  <c:v>160.25509154494944</c:v>
                </c:pt>
                <c:pt idx="80">
                  <c:v>154.89611191112922</c:v>
                </c:pt>
                <c:pt idx="81">
                  <c:v>158.98991976959454</c:v>
                </c:pt>
                <c:pt idx="82">
                  <c:v>161.21168483851039</c:v>
                </c:pt>
                <c:pt idx="83">
                  <c:v>158.78420078173195</c:v>
                </c:pt>
                <c:pt idx="84">
                  <c:v>158.36247685661365</c:v>
                </c:pt>
                <c:pt idx="85">
                  <c:v>165.35692244394136</c:v>
                </c:pt>
                <c:pt idx="86">
                  <c:v>166.63238016868937</c:v>
                </c:pt>
                <c:pt idx="87">
                  <c:v>168.26784612219689</c:v>
                </c:pt>
                <c:pt idx="88">
                  <c:v>178.4303641226083</c:v>
                </c:pt>
                <c:pt idx="89">
                  <c:v>187.18370705616107</c:v>
                </c:pt>
                <c:pt idx="90">
                  <c:v>181.80415552355461</c:v>
                </c:pt>
                <c:pt idx="91">
                  <c:v>195.63875745731306</c:v>
                </c:pt>
                <c:pt idx="92">
                  <c:v>198.36453404649225</c:v>
                </c:pt>
                <c:pt idx="93">
                  <c:v>183.6041966673522</c:v>
                </c:pt>
                <c:pt idx="94">
                  <c:v>194.02386340259184</c:v>
                </c:pt>
                <c:pt idx="95">
                  <c:v>195.96790783789322</c:v>
                </c:pt>
                <c:pt idx="96">
                  <c:v>183.97449084550485</c:v>
                </c:pt>
                <c:pt idx="97">
                  <c:v>181.13556881300124</c:v>
                </c:pt>
                <c:pt idx="98">
                  <c:v>178.99609133923045</c:v>
                </c:pt>
                <c:pt idx="99">
                  <c:v>185.26023451964599</c:v>
                </c:pt>
                <c:pt idx="100">
                  <c:v>191.75066858671036</c:v>
                </c:pt>
                <c:pt idx="101">
                  <c:v>187.23513680312675</c:v>
                </c:pt>
                <c:pt idx="102">
                  <c:v>187.23513680312675</c:v>
                </c:pt>
                <c:pt idx="103">
                  <c:v>206.38757457313292</c:v>
                </c:pt>
                <c:pt idx="104">
                  <c:v>203.96009051635448</c:v>
                </c:pt>
                <c:pt idx="105">
                  <c:v>212.31228142357523</c:v>
                </c:pt>
                <c:pt idx="106">
                  <c:v>211.71569635877376</c:v>
                </c:pt>
                <c:pt idx="107">
                  <c:v>222.89652334910494</c:v>
                </c:pt>
                <c:pt idx="108">
                  <c:v>220.66447233079595</c:v>
                </c:pt>
                <c:pt idx="109">
                  <c:v>219.0495782760747</c:v>
                </c:pt>
                <c:pt idx="110">
                  <c:v>209.80250977165173</c:v>
                </c:pt>
                <c:pt idx="111">
                  <c:v>180.19954741822653</c:v>
                </c:pt>
                <c:pt idx="112">
                  <c:v>190.94836453404628</c:v>
                </c:pt>
                <c:pt idx="113">
                  <c:v>189.31289858053879</c:v>
                </c:pt>
                <c:pt idx="114">
                  <c:v>183.55276692038655</c:v>
                </c:pt>
                <c:pt idx="115">
                  <c:v>204.6286772269078</c:v>
                </c:pt>
                <c:pt idx="116">
                  <c:v>203.09607076733155</c:v>
                </c:pt>
                <c:pt idx="117">
                  <c:v>217.4963999177121</c:v>
                </c:pt>
                <c:pt idx="118">
                  <c:v>211.79798395391865</c:v>
                </c:pt>
                <c:pt idx="119">
                  <c:v>210.94425015428897</c:v>
                </c:pt>
                <c:pt idx="120">
                  <c:v>225.46801069738706</c:v>
                </c:pt>
                <c:pt idx="121">
                  <c:v>225.46801069738706</c:v>
                </c:pt>
                <c:pt idx="122">
                  <c:v>225.28286360831075</c:v>
                </c:pt>
                <c:pt idx="123">
                  <c:v>197.69594733593883</c:v>
                </c:pt>
                <c:pt idx="124">
                  <c:v>202.90063772886208</c:v>
                </c:pt>
                <c:pt idx="125">
                  <c:v>210.8619625591439</c:v>
                </c:pt>
                <c:pt idx="126">
                  <c:v>202.92120962764832</c:v>
                </c:pt>
                <c:pt idx="127">
                  <c:v>203.14750051429718</c:v>
                </c:pt>
                <c:pt idx="128">
                  <c:v>207.67331824727393</c:v>
                </c:pt>
                <c:pt idx="129">
                  <c:v>190.8043612425424</c:v>
                </c:pt>
                <c:pt idx="130">
                  <c:v>185.29109236782526</c:v>
                </c:pt>
                <c:pt idx="131">
                  <c:v>185.29109236782526</c:v>
                </c:pt>
                <c:pt idx="132">
                  <c:v>195.27874922855349</c:v>
                </c:pt>
                <c:pt idx="133">
                  <c:v>186.4739765480351</c:v>
                </c:pt>
                <c:pt idx="134">
                  <c:v>187.94486731125255</c:v>
                </c:pt>
                <c:pt idx="135">
                  <c:v>190.03291503805775</c:v>
                </c:pt>
                <c:pt idx="136">
                  <c:v>188.76774326270291</c:v>
                </c:pt>
                <c:pt idx="137">
                  <c:v>172.82452170335301</c:v>
                </c:pt>
                <c:pt idx="138">
                  <c:v>182.04073235959657</c:v>
                </c:pt>
                <c:pt idx="139">
                  <c:v>176.54803538366571</c:v>
                </c:pt>
                <c:pt idx="140">
                  <c:v>168.03126928615495</c:v>
                </c:pt>
                <c:pt idx="141">
                  <c:v>167.18782143591835</c:v>
                </c:pt>
                <c:pt idx="142">
                  <c:v>167.51697181649851</c:v>
                </c:pt>
                <c:pt idx="143">
                  <c:v>177.84406500719999</c:v>
                </c:pt>
                <c:pt idx="144">
                  <c:v>175.30343550709713</c:v>
                </c:pt>
                <c:pt idx="145">
                  <c:v>178.83151614894035</c:v>
                </c:pt>
                <c:pt idx="146">
                  <c:v>167.61983131042976</c:v>
                </c:pt>
                <c:pt idx="147">
                  <c:v>165.80950421723904</c:v>
                </c:pt>
                <c:pt idx="148">
                  <c:v>155.78070355893828</c:v>
                </c:pt>
                <c:pt idx="149">
                  <c:v>148.33367619831293</c:v>
                </c:pt>
                <c:pt idx="150">
                  <c:v>165.81979016663217</c:v>
                </c:pt>
                <c:pt idx="151">
                  <c:v>161.59226496605615</c:v>
                </c:pt>
                <c:pt idx="152">
                  <c:v>164.82205307549867</c:v>
                </c:pt>
                <c:pt idx="153">
                  <c:v>176.03373791400924</c:v>
                </c:pt>
                <c:pt idx="154">
                  <c:v>173.97654803538344</c:v>
                </c:pt>
                <c:pt idx="155">
                  <c:v>168.81300144003271</c:v>
                </c:pt>
                <c:pt idx="156">
                  <c:v>170.83933347047912</c:v>
                </c:pt>
                <c:pt idx="157">
                  <c:v>167.78440650071983</c:v>
                </c:pt>
                <c:pt idx="158">
                  <c:v>172.02221765068896</c:v>
                </c:pt>
                <c:pt idx="159">
                  <c:v>180.89899197695925</c:v>
                </c:pt>
                <c:pt idx="160">
                  <c:v>183.72762806006972</c:v>
                </c:pt>
                <c:pt idx="161">
                  <c:v>184.87965439210018</c:v>
                </c:pt>
                <c:pt idx="162">
                  <c:v>190.39292326681729</c:v>
                </c:pt>
                <c:pt idx="163">
                  <c:v>174.91256943015819</c:v>
                </c:pt>
                <c:pt idx="164">
                  <c:v>179.41781526434866</c:v>
                </c:pt>
                <c:pt idx="165">
                  <c:v>183.25447438798577</c:v>
                </c:pt>
                <c:pt idx="166">
                  <c:v>183.43962147706208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F2FC-4388-A5F3-B6AB3260A1B7}"/>
            </c:ext>
          </c:extLst>
        </c:ser>
        <c:ser>
          <c:idx val="8"/>
          <c:order val="8"/>
          <c:tx>
            <c:strRef>
              <c:f>EQ!$I$75</c:f>
              <c:strCache>
                <c:ptCount val="1"/>
                <c:pt idx="0">
                  <c:v>JPJFKIA LX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EQ!$J$37:$FU$37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EQ!$J$75:$FU$75</c:f>
              <c:numCache>
                <c:formatCode>General</c:formatCode>
                <c:ptCount val="168"/>
                <c:pt idx="0">
                  <c:v>100</c:v>
                </c:pt>
                <c:pt idx="1">
                  <c:v>101.78542111311772</c:v>
                </c:pt>
                <c:pt idx="2">
                  <c:v>104.35068133311444</c:v>
                </c:pt>
                <c:pt idx="3">
                  <c:v>105.82827121983254</c:v>
                </c:pt>
                <c:pt idx="4">
                  <c:v>106.16072894434411</c:v>
                </c:pt>
                <c:pt idx="5">
                  <c:v>105.87341979970449</c:v>
                </c:pt>
                <c:pt idx="6">
                  <c:v>106.03759645378429</c:v>
                </c:pt>
                <c:pt idx="7">
                  <c:v>106.15252011164013</c:v>
                </c:pt>
                <c:pt idx="8">
                  <c:v>107.33048760466262</c:v>
                </c:pt>
                <c:pt idx="9">
                  <c:v>107.74503365621408</c:v>
                </c:pt>
                <c:pt idx="10">
                  <c:v>109.53455918568378</c:v>
                </c:pt>
                <c:pt idx="11">
                  <c:v>109.99425381710718</c:v>
                </c:pt>
                <c:pt idx="12">
                  <c:v>111.31177146609748</c:v>
                </c:pt>
                <c:pt idx="13">
                  <c:v>110.92595632900998</c:v>
                </c:pt>
                <c:pt idx="14">
                  <c:v>112.01773107864059</c:v>
                </c:pt>
                <c:pt idx="15">
                  <c:v>112.66622886225575</c:v>
                </c:pt>
                <c:pt idx="16">
                  <c:v>113.99605976030206</c:v>
                </c:pt>
                <c:pt idx="17">
                  <c:v>115.71991462813985</c:v>
                </c:pt>
                <c:pt idx="18">
                  <c:v>118.28107043178457</c:v>
                </c:pt>
                <c:pt idx="19">
                  <c:v>123.04219340009845</c:v>
                </c:pt>
                <c:pt idx="20">
                  <c:v>124.66343785913639</c:v>
                </c:pt>
                <c:pt idx="21">
                  <c:v>124.22426530947295</c:v>
                </c:pt>
                <c:pt idx="22">
                  <c:v>118.83516663930384</c:v>
                </c:pt>
                <c:pt idx="23">
                  <c:v>123.85076342144143</c:v>
                </c:pt>
                <c:pt idx="24">
                  <c:v>124.27351830569688</c:v>
                </c:pt>
                <c:pt idx="25">
                  <c:v>118.66688556887208</c:v>
                </c:pt>
                <c:pt idx="26">
                  <c:v>118.52323099655224</c:v>
                </c:pt>
                <c:pt idx="27">
                  <c:v>122.64816943030696</c:v>
                </c:pt>
                <c:pt idx="28">
                  <c:v>123.04219340009845</c:v>
                </c:pt>
                <c:pt idx="29">
                  <c:v>124.95485142012801</c:v>
                </c:pt>
                <c:pt idx="30">
                  <c:v>129.00180594319482</c:v>
                </c:pt>
                <c:pt idx="31">
                  <c:v>127.50779839106875</c:v>
                </c:pt>
                <c:pt idx="32">
                  <c:v>127.50779839106875</c:v>
                </c:pt>
                <c:pt idx="33">
                  <c:v>127.50779839106875</c:v>
                </c:pt>
                <c:pt idx="34">
                  <c:v>127.50779839106875</c:v>
                </c:pt>
                <c:pt idx="35">
                  <c:v>131.78460022984726</c:v>
                </c:pt>
                <c:pt idx="36">
                  <c:v>134.2513544573961</c:v>
                </c:pt>
                <c:pt idx="37">
                  <c:v>135.66737809883429</c:v>
                </c:pt>
                <c:pt idx="38">
                  <c:v>137.70316860942367</c:v>
                </c:pt>
                <c:pt idx="39">
                  <c:v>141.47923165325884</c:v>
                </c:pt>
                <c:pt idx="40">
                  <c:v>143.36726317517645</c:v>
                </c:pt>
                <c:pt idx="41">
                  <c:v>144.36053193235918</c:v>
                </c:pt>
                <c:pt idx="42">
                  <c:v>144.36053193235918</c:v>
                </c:pt>
                <c:pt idx="43">
                  <c:v>144.36053193235918</c:v>
                </c:pt>
                <c:pt idx="44">
                  <c:v>144.36053193235918</c:v>
                </c:pt>
                <c:pt idx="45">
                  <c:v>128.14398292562794</c:v>
                </c:pt>
                <c:pt idx="46">
                  <c:v>122.96831390576259</c:v>
                </c:pt>
                <c:pt idx="47">
                  <c:v>121.89295682153997</c:v>
                </c:pt>
                <c:pt idx="48">
                  <c:v>129.11672960105071</c:v>
                </c:pt>
                <c:pt idx="49">
                  <c:v>126.83467410934162</c:v>
                </c:pt>
                <c:pt idx="50">
                  <c:v>121.03513380397304</c:v>
                </c:pt>
                <c:pt idx="51">
                  <c:v>121.95041865046787</c:v>
                </c:pt>
                <c:pt idx="52">
                  <c:v>126.0630438351666</c:v>
                </c:pt>
                <c:pt idx="53">
                  <c:v>129.63388606140202</c:v>
                </c:pt>
                <c:pt idx="54">
                  <c:v>129.76522738466588</c:v>
                </c:pt>
                <c:pt idx="55">
                  <c:v>128.54211131177144</c:v>
                </c:pt>
                <c:pt idx="56">
                  <c:v>125.96043342636672</c:v>
                </c:pt>
                <c:pt idx="57">
                  <c:v>127.56526021999667</c:v>
                </c:pt>
                <c:pt idx="58">
                  <c:v>124.53620095222456</c:v>
                </c:pt>
                <c:pt idx="59">
                  <c:v>127.07683467410929</c:v>
                </c:pt>
                <c:pt idx="60">
                  <c:v>123.19405680512226</c:v>
                </c:pt>
                <c:pt idx="61">
                  <c:v>119.43851584304709</c:v>
                </c:pt>
                <c:pt idx="62">
                  <c:v>117.53406665572153</c:v>
                </c:pt>
                <c:pt idx="63">
                  <c:v>114.32851748481364</c:v>
                </c:pt>
                <c:pt idx="64">
                  <c:v>122.29108520768344</c:v>
                </c:pt>
                <c:pt idx="65">
                  <c:v>115.50238056148415</c:v>
                </c:pt>
                <c:pt idx="66">
                  <c:v>117.46018716138563</c:v>
                </c:pt>
                <c:pt idx="67">
                  <c:v>117.46018716138563</c:v>
                </c:pt>
                <c:pt idx="68">
                  <c:v>120.60006567066161</c:v>
                </c:pt>
                <c:pt idx="69">
                  <c:v>132.19504186504676</c:v>
                </c:pt>
                <c:pt idx="70">
                  <c:v>129.13314726645868</c:v>
                </c:pt>
                <c:pt idx="71">
                  <c:v>131.42341159087175</c:v>
                </c:pt>
                <c:pt idx="72">
                  <c:v>130.14283368904938</c:v>
                </c:pt>
                <c:pt idx="73">
                  <c:v>133.89427023477259</c:v>
                </c:pt>
                <c:pt idx="74">
                  <c:v>137.34197997044816</c:v>
                </c:pt>
                <c:pt idx="75">
                  <c:v>140.54342472500409</c:v>
                </c:pt>
                <c:pt idx="76">
                  <c:v>143.34674109341648</c:v>
                </c:pt>
                <c:pt idx="77">
                  <c:v>140.62961746839596</c:v>
                </c:pt>
                <c:pt idx="78">
                  <c:v>144.8325398128386</c:v>
                </c:pt>
                <c:pt idx="79">
                  <c:v>145.50566409456576</c:v>
                </c:pt>
                <c:pt idx="80">
                  <c:v>145.57543917254966</c:v>
                </c:pt>
                <c:pt idx="81">
                  <c:v>146.19520604170089</c:v>
                </c:pt>
                <c:pt idx="82">
                  <c:v>149.42538171072076</c:v>
                </c:pt>
                <c:pt idx="83">
                  <c:v>150.5582006238713</c:v>
                </c:pt>
                <c:pt idx="84">
                  <c:v>151.2641602364144</c:v>
                </c:pt>
                <c:pt idx="85">
                  <c:v>148.23099655229026</c:v>
                </c:pt>
                <c:pt idx="86">
                  <c:v>148.23099655229026</c:v>
                </c:pt>
                <c:pt idx="87">
                  <c:v>156.72303398456739</c:v>
                </c:pt>
                <c:pt idx="88">
                  <c:v>156.72303398456739</c:v>
                </c:pt>
                <c:pt idx="89">
                  <c:v>164.5542603841734</c:v>
                </c:pt>
                <c:pt idx="90">
                  <c:v>166.61878180922676</c:v>
                </c:pt>
                <c:pt idx="91">
                  <c:v>170.60006567066168</c:v>
                </c:pt>
                <c:pt idx="92">
                  <c:v>170.4399934329339</c:v>
                </c:pt>
                <c:pt idx="93">
                  <c:v>164.39829256279765</c:v>
                </c:pt>
                <c:pt idx="94">
                  <c:v>168.99934329338376</c:v>
                </c:pt>
                <c:pt idx="95">
                  <c:v>171.21572812346091</c:v>
                </c:pt>
                <c:pt idx="96">
                  <c:v>171.21572812346091</c:v>
                </c:pt>
                <c:pt idx="97">
                  <c:v>160.20768346741099</c:v>
                </c:pt>
                <c:pt idx="98">
                  <c:v>153.54621572812354</c:v>
                </c:pt>
                <c:pt idx="99">
                  <c:v>157.24019044491882</c:v>
                </c:pt>
                <c:pt idx="100">
                  <c:v>165.42029223444433</c:v>
                </c:pt>
                <c:pt idx="101">
                  <c:v>166.90198653751446</c:v>
                </c:pt>
                <c:pt idx="102">
                  <c:v>166.90198653751446</c:v>
                </c:pt>
                <c:pt idx="103">
                  <c:v>178.00853718601226</c:v>
                </c:pt>
                <c:pt idx="104">
                  <c:v>173.6865867673618</c:v>
                </c:pt>
                <c:pt idx="105">
                  <c:v>173.11196847808253</c:v>
                </c:pt>
                <c:pt idx="106">
                  <c:v>177.5324248891809</c:v>
                </c:pt>
                <c:pt idx="107">
                  <c:v>180.09358069282561</c:v>
                </c:pt>
                <c:pt idx="108">
                  <c:v>178.48875389919567</c:v>
                </c:pt>
                <c:pt idx="109">
                  <c:v>178.48875389919567</c:v>
                </c:pt>
                <c:pt idx="110">
                  <c:v>172.4429486127074</c:v>
                </c:pt>
                <c:pt idx="111">
                  <c:v>172.4429486127074</c:v>
                </c:pt>
                <c:pt idx="112">
                  <c:v>161.98489574782479</c:v>
                </c:pt>
                <c:pt idx="113">
                  <c:v>169.88589722541468</c:v>
                </c:pt>
                <c:pt idx="114">
                  <c:v>163.29010014775909</c:v>
                </c:pt>
                <c:pt idx="115">
                  <c:v>169.57806599901508</c:v>
                </c:pt>
                <c:pt idx="116">
                  <c:v>173.50188803152207</c:v>
                </c:pt>
                <c:pt idx="117">
                  <c:v>182.89689706123804</c:v>
                </c:pt>
                <c:pt idx="118">
                  <c:v>185.37596453784286</c:v>
                </c:pt>
                <c:pt idx="119">
                  <c:v>187.03004432769677</c:v>
                </c:pt>
                <c:pt idx="120">
                  <c:v>186.97668691512084</c:v>
                </c:pt>
                <c:pt idx="121">
                  <c:v>186.75094401576112</c:v>
                </c:pt>
                <c:pt idx="122">
                  <c:v>191.8527335412906</c:v>
                </c:pt>
                <c:pt idx="123">
                  <c:v>175.70185519619125</c:v>
                </c:pt>
                <c:pt idx="124">
                  <c:v>174.26120505664107</c:v>
                </c:pt>
                <c:pt idx="125">
                  <c:v>172.84518141520289</c:v>
                </c:pt>
                <c:pt idx="126">
                  <c:v>172.93958299129878</c:v>
                </c:pt>
                <c:pt idx="127">
                  <c:v>172.93958299129878</c:v>
                </c:pt>
                <c:pt idx="128">
                  <c:v>175.64849778361531</c:v>
                </c:pt>
                <c:pt idx="129">
                  <c:v>175.0410441635201</c:v>
                </c:pt>
                <c:pt idx="130">
                  <c:v>169.25792152355947</c:v>
                </c:pt>
                <c:pt idx="131">
                  <c:v>171.89295682154011</c:v>
                </c:pt>
                <c:pt idx="132">
                  <c:v>169.26202593991147</c:v>
                </c:pt>
                <c:pt idx="133">
                  <c:v>158.47561976686927</c:v>
                </c:pt>
                <c:pt idx="134">
                  <c:v>156.95288130027922</c:v>
                </c:pt>
                <c:pt idx="135">
                  <c:v>165.14119192250877</c:v>
                </c:pt>
                <c:pt idx="136">
                  <c:v>163.75389919553456</c:v>
                </c:pt>
                <c:pt idx="137">
                  <c:v>151.62534887539007</c:v>
                </c:pt>
                <c:pt idx="138">
                  <c:v>156.52191758331981</c:v>
                </c:pt>
                <c:pt idx="139">
                  <c:v>156.37826301099997</c:v>
                </c:pt>
                <c:pt idx="140">
                  <c:v>153.64472172057145</c:v>
                </c:pt>
                <c:pt idx="141">
                  <c:v>153.64472172057145</c:v>
                </c:pt>
                <c:pt idx="142">
                  <c:v>150.43096371695955</c:v>
                </c:pt>
                <c:pt idx="143">
                  <c:v>150.90297159743898</c:v>
                </c:pt>
                <c:pt idx="144">
                  <c:v>150.90297159743898</c:v>
                </c:pt>
                <c:pt idx="145">
                  <c:v>157.23608602856686</c:v>
                </c:pt>
                <c:pt idx="146">
                  <c:v>148.59628960761793</c:v>
                </c:pt>
                <c:pt idx="147">
                  <c:v>144.84485306189472</c:v>
                </c:pt>
                <c:pt idx="148">
                  <c:v>134.20210146117236</c:v>
                </c:pt>
                <c:pt idx="149">
                  <c:v>129.13725168281084</c:v>
                </c:pt>
                <c:pt idx="150">
                  <c:v>132.22377277951088</c:v>
                </c:pt>
                <c:pt idx="151">
                  <c:v>139.94007552126101</c:v>
                </c:pt>
                <c:pt idx="152">
                  <c:v>135.86028566737821</c:v>
                </c:pt>
                <c:pt idx="153">
                  <c:v>149.03546215728139</c:v>
                </c:pt>
                <c:pt idx="154">
                  <c:v>151.55967821375816</c:v>
                </c:pt>
                <c:pt idx="155">
                  <c:v>145.62879658512577</c:v>
                </c:pt>
                <c:pt idx="156">
                  <c:v>145.78065999014959</c:v>
                </c:pt>
                <c:pt idx="157">
                  <c:v>148.13249055984261</c:v>
                </c:pt>
                <c:pt idx="158">
                  <c:v>148.70710884912185</c:v>
                </c:pt>
                <c:pt idx="159">
                  <c:v>157.186833032343</c:v>
                </c:pt>
                <c:pt idx="160">
                  <c:v>157.62600558200643</c:v>
                </c:pt>
                <c:pt idx="161">
                  <c:v>160.92595632901021</c:v>
                </c:pt>
                <c:pt idx="162">
                  <c:v>160.92595632901021</c:v>
                </c:pt>
                <c:pt idx="163">
                  <c:v>159.07486455426059</c:v>
                </c:pt>
                <c:pt idx="164">
                  <c:v>157.45362009522265</c:v>
                </c:pt>
                <c:pt idx="165">
                  <c:v>159.5920210146119</c:v>
                </c:pt>
                <c:pt idx="166">
                  <c:v>159.97783615169942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F2FC-4388-A5F3-B6AB3260A1B7}"/>
            </c:ext>
          </c:extLst>
        </c:ser>
        <c:ser>
          <c:idx val="9"/>
          <c:order val="9"/>
          <c:tx>
            <c:strRef>
              <c:f>EQ!$I$76</c:f>
              <c:strCache>
                <c:ptCount val="1"/>
                <c:pt idx="0">
                  <c:v>EWT US</c:v>
                </c:pt>
              </c:strCache>
            </c:strRef>
          </c:tx>
          <c:spPr>
            <a:ln w="28575" cap="rnd">
              <a:solidFill>
                <a:schemeClr val="accent4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EQ!$J$37:$FU$37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EQ!$J$76:$FU$76</c:f>
              <c:numCache>
                <c:formatCode>General</c:formatCode>
                <c:ptCount val="168"/>
                <c:pt idx="0">
                  <c:v>100</c:v>
                </c:pt>
                <c:pt idx="1">
                  <c:v>101.95183377931684</c:v>
                </c:pt>
                <c:pt idx="2">
                  <c:v>102.78608531402487</c:v>
                </c:pt>
                <c:pt idx="3">
                  <c:v>103.62033684873289</c:v>
                </c:pt>
                <c:pt idx="4">
                  <c:v>103.24256256886511</c:v>
                </c:pt>
                <c:pt idx="5">
                  <c:v>103.00645364394774</c:v>
                </c:pt>
                <c:pt idx="6">
                  <c:v>103.76200220368329</c:v>
                </c:pt>
                <c:pt idx="7">
                  <c:v>104.86384385329765</c:v>
                </c:pt>
                <c:pt idx="8">
                  <c:v>104.04533291358412</c:v>
                </c:pt>
                <c:pt idx="9">
                  <c:v>104.69069730835825</c:v>
                </c:pt>
                <c:pt idx="10">
                  <c:v>105.91846371792855</c:v>
                </c:pt>
                <c:pt idx="11">
                  <c:v>105.99716669290099</c:v>
                </c:pt>
                <c:pt idx="12">
                  <c:v>105.99716669290099</c:v>
                </c:pt>
                <c:pt idx="13">
                  <c:v>104.73791909334173</c:v>
                </c:pt>
                <c:pt idx="14">
                  <c:v>106.17031323784039</c:v>
                </c:pt>
                <c:pt idx="15">
                  <c:v>107.42956083739965</c:v>
                </c:pt>
                <c:pt idx="16">
                  <c:v>109.72768770659529</c:v>
                </c:pt>
                <c:pt idx="17">
                  <c:v>110.08972139146859</c:v>
                </c:pt>
                <c:pt idx="18">
                  <c:v>112.26192350070831</c:v>
                </c:pt>
                <c:pt idx="19">
                  <c:v>112.05729576577993</c:v>
                </c:pt>
                <c:pt idx="20">
                  <c:v>109.91657484652919</c:v>
                </c:pt>
                <c:pt idx="21">
                  <c:v>107.13048953250431</c:v>
                </c:pt>
                <c:pt idx="22">
                  <c:v>108.51566189201949</c:v>
                </c:pt>
                <c:pt idx="23">
                  <c:v>108.34251534708011</c:v>
                </c:pt>
                <c:pt idx="24">
                  <c:v>107.27215488745475</c:v>
                </c:pt>
                <c:pt idx="25">
                  <c:v>106.81567763261449</c:v>
                </c:pt>
                <c:pt idx="26">
                  <c:v>110.26286793640796</c:v>
                </c:pt>
                <c:pt idx="27">
                  <c:v>111.38045018101683</c:v>
                </c:pt>
                <c:pt idx="28">
                  <c:v>112.45081064064219</c:v>
                </c:pt>
                <c:pt idx="29">
                  <c:v>115.45726428458993</c:v>
                </c:pt>
                <c:pt idx="30">
                  <c:v>114.21375728002518</c:v>
                </c:pt>
                <c:pt idx="31">
                  <c:v>114.98504643475523</c:v>
                </c:pt>
                <c:pt idx="32">
                  <c:v>114.98504643475523</c:v>
                </c:pt>
                <c:pt idx="33">
                  <c:v>114.73319691484339</c:v>
                </c:pt>
                <c:pt idx="34">
                  <c:v>114.87486226979382</c:v>
                </c:pt>
                <c:pt idx="35">
                  <c:v>114.38690382496461</c:v>
                </c:pt>
                <c:pt idx="36">
                  <c:v>117.07854556902252</c:v>
                </c:pt>
                <c:pt idx="37">
                  <c:v>115.18967416968364</c:v>
                </c:pt>
                <c:pt idx="38">
                  <c:v>119.20352589327878</c:v>
                </c:pt>
                <c:pt idx="39">
                  <c:v>121.29702502754604</c:v>
                </c:pt>
                <c:pt idx="40">
                  <c:v>119.84889028805289</c:v>
                </c:pt>
                <c:pt idx="41">
                  <c:v>119.10908232331181</c:v>
                </c:pt>
                <c:pt idx="42">
                  <c:v>118.16464662364235</c:v>
                </c:pt>
                <c:pt idx="43">
                  <c:v>112.21470171572486</c:v>
                </c:pt>
                <c:pt idx="44">
                  <c:v>112.73414135054306</c:v>
                </c:pt>
                <c:pt idx="45">
                  <c:v>110.81378876121518</c:v>
                </c:pt>
                <c:pt idx="46">
                  <c:v>109.42861640169997</c:v>
                </c:pt>
                <c:pt idx="47">
                  <c:v>111.38045018101684</c:v>
                </c:pt>
                <c:pt idx="48">
                  <c:v>110.87675114119313</c:v>
                </c:pt>
                <c:pt idx="49">
                  <c:v>113.19061860538326</c:v>
                </c:pt>
                <c:pt idx="50">
                  <c:v>109.80639068156776</c:v>
                </c:pt>
                <c:pt idx="51">
                  <c:v>110.16842436644103</c:v>
                </c:pt>
                <c:pt idx="52">
                  <c:v>113.37950574531716</c:v>
                </c:pt>
                <c:pt idx="53">
                  <c:v>114.90634345978278</c:v>
                </c:pt>
                <c:pt idx="54">
                  <c:v>112.2934046906973</c:v>
                </c:pt>
                <c:pt idx="55">
                  <c:v>113.55265229025656</c:v>
                </c:pt>
                <c:pt idx="56">
                  <c:v>109.77490949157875</c:v>
                </c:pt>
                <c:pt idx="57">
                  <c:v>113.58413348024553</c:v>
                </c:pt>
                <c:pt idx="58">
                  <c:v>111.34896899102783</c:v>
                </c:pt>
                <c:pt idx="59">
                  <c:v>113.94616716511882</c:v>
                </c:pt>
                <c:pt idx="60">
                  <c:v>110.34157091138043</c:v>
                </c:pt>
                <c:pt idx="61">
                  <c:v>109.38139461671649</c:v>
                </c:pt>
                <c:pt idx="62">
                  <c:v>108.54714308200847</c:v>
                </c:pt>
                <c:pt idx="63">
                  <c:v>111.63229970092868</c:v>
                </c:pt>
                <c:pt idx="64">
                  <c:v>112.89154730048794</c:v>
                </c:pt>
                <c:pt idx="65">
                  <c:v>111.39619077601131</c:v>
                </c:pt>
                <c:pt idx="66">
                  <c:v>111.39619077601131</c:v>
                </c:pt>
                <c:pt idx="67">
                  <c:v>112.21470171572484</c:v>
                </c:pt>
                <c:pt idx="68">
                  <c:v>113.04895325043285</c:v>
                </c:pt>
                <c:pt idx="69">
                  <c:v>120.19518337793167</c:v>
                </c:pt>
                <c:pt idx="70">
                  <c:v>120.27388635290413</c:v>
                </c:pt>
                <c:pt idx="71">
                  <c:v>121.10813788761214</c:v>
                </c:pt>
                <c:pt idx="72">
                  <c:v>123.18589642688495</c:v>
                </c:pt>
                <c:pt idx="73">
                  <c:v>126.25531245081065</c:v>
                </c:pt>
                <c:pt idx="74">
                  <c:v>127.08956398551865</c:v>
                </c:pt>
                <c:pt idx="75">
                  <c:v>128.04974028018259</c:v>
                </c:pt>
                <c:pt idx="76">
                  <c:v>130.99323154415237</c:v>
                </c:pt>
                <c:pt idx="77">
                  <c:v>131.57563355894854</c:v>
                </c:pt>
                <c:pt idx="78">
                  <c:v>131.48118998898158</c:v>
                </c:pt>
                <c:pt idx="79">
                  <c:v>135.66818825751614</c:v>
                </c:pt>
                <c:pt idx="80">
                  <c:v>132.59877223359044</c:v>
                </c:pt>
                <c:pt idx="81">
                  <c:v>138.6589013064694</c:v>
                </c:pt>
                <c:pt idx="82">
                  <c:v>137.49409727687708</c:v>
                </c:pt>
                <c:pt idx="83">
                  <c:v>137.3209507319377</c:v>
                </c:pt>
                <c:pt idx="84">
                  <c:v>137.24224775696524</c:v>
                </c:pt>
                <c:pt idx="85">
                  <c:v>141.47646781048326</c:v>
                </c:pt>
                <c:pt idx="86">
                  <c:v>141.6181331654337</c:v>
                </c:pt>
                <c:pt idx="87">
                  <c:v>142.3107193451913</c:v>
                </c:pt>
                <c:pt idx="88">
                  <c:v>146.02549976389113</c:v>
                </c:pt>
                <c:pt idx="89">
                  <c:v>149.29954352274524</c:v>
                </c:pt>
                <c:pt idx="90">
                  <c:v>148.44955139304275</c:v>
                </c:pt>
                <c:pt idx="91">
                  <c:v>151.2828584920511</c:v>
                </c:pt>
                <c:pt idx="92">
                  <c:v>152.91988037147817</c:v>
                </c:pt>
                <c:pt idx="93">
                  <c:v>147.59955926334027</c:v>
                </c:pt>
                <c:pt idx="94">
                  <c:v>149.31528411773976</c:v>
                </c:pt>
                <c:pt idx="95">
                  <c:v>150.2912010073982</c:v>
                </c:pt>
                <c:pt idx="96">
                  <c:v>143.68015110971206</c:v>
                </c:pt>
                <c:pt idx="97">
                  <c:v>144.43569966944762</c:v>
                </c:pt>
                <c:pt idx="98">
                  <c:v>141.39776483551088</c:v>
                </c:pt>
                <c:pt idx="99">
                  <c:v>144.68754918935946</c:v>
                </c:pt>
                <c:pt idx="100">
                  <c:v>148.7014009129546</c:v>
                </c:pt>
                <c:pt idx="101">
                  <c:v>152.43192192664893</c:v>
                </c:pt>
                <c:pt idx="102">
                  <c:v>152.43192192664893</c:v>
                </c:pt>
                <c:pt idx="103">
                  <c:v>160.77443727372906</c:v>
                </c:pt>
                <c:pt idx="104">
                  <c:v>162.08090665827177</c:v>
                </c:pt>
                <c:pt idx="105">
                  <c:v>161.08924917361887</c:v>
                </c:pt>
                <c:pt idx="106">
                  <c:v>161.78183535337647</c:v>
                </c:pt>
                <c:pt idx="107">
                  <c:v>167.51141193137113</c:v>
                </c:pt>
                <c:pt idx="108">
                  <c:v>168.59751298599096</c:v>
                </c:pt>
                <c:pt idx="109">
                  <c:v>168.26696049110666</c:v>
                </c:pt>
                <c:pt idx="110">
                  <c:v>166.45679206674021</c:v>
                </c:pt>
                <c:pt idx="111">
                  <c:v>154.38375570596577</c:v>
                </c:pt>
                <c:pt idx="112">
                  <c:v>158.08279552967113</c:v>
                </c:pt>
                <c:pt idx="113">
                  <c:v>158.66519754446728</c:v>
                </c:pt>
                <c:pt idx="114">
                  <c:v>154.25783094600985</c:v>
                </c:pt>
                <c:pt idx="115">
                  <c:v>161.26239571855825</c:v>
                </c:pt>
                <c:pt idx="116">
                  <c:v>161.52998583346459</c:v>
                </c:pt>
                <c:pt idx="117">
                  <c:v>167.43270895639861</c:v>
                </c:pt>
                <c:pt idx="118">
                  <c:v>163.37163544782001</c:v>
                </c:pt>
                <c:pt idx="119">
                  <c:v>165.4493939870928</c:v>
                </c:pt>
                <c:pt idx="120">
                  <c:v>173.13080434440431</c:v>
                </c:pt>
                <c:pt idx="121">
                  <c:v>173.13080434440431</c:v>
                </c:pt>
                <c:pt idx="122">
                  <c:v>175.55485597355587</c:v>
                </c:pt>
                <c:pt idx="123">
                  <c:v>165.65402172202116</c:v>
                </c:pt>
                <c:pt idx="124">
                  <c:v>164.83551078230764</c:v>
                </c:pt>
                <c:pt idx="125">
                  <c:v>165.13458208720294</c:v>
                </c:pt>
                <c:pt idx="126">
                  <c:v>161.8290571383599</c:v>
                </c:pt>
                <c:pt idx="127">
                  <c:v>166.51975444671817</c:v>
                </c:pt>
                <c:pt idx="128">
                  <c:v>170.95860223516456</c:v>
                </c:pt>
                <c:pt idx="129">
                  <c:v>166.36234849677325</c:v>
                </c:pt>
                <c:pt idx="130">
                  <c:v>165.05587911223051</c:v>
                </c:pt>
                <c:pt idx="131">
                  <c:v>165.05587911223051</c:v>
                </c:pt>
                <c:pt idx="132">
                  <c:v>168.8493625059028</c:v>
                </c:pt>
                <c:pt idx="133">
                  <c:v>160.36518180387225</c:v>
                </c:pt>
                <c:pt idx="134">
                  <c:v>163.5447819927594</c:v>
                </c:pt>
                <c:pt idx="135">
                  <c:v>165.35495041712585</c:v>
                </c:pt>
                <c:pt idx="136">
                  <c:v>167.1493782464978</c:v>
                </c:pt>
                <c:pt idx="137">
                  <c:v>160.36518180387228</c:v>
                </c:pt>
                <c:pt idx="138">
                  <c:v>160.36518180387228</c:v>
                </c:pt>
                <c:pt idx="139">
                  <c:v>161.32535809853621</c:v>
                </c:pt>
                <c:pt idx="140">
                  <c:v>157.65779946481987</c:v>
                </c:pt>
                <c:pt idx="141">
                  <c:v>153.20321108137898</c:v>
                </c:pt>
                <c:pt idx="142">
                  <c:v>151.01526837714476</c:v>
                </c:pt>
                <c:pt idx="143">
                  <c:v>158.31890445458851</c:v>
                </c:pt>
                <c:pt idx="144">
                  <c:v>160.0503699039825</c:v>
                </c:pt>
                <c:pt idx="145">
                  <c:v>157.15410042499619</c:v>
                </c:pt>
                <c:pt idx="146">
                  <c:v>154.27357154100437</c:v>
                </c:pt>
                <c:pt idx="147">
                  <c:v>153.95875964111454</c:v>
                </c:pt>
                <c:pt idx="148">
                  <c:v>147.88288997324108</c:v>
                </c:pt>
                <c:pt idx="149">
                  <c:v>140.73665984574225</c:v>
                </c:pt>
                <c:pt idx="150">
                  <c:v>147.96159294821354</c:v>
                </c:pt>
                <c:pt idx="151">
                  <c:v>151.97544467180867</c:v>
                </c:pt>
                <c:pt idx="152">
                  <c:v>154.22634975602088</c:v>
                </c:pt>
                <c:pt idx="153">
                  <c:v>160.88462143869046</c:v>
                </c:pt>
                <c:pt idx="154">
                  <c:v>160.08185109397144</c:v>
                </c:pt>
                <c:pt idx="155">
                  <c:v>160.52258775381716</c:v>
                </c:pt>
                <c:pt idx="156">
                  <c:v>162.26979379820565</c:v>
                </c:pt>
                <c:pt idx="157">
                  <c:v>160.837399653707</c:v>
                </c:pt>
                <c:pt idx="158">
                  <c:v>163.60774437273736</c:v>
                </c:pt>
                <c:pt idx="159">
                  <c:v>167.13363765150334</c:v>
                </c:pt>
                <c:pt idx="160">
                  <c:v>169.2113961907761</c:v>
                </c:pt>
                <c:pt idx="161">
                  <c:v>168.53455060601297</c:v>
                </c:pt>
                <c:pt idx="162">
                  <c:v>169.68361404061079</c:v>
                </c:pt>
                <c:pt idx="163">
                  <c:v>164.31607114748945</c:v>
                </c:pt>
                <c:pt idx="164">
                  <c:v>164.80402959231867</c:v>
                </c:pt>
                <c:pt idx="165">
                  <c:v>163.81237210766574</c:v>
                </c:pt>
                <c:pt idx="166">
                  <c:v>164.17440579253901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F2FC-4388-A5F3-B6AB3260A1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25654912"/>
        <c:axId val="1575770799"/>
      </c:lineChart>
      <c:dateAx>
        <c:axId val="425654912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33A0"/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1575770799"/>
        <c:crosses val="autoZero"/>
        <c:auto val="1"/>
        <c:lblOffset val="100"/>
        <c:baseTimeUnit val="days"/>
      </c:dateAx>
      <c:valAx>
        <c:axId val="1575770799"/>
        <c:scaling>
          <c:orientation val="minMax"/>
          <c:min val="6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33A0"/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425654912"/>
        <c:crosses val="autoZero"/>
        <c:crossBetween val="between"/>
      </c:valAx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0033A0"/>
              </a:solidFill>
              <a:latin typeface="+mn-lt"/>
              <a:ea typeface="+mn-ea"/>
              <a:cs typeface="+mn-cs"/>
            </a:defRPr>
          </a:pPr>
          <a:endParaRPr lang="es-PE"/>
        </a:p>
      </c:txPr>
    </c:legend>
    <c:plotVisOnly val="1"/>
    <c:dispBlanksAs val="gap"/>
    <c:showDLblsOverMax val="0"/>
    <c:extLst/>
  </c:chart>
  <c:txPr>
    <a:bodyPr/>
    <a:lstStyle/>
    <a:p>
      <a:pPr>
        <a:defRPr>
          <a:solidFill>
            <a:srgbClr val="0033A0"/>
          </a:solidFill>
        </a:defRPr>
      </a:pPr>
      <a:endParaRPr lang="es-PE"/>
    </a:p>
  </c:txPr>
  <c:externalData r:id="rId2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EQ!$I$89</c:f>
              <c:strCache>
                <c:ptCount val="1"/>
                <c:pt idx="0">
                  <c:v>ILF US</c:v>
                </c:pt>
              </c:strCache>
            </c:strRef>
          </c:tx>
          <c:marker>
            <c:symbol val="none"/>
          </c:marker>
          <c:cat>
            <c:numRef>
              <c:f>EQ!$J$37:$FU$37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EQ!$J$89:$FU$89</c:f>
              <c:numCache>
                <c:formatCode>General</c:formatCode>
                <c:ptCount val="168"/>
                <c:pt idx="0">
                  <c:v>100</c:v>
                </c:pt>
                <c:pt idx="1">
                  <c:v>101.247947454844</c:v>
                </c:pt>
                <c:pt idx="2">
                  <c:v>103.34975369458128</c:v>
                </c:pt>
                <c:pt idx="3">
                  <c:v>104.30213464696224</c:v>
                </c:pt>
                <c:pt idx="4">
                  <c:v>103.31691297208539</c:v>
                </c:pt>
                <c:pt idx="5">
                  <c:v>104.00656814449918</c:v>
                </c:pt>
                <c:pt idx="6">
                  <c:v>104.63054187192117</c:v>
                </c:pt>
                <c:pt idx="7">
                  <c:v>104.82758620689654</c:v>
                </c:pt>
                <c:pt idx="8">
                  <c:v>104.69622331691295</c:v>
                </c:pt>
                <c:pt idx="9">
                  <c:v>106.4696223316913</c:v>
                </c:pt>
                <c:pt idx="10">
                  <c:v>106.60098522167486</c:v>
                </c:pt>
                <c:pt idx="11">
                  <c:v>106.73234811165842</c:v>
                </c:pt>
                <c:pt idx="12">
                  <c:v>106.73234811165842</c:v>
                </c:pt>
                <c:pt idx="13">
                  <c:v>108.04597701149423</c:v>
                </c:pt>
                <c:pt idx="14">
                  <c:v>111.16584564860426</c:v>
                </c:pt>
                <c:pt idx="15">
                  <c:v>113.23481116584561</c:v>
                </c:pt>
                <c:pt idx="16">
                  <c:v>114.90968801313626</c:v>
                </c:pt>
                <c:pt idx="17">
                  <c:v>115.33661740558287</c:v>
                </c:pt>
                <c:pt idx="18">
                  <c:v>118.75205254515595</c:v>
                </c:pt>
                <c:pt idx="19">
                  <c:v>120.13136288998354</c:v>
                </c:pt>
                <c:pt idx="20">
                  <c:v>120.42692939244661</c:v>
                </c:pt>
                <c:pt idx="21">
                  <c:v>116.12479474548437</c:v>
                </c:pt>
                <c:pt idx="22">
                  <c:v>117.01149425287355</c:v>
                </c:pt>
                <c:pt idx="23">
                  <c:v>120.49261083743838</c:v>
                </c:pt>
                <c:pt idx="24">
                  <c:v>116.74876847290635</c:v>
                </c:pt>
                <c:pt idx="25">
                  <c:v>115.66502463054182</c:v>
                </c:pt>
                <c:pt idx="26">
                  <c:v>118.35796387520519</c:v>
                </c:pt>
                <c:pt idx="27">
                  <c:v>120.62397372742194</c:v>
                </c:pt>
                <c:pt idx="28">
                  <c:v>119.77011494252868</c:v>
                </c:pt>
                <c:pt idx="29">
                  <c:v>121.83908045977006</c:v>
                </c:pt>
                <c:pt idx="30">
                  <c:v>119.73727422003279</c:v>
                </c:pt>
                <c:pt idx="31">
                  <c:v>119.08045977011489</c:v>
                </c:pt>
                <c:pt idx="32">
                  <c:v>119.08045977011489</c:v>
                </c:pt>
                <c:pt idx="33">
                  <c:v>118.32512315270931</c:v>
                </c:pt>
                <c:pt idx="34">
                  <c:v>118.75205254515593</c:v>
                </c:pt>
                <c:pt idx="35">
                  <c:v>119.70443349753691</c:v>
                </c:pt>
                <c:pt idx="36">
                  <c:v>121.77339901477826</c:v>
                </c:pt>
                <c:pt idx="37">
                  <c:v>119.5730706075533</c:v>
                </c:pt>
                <c:pt idx="38">
                  <c:v>121.67487684729059</c:v>
                </c:pt>
                <c:pt idx="39">
                  <c:v>122.56157635467976</c:v>
                </c:pt>
                <c:pt idx="40">
                  <c:v>120.85385878489322</c:v>
                </c:pt>
                <c:pt idx="41">
                  <c:v>119.80295566502457</c:v>
                </c:pt>
                <c:pt idx="42">
                  <c:v>119.08045977011489</c:v>
                </c:pt>
                <c:pt idx="43">
                  <c:v>113.36617405582919</c:v>
                </c:pt>
                <c:pt idx="44">
                  <c:v>115.53366174055824</c:v>
                </c:pt>
                <c:pt idx="45">
                  <c:v>112.15106732348107</c:v>
                </c:pt>
                <c:pt idx="46">
                  <c:v>111.03448275862065</c:v>
                </c:pt>
                <c:pt idx="47">
                  <c:v>112.97208538587844</c:v>
                </c:pt>
                <c:pt idx="48">
                  <c:v>114.71264367816087</c:v>
                </c:pt>
                <c:pt idx="49">
                  <c:v>114.71264367816087</c:v>
                </c:pt>
                <c:pt idx="50">
                  <c:v>110.64039408866991</c:v>
                </c:pt>
                <c:pt idx="51">
                  <c:v>108.86699507389159</c:v>
                </c:pt>
                <c:pt idx="52">
                  <c:v>112.05254515599339</c:v>
                </c:pt>
                <c:pt idx="53">
                  <c:v>112.41379310344823</c:v>
                </c:pt>
                <c:pt idx="54">
                  <c:v>110.64039408866991</c:v>
                </c:pt>
                <c:pt idx="55">
                  <c:v>111.16584564860425</c:v>
                </c:pt>
                <c:pt idx="56">
                  <c:v>107.0279146141215</c:v>
                </c:pt>
                <c:pt idx="57">
                  <c:v>111.19868637110014</c:v>
                </c:pt>
                <c:pt idx="58">
                  <c:v>111.52709359605909</c:v>
                </c:pt>
                <c:pt idx="59">
                  <c:v>114.31855500821015</c:v>
                </c:pt>
                <c:pt idx="60">
                  <c:v>111.98686371100162</c:v>
                </c:pt>
                <c:pt idx="61">
                  <c:v>111.26436781609193</c:v>
                </c:pt>
                <c:pt idx="62">
                  <c:v>111.72413793103448</c:v>
                </c:pt>
                <c:pt idx="63">
                  <c:v>116.6502463054187</c:v>
                </c:pt>
                <c:pt idx="64">
                  <c:v>117.17569786535302</c:v>
                </c:pt>
                <c:pt idx="65">
                  <c:v>116.97865353037764</c:v>
                </c:pt>
                <c:pt idx="66">
                  <c:v>116.97865353037764</c:v>
                </c:pt>
                <c:pt idx="67">
                  <c:v>117.24137931034481</c:v>
                </c:pt>
                <c:pt idx="68">
                  <c:v>116.94581280788175</c:v>
                </c:pt>
                <c:pt idx="69">
                  <c:v>120.82101806239736</c:v>
                </c:pt>
                <c:pt idx="70">
                  <c:v>122.56157635467977</c:v>
                </c:pt>
                <c:pt idx="71">
                  <c:v>124.2036124794745</c:v>
                </c:pt>
                <c:pt idx="72">
                  <c:v>125.05747126436776</c:v>
                </c:pt>
                <c:pt idx="73">
                  <c:v>125.12315270935956</c:v>
                </c:pt>
                <c:pt idx="74">
                  <c:v>123.97372742200324</c:v>
                </c:pt>
                <c:pt idx="75">
                  <c:v>124.59770114942523</c:v>
                </c:pt>
                <c:pt idx="76">
                  <c:v>124.26929392446631</c:v>
                </c:pt>
                <c:pt idx="77">
                  <c:v>124.3021346469622</c:v>
                </c:pt>
                <c:pt idx="78">
                  <c:v>122.16748768472904</c:v>
                </c:pt>
                <c:pt idx="79">
                  <c:v>122.33169129720849</c:v>
                </c:pt>
                <c:pt idx="80">
                  <c:v>120.88669950738912</c:v>
                </c:pt>
                <c:pt idx="81">
                  <c:v>120.91954022988502</c:v>
                </c:pt>
                <c:pt idx="82">
                  <c:v>120.19704433497533</c:v>
                </c:pt>
                <c:pt idx="83">
                  <c:v>119.40886699507385</c:v>
                </c:pt>
                <c:pt idx="84">
                  <c:v>117.11001642036121</c:v>
                </c:pt>
                <c:pt idx="85">
                  <c:v>119.67159277504101</c:v>
                </c:pt>
                <c:pt idx="86">
                  <c:v>118.88341543513955</c:v>
                </c:pt>
                <c:pt idx="87">
                  <c:v>117.43842364532017</c:v>
                </c:pt>
                <c:pt idx="88">
                  <c:v>119.3431855500821</c:v>
                </c:pt>
                <c:pt idx="89">
                  <c:v>121.37931034482757</c:v>
                </c:pt>
                <c:pt idx="90">
                  <c:v>118.68637110016419</c:v>
                </c:pt>
                <c:pt idx="91">
                  <c:v>119.63875205254514</c:v>
                </c:pt>
                <c:pt idx="92">
                  <c:v>118.98193760262724</c:v>
                </c:pt>
                <c:pt idx="93">
                  <c:v>118.16091954022987</c:v>
                </c:pt>
                <c:pt idx="94">
                  <c:v>115.89490968801313</c:v>
                </c:pt>
                <c:pt idx="95">
                  <c:v>116.22331691297208</c:v>
                </c:pt>
                <c:pt idx="96">
                  <c:v>113.13628899835797</c:v>
                </c:pt>
                <c:pt idx="97">
                  <c:v>114.38423645320195</c:v>
                </c:pt>
                <c:pt idx="98">
                  <c:v>112.84072249589489</c:v>
                </c:pt>
                <c:pt idx="99">
                  <c:v>115.04105090311987</c:v>
                </c:pt>
                <c:pt idx="100">
                  <c:v>115.69786535303776</c:v>
                </c:pt>
                <c:pt idx="101">
                  <c:v>114.71264367816092</c:v>
                </c:pt>
                <c:pt idx="102">
                  <c:v>114.71264367816092</c:v>
                </c:pt>
                <c:pt idx="103">
                  <c:v>116.12479474548439</c:v>
                </c:pt>
                <c:pt idx="104">
                  <c:v>115.89490968801313</c:v>
                </c:pt>
                <c:pt idx="105">
                  <c:v>115.27093596059113</c:v>
                </c:pt>
                <c:pt idx="106">
                  <c:v>114.74548440065681</c:v>
                </c:pt>
                <c:pt idx="107">
                  <c:v>114.02298850574712</c:v>
                </c:pt>
                <c:pt idx="108">
                  <c:v>114.77832512315271</c:v>
                </c:pt>
                <c:pt idx="109">
                  <c:v>111.6584564860427</c:v>
                </c:pt>
                <c:pt idx="110">
                  <c:v>111.78981937602627</c:v>
                </c:pt>
                <c:pt idx="111">
                  <c:v>108.83415435139574</c:v>
                </c:pt>
                <c:pt idx="112">
                  <c:v>107.68472906403942</c:v>
                </c:pt>
                <c:pt idx="113">
                  <c:v>109.09688013136291</c:v>
                </c:pt>
                <c:pt idx="114">
                  <c:v>108.70279146141218</c:v>
                </c:pt>
                <c:pt idx="115">
                  <c:v>113.10344827586208</c:v>
                </c:pt>
                <c:pt idx="116">
                  <c:v>114.44991789819379</c:v>
                </c:pt>
                <c:pt idx="117">
                  <c:v>114.01081523293783</c:v>
                </c:pt>
                <c:pt idx="118">
                  <c:v>113.64635171432047</c:v>
                </c:pt>
                <c:pt idx="119">
                  <c:v>112.88429162993874</c:v>
                </c:pt>
                <c:pt idx="120">
                  <c:v>112.32102982843919</c:v>
                </c:pt>
                <c:pt idx="121">
                  <c:v>112.32102982843919</c:v>
                </c:pt>
                <c:pt idx="122">
                  <c:v>112.6192272527625</c:v>
                </c:pt>
                <c:pt idx="123">
                  <c:v>111.06197403685199</c:v>
                </c:pt>
                <c:pt idx="124">
                  <c:v>109.86918433955881</c:v>
                </c:pt>
                <c:pt idx="125">
                  <c:v>111.19450622544012</c:v>
                </c:pt>
                <c:pt idx="126">
                  <c:v>112.02283240411593</c:v>
                </c:pt>
                <c:pt idx="127">
                  <c:v>112.12223154555703</c:v>
                </c:pt>
                <c:pt idx="128">
                  <c:v>111.82403412123374</c:v>
                </c:pt>
                <c:pt idx="129">
                  <c:v>111.12824013114606</c:v>
                </c:pt>
                <c:pt idx="130">
                  <c:v>111.62523583835154</c:v>
                </c:pt>
                <c:pt idx="131">
                  <c:v>111.62523583835154</c:v>
                </c:pt>
                <c:pt idx="132">
                  <c:v>113.08308991282098</c:v>
                </c:pt>
                <c:pt idx="133">
                  <c:v>111.72463497979265</c:v>
                </c:pt>
                <c:pt idx="134">
                  <c:v>111.12824013114607</c:v>
                </c:pt>
                <c:pt idx="135">
                  <c:v>112.05596545126298</c:v>
                </c:pt>
                <c:pt idx="136">
                  <c:v>114.3421457044082</c:v>
                </c:pt>
                <c:pt idx="137">
                  <c:v>113.01682381852692</c:v>
                </c:pt>
                <c:pt idx="138">
                  <c:v>115.00480664734886</c:v>
                </c:pt>
                <c:pt idx="139">
                  <c:v>114.83914141161368</c:v>
                </c:pt>
                <c:pt idx="140">
                  <c:v>113.01682381852692</c:v>
                </c:pt>
                <c:pt idx="141">
                  <c:v>112.88429162993879</c:v>
                </c:pt>
                <c:pt idx="142">
                  <c:v>113.44755343143834</c:v>
                </c:pt>
                <c:pt idx="143">
                  <c:v>114.93854055305478</c:v>
                </c:pt>
                <c:pt idx="144">
                  <c:v>117.32411994764108</c:v>
                </c:pt>
                <c:pt idx="145">
                  <c:v>115.43553626026026</c:v>
                </c:pt>
                <c:pt idx="146">
                  <c:v>114.7728753173196</c:v>
                </c:pt>
                <c:pt idx="147">
                  <c:v>115.33613711881917</c:v>
                </c:pt>
                <c:pt idx="148">
                  <c:v>115.56806844884839</c:v>
                </c:pt>
                <c:pt idx="149">
                  <c:v>113.6463517143205</c:v>
                </c:pt>
                <c:pt idx="150">
                  <c:v>117.22472080620001</c:v>
                </c:pt>
                <c:pt idx="151">
                  <c:v>117.19158775905296</c:v>
                </c:pt>
                <c:pt idx="152">
                  <c:v>116.49579376896529</c:v>
                </c:pt>
                <c:pt idx="153">
                  <c:v>116.23072939178903</c:v>
                </c:pt>
                <c:pt idx="154">
                  <c:v>116.26386243893607</c:v>
                </c:pt>
                <c:pt idx="155">
                  <c:v>115.66746759028948</c:v>
                </c:pt>
                <c:pt idx="156">
                  <c:v>114.70660922302555</c:v>
                </c:pt>
                <c:pt idx="157">
                  <c:v>114.37527875155526</c:v>
                </c:pt>
                <c:pt idx="158">
                  <c:v>111.82403412123377</c:v>
                </c:pt>
                <c:pt idx="159">
                  <c:v>111.16137317829312</c:v>
                </c:pt>
                <c:pt idx="160">
                  <c:v>110.73064356538171</c:v>
                </c:pt>
                <c:pt idx="161">
                  <c:v>111.32703841402828</c:v>
                </c:pt>
                <c:pt idx="162">
                  <c:v>111.45957060261641</c:v>
                </c:pt>
                <c:pt idx="163">
                  <c:v>110.10111566958808</c:v>
                </c:pt>
                <c:pt idx="164">
                  <c:v>111.55896974405751</c:v>
                </c:pt>
                <c:pt idx="165">
                  <c:v>111.72463497979265</c:v>
                </c:pt>
                <c:pt idx="166">
                  <c:v>114.90540750590776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BF7-486A-B483-424F1F74A35A}"/>
            </c:ext>
          </c:extLst>
        </c:ser>
        <c:ser>
          <c:idx val="1"/>
          <c:order val="1"/>
          <c:tx>
            <c:strRef>
              <c:f>EQ!$I$90</c:f>
              <c:strCache>
                <c:ptCount val="1"/>
                <c:pt idx="0">
                  <c:v>LSMMEQI LX</c:v>
                </c:pt>
              </c:strCache>
            </c:strRef>
          </c:tx>
          <c:spPr>
            <a:ln w="25400"/>
          </c:spPr>
          <c:marker>
            <c:symbol val="none"/>
          </c:marker>
          <c:cat>
            <c:numRef>
              <c:f>EQ!$J$37:$FU$37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EQ!$J$90:$FU$90</c:f>
              <c:numCache>
                <c:formatCode>General</c:formatCode>
                <c:ptCount val="168"/>
                <c:pt idx="0">
                  <c:v>100</c:v>
                </c:pt>
                <c:pt idx="1">
                  <c:v>99.80829504753622</c:v>
                </c:pt>
                <c:pt idx="2">
                  <c:v>100.03598607361029</c:v>
                </c:pt>
                <c:pt idx="3">
                  <c:v>102.52999023445406</c:v>
                </c:pt>
                <c:pt idx="4">
                  <c:v>103.6880942025626</c:v>
                </c:pt>
                <c:pt idx="5">
                  <c:v>102.17226364177593</c:v>
                </c:pt>
                <c:pt idx="6">
                  <c:v>103.19400320415878</c:v>
                </c:pt>
                <c:pt idx="7">
                  <c:v>105.01457061090973</c:v>
                </c:pt>
                <c:pt idx="8">
                  <c:v>105.12018938632383</c:v>
                </c:pt>
                <c:pt idx="9">
                  <c:v>104.49918666388551</c:v>
                </c:pt>
                <c:pt idx="10">
                  <c:v>105.86234524312172</c:v>
                </c:pt>
                <c:pt idx="11">
                  <c:v>106.46060388021401</c:v>
                </c:pt>
                <c:pt idx="12">
                  <c:v>106.46803658784344</c:v>
                </c:pt>
                <c:pt idx="13">
                  <c:v>106.81670490273969</c:v>
                </c:pt>
                <c:pt idx="14">
                  <c:v>107.45985709391368</c:v>
                </c:pt>
                <c:pt idx="15">
                  <c:v>110.53283573622245</c:v>
                </c:pt>
                <c:pt idx="16">
                  <c:v>113.25008499138704</c:v>
                </c:pt>
                <c:pt idx="17">
                  <c:v>114.3215097961684</c:v>
                </c:pt>
                <c:pt idx="18">
                  <c:v>115.02850894587914</c:v>
                </c:pt>
                <c:pt idx="19">
                  <c:v>118.03593110689641</c:v>
                </c:pt>
                <c:pt idx="20">
                  <c:v>119.22627923374857</c:v>
                </c:pt>
                <c:pt idx="21">
                  <c:v>119.11739006697752</c:v>
                </c:pt>
                <c:pt idx="22">
                  <c:v>115.38163688535307</c:v>
                </c:pt>
                <c:pt idx="23">
                  <c:v>116.79273642879909</c:v>
                </c:pt>
                <c:pt idx="24">
                  <c:v>119.23534713705648</c:v>
                </c:pt>
                <c:pt idx="25">
                  <c:v>116.04827643263604</c:v>
                </c:pt>
                <c:pt idx="26">
                  <c:v>115.57280612558182</c:v>
                </c:pt>
                <c:pt idx="27">
                  <c:v>118.04864103694274</c:v>
                </c:pt>
                <c:pt idx="28">
                  <c:v>120.29079162043458</c:v>
                </c:pt>
                <c:pt idx="29">
                  <c:v>119.09011202997755</c:v>
                </c:pt>
                <c:pt idx="30">
                  <c:v>120.20940347189239</c:v>
                </c:pt>
                <c:pt idx="31">
                  <c:v>118.10119027988276</c:v>
                </c:pt>
                <c:pt idx="32">
                  <c:v>117.95261045437057</c:v>
                </c:pt>
                <c:pt idx="33">
                  <c:v>117.87962126544964</c:v>
                </c:pt>
                <c:pt idx="34">
                  <c:v>117.49758009329727</c:v>
                </c:pt>
                <c:pt idx="35">
                  <c:v>117.99668641061305</c:v>
                </c:pt>
                <c:pt idx="36">
                  <c:v>119.12578902659875</c:v>
                </c:pt>
                <c:pt idx="37">
                  <c:v>120.91097674503365</c:v>
                </c:pt>
                <c:pt idx="38">
                  <c:v>119.34877025548143</c:v>
                </c:pt>
                <c:pt idx="39">
                  <c:v>121.10943003873923</c:v>
                </c:pt>
                <c:pt idx="40">
                  <c:v>121.95883986662973</c:v>
                </c:pt>
                <c:pt idx="41">
                  <c:v>121.0995445375921</c:v>
                </c:pt>
                <c:pt idx="42">
                  <c:v>119.80298301871549</c:v>
                </c:pt>
                <c:pt idx="43">
                  <c:v>118.94450528751709</c:v>
                </c:pt>
                <c:pt idx="44">
                  <c:v>113.01446815953426</c:v>
                </c:pt>
                <c:pt idx="45">
                  <c:v>116.17374053742066</c:v>
                </c:pt>
                <c:pt idx="46">
                  <c:v>112.19865417012876</c:v>
                </c:pt>
                <c:pt idx="47">
                  <c:v>111.3243447716797</c:v>
                </c:pt>
                <c:pt idx="48">
                  <c:v>113.18742726607097</c:v>
                </c:pt>
                <c:pt idx="49">
                  <c:v>115.37137974882442</c:v>
                </c:pt>
                <c:pt idx="50">
                  <c:v>115.01951536964752</c:v>
                </c:pt>
                <c:pt idx="51">
                  <c:v>110.27722492084656</c:v>
                </c:pt>
                <c:pt idx="52">
                  <c:v>108.32346339337634</c:v>
                </c:pt>
                <c:pt idx="53">
                  <c:v>111.36247456181864</c:v>
                </c:pt>
                <c:pt idx="54">
                  <c:v>112.57222205558359</c:v>
                </c:pt>
                <c:pt idx="55">
                  <c:v>111.08025465312946</c:v>
                </c:pt>
                <c:pt idx="56">
                  <c:v>111.22615870389505</c:v>
                </c:pt>
                <c:pt idx="57">
                  <c:v>107.23776778994649</c:v>
                </c:pt>
                <c:pt idx="58">
                  <c:v>111.47500575532816</c:v>
                </c:pt>
                <c:pt idx="59">
                  <c:v>111.55557630603109</c:v>
                </c:pt>
                <c:pt idx="60">
                  <c:v>114.20905292973519</c:v>
                </c:pt>
                <c:pt idx="61">
                  <c:v>111.4275107535761</c:v>
                </c:pt>
                <c:pt idx="62">
                  <c:v>110.38700601253312</c:v>
                </c:pt>
                <c:pt idx="63">
                  <c:v>110.45902894946222</c:v>
                </c:pt>
                <c:pt idx="64">
                  <c:v>115.55853532693328</c:v>
                </c:pt>
                <c:pt idx="65">
                  <c:v>117.3728592592755</c:v>
                </c:pt>
                <c:pt idx="66">
                  <c:v>117.3728592592755</c:v>
                </c:pt>
                <c:pt idx="67">
                  <c:v>117.3728592592755</c:v>
                </c:pt>
                <c:pt idx="68">
                  <c:v>116.96985785160818</c:v>
                </c:pt>
                <c:pt idx="69">
                  <c:v>116.77415465972545</c:v>
                </c:pt>
                <c:pt idx="70">
                  <c:v>121.23058317309879</c:v>
                </c:pt>
                <c:pt idx="71">
                  <c:v>123.52654655982765</c:v>
                </c:pt>
                <c:pt idx="72">
                  <c:v>125.3071259995323</c:v>
                </c:pt>
                <c:pt idx="73">
                  <c:v>126.00163820042563</c:v>
                </c:pt>
                <c:pt idx="74">
                  <c:v>126.67541314703286</c:v>
                </c:pt>
                <c:pt idx="75">
                  <c:v>125.78571804379089</c:v>
                </c:pt>
                <c:pt idx="76">
                  <c:v>125.93578441082893</c:v>
                </c:pt>
                <c:pt idx="77">
                  <c:v>125.99606366970356</c:v>
                </c:pt>
                <c:pt idx="78">
                  <c:v>126.16627267441734</c:v>
                </c:pt>
                <c:pt idx="79">
                  <c:v>124.83239896324103</c:v>
                </c:pt>
                <c:pt idx="80">
                  <c:v>123.50149833511649</c:v>
                </c:pt>
                <c:pt idx="81">
                  <c:v>121.84824117710386</c:v>
                </c:pt>
                <c:pt idx="82">
                  <c:v>122.11150768133804</c:v>
                </c:pt>
                <c:pt idx="83">
                  <c:v>121.38503483763822</c:v>
                </c:pt>
                <c:pt idx="84">
                  <c:v>120.2406208439359</c:v>
                </c:pt>
                <c:pt idx="85">
                  <c:v>116.5812453313065</c:v>
                </c:pt>
                <c:pt idx="86">
                  <c:v>116.5812453313065</c:v>
                </c:pt>
                <c:pt idx="87">
                  <c:v>119.0471381458609</c:v>
                </c:pt>
                <c:pt idx="88">
                  <c:v>117.34180524932711</c:v>
                </c:pt>
                <c:pt idx="89">
                  <c:v>118.59985823279452</c:v>
                </c:pt>
                <c:pt idx="90">
                  <c:v>121.01008954705624</c:v>
                </c:pt>
                <c:pt idx="91">
                  <c:v>118.5732055038184</c:v>
                </c:pt>
                <c:pt idx="92">
                  <c:v>118.72318232405151</c:v>
                </c:pt>
                <c:pt idx="93">
                  <c:v>117.50864249755892</c:v>
                </c:pt>
                <c:pt idx="94">
                  <c:v>116.74233972633347</c:v>
                </c:pt>
                <c:pt idx="95">
                  <c:v>116.74233972633347</c:v>
                </c:pt>
                <c:pt idx="96">
                  <c:v>113.9054438694842</c:v>
                </c:pt>
                <c:pt idx="97">
                  <c:v>111.45390818794179</c:v>
                </c:pt>
                <c:pt idx="98">
                  <c:v>112.76983146139607</c:v>
                </c:pt>
                <c:pt idx="99">
                  <c:v>110.98557114645783</c:v>
                </c:pt>
                <c:pt idx="100">
                  <c:v>114.03370092439144</c:v>
                </c:pt>
                <c:pt idx="101">
                  <c:v>114.5724247307958</c:v>
                </c:pt>
                <c:pt idx="102">
                  <c:v>114.5724247307958</c:v>
                </c:pt>
                <c:pt idx="103">
                  <c:v>113.35309919329922</c:v>
                </c:pt>
                <c:pt idx="104">
                  <c:v>114.8838640776716</c:v>
                </c:pt>
                <c:pt idx="105">
                  <c:v>114.24412495592124</c:v>
                </c:pt>
                <c:pt idx="106">
                  <c:v>113.61988252955523</c:v>
                </c:pt>
                <c:pt idx="107">
                  <c:v>112.71536799339222</c:v>
                </c:pt>
                <c:pt idx="108">
                  <c:v>111.86913365560915</c:v>
                </c:pt>
                <c:pt idx="109">
                  <c:v>112.45588932120816</c:v>
                </c:pt>
                <c:pt idx="110">
                  <c:v>109.13150187467416</c:v>
                </c:pt>
                <c:pt idx="111">
                  <c:v>109.3131515884689</c:v>
                </c:pt>
                <c:pt idx="112">
                  <c:v>106.52873457290478</c:v>
                </c:pt>
                <c:pt idx="113">
                  <c:v>105.4714907731481</c:v>
                </c:pt>
                <c:pt idx="114">
                  <c:v>107.09330569062801</c:v>
                </c:pt>
                <c:pt idx="115">
                  <c:v>106.4353837526354</c:v>
                </c:pt>
                <c:pt idx="116">
                  <c:v>110.3070632631016</c:v>
                </c:pt>
                <c:pt idx="117">
                  <c:v>111.45275238904287</c:v>
                </c:pt>
                <c:pt idx="118">
                  <c:v>111.55759817306307</c:v>
                </c:pt>
                <c:pt idx="119">
                  <c:v>111.5332171352986</c:v>
                </c:pt>
                <c:pt idx="120">
                  <c:v>111.06931847080703</c:v>
                </c:pt>
                <c:pt idx="121">
                  <c:v>109.86425090154147</c:v>
                </c:pt>
                <c:pt idx="122">
                  <c:v>109.54466162273688</c:v>
                </c:pt>
                <c:pt idx="123">
                  <c:v>109.54466162273688</c:v>
                </c:pt>
                <c:pt idx="124">
                  <c:v>110.61435219852947</c:v>
                </c:pt>
                <c:pt idx="125">
                  <c:v>108.14674224124423</c:v>
                </c:pt>
                <c:pt idx="126">
                  <c:v>109.94632640704889</c:v>
                </c:pt>
                <c:pt idx="127">
                  <c:v>111.13418813885303</c:v>
                </c:pt>
                <c:pt idx="128">
                  <c:v>111.19393266382542</c:v>
                </c:pt>
                <c:pt idx="129">
                  <c:v>110.91395341934694</c:v>
                </c:pt>
                <c:pt idx="130">
                  <c:v>110.29498256871378</c:v>
                </c:pt>
                <c:pt idx="131">
                  <c:v>111.10665879891479</c:v>
                </c:pt>
                <c:pt idx="132">
                  <c:v>112.18235311373645</c:v>
                </c:pt>
                <c:pt idx="133">
                  <c:v>112.62135822615616</c:v>
                </c:pt>
                <c:pt idx="134">
                  <c:v>111.33275082479071</c:v>
                </c:pt>
                <c:pt idx="135">
                  <c:v>109.78056463678232</c:v>
                </c:pt>
                <c:pt idx="136">
                  <c:v>111.57436471254672</c:v>
                </c:pt>
                <c:pt idx="137">
                  <c:v>114.21747421193838</c:v>
                </c:pt>
                <c:pt idx="138">
                  <c:v>112.18938188138024</c:v>
                </c:pt>
                <c:pt idx="139">
                  <c:v>114.16622278120228</c:v>
                </c:pt>
                <c:pt idx="140">
                  <c:v>113.54388397940647</c:v>
                </c:pt>
                <c:pt idx="141">
                  <c:v>111.83794349918969</c:v>
                </c:pt>
                <c:pt idx="142">
                  <c:v>111.32542919182843</c:v>
                </c:pt>
                <c:pt idx="143">
                  <c:v>111.6841892069813</c:v>
                </c:pt>
                <c:pt idx="144">
                  <c:v>112.87029374687452</c:v>
                </c:pt>
                <c:pt idx="145">
                  <c:v>115.01553220482953</c:v>
                </c:pt>
                <c:pt idx="146">
                  <c:v>113.15583743240438</c:v>
                </c:pt>
                <c:pt idx="147">
                  <c:v>112.25527657804102</c:v>
                </c:pt>
                <c:pt idx="148">
                  <c:v>113.36816478831119</c:v>
                </c:pt>
                <c:pt idx="149">
                  <c:v>113.55852724533108</c:v>
                </c:pt>
                <c:pt idx="150">
                  <c:v>111.46454021811222</c:v>
                </c:pt>
                <c:pt idx="151">
                  <c:v>114.94963750816879</c:v>
                </c:pt>
                <c:pt idx="152">
                  <c:v>114.82516974780964</c:v>
                </c:pt>
                <c:pt idx="153">
                  <c:v>114.91302934335725</c:v>
                </c:pt>
                <c:pt idx="154">
                  <c:v>114.66409382263895</c:v>
                </c:pt>
                <c:pt idx="155">
                  <c:v>115.24982445962323</c:v>
                </c:pt>
                <c:pt idx="156">
                  <c:v>114.53230442931746</c:v>
                </c:pt>
                <c:pt idx="157">
                  <c:v>113.69763827161484</c:v>
                </c:pt>
                <c:pt idx="158">
                  <c:v>113.10458600166822</c:v>
                </c:pt>
                <c:pt idx="159">
                  <c:v>110.48344140116349</c:v>
                </c:pt>
                <c:pt idx="160">
                  <c:v>110.25647077933208</c:v>
                </c:pt>
                <c:pt idx="161">
                  <c:v>109.70116979992655</c:v>
                </c:pt>
                <c:pt idx="162">
                  <c:v>109.96420710596074</c:v>
                </c:pt>
                <c:pt idx="163">
                  <c:v>109.84730163661222</c:v>
                </c:pt>
                <c:pt idx="164">
                  <c:v>108.56864806561268</c:v>
                </c:pt>
                <c:pt idx="165">
                  <c:v>110.14687190181782</c:v>
                </c:pt>
                <c:pt idx="166">
                  <c:v>109.51850500406945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BF7-486A-B483-424F1F74A35A}"/>
            </c:ext>
          </c:extLst>
        </c:ser>
        <c:ser>
          <c:idx val="2"/>
          <c:order val="2"/>
          <c:tx>
            <c:strRef>
              <c:f>EQ!$I$91</c:f>
              <c:strCache>
                <c:ptCount val="1"/>
                <c:pt idx="0">
                  <c:v>DFC5IDH LX</c:v>
                </c:pt>
              </c:strCache>
            </c:strRef>
          </c:tx>
          <c:marker>
            <c:symbol val="none"/>
          </c:marker>
          <c:dPt>
            <c:idx val="163"/>
            <c:bubble3D val="0"/>
            <c:spPr>
              <a:ln w="25400"/>
            </c:spPr>
            <c:extLst>
              <c:ext xmlns:c16="http://schemas.microsoft.com/office/drawing/2014/chart" uri="{C3380CC4-5D6E-409C-BE32-E72D297353CC}">
                <c16:uniqueId val="{00000009-3BF7-486A-B483-424F1F74A35A}"/>
              </c:ext>
            </c:extLst>
          </c:dPt>
          <c:cat>
            <c:numRef>
              <c:f>EQ!$J$37:$FU$37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EQ!$J$91:$FU$91</c:f>
              <c:numCache>
                <c:formatCode>General</c:formatCode>
                <c:ptCount val="168"/>
                <c:pt idx="0">
                  <c:v>100</c:v>
                </c:pt>
                <c:pt idx="1">
                  <c:v>101.22452238228988</c:v>
                </c:pt>
                <c:pt idx="2">
                  <c:v>101.79949244686061</c:v>
                </c:pt>
                <c:pt idx="3">
                  <c:v>104.69902067340303</c:v>
                </c:pt>
                <c:pt idx="4">
                  <c:v>102.74799292472809</c:v>
                </c:pt>
                <c:pt idx="5">
                  <c:v>104.01965881420038</c:v>
                </c:pt>
                <c:pt idx="6">
                  <c:v>105.67793404268896</c:v>
                </c:pt>
                <c:pt idx="7">
                  <c:v>106.42337873472378</c:v>
                </c:pt>
                <c:pt idx="8">
                  <c:v>106.40551751695133</c:v>
                </c:pt>
                <c:pt idx="9">
                  <c:v>107.15072001951958</c:v>
                </c:pt>
                <c:pt idx="10">
                  <c:v>108.55098822840601</c:v>
                </c:pt>
                <c:pt idx="11">
                  <c:v>108.35393183773152</c:v>
                </c:pt>
                <c:pt idx="12">
                  <c:v>108.38591599350097</c:v>
                </c:pt>
                <c:pt idx="13">
                  <c:v>107.23940590556752</c:v>
                </c:pt>
                <c:pt idx="14">
                  <c:v>110.53297010799773</c:v>
                </c:pt>
                <c:pt idx="15">
                  <c:v>112.3098308697131</c:v>
                </c:pt>
                <c:pt idx="16">
                  <c:v>112.32456283988901</c:v>
                </c:pt>
                <c:pt idx="17">
                  <c:v>112.48631805080025</c:v>
                </c:pt>
                <c:pt idx="18">
                  <c:v>113.00027369426513</c:v>
                </c:pt>
                <c:pt idx="19">
                  <c:v>115.63982725977014</c:v>
                </c:pt>
                <c:pt idx="20">
                  <c:v>114.88109177742072</c:v>
                </c:pt>
                <c:pt idx="21">
                  <c:v>114.64088279562472</c:v>
                </c:pt>
                <c:pt idx="22">
                  <c:v>114.71288030506034</c:v>
                </c:pt>
                <c:pt idx="23">
                  <c:v>118.52870142497225</c:v>
                </c:pt>
                <c:pt idx="24">
                  <c:v>116.02482973033338</c:v>
                </c:pt>
                <c:pt idx="25">
                  <c:v>115.30799488083075</c:v>
                </c:pt>
                <c:pt idx="26">
                  <c:v>114.70861534623987</c:v>
                </c:pt>
                <c:pt idx="27">
                  <c:v>115.49811897001644</c:v>
                </c:pt>
                <c:pt idx="28">
                  <c:v>116.29793757783814</c:v>
                </c:pt>
                <c:pt idx="29">
                  <c:v>117.82980807130934</c:v>
                </c:pt>
                <c:pt idx="30">
                  <c:v>118.25232030937799</c:v>
                </c:pt>
                <c:pt idx="31">
                  <c:v>114.17085914226377</c:v>
                </c:pt>
                <c:pt idx="32">
                  <c:v>114.39245659038799</c:v>
                </c:pt>
                <c:pt idx="33">
                  <c:v>114.37315310463195</c:v>
                </c:pt>
                <c:pt idx="34">
                  <c:v>117.33144230881838</c:v>
                </c:pt>
                <c:pt idx="35">
                  <c:v>117.95029537615127</c:v>
                </c:pt>
                <c:pt idx="36">
                  <c:v>118.93163392450084</c:v>
                </c:pt>
                <c:pt idx="37">
                  <c:v>120.29693291488141</c:v>
                </c:pt>
                <c:pt idx="38">
                  <c:v>118.98804304956602</c:v>
                </c:pt>
                <c:pt idx="39">
                  <c:v>119.75826797461352</c:v>
                </c:pt>
                <c:pt idx="40">
                  <c:v>118.97611799710602</c:v>
                </c:pt>
                <c:pt idx="41">
                  <c:v>118.4172827166532</c:v>
                </c:pt>
                <c:pt idx="42">
                  <c:v>118.81082482111539</c:v>
                </c:pt>
                <c:pt idx="43">
                  <c:v>119.6904492065311</c:v>
                </c:pt>
                <c:pt idx="44">
                  <c:v>117.26059331681545</c:v>
                </c:pt>
                <c:pt idx="45">
                  <c:v>117.08398191310586</c:v>
                </c:pt>
                <c:pt idx="46">
                  <c:v>112.94205500344279</c:v>
                </c:pt>
                <c:pt idx="47">
                  <c:v>113.08514137968814</c:v>
                </c:pt>
                <c:pt idx="48">
                  <c:v>116.91611112503021</c:v>
                </c:pt>
                <c:pt idx="49">
                  <c:v>118.08605654601863</c:v>
                </c:pt>
                <c:pt idx="50">
                  <c:v>114.29698985882935</c:v>
                </c:pt>
                <c:pt idx="51">
                  <c:v>114.83043477577836</c:v>
                </c:pt>
                <c:pt idx="52">
                  <c:v>114.21788513190607</c:v>
                </c:pt>
                <c:pt idx="53">
                  <c:v>115.6278130506316</c:v>
                </c:pt>
                <c:pt idx="54">
                  <c:v>115.23819843297449</c:v>
                </c:pt>
                <c:pt idx="55">
                  <c:v>112.06036162941473</c:v>
                </c:pt>
                <c:pt idx="56">
                  <c:v>110.40628827465373</c:v>
                </c:pt>
                <c:pt idx="57">
                  <c:v>109.84536766773007</c:v>
                </c:pt>
                <c:pt idx="58">
                  <c:v>112.64744729614124</c:v>
                </c:pt>
                <c:pt idx="59">
                  <c:v>116.34634205855562</c:v>
                </c:pt>
                <c:pt idx="60">
                  <c:v>115.74059435212955</c:v>
                </c:pt>
                <c:pt idx="61">
                  <c:v>114.57765863777176</c:v>
                </c:pt>
                <c:pt idx="62">
                  <c:v>115.19137911786588</c:v>
                </c:pt>
                <c:pt idx="63">
                  <c:v>116.40372158969681</c:v>
                </c:pt>
                <c:pt idx="64">
                  <c:v>118.6431965279041</c:v>
                </c:pt>
                <c:pt idx="65">
                  <c:v>118.79645136638341</c:v>
                </c:pt>
                <c:pt idx="66">
                  <c:v>119.03373327195466</c:v>
                </c:pt>
                <c:pt idx="67">
                  <c:v>118.72442233567185</c:v>
                </c:pt>
                <c:pt idx="68">
                  <c:v>117.92760893492424</c:v>
                </c:pt>
                <c:pt idx="69">
                  <c:v>121.3754787753372</c:v>
                </c:pt>
                <c:pt idx="70">
                  <c:v>121.78747822723126</c:v>
                </c:pt>
                <c:pt idx="71">
                  <c:v>123.7616512759828</c:v>
                </c:pt>
                <c:pt idx="72">
                  <c:v>123.0793838699899</c:v>
                </c:pt>
                <c:pt idx="73">
                  <c:v>124.13163939324225</c:v>
                </c:pt>
                <c:pt idx="74">
                  <c:v>123.18799216132899</c:v>
                </c:pt>
                <c:pt idx="75">
                  <c:v>122.93750468366399</c:v>
                </c:pt>
                <c:pt idx="76">
                  <c:v>123.90456668530979</c:v>
                </c:pt>
                <c:pt idx="77">
                  <c:v>122.95093239517188</c:v>
                </c:pt>
                <c:pt idx="78">
                  <c:v>123.35930166766303</c:v>
                </c:pt>
                <c:pt idx="79">
                  <c:v>123.57625798245903</c:v>
                </c:pt>
                <c:pt idx="80">
                  <c:v>123.0226205807318</c:v>
                </c:pt>
                <c:pt idx="81">
                  <c:v>120.75480029537086</c:v>
                </c:pt>
                <c:pt idx="82">
                  <c:v>121.00091197820234</c:v>
                </c:pt>
                <c:pt idx="83">
                  <c:v>119.56771593871291</c:v>
                </c:pt>
                <c:pt idx="84">
                  <c:v>118.68028779765453</c:v>
                </c:pt>
                <c:pt idx="85">
                  <c:v>116.89645324389529</c:v>
                </c:pt>
                <c:pt idx="86">
                  <c:v>117.07597172852886</c:v>
                </c:pt>
                <c:pt idx="87">
                  <c:v>117.90848463544151</c:v>
                </c:pt>
                <c:pt idx="88">
                  <c:v>117.99774771748289</c:v>
                </c:pt>
                <c:pt idx="89">
                  <c:v>118.38395128258556</c:v>
                </c:pt>
                <c:pt idx="90">
                  <c:v>117.81959614008228</c:v>
                </c:pt>
                <c:pt idx="91">
                  <c:v>117.54668030980194</c:v>
                </c:pt>
                <c:pt idx="92">
                  <c:v>116.89941671585397</c:v>
                </c:pt>
                <c:pt idx="93">
                  <c:v>116.27387189316289</c:v>
                </c:pt>
                <c:pt idx="94">
                  <c:v>116.0399885966867</c:v>
                </c:pt>
                <c:pt idx="95">
                  <c:v>116.3879202677725</c:v>
                </c:pt>
                <c:pt idx="96">
                  <c:v>112.74326487441147</c:v>
                </c:pt>
                <c:pt idx="97">
                  <c:v>113.38562424772725</c:v>
                </c:pt>
                <c:pt idx="98">
                  <c:v>113.20176846241509</c:v>
                </c:pt>
                <c:pt idx="99">
                  <c:v>114.2722444323727</c:v>
                </c:pt>
                <c:pt idx="100">
                  <c:v>114.83230844531485</c:v>
                </c:pt>
                <c:pt idx="101">
                  <c:v>114.84927253801281</c:v>
                </c:pt>
                <c:pt idx="102">
                  <c:v>114.54345502824832</c:v>
                </c:pt>
                <c:pt idx="103">
                  <c:v>114.17201410918946</c:v>
                </c:pt>
                <c:pt idx="104">
                  <c:v>114.61817213059092</c:v>
                </c:pt>
                <c:pt idx="105">
                  <c:v>114.01219365044871</c:v>
                </c:pt>
                <c:pt idx="106">
                  <c:v>112.26241004239922</c:v>
                </c:pt>
                <c:pt idx="107">
                  <c:v>112.91279659977057</c:v>
                </c:pt>
                <c:pt idx="108">
                  <c:v>113.44939681391421</c:v>
                </c:pt>
                <c:pt idx="109">
                  <c:v>112.50207481192433</c:v>
                </c:pt>
                <c:pt idx="110">
                  <c:v>112.37612633050806</c:v>
                </c:pt>
                <c:pt idx="111">
                  <c:v>110.65317203768812</c:v>
                </c:pt>
                <c:pt idx="112">
                  <c:v>109.28883567049758</c:v>
                </c:pt>
                <c:pt idx="113">
                  <c:v>110.67972713745881</c:v>
                </c:pt>
                <c:pt idx="114">
                  <c:v>109.95496177718765</c:v>
                </c:pt>
                <c:pt idx="115">
                  <c:v>110.406086263106</c:v>
                </c:pt>
                <c:pt idx="116">
                  <c:v>113.83703023572296</c:v>
                </c:pt>
                <c:pt idx="117">
                  <c:v>115.30266630826151</c:v>
                </c:pt>
                <c:pt idx="118">
                  <c:v>113.13303796765452</c:v>
                </c:pt>
                <c:pt idx="119">
                  <c:v>114.72956753631254</c:v>
                </c:pt>
                <c:pt idx="120">
                  <c:v>114.02845815285782</c:v>
                </c:pt>
                <c:pt idx="121">
                  <c:v>113.2910777658611</c:v>
                </c:pt>
                <c:pt idx="122">
                  <c:v>114.82940813418098</c:v>
                </c:pt>
                <c:pt idx="123">
                  <c:v>115.27338886705469</c:v>
                </c:pt>
                <c:pt idx="124">
                  <c:v>114.46949773483458</c:v>
                </c:pt>
                <c:pt idx="125">
                  <c:v>114.22739434859494</c:v>
                </c:pt>
                <c:pt idx="126">
                  <c:v>114.68876186903475</c:v>
                </c:pt>
                <c:pt idx="127">
                  <c:v>115.29625397081907</c:v>
                </c:pt>
                <c:pt idx="128">
                  <c:v>114.78231856204039</c:v>
                </c:pt>
                <c:pt idx="129">
                  <c:v>114.98343298797232</c:v>
                </c:pt>
                <c:pt idx="130">
                  <c:v>115.41428194520667</c:v>
                </c:pt>
                <c:pt idx="131">
                  <c:v>115.15024107535307</c:v>
                </c:pt>
                <c:pt idx="132">
                  <c:v>115.59113803346466</c:v>
                </c:pt>
                <c:pt idx="133">
                  <c:v>115.85275653888039</c:v>
                </c:pt>
                <c:pt idx="134">
                  <c:v>114.15926351391694</c:v>
                </c:pt>
                <c:pt idx="135">
                  <c:v>114.52192898379143</c:v>
                </c:pt>
                <c:pt idx="136">
                  <c:v>117.9436660502065</c:v>
                </c:pt>
                <c:pt idx="137">
                  <c:v>118.52002450012209</c:v>
                </c:pt>
                <c:pt idx="138">
                  <c:v>118.99633580820192</c:v>
                </c:pt>
                <c:pt idx="139">
                  <c:v>118.12304758407353</c:v>
                </c:pt>
                <c:pt idx="140">
                  <c:v>116.70143562353964</c:v>
                </c:pt>
                <c:pt idx="141">
                  <c:v>115.96628773651797</c:v>
                </c:pt>
                <c:pt idx="142">
                  <c:v>117.22676642702524</c:v>
                </c:pt>
                <c:pt idx="143">
                  <c:v>117.24360521527431</c:v>
                </c:pt>
                <c:pt idx="144">
                  <c:v>117.16140231926317</c:v>
                </c:pt>
                <c:pt idx="145">
                  <c:v>120.0266104171312</c:v>
                </c:pt>
                <c:pt idx="146">
                  <c:v>119.03658677338626</c:v>
                </c:pt>
                <c:pt idx="147">
                  <c:v>118.99776197224362</c:v>
                </c:pt>
                <c:pt idx="148">
                  <c:v>119.38247913495233</c:v>
                </c:pt>
                <c:pt idx="149">
                  <c:v>117.62336776528544</c:v>
                </c:pt>
                <c:pt idx="150">
                  <c:v>116.68540448229658</c:v>
                </c:pt>
                <c:pt idx="151">
                  <c:v>117.35860463652462</c:v>
                </c:pt>
                <c:pt idx="152">
                  <c:v>117.68651723964696</c:v>
                </c:pt>
                <c:pt idx="153">
                  <c:v>118.39969770041269</c:v>
                </c:pt>
                <c:pt idx="154">
                  <c:v>118.8433406157926</c:v>
                </c:pt>
                <c:pt idx="155">
                  <c:v>117.94736160806201</c:v>
                </c:pt>
                <c:pt idx="156">
                  <c:v>116.84685852834502</c:v>
                </c:pt>
                <c:pt idx="157">
                  <c:v>115.85039993524009</c:v>
                </c:pt>
                <c:pt idx="158">
                  <c:v>115.63844582955961</c:v>
                </c:pt>
                <c:pt idx="159">
                  <c:v>113.57151260455601</c:v>
                </c:pt>
                <c:pt idx="160">
                  <c:v>113.04385909315839</c:v>
                </c:pt>
                <c:pt idx="161">
                  <c:v>111.55445959102522</c:v>
                </c:pt>
                <c:pt idx="162">
                  <c:v>111.06393618225157</c:v>
                </c:pt>
                <c:pt idx="163">
                  <c:v>111.7955102124284</c:v>
                </c:pt>
                <c:pt idx="164">
                  <c:v>111.40169034866169</c:v>
                </c:pt>
                <c:pt idx="165">
                  <c:v>109.67824379363485</c:v>
                </c:pt>
                <c:pt idx="166">
                  <c:v>111.76376556246829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BF7-486A-B483-424F1F74A35A}"/>
            </c:ext>
          </c:extLst>
        </c:ser>
        <c:ser>
          <c:idx val="3"/>
          <c:order val="3"/>
          <c:tx>
            <c:strRef>
              <c:f>EQ!$I$92</c:f>
              <c:strCache>
                <c:ptCount val="1"/>
                <c:pt idx="0">
                  <c:v>CCLAMES LX</c:v>
                </c:pt>
              </c:strCache>
            </c:strRef>
          </c:tx>
          <c:spPr>
            <a:ln w="25400"/>
          </c:spPr>
          <c:marker>
            <c:symbol val="none"/>
          </c:marker>
          <c:cat>
            <c:numRef>
              <c:f>EQ!$J$37:$FU$37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EQ!$J$92:$FU$92</c:f>
              <c:numCache>
                <c:formatCode>General</c:formatCode>
                <c:ptCount val="168"/>
                <c:pt idx="0">
                  <c:v>100</c:v>
                </c:pt>
                <c:pt idx="1">
                  <c:v>100.67788063249648</c:v>
                </c:pt>
                <c:pt idx="2">
                  <c:v>100.55541548103591</c:v>
                </c:pt>
                <c:pt idx="3">
                  <c:v>101.10002521341355</c:v>
                </c:pt>
                <c:pt idx="4">
                  <c:v>103.17400857256061</c:v>
                </c:pt>
                <c:pt idx="5">
                  <c:v>104.15228901775744</c:v>
                </c:pt>
                <c:pt idx="6">
                  <c:v>102.90386485610344</c:v>
                </c:pt>
                <c:pt idx="7">
                  <c:v>102.60706579368777</c:v>
                </c:pt>
                <c:pt idx="8">
                  <c:v>103.27895623714195</c:v>
                </c:pt>
                <c:pt idx="9">
                  <c:v>103.40280045023627</c:v>
                </c:pt>
                <c:pt idx="10">
                  <c:v>102.93304653849924</c:v>
                </c:pt>
                <c:pt idx="11">
                  <c:v>104.60992565373022</c:v>
                </c:pt>
                <c:pt idx="12">
                  <c:v>104.98857577652431</c:v>
                </c:pt>
                <c:pt idx="13">
                  <c:v>104.90530121944367</c:v>
                </c:pt>
                <c:pt idx="14">
                  <c:v>104.90530121944367</c:v>
                </c:pt>
                <c:pt idx="15">
                  <c:v>106.30815721949469</c:v>
                </c:pt>
                <c:pt idx="16">
                  <c:v>109.46618465339957</c:v>
                </c:pt>
                <c:pt idx="17">
                  <c:v>111.32669484321866</c:v>
                </c:pt>
                <c:pt idx="18">
                  <c:v>112.77012049928335</c:v>
                </c:pt>
                <c:pt idx="19">
                  <c:v>113.90180037755891</c:v>
                </c:pt>
                <c:pt idx="20">
                  <c:v>116.21284727363489</c:v>
                </c:pt>
                <c:pt idx="21">
                  <c:v>118.06410473488947</c:v>
                </c:pt>
                <c:pt idx="22">
                  <c:v>117.45840688808914</c:v>
                </c:pt>
                <c:pt idx="23">
                  <c:v>114.93525898338039</c:v>
                </c:pt>
                <c:pt idx="24">
                  <c:v>115.24415776776507</c:v>
                </c:pt>
                <c:pt idx="25">
                  <c:v>118.63563866083621</c:v>
                </c:pt>
                <c:pt idx="26">
                  <c:v>115.02280403056777</c:v>
                </c:pt>
                <c:pt idx="27">
                  <c:v>114.07689047193365</c:v>
                </c:pt>
                <c:pt idx="28">
                  <c:v>116.62139082717592</c:v>
                </c:pt>
                <c:pt idx="29">
                  <c:v>119.30112336913037</c:v>
                </c:pt>
                <c:pt idx="30">
                  <c:v>118.3103696643759</c:v>
                </c:pt>
                <c:pt idx="31">
                  <c:v>119.70824342596913</c:v>
                </c:pt>
                <c:pt idx="32">
                  <c:v>117.99648864153342</c:v>
                </c:pt>
                <c:pt idx="33">
                  <c:v>116.96374178406307</c:v>
                </c:pt>
                <c:pt idx="34">
                  <c:v>116.96374178406307</c:v>
                </c:pt>
                <c:pt idx="35">
                  <c:v>116.96374178406307</c:v>
                </c:pt>
                <c:pt idx="36">
                  <c:v>117.37869107276413</c:v>
                </c:pt>
                <c:pt idx="37">
                  <c:v>118.18937244468607</c:v>
                </c:pt>
                <c:pt idx="38">
                  <c:v>120.08404655535878</c:v>
                </c:pt>
                <c:pt idx="39">
                  <c:v>118.89969729910057</c:v>
                </c:pt>
                <c:pt idx="40">
                  <c:v>120.323194001334</c:v>
                </c:pt>
                <c:pt idx="41">
                  <c:v>120.77444245594199</c:v>
                </c:pt>
                <c:pt idx="42">
                  <c:v>119.81002344017885</c:v>
                </c:pt>
                <c:pt idx="43">
                  <c:v>119.08190487698644</c:v>
                </c:pt>
                <c:pt idx="44">
                  <c:v>117.69826608241556</c:v>
                </c:pt>
                <c:pt idx="45">
                  <c:v>111.5765185144607</c:v>
                </c:pt>
                <c:pt idx="46">
                  <c:v>115.12458404477752</c:v>
                </c:pt>
                <c:pt idx="47">
                  <c:v>111.24982602129812</c:v>
                </c:pt>
                <c:pt idx="48">
                  <c:v>109.66832118511677</c:v>
                </c:pt>
                <c:pt idx="49">
                  <c:v>111.52527263318029</c:v>
                </c:pt>
                <c:pt idx="50">
                  <c:v>114.46479332329233</c:v>
                </c:pt>
                <c:pt idx="51">
                  <c:v>114.13240684332082</c:v>
                </c:pt>
                <c:pt idx="52">
                  <c:v>109.58718187308948</c:v>
                </c:pt>
                <c:pt idx="53">
                  <c:v>107.62346817235844</c:v>
                </c:pt>
                <c:pt idx="54">
                  <c:v>109.6612037016056</c:v>
                </c:pt>
                <c:pt idx="55">
                  <c:v>110.86049967323726</c:v>
                </c:pt>
                <c:pt idx="56">
                  <c:v>109.96156150577686</c:v>
                </c:pt>
                <c:pt idx="57">
                  <c:v>109.19002629316633</c:v>
                </c:pt>
                <c:pt idx="58">
                  <c:v>109.19002629316633</c:v>
                </c:pt>
                <c:pt idx="59">
                  <c:v>109.60639907856961</c:v>
                </c:pt>
                <c:pt idx="60">
                  <c:v>110.00640165189719</c:v>
                </c:pt>
                <c:pt idx="61">
                  <c:v>113.0384496276544</c:v>
                </c:pt>
                <c:pt idx="62">
                  <c:v>110.85338218972608</c:v>
                </c:pt>
                <c:pt idx="63">
                  <c:v>109.6156518071341</c:v>
                </c:pt>
                <c:pt idx="64">
                  <c:v>109.76511896086861</c:v>
                </c:pt>
                <c:pt idx="65">
                  <c:v>113.75233322382445</c:v>
                </c:pt>
                <c:pt idx="66">
                  <c:v>115.62636663231476</c:v>
                </c:pt>
                <c:pt idx="67">
                  <c:v>115.62636663231476</c:v>
                </c:pt>
                <c:pt idx="68">
                  <c:v>115.62636663231476</c:v>
                </c:pt>
                <c:pt idx="69">
                  <c:v>115.28188043037427</c:v>
                </c:pt>
                <c:pt idx="70">
                  <c:v>114.6996702791608</c:v>
                </c:pt>
                <c:pt idx="71">
                  <c:v>119.46767248329166</c:v>
                </c:pt>
                <c:pt idx="72">
                  <c:v>121.37159932252888</c:v>
                </c:pt>
                <c:pt idx="73">
                  <c:v>123.13246474319163</c:v>
                </c:pt>
                <c:pt idx="74">
                  <c:v>123.76022678887658</c:v>
                </c:pt>
                <c:pt idx="75">
                  <c:v>125.10400767578496</c:v>
                </c:pt>
                <c:pt idx="76">
                  <c:v>124.2762443434362</c:v>
                </c:pt>
                <c:pt idx="77">
                  <c:v>123.86200680308629</c:v>
                </c:pt>
                <c:pt idx="78">
                  <c:v>124.49190409382459</c:v>
                </c:pt>
                <c:pt idx="79">
                  <c:v>124.10684823587046</c:v>
                </c:pt>
                <c:pt idx="80">
                  <c:v>124.10684823587046</c:v>
                </c:pt>
                <c:pt idx="81">
                  <c:v>122.15381076040619</c:v>
                </c:pt>
                <c:pt idx="82">
                  <c:v>121.05629480298421</c:v>
                </c:pt>
                <c:pt idx="83">
                  <c:v>120.25486615962679</c:v>
                </c:pt>
                <c:pt idx="84">
                  <c:v>119.76233630065404</c:v>
                </c:pt>
                <c:pt idx="85">
                  <c:v>117.4246043030478</c:v>
                </c:pt>
                <c:pt idx="86">
                  <c:v>115.87438602567825</c:v>
                </c:pt>
                <c:pt idx="87">
                  <c:v>115.87438602567825</c:v>
                </c:pt>
                <c:pt idx="88">
                  <c:v>117.74641459016523</c:v>
                </c:pt>
                <c:pt idx="89">
                  <c:v>116.53218326454379</c:v>
                </c:pt>
                <c:pt idx="90">
                  <c:v>116.53218326454379</c:v>
                </c:pt>
                <c:pt idx="91">
                  <c:v>119.92678561037044</c:v>
                </c:pt>
                <c:pt idx="92">
                  <c:v>117.75917358833287</c:v>
                </c:pt>
                <c:pt idx="93">
                  <c:v>117.82934807825495</c:v>
                </c:pt>
                <c:pt idx="94">
                  <c:v>117.29134365551901</c:v>
                </c:pt>
                <c:pt idx="95">
                  <c:v>116.36135445574357</c:v>
                </c:pt>
                <c:pt idx="96">
                  <c:v>116.36135445574357</c:v>
                </c:pt>
                <c:pt idx="97">
                  <c:v>114.7246585241266</c:v>
                </c:pt>
                <c:pt idx="98">
                  <c:v>111.04935821861164</c:v>
                </c:pt>
                <c:pt idx="99">
                  <c:v>111.96942375314558</c:v>
                </c:pt>
                <c:pt idx="100">
                  <c:v>110.30933632488791</c:v>
                </c:pt>
                <c:pt idx="101">
                  <c:v>112.71582514595315</c:v>
                </c:pt>
                <c:pt idx="102">
                  <c:v>113.03905309953362</c:v>
                </c:pt>
                <c:pt idx="103">
                  <c:v>113.03905309953362</c:v>
                </c:pt>
                <c:pt idx="104">
                  <c:v>111.97155025284017</c:v>
                </c:pt>
                <c:pt idx="105">
                  <c:v>113.72520366766062</c:v>
                </c:pt>
                <c:pt idx="106">
                  <c:v>114.97573022888724</c:v>
                </c:pt>
                <c:pt idx="107">
                  <c:v>114.71511387012845</c:v>
                </c:pt>
                <c:pt idx="108">
                  <c:v>114.14132592004346</c:v>
                </c:pt>
                <c:pt idx="109">
                  <c:v>113.69496641056705</c:v>
                </c:pt>
                <c:pt idx="110">
                  <c:v>114.40122234410954</c:v>
                </c:pt>
                <c:pt idx="111">
                  <c:v>111.68490874853782</c:v>
                </c:pt>
                <c:pt idx="112">
                  <c:v>111.68490874853782</c:v>
                </c:pt>
                <c:pt idx="113">
                  <c:v>108.88076312045622</c:v>
                </c:pt>
                <c:pt idx="114">
                  <c:v>107.55176367772488</c:v>
                </c:pt>
                <c:pt idx="115">
                  <c:v>108.97291476112234</c:v>
                </c:pt>
                <c:pt idx="116">
                  <c:v>107.85629605273863</c:v>
                </c:pt>
                <c:pt idx="117">
                  <c:v>111.91384798081768</c:v>
                </c:pt>
                <c:pt idx="118">
                  <c:v>113.81735530832674</c:v>
                </c:pt>
                <c:pt idx="119">
                  <c:v>114.11756807518424</c:v>
                </c:pt>
                <c:pt idx="120">
                  <c:v>113.68488732486921</c:v>
                </c:pt>
                <c:pt idx="121">
                  <c:v>113.7187242554263</c:v>
                </c:pt>
                <c:pt idx="122">
                  <c:v>112.30189278018507</c:v>
                </c:pt>
                <c:pt idx="123">
                  <c:v>112.30189278018507</c:v>
                </c:pt>
                <c:pt idx="124">
                  <c:v>112.30189278018507</c:v>
                </c:pt>
                <c:pt idx="125">
                  <c:v>112.91527713836877</c:v>
                </c:pt>
                <c:pt idx="126">
                  <c:v>109.75044422924252</c:v>
                </c:pt>
                <c:pt idx="127">
                  <c:v>111.30478323079018</c:v>
                </c:pt>
                <c:pt idx="128">
                  <c:v>112.62658332659451</c:v>
                </c:pt>
                <c:pt idx="129">
                  <c:v>112.4199620697885</c:v>
                </c:pt>
                <c:pt idx="130">
                  <c:v>112.04775583366059</c:v>
                </c:pt>
                <c:pt idx="131">
                  <c:v>111.58483782625201</c:v>
                </c:pt>
                <c:pt idx="132">
                  <c:v>112.5675486817928</c:v>
                </c:pt>
                <c:pt idx="133">
                  <c:v>112.5675486817928</c:v>
                </c:pt>
                <c:pt idx="134">
                  <c:v>113.6625693493954</c:v>
                </c:pt>
                <c:pt idx="135">
                  <c:v>113.01462812596192</c:v>
                </c:pt>
                <c:pt idx="136">
                  <c:v>111.69930744239194</c:v>
                </c:pt>
                <c:pt idx="137">
                  <c:v>113.31844056628294</c:v>
                </c:pt>
                <c:pt idx="138">
                  <c:v>115.61071262785208</c:v>
                </c:pt>
                <c:pt idx="139">
                  <c:v>114.04053506306494</c:v>
                </c:pt>
                <c:pt idx="140">
                  <c:v>116.15930286369245</c:v>
                </c:pt>
                <c:pt idx="141">
                  <c:v>115.557437460592</c:v>
                </c:pt>
                <c:pt idx="142">
                  <c:v>114.07941153647094</c:v>
                </c:pt>
                <c:pt idx="143">
                  <c:v>113.54090038632845</c:v>
                </c:pt>
                <c:pt idx="144">
                  <c:v>114.06573277730959</c:v>
                </c:pt>
                <c:pt idx="145">
                  <c:v>115.18595115915682</c:v>
                </c:pt>
                <c:pt idx="146">
                  <c:v>117.54301734306931</c:v>
                </c:pt>
                <c:pt idx="147">
                  <c:v>115.83965186013194</c:v>
                </c:pt>
                <c:pt idx="148">
                  <c:v>115.04124428592334</c:v>
                </c:pt>
                <c:pt idx="149">
                  <c:v>115.63735021148214</c:v>
                </c:pt>
                <c:pt idx="150">
                  <c:v>115.6661475991903</c:v>
                </c:pt>
                <c:pt idx="151">
                  <c:v>113.36163664784519</c:v>
                </c:pt>
                <c:pt idx="152">
                  <c:v>117.21760686196717</c:v>
                </c:pt>
                <c:pt idx="153">
                  <c:v>117.11465620091052</c:v>
                </c:pt>
                <c:pt idx="154">
                  <c:v>117.13841404576975</c:v>
                </c:pt>
                <c:pt idx="155">
                  <c:v>116.8490002993028</c:v>
                </c:pt>
                <c:pt idx="156">
                  <c:v>117.27808137615432</c:v>
                </c:pt>
                <c:pt idx="157">
                  <c:v>116.21041822687448</c:v>
                </c:pt>
                <c:pt idx="158">
                  <c:v>115.18955083262038</c:v>
                </c:pt>
                <c:pt idx="159">
                  <c:v>115.1204371021208</c:v>
                </c:pt>
                <c:pt idx="160">
                  <c:v>112.2982931067216</c:v>
                </c:pt>
                <c:pt idx="161">
                  <c:v>109.15977829849955</c:v>
                </c:pt>
                <c:pt idx="162">
                  <c:v>108.69275830577911</c:v>
                </c:pt>
                <c:pt idx="163">
                  <c:v>109.21947258328336</c:v>
                </c:pt>
                <c:pt idx="164">
                  <c:v>109.31779258175081</c:v>
                </c:pt>
                <c:pt idx="165">
                  <c:v>108.57758345043149</c:v>
                </c:pt>
                <c:pt idx="166">
                  <c:v>109.77217143181116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BF7-486A-B483-424F1F74A35A}"/>
            </c:ext>
          </c:extLst>
        </c:ser>
        <c:ser>
          <c:idx val="4"/>
          <c:order val="4"/>
          <c:tx>
            <c:strRef>
              <c:f>EQ!$I$93</c:f>
              <c:strCache>
                <c:ptCount val="1"/>
                <c:pt idx="0">
                  <c:v>MLLSCIU LX</c:v>
                </c:pt>
              </c:strCache>
            </c:strRef>
          </c:tx>
          <c:spPr>
            <a:ln w="25400"/>
          </c:spPr>
          <c:marker>
            <c:symbol val="none"/>
          </c:marker>
          <c:cat>
            <c:numRef>
              <c:f>EQ!$J$37:$FU$37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EQ!$J$93:$FU$93</c:f>
              <c:numCache>
                <c:formatCode>General</c:formatCode>
                <c:ptCount val="168"/>
                <c:pt idx="0">
                  <c:v>100</c:v>
                </c:pt>
                <c:pt idx="1">
                  <c:v>101.41954086725076</c:v>
                </c:pt>
                <c:pt idx="2">
                  <c:v>101.51935233447932</c:v>
                </c:pt>
                <c:pt idx="3">
                  <c:v>101.28645891094598</c:v>
                </c:pt>
                <c:pt idx="4">
                  <c:v>102.66163912609514</c:v>
                </c:pt>
                <c:pt idx="5">
                  <c:v>103.93700787401573</c:v>
                </c:pt>
                <c:pt idx="6">
                  <c:v>103.10524564711099</c:v>
                </c:pt>
                <c:pt idx="7">
                  <c:v>103.18225554036002</c:v>
                </c:pt>
                <c:pt idx="8">
                  <c:v>104.2933982858101</c:v>
                </c:pt>
                <c:pt idx="9">
                  <c:v>104.53542937887843</c:v>
                </c:pt>
                <c:pt idx="10">
                  <c:v>104.08437143270562</c:v>
                </c:pt>
                <c:pt idx="11">
                  <c:v>104.46942089895069</c:v>
                </c:pt>
                <c:pt idx="12">
                  <c:v>104.5354293788784</c:v>
                </c:pt>
                <c:pt idx="13">
                  <c:v>103.8973474062437</c:v>
                </c:pt>
                <c:pt idx="14">
                  <c:v>104.02936436609916</c:v>
                </c:pt>
                <c:pt idx="15">
                  <c:v>104.70045057869774</c:v>
                </c:pt>
                <c:pt idx="16">
                  <c:v>108.4959381745421</c:v>
                </c:pt>
                <c:pt idx="17">
                  <c:v>110.6962208387997</c:v>
                </c:pt>
                <c:pt idx="18">
                  <c:v>111.9833861973904</c:v>
                </c:pt>
                <c:pt idx="19">
                  <c:v>113.47957840908556</c:v>
                </c:pt>
                <c:pt idx="20">
                  <c:v>115.78987520655605</c:v>
                </c:pt>
                <c:pt idx="21">
                  <c:v>117.20905752500221</c:v>
                </c:pt>
                <c:pt idx="22">
                  <c:v>115.17379606056392</c:v>
                </c:pt>
                <c:pt idx="23">
                  <c:v>113.95263918190095</c:v>
                </c:pt>
                <c:pt idx="24">
                  <c:v>114.39269571475248</c:v>
                </c:pt>
                <c:pt idx="25">
                  <c:v>116.27393739269272</c:v>
                </c:pt>
                <c:pt idx="26">
                  <c:v>113.49057982240686</c:v>
                </c:pt>
                <c:pt idx="27">
                  <c:v>112.42344273024193</c:v>
                </c:pt>
                <c:pt idx="28">
                  <c:v>114.40369712807376</c:v>
                </c:pt>
                <c:pt idx="29">
                  <c:v>116.27393739269272</c:v>
                </c:pt>
                <c:pt idx="30">
                  <c:v>115.22880312717035</c:v>
                </c:pt>
                <c:pt idx="31">
                  <c:v>115.63585542005802</c:v>
                </c:pt>
                <c:pt idx="32">
                  <c:v>113.91963494193709</c:v>
                </c:pt>
                <c:pt idx="33">
                  <c:v>112.79749078316571</c:v>
                </c:pt>
                <c:pt idx="34">
                  <c:v>112.92950774302118</c:v>
                </c:pt>
                <c:pt idx="35">
                  <c:v>112.73148230323798</c:v>
                </c:pt>
                <c:pt idx="36">
                  <c:v>114.28268158153958</c:v>
                </c:pt>
                <c:pt idx="37">
                  <c:v>114.9977734474233</c:v>
                </c:pt>
                <c:pt idx="38">
                  <c:v>116.6479854456165</c:v>
                </c:pt>
                <c:pt idx="39">
                  <c:v>115.60285118009413</c:v>
                </c:pt>
                <c:pt idx="40">
                  <c:v>116.80200523211452</c:v>
                </c:pt>
                <c:pt idx="41">
                  <c:v>116.4499600058333</c:v>
                </c:pt>
                <c:pt idx="42">
                  <c:v>116.4719628324759</c:v>
                </c:pt>
                <c:pt idx="43">
                  <c:v>114.84375366092526</c:v>
                </c:pt>
                <c:pt idx="44">
                  <c:v>112.25842153042258</c:v>
                </c:pt>
                <c:pt idx="45">
                  <c:v>106.31765833692707</c:v>
                </c:pt>
                <c:pt idx="46">
                  <c:v>110.4101840924462</c:v>
                </c:pt>
                <c:pt idx="47">
                  <c:v>106.5596894299954</c:v>
                </c:pt>
                <c:pt idx="48">
                  <c:v>104.96448449840864</c:v>
                </c:pt>
                <c:pt idx="49">
                  <c:v>105.62456929768592</c:v>
                </c:pt>
                <c:pt idx="50">
                  <c:v>108.95799753403618</c:v>
                </c:pt>
                <c:pt idx="51">
                  <c:v>108.46293393457822</c:v>
                </c:pt>
                <c:pt idx="52">
                  <c:v>103.61131065989022</c:v>
                </c:pt>
                <c:pt idx="53">
                  <c:v>101.38902516899005</c:v>
                </c:pt>
                <c:pt idx="54">
                  <c:v>103.11624706043227</c:v>
                </c:pt>
                <c:pt idx="55">
                  <c:v>104.33740393909524</c:v>
                </c:pt>
                <c:pt idx="56">
                  <c:v>103.75432903306697</c:v>
                </c:pt>
                <c:pt idx="57">
                  <c:v>102.59918063433173</c:v>
                </c:pt>
                <c:pt idx="58">
                  <c:v>99.760815997439437</c:v>
                </c:pt>
                <c:pt idx="59">
                  <c:v>104.0953728460269</c:v>
                </c:pt>
                <c:pt idx="60">
                  <c:v>103.98535871281402</c:v>
                </c:pt>
                <c:pt idx="61">
                  <c:v>106.63669932324443</c:v>
                </c:pt>
                <c:pt idx="62">
                  <c:v>104.67844775205516</c:v>
                </c:pt>
                <c:pt idx="63">
                  <c:v>102.7091947675446</c:v>
                </c:pt>
                <c:pt idx="64">
                  <c:v>102.91822162064908</c:v>
                </c:pt>
                <c:pt idx="65">
                  <c:v>105.99861735060971</c:v>
                </c:pt>
                <c:pt idx="66">
                  <c:v>108.86998622746587</c:v>
                </c:pt>
                <c:pt idx="67">
                  <c:v>108.86998622746587</c:v>
                </c:pt>
                <c:pt idx="68">
                  <c:v>108.86998622746587</c:v>
                </c:pt>
                <c:pt idx="69">
                  <c:v>107.9238646818351</c:v>
                </c:pt>
                <c:pt idx="70">
                  <c:v>106.26265127032062</c:v>
                </c:pt>
                <c:pt idx="71">
                  <c:v>110.82823779865512</c:v>
                </c:pt>
                <c:pt idx="72">
                  <c:v>112.28042435706516</c:v>
                </c:pt>
                <c:pt idx="73">
                  <c:v>113.20454307605334</c:v>
                </c:pt>
                <c:pt idx="74">
                  <c:v>113.39156710251524</c:v>
                </c:pt>
                <c:pt idx="75">
                  <c:v>114.56871832789307</c:v>
                </c:pt>
                <c:pt idx="76">
                  <c:v>113.65560102222616</c:v>
                </c:pt>
                <c:pt idx="77">
                  <c:v>113.09452894284047</c:v>
                </c:pt>
                <c:pt idx="78">
                  <c:v>114.62372539449949</c:v>
                </c:pt>
                <c:pt idx="79">
                  <c:v>114.30468440818214</c:v>
                </c:pt>
                <c:pt idx="80">
                  <c:v>113.4135699291578</c:v>
                </c:pt>
                <c:pt idx="81">
                  <c:v>111.74135510432203</c:v>
                </c:pt>
                <c:pt idx="82">
                  <c:v>110.03613603952239</c:v>
                </c:pt>
                <c:pt idx="83">
                  <c:v>109.21103004042578</c:v>
                </c:pt>
                <c:pt idx="84">
                  <c:v>108.11088870829698</c:v>
                </c:pt>
                <c:pt idx="85">
                  <c:v>105.7258494590659</c:v>
                </c:pt>
                <c:pt idx="86">
                  <c:v>103.99424562058304</c:v>
                </c:pt>
                <c:pt idx="87">
                  <c:v>103.99424562058304</c:v>
                </c:pt>
                <c:pt idx="88">
                  <c:v>105.41002234387092</c:v>
                </c:pt>
                <c:pt idx="89">
                  <c:v>104.20116683398668</c:v>
                </c:pt>
                <c:pt idx="90">
                  <c:v>105.80208359031988</c:v>
                </c:pt>
                <c:pt idx="91">
                  <c:v>108.76432411904526</c:v>
                </c:pt>
                <c:pt idx="92">
                  <c:v>108.20890401990924</c:v>
                </c:pt>
                <c:pt idx="93">
                  <c:v>107.80377406524534</c:v>
                </c:pt>
                <c:pt idx="94">
                  <c:v>106.47185488633683</c:v>
                </c:pt>
                <c:pt idx="95">
                  <c:v>105.88703019371714</c:v>
                </c:pt>
                <c:pt idx="96">
                  <c:v>105.88703019371714</c:v>
                </c:pt>
                <c:pt idx="97">
                  <c:v>103.51179247564727</c:v>
                </c:pt>
                <c:pt idx="98">
                  <c:v>101.17140464615063</c:v>
                </c:pt>
                <c:pt idx="99">
                  <c:v>102.13086564093264</c:v>
                </c:pt>
                <c:pt idx="100">
                  <c:v>100.43302263200512</c:v>
                </c:pt>
                <c:pt idx="101">
                  <c:v>103.70237780378217</c:v>
                </c:pt>
                <c:pt idx="102">
                  <c:v>103.43120210832166</c:v>
                </c:pt>
                <c:pt idx="103">
                  <c:v>103.43120210832166</c:v>
                </c:pt>
                <c:pt idx="104">
                  <c:v>102.37808203799906</c:v>
                </c:pt>
                <c:pt idx="105">
                  <c:v>104.27413378818689</c:v>
                </c:pt>
                <c:pt idx="106">
                  <c:v>105.79155836770562</c:v>
                </c:pt>
                <c:pt idx="107">
                  <c:v>106.31622344527312</c:v>
                </c:pt>
                <c:pt idx="108">
                  <c:v>105.96681646972604</c:v>
                </c:pt>
                <c:pt idx="109">
                  <c:v>106.2097375098683</c:v>
                </c:pt>
                <c:pt idx="110">
                  <c:v>106.59242134022941</c:v>
                </c:pt>
                <c:pt idx="111">
                  <c:v>102.86652282955433</c:v>
                </c:pt>
                <c:pt idx="112">
                  <c:v>102.22206107465639</c:v>
                </c:pt>
                <c:pt idx="113">
                  <c:v>100.29311272393775</c:v>
                </c:pt>
                <c:pt idx="114">
                  <c:v>98.953164703427049</c:v>
                </c:pt>
                <c:pt idx="115">
                  <c:v>101.00301895996992</c:v>
                </c:pt>
                <c:pt idx="116">
                  <c:v>99.484485151957372</c:v>
                </c:pt>
                <c:pt idx="117">
                  <c:v>102.40841146161483</c:v>
                </c:pt>
                <c:pt idx="118">
                  <c:v>103.76610713802634</c:v>
                </c:pt>
                <c:pt idx="119">
                  <c:v>103.99349897925539</c:v>
                </c:pt>
                <c:pt idx="120">
                  <c:v>103.13051921107879</c:v>
                </c:pt>
                <c:pt idx="121">
                  <c:v>102.7167769828913</c:v>
                </c:pt>
                <c:pt idx="122">
                  <c:v>100.37519563247896</c:v>
                </c:pt>
                <c:pt idx="123">
                  <c:v>101.77060507767968</c:v>
                </c:pt>
                <c:pt idx="124">
                  <c:v>101.77060507767968</c:v>
                </c:pt>
                <c:pt idx="125">
                  <c:v>101.97470312053895</c:v>
                </c:pt>
                <c:pt idx="126">
                  <c:v>100.58262136081962</c:v>
                </c:pt>
                <c:pt idx="127">
                  <c:v>101.90149403994813</c:v>
                </c:pt>
                <c:pt idx="128">
                  <c:v>103.42335553344208</c:v>
                </c:pt>
                <c:pt idx="129">
                  <c:v>103.41559093398547</c:v>
                </c:pt>
                <c:pt idx="130">
                  <c:v>103.12053615463459</c:v>
                </c:pt>
                <c:pt idx="131">
                  <c:v>102.94860573809557</c:v>
                </c:pt>
                <c:pt idx="132">
                  <c:v>103.72617491224953</c:v>
                </c:pt>
                <c:pt idx="133">
                  <c:v>104.4615934036391</c:v>
                </c:pt>
                <c:pt idx="134">
                  <c:v>103.24366051744641</c:v>
                </c:pt>
                <c:pt idx="135">
                  <c:v>102.43392371697223</c:v>
                </c:pt>
                <c:pt idx="136">
                  <c:v>100.43620319963799</c:v>
                </c:pt>
                <c:pt idx="137">
                  <c:v>102.30081629771621</c:v>
                </c:pt>
                <c:pt idx="138">
                  <c:v>105.14931506979526</c:v>
                </c:pt>
                <c:pt idx="139">
                  <c:v>103.50987535595848</c:v>
                </c:pt>
                <c:pt idx="140">
                  <c:v>104.74333744106438</c:v>
                </c:pt>
                <c:pt idx="141">
                  <c:v>104.29631835806288</c:v>
                </c:pt>
                <c:pt idx="142">
                  <c:v>102.85875823009775</c:v>
                </c:pt>
                <c:pt idx="143">
                  <c:v>101.63195151595465</c:v>
                </c:pt>
                <c:pt idx="144">
                  <c:v>101.05848038465993</c:v>
                </c:pt>
                <c:pt idx="145">
                  <c:v>100.58483981780724</c:v>
                </c:pt>
                <c:pt idx="146">
                  <c:v>102.07897059895618</c:v>
                </c:pt>
                <c:pt idx="147">
                  <c:v>100.36632180452858</c:v>
                </c:pt>
                <c:pt idx="148">
                  <c:v>100.16000530468173</c:v>
                </c:pt>
                <c:pt idx="149">
                  <c:v>101.31360293823401</c:v>
                </c:pt>
                <c:pt idx="150">
                  <c:v>101.3002921963084</c:v>
                </c:pt>
                <c:pt idx="151">
                  <c:v>99.330302391319151</c:v>
                </c:pt>
                <c:pt idx="152">
                  <c:v>101.7439835938285</c:v>
                </c:pt>
                <c:pt idx="153">
                  <c:v>101.16829400554619</c:v>
                </c:pt>
                <c:pt idx="154">
                  <c:v>102.02350917426618</c:v>
                </c:pt>
                <c:pt idx="155">
                  <c:v>101.84714184375194</c:v>
                </c:pt>
                <c:pt idx="156">
                  <c:v>101.92589706681174</c:v>
                </c:pt>
                <c:pt idx="157">
                  <c:v>101.68075756968189</c:v>
                </c:pt>
                <c:pt idx="158">
                  <c:v>101.85490644320852</c:v>
                </c:pt>
                <c:pt idx="159">
                  <c:v>101.24039385764317</c:v>
                </c:pt>
                <c:pt idx="160">
                  <c:v>98.851115681997427</c:v>
                </c:pt>
                <c:pt idx="161">
                  <c:v>95.875975552290868</c:v>
                </c:pt>
                <c:pt idx="162">
                  <c:v>95.756839981024854</c:v>
                </c:pt>
                <c:pt idx="163">
                  <c:v>94.908811323740451</c:v>
                </c:pt>
                <c:pt idx="164">
                  <c:v>94.839496082276582</c:v>
                </c:pt>
                <c:pt idx="165">
                  <c:v>93.837674232994246</c:v>
                </c:pt>
                <c:pt idx="166">
                  <c:v>94.930472336697889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3BF7-486A-B483-424F1F74A35A}"/>
            </c:ext>
          </c:extLst>
        </c:ser>
        <c:ser>
          <c:idx val="5"/>
          <c:order val="5"/>
          <c:tx>
            <c:strRef>
              <c:f>EQ!$I$94</c:f>
              <c:strCache>
                <c:ptCount val="1"/>
                <c:pt idx="0">
                  <c:v> 4BRZ GY</c:v>
                </c:pt>
              </c:strCache>
            </c:strRef>
          </c:tx>
          <c:spPr>
            <a:ln w="25400"/>
          </c:spPr>
          <c:marker>
            <c:symbol val="none"/>
          </c:marker>
          <c:cat>
            <c:numRef>
              <c:f>EQ!$J$37:$FU$37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EQ!$J$94:$FU$94</c:f>
              <c:numCache>
                <c:formatCode>General</c:formatCode>
                <c:ptCount val="168"/>
                <c:pt idx="0">
                  <c:v>100</c:v>
                </c:pt>
                <c:pt idx="1">
                  <c:v>100.89816997866848</c:v>
                </c:pt>
                <c:pt idx="2">
                  <c:v>102.29033344560459</c:v>
                </c:pt>
                <c:pt idx="3">
                  <c:v>104.38980577074211</c:v>
                </c:pt>
                <c:pt idx="4">
                  <c:v>102.73941843493881</c:v>
                </c:pt>
                <c:pt idx="5">
                  <c:v>103.06500505220612</c:v>
                </c:pt>
                <c:pt idx="6">
                  <c:v>104.2101717750084</c:v>
                </c:pt>
                <c:pt idx="7">
                  <c:v>103.61513416414056</c:v>
                </c:pt>
                <c:pt idx="8">
                  <c:v>102.13315369933758</c:v>
                </c:pt>
                <c:pt idx="9">
                  <c:v>103.21095767373976</c:v>
                </c:pt>
                <c:pt idx="10">
                  <c:v>104.58066689120916</c:v>
                </c:pt>
                <c:pt idx="11">
                  <c:v>103.95194790614123</c:v>
                </c:pt>
                <c:pt idx="12">
                  <c:v>104.58066689120915</c:v>
                </c:pt>
                <c:pt idx="13">
                  <c:v>105.96160323341189</c:v>
                </c:pt>
                <c:pt idx="14">
                  <c:v>108.81329291568426</c:v>
                </c:pt>
                <c:pt idx="15">
                  <c:v>113.21432581115971</c:v>
                </c:pt>
                <c:pt idx="16">
                  <c:v>113.84304479622763</c:v>
                </c:pt>
                <c:pt idx="17">
                  <c:v>115.03312001796333</c:v>
                </c:pt>
                <c:pt idx="18">
                  <c:v>118.78297967890416</c:v>
                </c:pt>
                <c:pt idx="19">
                  <c:v>119.29942741663852</c:v>
                </c:pt>
                <c:pt idx="20">
                  <c:v>118.76052542943744</c:v>
                </c:pt>
                <c:pt idx="21">
                  <c:v>118.15426069383622</c:v>
                </c:pt>
                <c:pt idx="22">
                  <c:v>117.41327046143475</c:v>
                </c:pt>
                <c:pt idx="23">
                  <c:v>120.5793196362411</c:v>
                </c:pt>
                <c:pt idx="24">
                  <c:v>116.78455147636683</c:v>
                </c:pt>
                <c:pt idx="25">
                  <c:v>116.58246323116644</c:v>
                </c:pt>
                <c:pt idx="26">
                  <c:v>117.59290445716846</c:v>
                </c:pt>
                <c:pt idx="27">
                  <c:v>119.5913326597058</c:v>
                </c:pt>
                <c:pt idx="28">
                  <c:v>120.69159088357466</c:v>
                </c:pt>
                <c:pt idx="29">
                  <c:v>123.38610081958005</c:v>
                </c:pt>
                <c:pt idx="30">
                  <c:v>121.76939485797679</c:v>
                </c:pt>
                <c:pt idx="31">
                  <c:v>118.82788817783759</c:v>
                </c:pt>
                <c:pt idx="32">
                  <c:v>120.15268889637358</c:v>
                </c:pt>
                <c:pt idx="33">
                  <c:v>118.67070843157063</c:v>
                </c:pt>
                <c:pt idx="34">
                  <c:v>120.354777141574</c:v>
                </c:pt>
                <c:pt idx="35">
                  <c:v>121.07331312450879</c:v>
                </c:pt>
                <c:pt idx="36">
                  <c:v>121.8816661053104</c:v>
                </c:pt>
                <c:pt idx="37">
                  <c:v>122.15111709891093</c:v>
                </c:pt>
                <c:pt idx="38">
                  <c:v>123.72291456158075</c:v>
                </c:pt>
                <c:pt idx="39">
                  <c:v>123.88009430784773</c:v>
                </c:pt>
                <c:pt idx="40">
                  <c:v>122.55529358931174</c:v>
                </c:pt>
                <c:pt idx="41">
                  <c:v>122.17357134837765</c:v>
                </c:pt>
                <c:pt idx="42">
                  <c:v>119.99550915010664</c:v>
                </c:pt>
                <c:pt idx="43">
                  <c:v>114.47176378129559</c:v>
                </c:pt>
                <c:pt idx="44">
                  <c:v>117.32345346356797</c:v>
                </c:pt>
                <c:pt idx="45">
                  <c:v>114.33703828449534</c:v>
                </c:pt>
                <c:pt idx="46">
                  <c:v>113.79813629729425</c:v>
                </c:pt>
                <c:pt idx="47">
                  <c:v>114.53912652969574</c:v>
                </c:pt>
                <c:pt idx="48">
                  <c:v>118.71561693050408</c:v>
                </c:pt>
                <c:pt idx="49">
                  <c:v>117.90726394970247</c:v>
                </c:pt>
                <c:pt idx="50">
                  <c:v>114.56158077916245</c:v>
                </c:pt>
                <c:pt idx="51">
                  <c:v>112.85505781969236</c:v>
                </c:pt>
                <c:pt idx="52">
                  <c:v>113.39395980689345</c:v>
                </c:pt>
                <c:pt idx="53">
                  <c:v>115.97619849556528</c:v>
                </c:pt>
                <c:pt idx="54">
                  <c:v>115.07802851689684</c:v>
                </c:pt>
                <c:pt idx="55">
                  <c:v>113.25923431009319</c:v>
                </c:pt>
                <c:pt idx="56">
                  <c:v>111.14853486022231</c:v>
                </c:pt>
                <c:pt idx="57">
                  <c:v>115.0331200179634</c:v>
                </c:pt>
                <c:pt idx="58">
                  <c:v>115.2576625126305</c:v>
                </c:pt>
                <c:pt idx="59">
                  <c:v>117.9746266981026</c:v>
                </c:pt>
                <c:pt idx="60">
                  <c:v>116.17828674076567</c:v>
                </c:pt>
                <c:pt idx="61">
                  <c:v>115.6618390030313</c:v>
                </c:pt>
                <c:pt idx="62">
                  <c:v>116.73964297743346</c:v>
                </c:pt>
                <c:pt idx="63">
                  <c:v>118.08689794543618</c:v>
                </c:pt>
                <c:pt idx="64">
                  <c:v>120.93858762770853</c:v>
                </c:pt>
                <c:pt idx="65">
                  <c:v>121.29785561917592</c:v>
                </c:pt>
                <c:pt idx="66">
                  <c:v>121.29785561917592</c:v>
                </c:pt>
                <c:pt idx="67">
                  <c:v>121.29785561917592</c:v>
                </c:pt>
                <c:pt idx="68">
                  <c:v>119.77096665543954</c:v>
                </c:pt>
                <c:pt idx="69">
                  <c:v>123.8127315594476</c:v>
                </c:pt>
                <c:pt idx="70">
                  <c:v>126.57460424385312</c:v>
                </c:pt>
                <c:pt idx="71">
                  <c:v>129.02211743572468</c:v>
                </c:pt>
                <c:pt idx="72">
                  <c:v>128.59548669585718</c:v>
                </c:pt>
                <c:pt idx="73">
                  <c:v>131.44717637812954</c:v>
                </c:pt>
                <c:pt idx="74">
                  <c:v>130.34691815426066</c:v>
                </c:pt>
                <c:pt idx="75">
                  <c:v>129.92028741439316</c:v>
                </c:pt>
                <c:pt idx="76">
                  <c:v>130.03255866172671</c:v>
                </c:pt>
                <c:pt idx="77">
                  <c:v>129.92028741439316</c:v>
                </c:pt>
                <c:pt idx="78">
                  <c:v>129.76310766812617</c:v>
                </c:pt>
                <c:pt idx="79">
                  <c:v>128.01167620972265</c:v>
                </c:pt>
                <c:pt idx="80">
                  <c:v>127.94431346132251</c:v>
                </c:pt>
                <c:pt idx="81">
                  <c:v>125.04771528011672</c:v>
                </c:pt>
                <c:pt idx="82">
                  <c:v>125.94588525878518</c:v>
                </c:pt>
                <c:pt idx="83">
                  <c:v>124.23936229931509</c:v>
                </c:pt>
                <c:pt idx="84">
                  <c:v>122.80229033344555</c:v>
                </c:pt>
                <c:pt idx="85">
                  <c:v>123.83518580891429</c:v>
                </c:pt>
                <c:pt idx="86">
                  <c:v>123.83518580891429</c:v>
                </c:pt>
                <c:pt idx="87">
                  <c:v>123.34119232064664</c:v>
                </c:pt>
                <c:pt idx="88">
                  <c:v>125.27225777478384</c:v>
                </c:pt>
                <c:pt idx="89">
                  <c:v>125.40698327158411</c:v>
                </c:pt>
                <c:pt idx="90">
                  <c:v>122.71247333557872</c:v>
                </c:pt>
                <c:pt idx="91">
                  <c:v>123.79027730998088</c:v>
                </c:pt>
                <c:pt idx="92">
                  <c:v>121.32030986864261</c:v>
                </c:pt>
                <c:pt idx="93">
                  <c:v>119.86078365330636</c:v>
                </c:pt>
                <c:pt idx="94">
                  <c:v>119.81587515437293</c:v>
                </c:pt>
                <c:pt idx="95">
                  <c:v>117.16627371730097</c:v>
                </c:pt>
                <c:pt idx="96">
                  <c:v>113.39395980689343</c:v>
                </c:pt>
                <c:pt idx="97">
                  <c:v>115.2576625126305</c:v>
                </c:pt>
                <c:pt idx="98">
                  <c:v>112.81014932075895</c:v>
                </c:pt>
                <c:pt idx="99">
                  <c:v>115.70674750196474</c:v>
                </c:pt>
                <c:pt idx="100">
                  <c:v>115.39238800943077</c:v>
                </c:pt>
                <c:pt idx="101">
                  <c:v>114.22476703716177</c:v>
                </c:pt>
                <c:pt idx="102">
                  <c:v>115.10048276636351</c:v>
                </c:pt>
                <c:pt idx="103">
                  <c:v>114.04513304142806</c:v>
                </c:pt>
                <c:pt idx="104">
                  <c:v>114.62894352756256</c:v>
                </c:pt>
                <c:pt idx="105">
                  <c:v>114.09004154036148</c:v>
                </c:pt>
                <c:pt idx="106">
                  <c:v>112.40597283035811</c:v>
                </c:pt>
                <c:pt idx="107">
                  <c:v>112.5631525766251</c:v>
                </c:pt>
                <c:pt idx="108">
                  <c:v>112.9673290670259</c:v>
                </c:pt>
                <c:pt idx="109">
                  <c:v>109.50937464915232</c:v>
                </c:pt>
                <c:pt idx="110">
                  <c:v>109.44201190075219</c:v>
                </c:pt>
                <c:pt idx="111">
                  <c:v>107.78039744021552</c:v>
                </c:pt>
                <c:pt idx="112">
                  <c:v>105.81565061187827</c:v>
                </c:pt>
                <c:pt idx="113">
                  <c:v>106.32087122487927</c:v>
                </c:pt>
                <c:pt idx="114">
                  <c:v>106.56786796901311</c:v>
                </c:pt>
                <c:pt idx="115">
                  <c:v>106.89345458628041</c:v>
                </c:pt>
                <c:pt idx="116">
                  <c:v>110.62085999775454</c:v>
                </c:pt>
                <c:pt idx="117">
                  <c:v>111.44044010328952</c:v>
                </c:pt>
                <c:pt idx="118">
                  <c:v>109.22869653081844</c:v>
                </c:pt>
                <c:pt idx="119">
                  <c:v>111.22712473335577</c:v>
                </c:pt>
                <c:pt idx="120">
                  <c:v>107.29763107668124</c:v>
                </c:pt>
                <c:pt idx="121">
                  <c:v>107.73548894128213</c:v>
                </c:pt>
                <c:pt idx="122">
                  <c:v>109.13887953295161</c:v>
                </c:pt>
                <c:pt idx="123">
                  <c:v>108.28561805321657</c:v>
                </c:pt>
                <c:pt idx="124">
                  <c:v>107.35376670034803</c:v>
                </c:pt>
                <c:pt idx="125">
                  <c:v>109.10519815875155</c:v>
                </c:pt>
                <c:pt idx="126">
                  <c:v>110.13809363422027</c:v>
                </c:pt>
                <c:pt idx="127">
                  <c:v>109.32974065341865</c:v>
                </c:pt>
                <c:pt idx="128">
                  <c:v>109.25115078028517</c:v>
                </c:pt>
                <c:pt idx="129">
                  <c:v>108.82452004041765</c:v>
                </c:pt>
                <c:pt idx="130">
                  <c:v>109.47569327495229</c:v>
                </c:pt>
                <c:pt idx="131">
                  <c:v>110.78926686875491</c:v>
                </c:pt>
                <c:pt idx="132">
                  <c:v>109.90232401481978</c:v>
                </c:pt>
                <c:pt idx="133">
                  <c:v>109.95845963848656</c:v>
                </c:pt>
                <c:pt idx="134">
                  <c:v>109.02660828561802</c:v>
                </c:pt>
                <c:pt idx="135">
                  <c:v>110.57595149882111</c:v>
                </c:pt>
                <c:pt idx="136">
                  <c:v>113.28168855955985</c:v>
                </c:pt>
                <c:pt idx="137">
                  <c:v>113.10205456382614</c:v>
                </c:pt>
                <c:pt idx="138">
                  <c:v>114.33703828449528</c:v>
                </c:pt>
                <c:pt idx="139">
                  <c:v>113.97777029302789</c:v>
                </c:pt>
                <c:pt idx="140">
                  <c:v>113.2143258111597</c:v>
                </c:pt>
                <c:pt idx="141">
                  <c:v>112.29370158302451</c:v>
                </c:pt>
                <c:pt idx="142">
                  <c:v>113.05714606489272</c:v>
                </c:pt>
                <c:pt idx="143">
                  <c:v>112.96732906702587</c:v>
                </c:pt>
                <c:pt idx="144">
                  <c:v>115.16784551476361</c:v>
                </c:pt>
                <c:pt idx="145">
                  <c:v>115.16784551476361</c:v>
                </c:pt>
                <c:pt idx="146">
                  <c:v>114.89839452116307</c:v>
                </c:pt>
                <c:pt idx="147">
                  <c:v>114.06758729089474</c:v>
                </c:pt>
                <c:pt idx="148">
                  <c:v>115.10048276636347</c:v>
                </c:pt>
                <c:pt idx="149">
                  <c:v>113.46132255529353</c:v>
                </c:pt>
                <c:pt idx="150">
                  <c:v>114.92084877062979</c:v>
                </c:pt>
                <c:pt idx="151">
                  <c:v>116.40282923543276</c:v>
                </c:pt>
                <c:pt idx="152">
                  <c:v>115.54956775569771</c:v>
                </c:pt>
                <c:pt idx="153">
                  <c:v>115.79656449983155</c:v>
                </c:pt>
                <c:pt idx="154">
                  <c:v>115.68429325249799</c:v>
                </c:pt>
                <c:pt idx="155">
                  <c:v>114.67385202649596</c:v>
                </c:pt>
                <c:pt idx="156">
                  <c:v>112.96732906702589</c:v>
                </c:pt>
                <c:pt idx="157">
                  <c:v>112.08038621309078</c:v>
                </c:pt>
                <c:pt idx="158">
                  <c:v>108.65611316941727</c:v>
                </c:pt>
                <c:pt idx="159">
                  <c:v>107.88144156281572</c:v>
                </c:pt>
                <c:pt idx="160">
                  <c:v>107.12922420568088</c:v>
                </c:pt>
                <c:pt idx="161">
                  <c:v>107.45481082294819</c:v>
                </c:pt>
                <c:pt idx="162">
                  <c:v>108.70102166835068</c:v>
                </c:pt>
                <c:pt idx="163">
                  <c:v>107.80285168968221</c:v>
                </c:pt>
                <c:pt idx="164">
                  <c:v>109.74514426855278</c:v>
                </c:pt>
                <c:pt idx="165">
                  <c:v>109.39710340181874</c:v>
                </c:pt>
                <c:pt idx="166">
                  <c:v>111.85584371842366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3BF7-486A-B483-424F1F74A35A}"/>
            </c:ext>
          </c:extLst>
        </c:ser>
        <c:ser>
          <c:idx val="6"/>
          <c:order val="6"/>
          <c:tx>
            <c:strRef>
              <c:f>EQ!$I$95</c:f>
              <c:strCache>
                <c:ptCount val="1"/>
                <c:pt idx="0">
                  <c:v>EWZS US</c:v>
                </c:pt>
              </c:strCache>
            </c:strRef>
          </c:tx>
          <c:marker>
            <c:symbol val="none"/>
          </c:marker>
          <c:cat>
            <c:numRef>
              <c:f>EQ!$J$37:$FU$37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EQ!$J$95:$FU$95</c:f>
              <c:numCache>
                <c:formatCode>General</c:formatCode>
                <c:ptCount val="168"/>
                <c:pt idx="0">
                  <c:v>100</c:v>
                </c:pt>
                <c:pt idx="1">
                  <c:v>100.61328342510672</c:v>
                </c:pt>
                <c:pt idx="2">
                  <c:v>102.66503743116995</c:v>
                </c:pt>
                <c:pt idx="3">
                  <c:v>104.32778568335085</c:v>
                </c:pt>
                <c:pt idx="4">
                  <c:v>103.09735197673699</c:v>
                </c:pt>
                <c:pt idx="5">
                  <c:v>103.78642578729196</c:v>
                </c:pt>
                <c:pt idx="6">
                  <c:v>104.48478005320796</c:v>
                </c:pt>
                <c:pt idx="7">
                  <c:v>105.30610035265731</c:v>
                </c:pt>
                <c:pt idx="8">
                  <c:v>104.21177999133825</c:v>
                </c:pt>
                <c:pt idx="9">
                  <c:v>105.07486233991217</c:v>
                </c:pt>
                <c:pt idx="10">
                  <c:v>104.61083957186169</c:v>
                </c:pt>
                <c:pt idx="11">
                  <c:v>103.36107158324572</c:v>
                </c:pt>
                <c:pt idx="12">
                  <c:v>103.36107158324572</c:v>
                </c:pt>
                <c:pt idx="13">
                  <c:v>104.17311142733408</c:v>
                </c:pt>
                <c:pt idx="14">
                  <c:v>108.80792550887834</c:v>
                </c:pt>
                <c:pt idx="15">
                  <c:v>111.61448988430369</c:v>
                </c:pt>
                <c:pt idx="16">
                  <c:v>113.26563756728333</c:v>
                </c:pt>
                <c:pt idx="17">
                  <c:v>113.88356122007058</c:v>
                </c:pt>
                <c:pt idx="18">
                  <c:v>118.45495885664796</c:v>
                </c:pt>
                <c:pt idx="19">
                  <c:v>119.97386005073319</c:v>
                </c:pt>
                <c:pt idx="20">
                  <c:v>118.32580585287388</c:v>
                </c:pt>
                <c:pt idx="21">
                  <c:v>114.69096083647841</c:v>
                </c:pt>
                <c:pt idx="22">
                  <c:v>115.89974014724993</c:v>
                </c:pt>
                <c:pt idx="23">
                  <c:v>117.9344799851513</c:v>
                </c:pt>
                <c:pt idx="24">
                  <c:v>114.3599579286024</c:v>
                </c:pt>
                <c:pt idx="25">
                  <c:v>113.91836292767435</c:v>
                </c:pt>
                <c:pt idx="26">
                  <c:v>115.78682794035764</c:v>
                </c:pt>
                <c:pt idx="27">
                  <c:v>118.09611458268888</c:v>
                </c:pt>
                <c:pt idx="28">
                  <c:v>117.84012868898103</c:v>
                </c:pt>
                <c:pt idx="29">
                  <c:v>120.29712924580834</c:v>
                </c:pt>
                <c:pt idx="30">
                  <c:v>117.24308606075606</c:v>
                </c:pt>
                <c:pt idx="31">
                  <c:v>116.27637196065088</c:v>
                </c:pt>
                <c:pt idx="32">
                  <c:v>116.27637196065088</c:v>
                </c:pt>
                <c:pt idx="33">
                  <c:v>115.54166924457094</c:v>
                </c:pt>
                <c:pt idx="34">
                  <c:v>116.77906329270556</c:v>
                </c:pt>
                <c:pt idx="35">
                  <c:v>119.07674936583555</c:v>
                </c:pt>
                <c:pt idx="36">
                  <c:v>121.09138155045476</c:v>
                </c:pt>
                <c:pt idx="37">
                  <c:v>120.25923405308423</c:v>
                </c:pt>
                <c:pt idx="38">
                  <c:v>122.91035080121266</c:v>
                </c:pt>
                <c:pt idx="39">
                  <c:v>122.57934789333666</c:v>
                </c:pt>
                <c:pt idx="40">
                  <c:v>123.12070778939557</c:v>
                </c:pt>
                <c:pt idx="41">
                  <c:v>120.43246921982309</c:v>
                </c:pt>
                <c:pt idx="42">
                  <c:v>119.09917713295802</c:v>
                </c:pt>
                <c:pt idx="43">
                  <c:v>112.33217843222178</c:v>
                </c:pt>
                <c:pt idx="44">
                  <c:v>114.61362370847</c:v>
                </c:pt>
                <c:pt idx="45">
                  <c:v>110.97877869207453</c:v>
                </c:pt>
                <c:pt idx="46">
                  <c:v>110.59209305203245</c:v>
                </c:pt>
                <c:pt idx="47">
                  <c:v>111.82948710016709</c:v>
                </c:pt>
                <c:pt idx="48">
                  <c:v>113.68557817236902</c:v>
                </c:pt>
                <c:pt idx="49">
                  <c:v>113.37622966033537</c:v>
                </c:pt>
                <c:pt idx="50">
                  <c:v>108.27197921178002</c:v>
                </c:pt>
                <c:pt idx="51">
                  <c:v>104.79180845140138</c:v>
                </c:pt>
                <c:pt idx="52">
                  <c:v>107.96263069974637</c:v>
                </c:pt>
                <c:pt idx="53">
                  <c:v>108.43284043803752</c:v>
                </c:pt>
                <c:pt idx="54">
                  <c:v>106.26121388356125</c:v>
                </c:pt>
                <c:pt idx="55">
                  <c:v>106.41588813957809</c:v>
                </c:pt>
                <c:pt idx="56">
                  <c:v>102.12909113407169</c:v>
                </c:pt>
                <c:pt idx="57">
                  <c:v>108.73600197983053</c:v>
                </c:pt>
                <c:pt idx="58">
                  <c:v>107.42127080368749</c:v>
                </c:pt>
                <c:pt idx="59">
                  <c:v>111.8294871001671</c:v>
                </c:pt>
                <c:pt idx="60">
                  <c:v>107.65328218771272</c:v>
                </c:pt>
                <c:pt idx="61">
                  <c:v>107.0345851636454</c:v>
                </c:pt>
                <c:pt idx="62">
                  <c:v>107.05391944564749</c:v>
                </c:pt>
                <c:pt idx="63">
                  <c:v>114.53628658046159</c:v>
                </c:pt>
                <c:pt idx="64">
                  <c:v>114.92297222050365</c:v>
                </c:pt>
                <c:pt idx="65">
                  <c:v>114.38161232444475</c:v>
                </c:pt>
                <c:pt idx="66">
                  <c:v>114.38161232444475</c:v>
                </c:pt>
                <c:pt idx="67">
                  <c:v>114.38547918084517</c:v>
                </c:pt>
                <c:pt idx="68">
                  <c:v>113.30894635896804</c:v>
                </c:pt>
                <c:pt idx="69">
                  <c:v>117.9391202128318</c:v>
                </c:pt>
                <c:pt idx="70">
                  <c:v>121.18727958918521</c:v>
                </c:pt>
                <c:pt idx="71">
                  <c:v>122.58166800717694</c:v>
                </c:pt>
                <c:pt idx="72">
                  <c:v>123.27538204541243</c:v>
                </c:pt>
                <c:pt idx="73">
                  <c:v>124.126090453505</c:v>
                </c:pt>
                <c:pt idx="74">
                  <c:v>123.89407906947976</c:v>
                </c:pt>
                <c:pt idx="75">
                  <c:v>123.46408463775298</c:v>
                </c:pt>
                <c:pt idx="76">
                  <c:v>124.35810183753023</c:v>
                </c:pt>
                <c:pt idx="77">
                  <c:v>125.36348450163963</c:v>
                </c:pt>
                <c:pt idx="78">
                  <c:v>122.15631380313067</c:v>
                </c:pt>
                <c:pt idx="79">
                  <c:v>121.80597661325255</c:v>
                </c:pt>
                <c:pt idx="80">
                  <c:v>119.25385138897488</c:v>
                </c:pt>
                <c:pt idx="81">
                  <c:v>118.63515436490756</c:v>
                </c:pt>
                <c:pt idx="82">
                  <c:v>117.39776031677293</c:v>
                </c:pt>
                <c:pt idx="83">
                  <c:v>115.92835488461306</c:v>
                </c:pt>
                <c:pt idx="84">
                  <c:v>112.98954402029331</c:v>
                </c:pt>
                <c:pt idx="85">
                  <c:v>116.54705190868037</c:v>
                </c:pt>
                <c:pt idx="86">
                  <c:v>115.85101775660465</c:v>
                </c:pt>
                <c:pt idx="87">
                  <c:v>114.30427519643635</c:v>
                </c:pt>
                <c:pt idx="88">
                  <c:v>117.08841180473928</c:v>
                </c:pt>
                <c:pt idx="89">
                  <c:v>120.33657118109268</c:v>
                </c:pt>
                <c:pt idx="90">
                  <c:v>117.7071088288066</c:v>
                </c:pt>
                <c:pt idx="91">
                  <c:v>117.55243457278976</c:v>
                </c:pt>
                <c:pt idx="92">
                  <c:v>114.38161232444477</c:v>
                </c:pt>
                <c:pt idx="93">
                  <c:v>114.11093237641533</c:v>
                </c:pt>
                <c:pt idx="94">
                  <c:v>108.65866485182212</c:v>
                </c:pt>
                <c:pt idx="95">
                  <c:v>110.59209305203248</c:v>
                </c:pt>
                <c:pt idx="96">
                  <c:v>107.4986079316959</c:v>
                </c:pt>
                <c:pt idx="97">
                  <c:v>108.34931633978844</c:v>
                </c:pt>
                <c:pt idx="98">
                  <c:v>105.33316834746029</c:v>
                </c:pt>
                <c:pt idx="99">
                  <c:v>110.20540741199039</c:v>
                </c:pt>
                <c:pt idx="100">
                  <c:v>110.20540741199039</c:v>
                </c:pt>
                <c:pt idx="101">
                  <c:v>108.42665346779687</c:v>
                </c:pt>
                <c:pt idx="102">
                  <c:v>108.42665346779687</c:v>
                </c:pt>
                <c:pt idx="103">
                  <c:v>109.6640475159315</c:v>
                </c:pt>
                <c:pt idx="104">
                  <c:v>108.42665346779687</c:v>
                </c:pt>
                <c:pt idx="105">
                  <c:v>109.43203613190627</c:v>
                </c:pt>
                <c:pt idx="106">
                  <c:v>108.49548351172437</c:v>
                </c:pt>
                <c:pt idx="107">
                  <c:v>108.03996782775481</c:v>
                </c:pt>
                <c:pt idx="108">
                  <c:v>109.74138464393992</c:v>
                </c:pt>
                <c:pt idx="109">
                  <c:v>104.94648270741824</c:v>
                </c:pt>
                <c:pt idx="110">
                  <c:v>106.87991090762861</c:v>
                </c:pt>
                <c:pt idx="111">
                  <c:v>102.59156715956203</c:v>
                </c:pt>
                <c:pt idx="112">
                  <c:v>101.69832333106486</c:v>
                </c:pt>
                <c:pt idx="113">
                  <c:v>102.471694611149</c:v>
                </c:pt>
                <c:pt idx="114">
                  <c:v>101.14226938068435</c:v>
                </c:pt>
                <c:pt idx="115">
                  <c:v>105.08800965167366</c:v>
                </c:pt>
                <c:pt idx="116">
                  <c:v>105.10115696343509</c:v>
                </c:pt>
                <c:pt idx="117">
                  <c:v>103.09039163521632</c:v>
                </c:pt>
                <c:pt idx="118">
                  <c:v>101.38897481903119</c:v>
                </c:pt>
                <c:pt idx="119">
                  <c:v>99.146198106787182</c:v>
                </c:pt>
                <c:pt idx="120">
                  <c:v>97.367444162593642</c:v>
                </c:pt>
                <c:pt idx="121">
                  <c:v>97.367444162593642</c:v>
                </c:pt>
                <c:pt idx="122">
                  <c:v>98.914186722761926</c:v>
                </c:pt>
                <c:pt idx="123">
                  <c:v>98.50816680071776</c:v>
                </c:pt>
                <c:pt idx="124">
                  <c:v>98.372826826703033</c:v>
                </c:pt>
                <c:pt idx="125">
                  <c:v>99.146198106787168</c:v>
                </c:pt>
                <c:pt idx="126">
                  <c:v>100.98063478314675</c:v>
                </c:pt>
                <c:pt idx="127">
                  <c:v>100.69294066695545</c:v>
                </c:pt>
                <c:pt idx="128">
                  <c:v>100.3835921549218</c:v>
                </c:pt>
                <c:pt idx="129">
                  <c:v>99.685237889005819</c:v>
                </c:pt>
                <c:pt idx="130">
                  <c:v>100.3835921549218</c:v>
                </c:pt>
                <c:pt idx="131">
                  <c:v>100.3835921549218</c:v>
                </c:pt>
                <c:pt idx="132">
                  <c:v>100.9984223225887</c:v>
                </c:pt>
                <c:pt idx="133">
                  <c:v>99.767988615974815</c:v>
                </c:pt>
                <c:pt idx="134">
                  <c:v>99.015498360452952</c:v>
                </c:pt>
                <c:pt idx="135">
                  <c:v>101.60319866361451</c:v>
                </c:pt>
                <c:pt idx="136">
                  <c:v>105.33316834746032</c:v>
                </c:pt>
                <c:pt idx="137">
                  <c:v>103.15071459506287</c:v>
                </c:pt>
                <c:pt idx="138">
                  <c:v>104.94648270741827</c:v>
                </c:pt>
                <c:pt idx="139">
                  <c:v>104.19553919445656</c:v>
                </c:pt>
                <c:pt idx="140">
                  <c:v>102.06103446142433</c:v>
                </c:pt>
                <c:pt idx="141">
                  <c:v>101.3889748190312</c:v>
                </c:pt>
                <c:pt idx="142">
                  <c:v>100.88551011569643</c:v>
                </c:pt>
                <c:pt idx="143">
                  <c:v>100.59394914310471</c:v>
                </c:pt>
                <c:pt idx="144">
                  <c:v>102.7261337622967</c:v>
                </c:pt>
                <c:pt idx="145">
                  <c:v>100.22891789890501</c:v>
                </c:pt>
                <c:pt idx="146">
                  <c:v>99.089742003341058</c:v>
                </c:pt>
                <c:pt idx="147">
                  <c:v>100.72774237455927</c:v>
                </c:pt>
                <c:pt idx="148">
                  <c:v>101.07962630699757</c:v>
                </c:pt>
                <c:pt idx="149">
                  <c:v>99.455546618820861</c:v>
                </c:pt>
                <c:pt idx="150">
                  <c:v>102.3951308544207</c:v>
                </c:pt>
                <c:pt idx="151">
                  <c:v>102.16234609911538</c:v>
                </c:pt>
                <c:pt idx="152">
                  <c:v>102.17704015343696</c:v>
                </c:pt>
                <c:pt idx="153">
                  <c:v>101.14226938068437</c:v>
                </c:pt>
                <c:pt idx="154">
                  <c:v>101.24203427581521</c:v>
                </c:pt>
                <c:pt idx="155">
                  <c:v>100.18947596362069</c:v>
                </c:pt>
                <c:pt idx="156">
                  <c:v>98.991523850770363</c:v>
                </c:pt>
                <c:pt idx="157">
                  <c:v>97.584761492297304</c:v>
                </c:pt>
                <c:pt idx="158">
                  <c:v>94.120831528800423</c:v>
                </c:pt>
                <c:pt idx="159">
                  <c:v>93.655262018189759</c:v>
                </c:pt>
                <c:pt idx="160">
                  <c:v>92.959227866114034</c:v>
                </c:pt>
                <c:pt idx="161">
                  <c:v>92.031182330013067</c:v>
                </c:pt>
                <c:pt idx="162">
                  <c:v>92.959227866114034</c:v>
                </c:pt>
                <c:pt idx="163">
                  <c:v>91.025799665903676</c:v>
                </c:pt>
                <c:pt idx="164">
                  <c:v>93.036564994122443</c:v>
                </c:pt>
                <c:pt idx="165">
                  <c:v>92.108519458021476</c:v>
                </c:pt>
                <c:pt idx="166">
                  <c:v>95.975375858442192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3BF7-486A-B483-424F1F74A35A}"/>
            </c:ext>
          </c:extLst>
        </c:ser>
        <c:ser>
          <c:idx val="7"/>
          <c:order val="7"/>
          <c:tx>
            <c:strRef>
              <c:f>EQ!$I$96</c:f>
              <c:strCache>
                <c:ptCount val="1"/>
                <c:pt idx="0">
                  <c:v>DBRZEIC LX</c:v>
                </c:pt>
              </c:strCache>
            </c:strRef>
          </c:tx>
          <c:spPr>
            <a:ln w="25400"/>
          </c:spPr>
          <c:marker>
            <c:symbol val="none"/>
          </c:marker>
          <c:cat>
            <c:numRef>
              <c:f>EQ!$J$37:$FU$37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EQ!$J$96:$FU$96</c:f>
              <c:numCache>
                <c:formatCode>General</c:formatCode>
                <c:ptCount val="168"/>
                <c:pt idx="0">
                  <c:v>100</c:v>
                </c:pt>
                <c:pt idx="1">
                  <c:v>101.60638045531023</c:v>
                </c:pt>
                <c:pt idx="2">
                  <c:v>101.94671940410942</c:v>
                </c:pt>
                <c:pt idx="3">
                  <c:v>105.35592423051186</c:v>
                </c:pt>
                <c:pt idx="4">
                  <c:v>103.71772781220848</c:v>
                </c:pt>
                <c:pt idx="5">
                  <c:v>104.68962039093906</c:v>
                </c:pt>
                <c:pt idx="6">
                  <c:v>106.40901646384634</c:v>
                </c:pt>
                <c:pt idx="7">
                  <c:v>106.3391544888443</c:v>
                </c:pt>
                <c:pt idx="8">
                  <c:v>105.82706113068383</c:v>
                </c:pt>
                <c:pt idx="9">
                  <c:v>106.47997713728157</c:v>
                </c:pt>
                <c:pt idx="10">
                  <c:v>107.67805523236935</c:v>
                </c:pt>
                <c:pt idx="11">
                  <c:v>107.637093913238</c:v>
                </c:pt>
                <c:pt idx="12">
                  <c:v>107.36929089533101</c:v>
                </c:pt>
                <c:pt idx="13">
                  <c:v>106.39674477434339</c:v>
                </c:pt>
                <c:pt idx="14">
                  <c:v>109.88906703280389</c:v>
                </c:pt>
                <c:pt idx="15">
                  <c:v>112.78499526282404</c:v>
                </c:pt>
                <c:pt idx="16">
                  <c:v>112.96430601762033</c:v>
                </c:pt>
                <c:pt idx="17">
                  <c:v>112.79084421114638</c:v>
                </c:pt>
                <c:pt idx="18">
                  <c:v>114.01484895552106</c:v>
                </c:pt>
                <c:pt idx="19">
                  <c:v>116.69504168000282</c:v>
                </c:pt>
                <c:pt idx="20">
                  <c:v>115.36472254191108</c:v>
                </c:pt>
                <c:pt idx="21">
                  <c:v>115.63156816195915</c:v>
                </c:pt>
                <c:pt idx="22">
                  <c:v>116.09257263566181</c:v>
                </c:pt>
                <c:pt idx="23">
                  <c:v>119.71627771612114</c:v>
                </c:pt>
                <c:pt idx="24">
                  <c:v>116.19139739085645</c:v>
                </c:pt>
                <c:pt idx="25">
                  <c:v>116.93243437629158</c:v>
                </c:pt>
                <c:pt idx="26">
                  <c:v>115.73805189341581</c:v>
                </c:pt>
                <c:pt idx="27">
                  <c:v>116.42752871796421</c:v>
                </c:pt>
                <c:pt idx="28">
                  <c:v>117.2574791166557</c:v>
                </c:pt>
                <c:pt idx="29">
                  <c:v>119.61066693025944</c:v>
                </c:pt>
                <c:pt idx="30">
                  <c:v>120.16390455662888</c:v>
                </c:pt>
                <c:pt idx="31">
                  <c:v>115.82268293118338</c:v>
                </c:pt>
                <c:pt idx="32">
                  <c:v>116.04748645079665</c:v>
                </c:pt>
                <c:pt idx="33">
                  <c:v>116.02790368224271</c:v>
                </c:pt>
                <c:pt idx="34">
                  <c:v>118.79024783598986</c:v>
                </c:pt>
                <c:pt idx="35">
                  <c:v>119.97483258869698</c:v>
                </c:pt>
                <c:pt idx="36">
                  <c:v>121.04788035445857</c:v>
                </c:pt>
                <c:pt idx="37">
                  <c:v>122.85566451057794</c:v>
                </c:pt>
                <c:pt idx="38">
                  <c:v>121.90734679634649</c:v>
                </c:pt>
                <c:pt idx="39">
                  <c:v>122.29306064994559</c:v>
                </c:pt>
                <c:pt idx="40">
                  <c:v>121.47590937481993</c:v>
                </c:pt>
                <c:pt idx="41">
                  <c:v>120.76926059541795</c:v>
                </c:pt>
                <c:pt idx="42">
                  <c:v>121.08886986713648</c:v>
                </c:pt>
                <c:pt idx="43">
                  <c:v>116.73539148587106</c:v>
                </c:pt>
                <c:pt idx="44">
                  <c:v>120.18052653595211</c:v>
                </c:pt>
                <c:pt idx="45">
                  <c:v>119.55248530738088</c:v>
                </c:pt>
                <c:pt idx="46">
                  <c:v>115.76722583876</c:v>
                </c:pt>
                <c:pt idx="47">
                  <c:v>117.33764716703038</c:v>
                </c:pt>
                <c:pt idx="48">
                  <c:v>120.7816278404709</c:v>
                </c:pt>
                <c:pt idx="49">
                  <c:v>122.29947699396519</c:v>
                </c:pt>
                <c:pt idx="50">
                  <c:v>118.22683840724289</c:v>
                </c:pt>
                <c:pt idx="51">
                  <c:v>118.58041904600336</c:v>
                </c:pt>
                <c:pt idx="52">
                  <c:v>117.85857220368112</c:v>
                </c:pt>
                <c:pt idx="53">
                  <c:v>119.74482014897615</c:v>
                </c:pt>
                <c:pt idx="54">
                  <c:v>119.26698856472319</c:v>
                </c:pt>
                <c:pt idx="55">
                  <c:v>116.52677733341915</c:v>
                </c:pt>
                <c:pt idx="56">
                  <c:v>114.73097747003804</c:v>
                </c:pt>
                <c:pt idx="57">
                  <c:v>114.14808522249372</c:v>
                </c:pt>
                <c:pt idx="58">
                  <c:v>117.43731774549013</c:v>
                </c:pt>
                <c:pt idx="59">
                  <c:v>121.3349036866562</c:v>
                </c:pt>
                <c:pt idx="60">
                  <c:v>120.17854483191894</c:v>
                </c:pt>
                <c:pt idx="61">
                  <c:v>119.27608827051498</c:v>
                </c:pt>
                <c:pt idx="62">
                  <c:v>119.84399551890883</c:v>
                </c:pt>
                <c:pt idx="63">
                  <c:v>121.25192524767186</c:v>
                </c:pt>
                <c:pt idx="64">
                  <c:v>123.14030984411633</c:v>
                </c:pt>
                <c:pt idx="65">
                  <c:v>123.21369825550073</c:v>
                </c:pt>
                <c:pt idx="66">
                  <c:v>123.45980309094213</c:v>
                </c:pt>
                <c:pt idx="67">
                  <c:v>123.1389909460344</c:v>
                </c:pt>
                <c:pt idx="68">
                  <c:v>121.96123366926966</c:v>
                </c:pt>
                <c:pt idx="69">
                  <c:v>125.67006712121562</c:v>
                </c:pt>
                <c:pt idx="70">
                  <c:v>126.76193111963477</c:v>
                </c:pt>
                <c:pt idx="71">
                  <c:v>129.73543734041053</c:v>
                </c:pt>
                <c:pt idx="72">
                  <c:v>128.91507153831833</c:v>
                </c:pt>
                <c:pt idx="73">
                  <c:v>130.62330954850091</c:v>
                </c:pt>
                <c:pt idx="74">
                  <c:v>129.9648217521804</c:v>
                </c:pt>
                <c:pt idx="75">
                  <c:v>129.5756079048777</c:v>
                </c:pt>
                <c:pt idx="76">
                  <c:v>130.48348207579005</c:v>
                </c:pt>
                <c:pt idx="77">
                  <c:v>129.07348695469861</c:v>
                </c:pt>
                <c:pt idx="78">
                  <c:v>129.5021916821762</c:v>
                </c:pt>
                <c:pt idx="79">
                  <c:v>130.06529509222776</c:v>
                </c:pt>
                <c:pt idx="80">
                  <c:v>129.3824915555582</c:v>
                </c:pt>
                <c:pt idx="81">
                  <c:v>126.50627283930829</c:v>
                </c:pt>
                <c:pt idx="82">
                  <c:v>127.05797725350341</c:v>
                </c:pt>
                <c:pt idx="83">
                  <c:v>125.46368270987065</c:v>
                </c:pt>
                <c:pt idx="84">
                  <c:v>124.58224459056252</c:v>
                </c:pt>
                <c:pt idx="85">
                  <c:v>122.71785696483465</c:v>
                </c:pt>
                <c:pt idx="86">
                  <c:v>122.90631540911131</c:v>
                </c:pt>
                <c:pt idx="87">
                  <c:v>123.82420070464893</c:v>
                </c:pt>
                <c:pt idx="88">
                  <c:v>123.84991939642084</c:v>
                </c:pt>
                <c:pt idx="89">
                  <c:v>124.02627566003765</c:v>
                </c:pt>
                <c:pt idx="90">
                  <c:v>121.96881408570144</c:v>
                </c:pt>
                <c:pt idx="91">
                  <c:v>122.07623803509159</c:v>
                </c:pt>
                <c:pt idx="92">
                  <c:v>120.689110188211</c:v>
                </c:pt>
                <c:pt idx="93">
                  <c:v>119.90718283510321</c:v>
                </c:pt>
                <c:pt idx="94">
                  <c:v>118.72463855583916</c:v>
                </c:pt>
                <c:pt idx="95">
                  <c:v>119.08061982049927</c:v>
                </c:pt>
                <c:pt idx="96">
                  <c:v>114.68097946637997</c:v>
                </c:pt>
                <c:pt idx="97">
                  <c:v>115.97967434227817</c:v>
                </c:pt>
                <c:pt idx="98">
                  <c:v>115.35330159862265</c:v>
                </c:pt>
                <c:pt idx="99">
                  <c:v>116.39249854471331</c:v>
                </c:pt>
                <c:pt idx="100">
                  <c:v>116.95000551965983</c:v>
                </c:pt>
                <c:pt idx="101">
                  <c:v>116.89957987249923</c:v>
                </c:pt>
                <c:pt idx="102">
                  <c:v>116.58830286029794</c:v>
                </c:pt>
                <c:pt idx="103">
                  <c:v>115.51735455206763</c:v>
                </c:pt>
                <c:pt idx="104">
                  <c:v>115.58299313644282</c:v>
                </c:pt>
                <c:pt idx="105">
                  <c:v>114.71012443670207</c:v>
                </c:pt>
                <c:pt idx="106">
                  <c:v>112.45561355327446</c:v>
                </c:pt>
                <c:pt idx="107">
                  <c:v>112.75251862504467</c:v>
                </c:pt>
                <c:pt idx="108">
                  <c:v>112.89470455661251</c:v>
                </c:pt>
                <c:pt idx="109">
                  <c:v>111.77844448683956</c:v>
                </c:pt>
                <c:pt idx="110">
                  <c:v>111.65330612506511</c:v>
                </c:pt>
                <c:pt idx="111">
                  <c:v>110.60177929676821</c:v>
                </c:pt>
                <c:pt idx="112">
                  <c:v>109.05917358557758</c:v>
                </c:pt>
                <c:pt idx="113">
                  <c:v>109.71135663497101</c:v>
                </c:pt>
                <c:pt idx="114">
                  <c:v>109.23151938491995</c:v>
                </c:pt>
                <c:pt idx="115">
                  <c:v>109.04106649444327</c:v>
                </c:pt>
                <c:pt idx="116">
                  <c:v>112.06315880396298</c:v>
                </c:pt>
                <c:pt idx="117">
                  <c:v>113.97762124964488</c:v>
                </c:pt>
                <c:pt idx="118">
                  <c:v>110.86350363129954</c:v>
                </c:pt>
                <c:pt idx="119">
                  <c:v>112.74113553101513</c:v>
                </c:pt>
                <c:pt idx="120">
                  <c:v>111.35070356823532</c:v>
                </c:pt>
                <c:pt idx="121">
                  <c:v>110.49271523401755</c:v>
                </c:pt>
                <c:pt idx="122">
                  <c:v>112.87834954278939</c:v>
                </c:pt>
                <c:pt idx="123">
                  <c:v>113.31478662950694</c:v>
                </c:pt>
                <c:pt idx="124">
                  <c:v>113.6293693651623</c:v>
                </c:pt>
                <c:pt idx="125">
                  <c:v>114.14458207425795</c:v>
                </c:pt>
                <c:pt idx="126">
                  <c:v>114.15526818389924</c:v>
                </c:pt>
                <c:pt idx="127">
                  <c:v>115.02802618736837</c:v>
                </c:pt>
                <c:pt idx="128">
                  <c:v>113.7165636073147</c:v>
                </c:pt>
                <c:pt idx="129">
                  <c:v>114.45456077500086</c:v>
                </c:pt>
                <c:pt idx="130">
                  <c:v>114.6780056599635</c:v>
                </c:pt>
                <c:pt idx="131">
                  <c:v>114.93112371640163</c:v>
                </c:pt>
                <c:pt idx="132">
                  <c:v>114.87019093685564</c:v>
                </c:pt>
                <c:pt idx="133">
                  <c:v>115.52836749286472</c:v>
                </c:pt>
                <c:pt idx="134">
                  <c:v>114.01617999803418</c:v>
                </c:pt>
                <c:pt idx="135">
                  <c:v>114.26232912921503</c:v>
                </c:pt>
                <c:pt idx="136">
                  <c:v>118.99054557913277</c:v>
                </c:pt>
                <c:pt idx="137">
                  <c:v>119.46876694409281</c:v>
                </c:pt>
                <c:pt idx="138">
                  <c:v>119.53279229256556</c:v>
                </c:pt>
                <c:pt idx="139">
                  <c:v>118.64928307095373</c:v>
                </c:pt>
                <c:pt idx="140">
                  <c:v>116.794495463779</c:v>
                </c:pt>
                <c:pt idx="141">
                  <c:v>116.27921560460015</c:v>
                </c:pt>
                <c:pt idx="142">
                  <c:v>117.22798099384569</c:v>
                </c:pt>
                <c:pt idx="143">
                  <c:v>116.8573548684554</c:v>
                </c:pt>
                <c:pt idx="144">
                  <c:v>116.77542278377794</c:v>
                </c:pt>
                <c:pt idx="145">
                  <c:v>119.82849325109466</c:v>
                </c:pt>
                <c:pt idx="146">
                  <c:v>118.97998874886638</c:v>
                </c:pt>
                <c:pt idx="147">
                  <c:v>118.50410551985539</c:v>
                </c:pt>
                <c:pt idx="148">
                  <c:v>119.30915140530261</c:v>
                </c:pt>
                <c:pt idx="149">
                  <c:v>117.45598765142122</c:v>
                </c:pt>
                <c:pt idx="150">
                  <c:v>115.96557429230847</c:v>
                </c:pt>
                <c:pt idx="151">
                  <c:v>116.73429029384668</c:v>
                </c:pt>
                <c:pt idx="152">
                  <c:v>117.82529214258416</c:v>
                </c:pt>
                <c:pt idx="153">
                  <c:v>118.26738600049815</c:v>
                </c:pt>
                <c:pt idx="154">
                  <c:v>118.86211032726598</c:v>
                </c:pt>
                <c:pt idx="155">
                  <c:v>117.41111675587717</c:v>
                </c:pt>
                <c:pt idx="156">
                  <c:v>115.81765134928767</c:v>
                </c:pt>
                <c:pt idx="157">
                  <c:v>114.45838563457292</c:v>
                </c:pt>
                <c:pt idx="158">
                  <c:v>113.64006472581633</c:v>
                </c:pt>
                <c:pt idx="159">
                  <c:v>110.24239985129975</c:v>
                </c:pt>
                <c:pt idx="160">
                  <c:v>110.32593768590534</c:v>
                </c:pt>
                <c:pt idx="161">
                  <c:v>109.07691052892159</c:v>
                </c:pt>
                <c:pt idx="162">
                  <c:v>109.16549578374236</c:v>
                </c:pt>
                <c:pt idx="163">
                  <c:v>110.19635610960076</c:v>
                </c:pt>
                <c:pt idx="164">
                  <c:v>110.50219340452666</c:v>
                </c:pt>
                <c:pt idx="165">
                  <c:v>108.02851196909724</c:v>
                </c:pt>
                <c:pt idx="166">
                  <c:v>109.63515172577549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3BF7-486A-B483-424F1F74A35A}"/>
            </c:ext>
          </c:extLst>
        </c:ser>
        <c:ser>
          <c:idx val="8"/>
          <c:order val="8"/>
          <c:tx>
            <c:strRef>
              <c:f>EQ!$I$97</c:f>
              <c:strCache>
                <c:ptCount val="1"/>
                <c:pt idx="0">
                  <c:v>ECH US</c:v>
                </c:pt>
              </c:strCache>
            </c:strRef>
          </c:tx>
          <c:spPr>
            <a:ln w="25400"/>
          </c:spPr>
          <c:marker>
            <c:symbol val="none"/>
          </c:marker>
          <c:cat>
            <c:numRef>
              <c:f>EQ!$J$37:$FU$37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EQ!$J$97:$FU$97</c:f>
              <c:numCache>
                <c:formatCode>General</c:formatCode>
                <c:ptCount val="168"/>
                <c:pt idx="0">
                  <c:v>100</c:v>
                </c:pt>
                <c:pt idx="1">
                  <c:v>99.925742574257427</c:v>
                </c:pt>
                <c:pt idx="2">
                  <c:v>102.97029702970298</c:v>
                </c:pt>
                <c:pt idx="3">
                  <c:v>105.32178217821782</c:v>
                </c:pt>
                <c:pt idx="4">
                  <c:v>104.92574257425743</c:v>
                </c:pt>
                <c:pt idx="5">
                  <c:v>105.81683168316832</c:v>
                </c:pt>
                <c:pt idx="6">
                  <c:v>106.06435643564356</c:v>
                </c:pt>
                <c:pt idx="7">
                  <c:v>108.58910891089107</c:v>
                </c:pt>
                <c:pt idx="8">
                  <c:v>109.75247524752474</c:v>
                </c:pt>
                <c:pt idx="9">
                  <c:v>110.17326732673264</c:v>
                </c:pt>
                <c:pt idx="10">
                  <c:v>109.28217821782175</c:v>
                </c:pt>
                <c:pt idx="11">
                  <c:v>109.13366336633662</c:v>
                </c:pt>
                <c:pt idx="12">
                  <c:v>109.13366336633662</c:v>
                </c:pt>
                <c:pt idx="13">
                  <c:v>108.63861386138612</c:v>
                </c:pt>
                <c:pt idx="14">
                  <c:v>111.88118811881186</c:v>
                </c:pt>
                <c:pt idx="15">
                  <c:v>114.29455445544551</c:v>
                </c:pt>
                <c:pt idx="16">
                  <c:v>114.85148514851483</c:v>
                </c:pt>
                <c:pt idx="17">
                  <c:v>115.79207920792078</c:v>
                </c:pt>
                <c:pt idx="18">
                  <c:v>117.25247524752471</c:v>
                </c:pt>
                <c:pt idx="19">
                  <c:v>116.48514851485146</c:v>
                </c:pt>
                <c:pt idx="20">
                  <c:v>116.02722772277224</c:v>
                </c:pt>
                <c:pt idx="21">
                  <c:v>111.98019801980195</c:v>
                </c:pt>
                <c:pt idx="22">
                  <c:v>113.98514851485143</c:v>
                </c:pt>
                <c:pt idx="23">
                  <c:v>116.80693069306925</c:v>
                </c:pt>
                <c:pt idx="24">
                  <c:v>113.01980198019795</c:v>
                </c:pt>
                <c:pt idx="25">
                  <c:v>111.8564356435643</c:v>
                </c:pt>
                <c:pt idx="26">
                  <c:v>111.98019801980193</c:v>
                </c:pt>
                <c:pt idx="27">
                  <c:v>114.28217821782174</c:v>
                </c:pt>
                <c:pt idx="28">
                  <c:v>110.2475247524752</c:v>
                </c:pt>
                <c:pt idx="29">
                  <c:v>112.25247524752471</c:v>
                </c:pt>
                <c:pt idx="30">
                  <c:v>109.52970297029698</c:v>
                </c:pt>
                <c:pt idx="31">
                  <c:v>108.4405940594059</c:v>
                </c:pt>
                <c:pt idx="32">
                  <c:v>108.4405940594059</c:v>
                </c:pt>
                <c:pt idx="33">
                  <c:v>108.41584158415836</c:v>
                </c:pt>
                <c:pt idx="34">
                  <c:v>108.14356435643559</c:v>
                </c:pt>
                <c:pt idx="35">
                  <c:v>107.72277227722768</c:v>
                </c:pt>
                <c:pt idx="36">
                  <c:v>107.87128712871281</c:v>
                </c:pt>
                <c:pt idx="37">
                  <c:v>107.69801980198012</c:v>
                </c:pt>
                <c:pt idx="38">
                  <c:v>110.24752475247517</c:v>
                </c:pt>
                <c:pt idx="39">
                  <c:v>110.71782178217813</c:v>
                </c:pt>
                <c:pt idx="40">
                  <c:v>109.75247524752469</c:v>
                </c:pt>
                <c:pt idx="41">
                  <c:v>107.6732673267326</c:v>
                </c:pt>
                <c:pt idx="42">
                  <c:v>102.87128712871281</c:v>
                </c:pt>
                <c:pt idx="43">
                  <c:v>97.945544554455381</c:v>
                </c:pt>
                <c:pt idx="44">
                  <c:v>99.77722772277221</c:v>
                </c:pt>
                <c:pt idx="45">
                  <c:v>96.460396039603893</c:v>
                </c:pt>
                <c:pt idx="46">
                  <c:v>96.509900990098956</c:v>
                </c:pt>
                <c:pt idx="47">
                  <c:v>98.34158415841577</c:v>
                </c:pt>
                <c:pt idx="48">
                  <c:v>100.69306930693062</c:v>
                </c:pt>
                <c:pt idx="49">
                  <c:v>100.59405940594053</c:v>
                </c:pt>
                <c:pt idx="50">
                  <c:v>97.227722772277176</c:v>
                </c:pt>
                <c:pt idx="51">
                  <c:v>96.163366336633615</c:v>
                </c:pt>
                <c:pt idx="52">
                  <c:v>98.490099009900931</c:v>
                </c:pt>
                <c:pt idx="53">
                  <c:v>99.455445544554394</c:v>
                </c:pt>
                <c:pt idx="54">
                  <c:v>98.440594059405896</c:v>
                </c:pt>
                <c:pt idx="55">
                  <c:v>98.415841584158358</c:v>
                </c:pt>
                <c:pt idx="56">
                  <c:v>94.207920792079165</c:v>
                </c:pt>
                <c:pt idx="57">
                  <c:v>96.163366336633615</c:v>
                </c:pt>
                <c:pt idx="58">
                  <c:v>95.297029702970249</c:v>
                </c:pt>
                <c:pt idx="59">
                  <c:v>96.633663366336592</c:v>
                </c:pt>
                <c:pt idx="60">
                  <c:v>95.049504950495006</c:v>
                </c:pt>
                <c:pt idx="61">
                  <c:v>96.237623762376217</c:v>
                </c:pt>
                <c:pt idx="62">
                  <c:v>94.752475247524728</c:v>
                </c:pt>
                <c:pt idx="63">
                  <c:v>98.415841584158386</c:v>
                </c:pt>
                <c:pt idx="64">
                  <c:v>100.47029702970295</c:v>
                </c:pt>
                <c:pt idx="65">
                  <c:v>99.108910891089081</c:v>
                </c:pt>
                <c:pt idx="66">
                  <c:v>99.108910891089081</c:v>
                </c:pt>
                <c:pt idx="67">
                  <c:v>99.133663366336606</c:v>
                </c:pt>
                <c:pt idx="68">
                  <c:v>98.267326732673254</c:v>
                </c:pt>
                <c:pt idx="69">
                  <c:v>102.77227722772277</c:v>
                </c:pt>
                <c:pt idx="70">
                  <c:v>104.57920792079207</c:v>
                </c:pt>
                <c:pt idx="71">
                  <c:v>105.07425742574257</c:v>
                </c:pt>
                <c:pt idx="72">
                  <c:v>106.31188118811882</c:v>
                </c:pt>
                <c:pt idx="73">
                  <c:v>108.53960396039605</c:v>
                </c:pt>
                <c:pt idx="74">
                  <c:v>108.76237623762376</c:v>
                </c:pt>
                <c:pt idx="75">
                  <c:v>109.70297029702971</c:v>
                </c:pt>
                <c:pt idx="76">
                  <c:v>111.31188118811882</c:v>
                </c:pt>
                <c:pt idx="77">
                  <c:v>109.29455445544555</c:v>
                </c:pt>
                <c:pt idx="78">
                  <c:v>105.49504950495049</c:v>
                </c:pt>
                <c:pt idx="79">
                  <c:v>105.89108910891089</c:v>
                </c:pt>
                <c:pt idx="80">
                  <c:v>104.18316831683168</c:v>
                </c:pt>
                <c:pt idx="81">
                  <c:v>105.96534653465346</c:v>
                </c:pt>
                <c:pt idx="82">
                  <c:v>105.44554455445544</c:v>
                </c:pt>
                <c:pt idx="83">
                  <c:v>104.18316831683168</c:v>
                </c:pt>
                <c:pt idx="84">
                  <c:v>101.70792079207921</c:v>
                </c:pt>
                <c:pt idx="85">
                  <c:v>103.36633663366337</c:v>
                </c:pt>
                <c:pt idx="86">
                  <c:v>102.7722772277228</c:v>
                </c:pt>
                <c:pt idx="87">
                  <c:v>99.282178217821794</c:v>
                </c:pt>
                <c:pt idx="88">
                  <c:v>100.29702970297032</c:v>
                </c:pt>
                <c:pt idx="89">
                  <c:v>104.0841584158416</c:v>
                </c:pt>
                <c:pt idx="90">
                  <c:v>103.76237623762378</c:v>
                </c:pt>
                <c:pt idx="91">
                  <c:v>103.06930693069309</c:v>
                </c:pt>
                <c:pt idx="92">
                  <c:v>101.980198019802</c:v>
                </c:pt>
                <c:pt idx="93">
                  <c:v>101.11386138613864</c:v>
                </c:pt>
                <c:pt idx="94">
                  <c:v>100.02475247524754</c:v>
                </c:pt>
                <c:pt idx="95">
                  <c:v>99.356435643564382</c:v>
                </c:pt>
                <c:pt idx="96">
                  <c:v>97.128712871287163</c:v>
                </c:pt>
                <c:pt idx="97">
                  <c:v>98.589108910891113</c:v>
                </c:pt>
                <c:pt idx="98">
                  <c:v>97.475247524752518</c:v>
                </c:pt>
                <c:pt idx="99">
                  <c:v>100.47029702970302</c:v>
                </c:pt>
                <c:pt idx="100">
                  <c:v>100.86633663366339</c:v>
                </c:pt>
                <c:pt idx="101">
                  <c:v>99.727722772277247</c:v>
                </c:pt>
                <c:pt idx="102">
                  <c:v>99.727722772277247</c:v>
                </c:pt>
                <c:pt idx="103">
                  <c:v>102.64851485148516</c:v>
                </c:pt>
                <c:pt idx="104">
                  <c:v>103.86138613861387</c:v>
                </c:pt>
                <c:pt idx="105">
                  <c:v>103.91089108910892</c:v>
                </c:pt>
                <c:pt idx="106">
                  <c:v>103.91089108910892</c:v>
                </c:pt>
                <c:pt idx="107">
                  <c:v>101.60891089108912</c:v>
                </c:pt>
                <c:pt idx="108">
                  <c:v>100.470297029703</c:v>
                </c:pt>
                <c:pt idx="109">
                  <c:v>98.811881188118846</c:v>
                </c:pt>
                <c:pt idx="110">
                  <c:v>99.009900990099027</c:v>
                </c:pt>
                <c:pt idx="111">
                  <c:v>95.594059405940598</c:v>
                </c:pt>
                <c:pt idx="112">
                  <c:v>94.108910891089138</c:v>
                </c:pt>
                <c:pt idx="113">
                  <c:v>96.90594059405943</c:v>
                </c:pt>
                <c:pt idx="114">
                  <c:v>96.930693069306955</c:v>
                </c:pt>
                <c:pt idx="115">
                  <c:v>101.38613861386142</c:v>
                </c:pt>
                <c:pt idx="116">
                  <c:v>102.72277227722776</c:v>
                </c:pt>
                <c:pt idx="117">
                  <c:v>103.90198852700266</c:v>
                </c:pt>
                <c:pt idx="118">
                  <c:v>104.00208678184562</c:v>
                </c:pt>
                <c:pt idx="119">
                  <c:v>102.62573577775477</c:v>
                </c:pt>
                <c:pt idx="120">
                  <c:v>101.74987604787879</c:v>
                </c:pt>
                <c:pt idx="121">
                  <c:v>101.74987604787879</c:v>
                </c:pt>
                <c:pt idx="122">
                  <c:v>102.15026906725068</c:v>
                </c:pt>
                <c:pt idx="123">
                  <c:v>99.722886387308662</c:v>
                </c:pt>
                <c:pt idx="124">
                  <c:v>98.471658201771547</c:v>
                </c:pt>
                <c:pt idx="125">
                  <c:v>98.321510819507083</c:v>
                </c:pt>
                <c:pt idx="126">
                  <c:v>98.922100348564896</c:v>
                </c:pt>
                <c:pt idx="127">
                  <c:v>99.597763568754942</c:v>
                </c:pt>
                <c:pt idx="128">
                  <c:v>99.347517931647531</c:v>
                </c:pt>
                <c:pt idx="129">
                  <c:v>98.571756456614509</c:v>
                </c:pt>
                <c:pt idx="130">
                  <c:v>97.921117800135207</c:v>
                </c:pt>
                <c:pt idx="131">
                  <c:v>97.921117800135207</c:v>
                </c:pt>
                <c:pt idx="132">
                  <c:v>99.247419676804526</c:v>
                </c:pt>
                <c:pt idx="133">
                  <c:v>99.82298464215161</c:v>
                </c:pt>
                <c:pt idx="134">
                  <c:v>98.071265182399642</c:v>
                </c:pt>
                <c:pt idx="135">
                  <c:v>99.885546051428477</c:v>
                </c:pt>
                <c:pt idx="136">
                  <c:v>100.59874611718465</c:v>
                </c:pt>
                <c:pt idx="137">
                  <c:v>98.546731892903765</c:v>
                </c:pt>
                <c:pt idx="138">
                  <c:v>100.12327940668052</c:v>
                </c:pt>
                <c:pt idx="139">
                  <c:v>99.722886387308662</c:v>
                </c:pt>
                <c:pt idx="140">
                  <c:v>97.770970417870757</c:v>
                </c:pt>
                <c:pt idx="141">
                  <c:v>97.295503707366663</c:v>
                </c:pt>
                <c:pt idx="142">
                  <c:v>97.095307197680711</c:v>
                </c:pt>
                <c:pt idx="143">
                  <c:v>98.671854711457499</c:v>
                </c:pt>
                <c:pt idx="144">
                  <c:v>98.947124912275655</c:v>
                </c:pt>
                <c:pt idx="145">
                  <c:v>96.644865050887347</c:v>
                </c:pt>
                <c:pt idx="146">
                  <c:v>96.619840487176603</c:v>
                </c:pt>
                <c:pt idx="147">
                  <c:v>98.196388000953377</c:v>
                </c:pt>
                <c:pt idx="148">
                  <c:v>97.795994981581487</c:v>
                </c:pt>
                <c:pt idx="149">
                  <c:v>97.370577398498853</c:v>
                </c:pt>
                <c:pt idx="150">
                  <c:v>99.64781269617643</c:v>
                </c:pt>
                <c:pt idx="151">
                  <c:v>98.421609074350044</c:v>
                </c:pt>
                <c:pt idx="152">
                  <c:v>99.622788132465701</c:v>
                </c:pt>
                <c:pt idx="153">
                  <c:v>101.19933564624246</c:v>
                </c:pt>
                <c:pt idx="154">
                  <c:v>102.52563752291182</c:v>
                </c:pt>
                <c:pt idx="155">
                  <c:v>103.40149725278781</c:v>
                </c:pt>
                <c:pt idx="156">
                  <c:v>103.22632530681261</c:v>
                </c:pt>
                <c:pt idx="157">
                  <c:v>102.2753918858044</c:v>
                </c:pt>
                <c:pt idx="158">
                  <c:v>101.12426195511024</c:v>
                </c:pt>
                <c:pt idx="159">
                  <c:v>100.1483039703913</c:v>
                </c:pt>
                <c:pt idx="160">
                  <c:v>100.19835309781278</c:v>
                </c:pt>
                <c:pt idx="161">
                  <c:v>100.89904088171359</c:v>
                </c:pt>
                <c:pt idx="162">
                  <c:v>101.39953215592844</c:v>
                </c:pt>
                <c:pt idx="163">
                  <c:v>100.29845135265576</c:v>
                </c:pt>
                <c:pt idx="164">
                  <c:v>101.8499743027218</c:v>
                </c:pt>
                <c:pt idx="165">
                  <c:v>101.71233920231272</c:v>
                </c:pt>
                <c:pt idx="166">
                  <c:v>103.70179201731673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3BF7-486A-B483-424F1F74A3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25654912"/>
        <c:axId val="1575770799"/>
      </c:lineChart>
      <c:dateAx>
        <c:axId val="425654912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33A0"/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1575770799"/>
        <c:crosses val="autoZero"/>
        <c:auto val="1"/>
        <c:lblOffset val="100"/>
        <c:baseTimeUnit val="days"/>
      </c:dateAx>
      <c:valAx>
        <c:axId val="1575770799"/>
        <c:scaling>
          <c:orientation val="minMax"/>
          <c:min val="8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33A0"/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425654912"/>
        <c:crosses val="autoZero"/>
        <c:crossBetween val="between"/>
      </c:valAx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0033A0"/>
              </a:solidFill>
              <a:latin typeface="+mn-lt"/>
              <a:ea typeface="+mn-ea"/>
              <a:cs typeface="+mn-cs"/>
            </a:defRPr>
          </a:pPr>
          <a:endParaRPr lang="es-PE"/>
        </a:p>
      </c:txPr>
    </c:legend>
    <c:plotVisOnly val="1"/>
    <c:dispBlanksAs val="gap"/>
    <c:showDLblsOverMax val="0"/>
    <c:extLst/>
  </c:chart>
  <c:txPr>
    <a:bodyPr/>
    <a:lstStyle/>
    <a:p>
      <a:pPr>
        <a:defRPr>
          <a:solidFill>
            <a:srgbClr val="0033A0"/>
          </a:solidFill>
        </a:defRPr>
      </a:pPr>
      <a:endParaRPr lang="es-PE"/>
    </a:p>
  </c:txPr>
  <c:externalData r:id="rId2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RF!$H$4</c:f>
              <c:strCache>
                <c:ptCount val="1"/>
                <c:pt idx="0">
                  <c:v>TIP US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RF!$I$4:$FT$4</c:f>
              <c:numCache>
                <c:formatCode>General</c:formatCode>
                <c:ptCount val="168"/>
                <c:pt idx="0">
                  <c:v>100</c:v>
                </c:pt>
                <c:pt idx="1">
                  <c:v>99.954508234009637</c:v>
                </c:pt>
                <c:pt idx="2">
                  <c:v>100.22745882995177</c:v>
                </c:pt>
                <c:pt idx="3">
                  <c:v>100.1546720043672</c:v>
                </c:pt>
                <c:pt idx="4">
                  <c:v>100.30934400873441</c:v>
                </c:pt>
                <c:pt idx="5">
                  <c:v>100.10918023837685</c:v>
                </c:pt>
                <c:pt idx="6">
                  <c:v>100.24565553634793</c:v>
                </c:pt>
                <c:pt idx="7">
                  <c:v>100.24565553634793</c:v>
                </c:pt>
                <c:pt idx="8">
                  <c:v>100.33663906832864</c:v>
                </c:pt>
                <c:pt idx="9">
                  <c:v>100.44581930670549</c:v>
                </c:pt>
                <c:pt idx="10">
                  <c:v>100.29114730233827</c:v>
                </c:pt>
                <c:pt idx="11">
                  <c:v>100.10008188517878</c:v>
                </c:pt>
                <c:pt idx="12">
                  <c:v>100.10008188517878</c:v>
                </c:pt>
                <c:pt idx="13">
                  <c:v>99.799836229642438</c:v>
                </c:pt>
                <c:pt idx="14">
                  <c:v>100.19106541715949</c:v>
                </c:pt>
                <c:pt idx="15">
                  <c:v>100.09098353198071</c:v>
                </c:pt>
                <c:pt idx="16">
                  <c:v>100.29114730233827</c:v>
                </c:pt>
                <c:pt idx="17">
                  <c:v>100.42762260030933</c:v>
                </c:pt>
                <c:pt idx="18">
                  <c:v>100.4367209535074</c:v>
                </c:pt>
                <c:pt idx="19">
                  <c:v>100.48221271949775</c:v>
                </c:pt>
                <c:pt idx="20">
                  <c:v>100.55499954508232</c:v>
                </c:pt>
                <c:pt idx="21">
                  <c:v>100.51860613229005</c:v>
                </c:pt>
                <c:pt idx="22">
                  <c:v>100.25475388954597</c:v>
                </c:pt>
                <c:pt idx="23">
                  <c:v>100.41852424711125</c:v>
                </c:pt>
                <c:pt idx="24">
                  <c:v>100.3093440087344</c:v>
                </c:pt>
                <c:pt idx="25">
                  <c:v>100.5913929578746</c:v>
                </c:pt>
                <c:pt idx="26">
                  <c:v>100.69147484305337</c:v>
                </c:pt>
                <c:pt idx="27">
                  <c:v>100.77336002183601</c:v>
                </c:pt>
                <c:pt idx="28">
                  <c:v>100.98262214539164</c:v>
                </c:pt>
                <c:pt idx="29">
                  <c:v>100.81885178782636</c:v>
                </c:pt>
                <c:pt idx="30">
                  <c:v>101.2191793285415</c:v>
                </c:pt>
                <c:pt idx="31">
                  <c:v>101.34655627331449</c:v>
                </c:pt>
                <c:pt idx="32">
                  <c:v>101.34655627331449</c:v>
                </c:pt>
                <c:pt idx="33">
                  <c:v>101.20098262214536</c:v>
                </c:pt>
                <c:pt idx="34">
                  <c:v>101.13729414975886</c:v>
                </c:pt>
                <c:pt idx="35">
                  <c:v>101.2191793285415</c:v>
                </c:pt>
                <c:pt idx="36">
                  <c:v>101.16458920935307</c:v>
                </c:pt>
                <c:pt idx="37">
                  <c:v>101.25557274133378</c:v>
                </c:pt>
                <c:pt idx="38">
                  <c:v>101.2737694477299</c:v>
                </c:pt>
                <c:pt idx="39">
                  <c:v>101.36475297971062</c:v>
                </c:pt>
                <c:pt idx="40">
                  <c:v>101.63770357565275</c:v>
                </c:pt>
                <c:pt idx="41">
                  <c:v>101.79237558001996</c:v>
                </c:pt>
                <c:pt idx="42">
                  <c:v>101.51032663087976</c:v>
                </c:pt>
                <c:pt idx="43">
                  <c:v>101.44663815849327</c:v>
                </c:pt>
                <c:pt idx="44">
                  <c:v>101.21917932854149</c:v>
                </c:pt>
                <c:pt idx="45">
                  <c:v>101.19188426894728</c:v>
                </c:pt>
                <c:pt idx="46">
                  <c:v>101.38294968610677</c:v>
                </c:pt>
                <c:pt idx="47">
                  <c:v>101.54672004367205</c:v>
                </c:pt>
                <c:pt idx="48">
                  <c:v>101.21008097534342</c:v>
                </c:pt>
                <c:pt idx="49">
                  <c:v>101.0554089709762</c:v>
                </c:pt>
                <c:pt idx="50">
                  <c:v>100.92803202620321</c:v>
                </c:pt>
                <c:pt idx="51">
                  <c:v>100.72786825584564</c:v>
                </c:pt>
                <c:pt idx="52">
                  <c:v>101.04631061777813</c:v>
                </c:pt>
                <c:pt idx="53">
                  <c:v>101.40114639250291</c:v>
                </c:pt>
                <c:pt idx="54">
                  <c:v>101.2100809753434</c:v>
                </c:pt>
                <c:pt idx="55">
                  <c:v>101.09180238376848</c:v>
                </c:pt>
                <c:pt idx="56">
                  <c:v>100.28204894914015</c:v>
                </c:pt>
                <c:pt idx="57">
                  <c:v>100.25475388954594</c:v>
                </c:pt>
                <c:pt idx="58">
                  <c:v>99.927213174415371</c:v>
                </c:pt>
                <c:pt idx="59">
                  <c:v>100.22745882995171</c:v>
                </c:pt>
                <c:pt idx="60">
                  <c:v>99.863524702028869</c:v>
                </c:pt>
                <c:pt idx="61">
                  <c:v>99.781639523246227</c:v>
                </c:pt>
                <c:pt idx="62">
                  <c:v>100.40032754071507</c:v>
                </c:pt>
                <c:pt idx="63">
                  <c:v>100.40942589391314</c:v>
                </c:pt>
                <c:pt idx="64">
                  <c:v>100.40942589391314</c:v>
                </c:pt>
                <c:pt idx="65">
                  <c:v>100.81885178782635</c:v>
                </c:pt>
                <c:pt idx="66">
                  <c:v>100.81885178782635</c:v>
                </c:pt>
                <c:pt idx="67">
                  <c:v>100.77336002183598</c:v>
                </c:pt>
                <c:pt idx="68">
                  <c:v>100.8916386134109</c:v>
                </c:pt>
                <c:pt idx="69">
                  <c:v>100.90983531980704</c:v>
                </c:pt>
                <c:pt idx="70">
                  <c:v>100.95532708579739</c:v>
                </c:pt>
                <c:pt idx="71">
                  <c:v>101.00991720498583</c:v>
                </c:pt>
                <c:pt idx="72">
                  <c:v>101.24647438813568</c:v>
                </c:pt>
                <c:pt idx="73">
                  <c:v>101.47393321808747</c:v>
                </c:pt>
                <c:pt idx="74">
                  <c:v>101.38294968610676</c:v>
                </c:pt>
                <c:pt idx="75">
                  <c:v>101.16458920935304</c:v>
                </c:pt>
                <c:pt idx="76">
                  <c:v>101.4284414520971</c:v>
                </c:pt>
                <c:pt idx="77">
                  <c:v>101.3647529797106</c:v>
                </c:pt>
                <c:pt idx="78">
                  <c:v>101.19188426894726</c:v>
                </c:pt>
                <c:pt idx="79">
                  <c:v>101.34655627331448</c:v>
                </c:pt>
                <c:pt idx="80">
                  <c:v>101.51032663087976</c:v>
                </c:pt>
                <c:pt idx="81">
                  <c:v>101.71958875443539</c:v>
                </c:pt>
                <c:pt idx="82">
                  <c:v>101.69229369484118</c:v>
                </c:pt>
                <c:pt idx="83">
                  <c:v>101.6559002820489</c:v>
                </c:pt>
                <c:pt idx="84">
                  <c:v>101.34655627331449</c:v>
                </c:pt>
                <c:pt idx="85">
                  <c:v>101.50122827768169</c:v>
                </c:pt>
                <c:pt idx="86">
                  <c:v>101.82205599680537</c:v>
                </c:pt>
                <c:pt idx="87">
                  <c:v>101.63916950197502</c:v>
                </c:pt>
                <c:pt idx="88">
                  <c:v>101.56601490404286</c:v>
                </c:pt>
                <c:pt idx="89">
                  <c:v>101.63916950197502</c:v>
                </c:pt>
                <c:pt idx="90">
                  <c:v>101.52943760507679</c:v>
                </c:pt>
                <c:pt idx="91">
                  <c:v>101.86777762051298</c:v>
                </c:pt>
                <c:pt idx="92">
                  <c:v>101.78547869783932</c:v>
                </c:pt>
                <c:pt idx="93">
                  <c:v>101.61173652775048</c:v>
                </c:pt>
                <c:pt idx="94">
                  <c:v>101.61173652775048</c:v>
                </c:pt>
                <c:pt idx="95">
                  <c:v>101.51114895559378</c:v>
                </c:pt>
                <c:pt idx="96">
                  <c:v>101.14537596593306</c:v>
                </c:pt>
                <c:pt idx="97">
                  <c:v>101.02649974429333</c:v>
                </c:pt>
                <c:pt idx="98">
                  <c:v>100.68815972885714</c:v>
                </c:pt>
                <c:pt idx="99">
                  <c:v>100.92591217213662</c:v>
                </c:pt>
                <c:pt idx="100">
                  <c:v>100.92591217213662</c:v>
                </c:pt>
                <c:pt idx="101">
                  <c:v>100.93505649687815</c:v>
                </c:pt>
                <c:pt idx="102">
                  <c:v>100.93505649687815</c:v>
                </c:pt>
                <c:pt idx="103">
                  <c:v>101.33740678550495</c:v>
                </c:pt>
                <c:pt idx="104">
                  <c:v>101.39227273395407</c:v>
                </c:pt>
                <c:pt idx="105">
                  <c:v>101.66660247619964</c:v>
                </c:pt>
                <c:pt idx="106">
                  <c:v>101.6940354504242</c:v>
                </c:pt>
                <c:pt idx="107">
                  <c:v>101.73799055461764</c:v>
                </c:pt>
                <c:pt idx="108">
                  <c:v>101.72873996445992</c:v>
                </c:pt>
                <c:pt idx="109">
                  <c:v>101.54372816130549</c:v>
                </c:pt>
                <c:pt idx="110">
                  <c:v>101.55297875146321</c:v>
                </c:pt>
                <c:pt idx="111">
                  <c:v>101.062697473104</c:v>
                </c:pt>
                <c:pt idx="112">
                  <c:v>100.95169039121133</c:v>
                </c:pt>
                <c:pt idx="113">
                  <c:v>101.12745160420803</c:v>
                </c:pt>
                <c:pt idx="114">
                  <c:v>101.0256951124731</c:v>
                </c:pt>
                <c:pt idx="115">
                  <c:v>101.38646812862423</c:v>
                </c:pt>
                <c:pt idx="116">
                  <c:v>101.39571871878195</c:v>
                </c:pt>
                <c:pt idx="117">
                  <c:v>101.53447757114778</c:v>
                </c:pt>
                <c:pt idx="118">
                  <c:v>101.53447757114778</c:v>
                </c:pt>
                <c:pt idx="119">
                  <c:v>100.85918448963412</c:v>
                </c:pt>
                <c:pt idx="120">
                  <c:v>101.19220573531209</c:v>
                </c:pt>
                <c:pt idx="121">
                  <c:v>101.19220573531209</c:v>
                </c:pt>
                <c:pt idx="122">
                  <c:v>100.77592917821462</c:v>
                </c:pt>
                <c:pt idx="123">
                  <c:v>100.73892681758375</c:v>
                </c:pt>
                <c:pt idx="124">
                  <c:v>101.12745160420802</c:v>
                </c:pt>
                <c:pt idx="125">
                  <c:v>101.29396222704702</c:v>
                </c:pt>
                <c:pt idx="126">
                  <c:v>101.47897403020144</c:v>
                </c:pt>
                <c:pt idx="127">
                  <c:v>101.66398583335588</c:v>
                </c:pt>
                <c:pt idx="128">
                  <c:v>101.22920809594298</c:v>
                </c:pt>
                <c:pt idx="129">
                  <c:v>101.04054334764191</c:v>
                </c:pt>
                <c:pt idx="130">
                  <c:v>101.18999778912868</c:v>
                </c:pt>
                <c:pt idx="131">
                  <c:v>101.18999778912868</c:v>
                </c:pt>
                <c:pt idx="132">
                  <c:v>101.33945223061544</c:v>
                </c:pt>
                <c:pt idx="133">
                  <c:v>101.04054334764193</c:v>
                </c:pt>
                <c:pt idx="134">
                  <c:v>100.92845251652685</c:v>
                </c:pt>
                <c:pt idx="135">
                  <c:v>100.99383883467732</c:v>
                </c:pt>
                <c:pt idx="136">
                  <c:v>101.00317973727023</c:v>
                </c:pt>
                <c:pt idx="137">
                  <c:v>100.79767988022594</c:v>
                </c:pt>
                <c:pt idx="138">
                  <c:v>100.89108890615518</c:v>
                </c:pt>
                <c:pt idx="139">
                  <c:v>100.9471343217127</c:v>
                </c:pt>
                <c:pt idx="140">
                  <c:v>100.85372529578348</c:v>
                </c:pt>
                <c:pt idx="141">
                  <c:v>101.13395237357113</c:v>
                </c:pt>
                <c:pt idx="142">
                  <c:v>100.92845251652685</c:v>
                </c:pt>
                <c:pt idx="143">
                  <c:v>100.76965717244717</c:v>
                </c:pt>
                <c:pt idx="144">
                  <c:v>100.66690724392502</c:v>
                </c:pt>
                <c:pt idx="145">
                  <c:v>100.4053619713232</c:v>
                </c:pt>
                <c:pt idx="146">
                  <c:v>100.41470287391614</c:v>
                </c:pt>
                <c:pt idx="147">
                  <c:v>100.311952945394</c:v>
                </c:pt>
                <c:pt idx="148">
                  <c:v>100.56415731540289</c:v>
                </c:pt>
                <c:pt idx="149">
                  <c:v>100.66690724392504</c:v>
                </c:pt>
                <c:pt idx="150">
                  <c:v>100.63888453614626</c:v>
                </c:pt>
                <c:pt idx="151">
                  <c:v>100.53613460762412</c:v>
                </c:pt>
                <c:pt idx="152">
                  <c:v>100.54966919906862</c:v>
                </c:pt>
                <c:pt idx="153">
                  <c:v>100.7284492584718</c:v>
                </c:pt>
                <c:pt idx="154">
                  <c:v>100.68140187441833</c:v>
                </c:pt>
                <c:pt idx="155">
                  <c:v>100.55907867587932</c:v>
                </c:pt>
                <c:pt idx="156">
                  <c:v>100.75667768890388</c:v>
                </c:pt>
                <c:pt idx="157">
                  <c:v>100.54966919906862</c:v>
                </c:pt>
                <c:pt idx="158">
                  <c:v>100.57789762950071</c:v>
                </c:pt>
                <c:pt idx="159">
                  <c:v>100.60612605993279</c:v>
                </c:pt>
                <c:pt idx="160">
                  <c:v>100.83195350338943</c:v>
                </c:pt>
                <c:pt idx="161">
                  <c:v>100.67199239760764</c:v>
                </c:pt>
                <c:pt idx="162">
                  <c:v>100.46498390777238</c:v>
                </c:pt>
                <c:pt idx="163">
                  <c:v>100.70022082803972</c:v>
                </c:pt>
                <c:pt idx="164">
                  <c:v>101.1612851917637</c:v>
                </c:pt>
                <c:pt idx="165">
                  <c:v>101.17069466857438</c:v>
                </c:pt>
                <c:pt idx="166">
                  <c:v>100.80372507295735</c:v>
                </c:pt>
                <c:pt idx="167">
                  <c:v>100.80372507295735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021-4EBB-AF4F-46A5495D9686}"/>
            </c:ext>
          </c:extLst>
        </c:ser>
        <c:ser>
          <c:idx val="1"/>
          <c:order val="1"/>
          <c:tx>
            <c:strRef>
              <c:f>RF!$H$5</c:f>
              <c:strCache>
                <c:ptCount val="1"/>
                <c:pt idx="0">
                  <c:v>TLT US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RF!$I$5:$FT$5</c:f>
              <c:numCache>
                <c:formatCode>General</c:formatCode>
                <c:ptCount val="168"/>
                <c:pt idx="0">
                  <c:v>100</c:v>
                </c:pt>
                <c:pt idx="1">
                  <c:v>99.85084901330886</c:v>
                </c:pt>
                <c:pt idx="2">
                  <c:v>100.34419458467185</c:v>
                </c:pt>
                <c:pt idx="3">
                  <c:v>100.13767783386875</c:v>
                </c:pt>
                <c:pt idx="4">
                  <c:v>100.72280862781093</c:v>
                </c:pt>
                <c:pt idx="5">
                  <c:v>100.21798990362552</c:v>
                </c:pt>
                <c:pt idx="6">
                  <c:v>100.88343276732448</c:v>
                </c:pt>
                <c:pt idx="7">
                  <c:v>100.58513079394218</c:v>
                </c:pt>
                <c:pt idx="8">
                  <c:v>100.7572280862781</c:v>
                </c:pt>
                <c:pt idx="9">
                  <c:v>101.34235888022027</c:v>
                </c:pt>
                <c:pt idx="10">
                  <c:v>101.31941257457549</c:v>
                </c:pt>
                <c:pt idx="11">
                  <c:v>100.73428178063331</c:v>
                </c:pt>
                <c:pt idx="12">
                  <c:v>100.73428178063331</c:v>
                </c:pt>
                <c:pt idx="13">
                  <c:v>99.41486920605783</c:v>
                </c:pt>
                <c:pt idx="14">
                  <c:v>100.17209729233593</c:v>
                </c:pt>
                <c:pt idx="15">
                  <c:v>100.60807709958695</c:v>
                </c:pt>
                <c:pt idx="16">
                  <c:v>100.88343276732445</c:v>
                </c:pt>
                <c:pt idx="17">
                  <c:v>101.36530518586504</c:v>
                </c:pt>
                <c:pt idx="18">
                  <c:v>100.73428178063328</c:v>
                </c:pt>
                <c:pt idx="19">
                  <c:v>100.50481872418537</c:v>
                </c:pt>
                <c:pt idx="20">
                  <c:v>100.52776502983016</c:v>
                </c:pt>
                <c:pt idx="21">
                  <c:v>99.965580541532773</c:v>
                </c:pt>
                <c:pt idx="22">
                  <c:v>99.679825948635667</c:v>
                </c:pt>
                <c:pt idx="23">
                  <c:v>99.921683411942595</c:v>
                </c:pt>
                <c:pt idx="24">
                  <c:v>99.668308926573445</c:v>
                </c:pt>
                <c:pt idx="25">
                  <c:v>100.75090900042345</c:v>
                </c:pt>
                <c:pt idx="26">
                  <c:v>100.82001113279685</c:v>
                </c:pt>
                <c:pt idx="27">
                  <c:v>100.79697708867236</c:v>
                </c:pt>
                <c:pt idx="28">
                  <c:v>101.960196316958</c:v>
                </c:pt>
                <c:pt idx="29">
                  <c:v>101.418896280033</c:v>
                </c:pt>
                <c:pt idx="30">
                  <c:v>102.76638786131437</c:v>
                </c:pt>
                <c:pt idx="31">
                  <c:v>103.33072194236384</c:v>
                </c:pt>
                <c:pt idx="32">
                  <c:v>103.33072194236384</c:v>
                </c:pt>
                <c:pt idx="33">
                  <c:v>103.50347727329735</c:v>
                </c:pt>
                <c:pt idx="34">
                  <c:v>103.11189852318138</c:v>
                </c:pt>
                <c:pt idx="35">
                  <c:v>103.21555172174149</c:v>
                </c:pt>
                <c:pt idx="36">
                  <c:v>102.97369425843456</c:v>
                </c:pt>
                <c:pt idx="37">
                  <c:v>103.35375598648828</c:v>
                </c:pt>
                <c:pt idx="38">
                  <c:v>103.53802833948404</c:v>
                </c:pt>
                <c:pt idx="39">
                  <c:v>103.54954536154627</c:v>
                </c:pt>
                <c:pt idx="40">
                  <c:v>103.96415815578668</c:v>
                </c:pt>
                <c:pt idx="41">
                  <c:v>104.59759436920955</c:v>
                </c:pt>
                <c:pt idx="42">
                  <c:v>103.54679602901849</c:v>
                </c:pt>
                <c:pt idx="43">
                  <c:v>103.33880112571281</c:v>
                </c:pt>
                <c:pt idx="44">
                  <c:v>103.01525349834839</c:v>
                </c:pt>
                <c:pt idx="45">
                  <c:v>102.59926369173699</c:v>
                </c:pt>
                <c:pt idx="46">
                  <c:v>102.2179397023432</c:v>
                </c:pt>
                <c:pt idx="47">
                  <c:v>103.10769567759534</c:v>
                </c:pt>
                <c:pt idx="48">
                  <c:v>102.00994479903751</c:v>
                </c:pt>
                <c:pt idx="49">
                  <c:v>100.69264374476812</c:v>
                </c:pt>
                <c:pt idx="50">
                  <c:v>100.49620411386829</c:v>
                </c:pt>
                <c:pt idx="51">
                  <c:v>99.999327400415794</c:v>
                </c:pt>
                <c:pt idx="52">
                  <c:v>100.77353065160921</c:v>
                </c:pt>
                <c:pt idx="53">
                  <c:v>101.05085718935014</c:v>
                </c:pt>
                <c:pt idx="54">
                  <c:v>100.47887120525948</c:v>
                </c:pt>
                <c:pt idx="55">
                  <c:v>101.09707827897363</c:v>
                </c:pt>
                <c:pt idx="56">
                  <c:v>99.178903059598895</c:v>
                </c:pt>
                <c:pt idx="57">
                  <c:v>99.820220678124798</c:v>
                </c:pt>
                <c:pt idx="58">
                  <c:v>99.386897962904598</c:v>
                </c:pt>
                <c:pt idx="59">
                  <c:v>100.34598557259197</c:v>
                </c:pt>
                <c:pt idx="60">
                  <c:v>99.502450686963314</c:v>
                </c:pt>
                <c:pt idx="61">
                  <c:v>98.959352883887334</c:v>
                </c:pt>
                <c:pt idx="62">
                  <c:v>100.27665393815674</c:v>
                </c:pt>
                <c:pt idx="63">
                  <c:v>100.17265648650388</c:v>
                </c:pt>
                <c:pt idx="64">
                  <c:v>100.07378808522391</c:v>
                </c:pt>
                <c:pt idx="65">
                  <c:v>100.68866297144197</c:v>
                </c:pt>
                <c:pt idx="66">
                  <c:v>100.68866297144197</c:v>
                </c:pt>
                <c:pt idx="67">
                  <c:v>100.52624319017683</c:v>
                </c:pt>
                <c:pt idx="68">
                  <c:v>100.51464177722931</c:v>
                </c:pt>
                <c:pt idx="69">
                  <c:v>100.83948133975962</c:v>
                </c:pt>
                <c:pt idx="70">
                  <c:v>100.58425025491438</c:v>
                </c:pt>
                <c:pt idx="71">
                  <c:v>100.34062058301666</c:v>
                </c:pt>
                <c:pt idx="72">
                  <c:v>100.64225731965193</c:v>
                </c:pt>
                <c:pt idx="73">
                  <c:v>101.1759223152374</c:v>
                </c:pt>
                <c:pt idx="74">
                  <c:v>100.73506862323201</c:v>
                </c:pt>
                <c:pt idx="75">
                  <c:v>100.09699091111895</c:v>
                </c:pt>
                <c:pt idx="76">
                  <c:v>101.01350253397224</c:v>
                </c:pt>
                <c:pt idx="77">
                  <c:v>100.99029970807723</c:v>
                </c:pt>
                <c:pt idx="78">
                  <c:v>100.43343188659674</c:v>
                </c:pt>
                <c:pt idx="79">
                  <c:v>100.63065590670442</c:v>
                </c:pt>
                <c:pt idx="80">
                  <c:v>100.41022906070172</c:v>
                </c:pt>
                <c:pt idx="81">
                  <c:v>100.59585166786189</c:v>
                </c:pt>
                <c:pt idx="82">
                  <c:v>100.09699091111895</c:v>
                </c:pt>
                <c:pt idx="83">
                  <c:v>100.20140362764654</c:v>
                </c:pt>
                <c:pt idx="84">
                  <c:v>99.424108960163352</c:v>
                </c:pt>
                <c:pt idx="85">
                  <c:v>99.331297656583274</c:v>
                </c:pt>
                <c:pt idx="86">
                  <c:v>99.686851697213299</c:v>
                </c:pt>
                <c:pt idx="87">
                  <c:v>98.929972201789994</c:v>
                </c:pt>
                <c:pt idx="88">
                  <c:v>99.477254298480702</c:v>
                </c:pt>
                <c:pt idx="89">
                  <c:v>100.23413379390399</c:v>
                </c:pt>
                <c:pt idx="90">
                  <c:v>99.73342889693167</c:v>
                </c:pt>
                <c:pt idx="91">
                  <c:v>100.23413379390399</c:v>
                </c:pt>
                <c:pt idx="92">
                  <c:v>99.628630197565357</c:v>
                </c:pt>
                <c:pt idx="93">
                  <c:v>98.964905101578765</c:v>
                </c:pt>
                <c:pt idx="94">
                  <c:v>98.743663402916582</c:v>
                </c:pt>
                <c:pt idx="95">
                  <c:v>98.883395002071666</c:v>
                </c:pt>
                <c:pt idx="96">
                  <c:v>97.416213210943425</c:v>
                </c:pt>
                <c:pt idx="97">
                  <c:v>97.299770211647541</c:v>
                </c:pt>
                <c:pt idx="98">
                  <c:v>96.67097801544972</c:v>
                </c:pt>
                <c:pt idx="99">
                  <c:v>97.707320709183151</c:v>
                </c:pt>
                <c:pt idx="100">
                  <c:v>98.068294007000418</c:v>
                </c:pt>
                <c:pt idx="101">
                  <c:v>98.60393180376154</c:v>
                </c:pt>
                <c:pt idx="102">
                  <c:v>98.60393180376154</c:v>
                </c:pt>
                <c:pt idx="103">
                  <c:v>99.092992400804278</c:v>
                </c:pt>
                <c:pt idx="104">
                  <c:v>99.325878399396075</c:v>
                </c:pt>
                <c:pt idx="105">
                  <c:v>99.838227596297997</c:v>
                </c:pt>
                <c:pt idx="106">
                  <c:v>99.861516196157183</c:v>
                </c:pt>
                <c:pt idx="107">
                  <c:v>99.915029830421204</c:v>
                </c:pt>
                <c:pt idx="108">
                  <c:v>100.12545109366535</c:v>
                </c:pt>
                <c:pt idx="109">
                  <c:v>99.727988707537534</c:v>
                </c:pt>
                <c:pt idx="110">
                  <c:v>99.950100040961885</c:v>
                </c:pt>
                <c:pt idx="111">
                  <c:v>99.435736953031792</c:v>
                </c:pt>
                <c:pt idx="112">
                  <c:v>98.9213738651017</c:v>
                </c:pt>
                <c:pt idx="113">
                  <c:v>99.505877374113169</c:v>
                </c:pt>
                <c:pt idx="114">
                  <c:v>99.225315689787649</c:v>
                </c:pt>
                <c:pt idx="115">
                  <c:v>100.5112234096129</c:v>
                </c:pt>
                <c:pt idx="116">
                  <c:v>100.26573193582807</c:v>
                </c:pt>
                <c:pt idx="117">
                  <c:v>100.20728158492693</c:v>
                </c:pt>
                <c:pt idx="118">
                  <c:v>100.75671488339771</c:v>
                </c:pt>
                <c:pt idx="119">
                  <c:v>100.92037586592092</c:v>
                </c:pt>
                <c:pt idx="120">
                  <c:v>101.41135881349055</c:v>
                </c:pt>
                <c:pt idx="121">
                  <c:v>101.41135881349055</c:v>
                </c:pt>
                <c:pt idx="122">
                  <c:v>100.63981418159541</c:v>
                </c:pt>
                <c:pt idx="123">
                  <c:v>100.76840495357794</c:v>
                </c:pt>
                <c:pt idx="124">
                  <c:v>102.14783323484501</c:v>
                </c:pt>
                <c:pt idx="125">
                  <c:v>102.11276302430431</c:v>
                </c:pt>
                <c:pt idx="126">
                  <c:v>102.12445309448455</c:v>
                </c:pt>
                <c:pt idx="127">
                  <c:v>102.22966372610662</c:v>
                </c:pt>
                <c:pt idx="128">
                  <c:v>101.02558649754299</c:v>
                </c:pt>
                <c:pt idx="129">
                  <c:v>100.34274659766641</c:v>
                </c:pt>
                <c:pt idx="130">
                  <c:v>100.33101334853198</c:v>
                </c:pt>
                <c:pt idx="131">
                  <c:v>100.33101334853198</c:v>
                </c:pt>
                <c:pt idx="132">
                  <c:v>100.26061385372539</c:v>
                </c:pt>
                <c:pt idx="133">
                  <c:v>99.204621431626464</c:v>
                </c:pt>
                <c:pt idx="134">
                  <c:v>98.981689698072245</c:v>
                </c:pt>
                <c:pt idx="135">
                  <c:v>99.13422193681987</c:v>
                </c:pt>
                <c:pt idx="136">
                  <c:v>99.11075543855101</c:v>
                </c:pt>
                <c:pt idx="137">
                  <c:v>98.524092981829398</c:v>
                </c:pt>
                <c:pt idx="138">
                  <c:v>98.653158722308149</c:v>
                </c:pt>
                <c:pt idx="139">
                  <c:v>98.840890708459071</c:v>
                </c:pt>
                <c:pt idx="140">
                  <c:v>98.805690961055774</c:v>
                </c:pt>
                <c:pt idx="141">
                  <c:v>99.169421684223181</c:v>
                </c:pt>
                <c:pt idx="142">
                  <c:v>98.430226988753944</c:v>
                </c:pt>
                <c:pt idx="143">
                  <c:v>98.160362258661991</c:v>
                </c:pt>
                <c:pt idx="144">
                  <c:v>97.902230777704474</c:v>
                </c:pt>
                <c:pt idx="145">
                  <c:v>97.585433051074801</c:v>
                </c:pt>
                <c:pt idx="146">
                  <c:v>97.679299044150255</c:v>
                </c:pt>
                <c:pt idx="147">
                  <c:v>98.265961500871882</c:v>
                </c:pt>
                <c:pt idx="148">
                  <c:v>98.840890708459057</c:v>
                </c:pt>
                <c:pt idx="149">
                  <c:v>97.209969078772943</c:v>
                </c:pt>
                <c:pt idx="150">
                  <c:v>97.151302833100786</c:v>
                </c:pt>
                <c:pt idx="151">
                  <c:v>96.505974130707003</c:v>
                </c:pt>
                <c:pt idx="152">
                  <c:v>96.824584621145348</c:v>
                </c:pt>
                <c:pt idx="153">
                  <c:v>97.566761142757713</c:v>
                </c:pt>
                <c:pt idx="154">
                  <c:v>97.778811577504101</c:v>
                </c:pt>
                <c:pt idx="155">
                  <c:v>97.213343751513705</c:v>
                </c:pt>
                <c:pt idx="156">
                  <c:v>97.496077664508903</c:v>
                </c:pt>
                <c:pt idx="157">
                  <c:v>96.671437084939583</c:v>
                </c:pt>
                <c:pt idx="158">
                  <c:v>96.82458462114532</c:v>
                </c:pt>
                <c:pt idx="159">
                  <c:v>96.730339983480263</c:v>
                </c:pt>
                <c:pt idx="160">
                  <c:v>97.295807809470645</c:v>
                </c:pt>
                <c:pt idx="161">
                  <c:v>96.647875925523323</c:v>
                </c:pt>
                <c:pt idx="162">
                  <c:v>95.835015925662134</c:v>
                </c:pt>
                <c:pt idx="163">
                  <c:v>96.200213896614258</c:v>
                </c:pt>
                <c:pt idx="164">
                  <c:v>97.802372736920361</c:v>
                </c:pt>
                <c:pt idx="165">
                  <c:v>97.001293316767331</c:v>
                </c:pt>
                <c:pt idx="166">
                  <c:v>96.659656505231467</c:v>
                </c:pt>
                <c:pt idx="167">
                  <c:v>96.659656505231467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021-4EBB-AF4F-46A5495D9686}"/>
            </c:ext>
          </c:extLst>
        </c:ser>
        <c:ser>
          <c:idx val="2"/>
          <c:order val="2"/>
          <c:tx>
            <c:strRef>
              <c:f>RF!$H$6</c:f>
              <c:strCache>
                <c:ptCount val="1"/>
                <c:pt idx="0">
                  <c:v>EDV US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RF!$I$6:$FT$6</c:f>
              <c:numCache>
                <c:formatCode>General</c:formatCode>
                <c:ptCount val="168"/>
                <c:pt idx="0">
                  <c:v>100</c:v>
                </c:pt>
                <c:pt idx="1">
                  <c:v>99.738501768958628</c:v>
                </c:pt>
                <c:pt idx="2">
                  <c:v>100.3537917243501</c:v>
                </c:pt>
                <c:pt idx="3">
                  <c:v>100.07691124442394</c:v>
                </c:pt>
                <c:pt idx="4">
                  <c:v>100.99984617751115</c:v>
                </c:pt>
                <c:pt idx="5">
                  <c:v>100.13844023996307</c:v>
                </c:pt>
                <c:pt idx="6">
                  <c:v>101.33825565297646</c:v>
                </c:pt>
                <c:pt idx="7">
                  <c:v>100.81525919089371</c:v>
                </c:pt>
                <c:pt idx="8">
                  <c:v>100.98446392862637</c:v>
                </c:pt>
                <c:pt idx="9">
                  <c:v>101.9996923550223</c:v>
                </c:pt>
                <c:pt idx="10">
                  <c:v>102.09198584833102</c:v>
                </c:pt>
                <c:pt idx="11">
                  <c:v>101.29210890632208</c:v>
                </c:pt>
                <c:pt idx="12">
                  <c:v>101.29210890632208</c:v>
                </c:pt>
                <c:pt idx="13">
                  <c:v>99.184740809106287</c:v>
                </c:pt>
                <c:pt idx="14">
                  <c:v>100.32302722658051</c:v>
                </c:pt>
                <c:pt idx="15">
                  <c:v>101.12290416858943</c:v>
                </c:pt>
                <c:pt idx="16">
                  <c:v>101.44593139516996</c:v>
                </c:pt>
                <c:pt idx="17">
                  <c:v>102.18427934163975</c:v>
                </c:pt>
                <c:pt idx="18">
                  <c:v>101.06137517305029</c:v>
                </c:pt>
                <c:pt idx="19">
                  <c:v>100.73834794646976</c:v>
                </c:pt>
                <c:pt idx="20">
                  <c:v>100.70758344870019</c:v>
                </c:pt>
                <c:pt idx="21">
                  <c:v>99.75388401784339</c:v>
                </c:pt>
                <c:pt idx="22">
                  <c:v>99.29241655129978</c:v>
                </c:pt>
                <c:pt idx="23">
                  <c:v>99.661590524534688</c:v>
                </c:pt>
                <c:pt idx="24">
                  <c:v>99.23088755576066</c:v>
                </c:pt>
                <c:pt idx="25">
                  <c:v>100.66143670204583</c:v>
                </c:pt>
                <c:pt idx="26">
                  <c:v>100.84602368866328</c:v>
                </c:pt>
                <c:pt idx="27">
                  <c:v>100.84602368866328</c:v>
                </c:pt>
                <c:pt idx="28">
                  <c:v>102.61498231041378</c:v>
                </c:pt>
                <c:pt idx="29">
                  <c:v>101.83048761728966</c:v>
                </c:pt>
                <c:pt idx="30">
                  <c:v>103.96862021227504</c:v>
                </c:pt>
                <c:pt idx="31">
                  <c:v>104.67620366097525</c:v>
                </c:pt>
                <c:pt idx="32">
                  <c:v>104.67620366097525</c:v>
                </c:pt>
                <c:pt idx="33">
                  <c:v>105.12228887863408</c:v>
                </c:pt>
                <c:pt idx="34">
                  <c:v>104.49161667435783</c:v>
                </c:pt>
                <c:pt idx="35">
                  <c:v>104.70696815874483</c:v>
                </c:pt>
                <c:pt idx="36">
                  <c:v>104.21473619443165</c:v>
                </c:pt>
                <c:pt idx="37">
                  <c:v>104.61467466543613</c:v>
                </c:pt>
                <c:pt idx="38">
                  <c:v>104.98384863867101</c:v>
                </c:pt>
                <c:pt idx="39">
                  <c:v>104.99923088755581</c:v>
                </c:pt>
                <c:pt idx="40">
                  <c:v>105.5991385940625</c:v>
                </c:pt>
                <c:pt idx="41">
                  <c:v>106.35286878941704</c:v>
                </c:pt>
                <c:pt idx="42">
                  <c:v>104.93770189201665</c:v>
                </c:pt>
                <c:pt idx="43">
                  <c:v>104.61467466543614</c:v>
                </c:pt>
                <c:pt idx="44">
                  <c:v>104.15320719889252</c:v>
                </c:pt>
                <c:pt idx="45">
                  <c:v>103.7225042301185</c:v>
                </c:pt>
                <c:pt idx="46">
                  <c:v>103.0149207814183</c:v>
                </c:pt>
                <c:pt idx="47">
                  <c:v>104.43008767881869</c:v>
                </c:pt>
                <c:pt idx="48">
                  <c:v>102.66112905706819</c:v>
                </c:pt>
                <c:pt idx="49">
                  <c:v>100.5537609598524</c:v>
                </c:pt>
                <c:pt idx="50">
                  <c:v>100.46146746654368</c:v>
                </c:pt>
                <c:pt idx="51">
                  <c:v>99.646208275649968</c:v>
                </c:pt>
                <c:pt idx="52">
                  <c:v>100.69220119981547</c:v>
                </c:pt>
                <c:pt idx="53">
                  <c:v>101.07675742193514</c:v>
                </c:pt>
                <c:pt idx="54">
                  <c:v>100.36917397323495</c:v>
                </c:pt>
                <c:pt idx="55">
                  <c:v>101.53822488847878</c:v>
                </c:pt>
                <c:pt idx="56">
                  <c:v>98.738655591447539</c:v>
                </c:pt>
                <c:pt idx="57">
                  <c:v>99.630826026765192</c:v>
                </c:pt>
                <c:pt idx="58">
                  <c:v>99.123211813567224</c:v>
                </c:pt>
                <c:pt idx="59">
                  <c:v>100.3384094754654</c:v>
                </c:pt>
                <c:pt idx="60">
                  <c:v>99.523150284571685</c:v>
                </c:pt>
                <c:pt idx="61">
                  <c:v>98.400246115982227</c:v>
                </c:pt>
                <c:pt idx="62">
                  <c:v>100.19996923550231</c:v>
                </c:pt>
                <c:pt idx="63">
                  <c:v>99.907706506691369</c:v>
                </c:pt>
                <c:pt idx="64">
                  <c:v>99.789565374077227</c:v>
                </c:pt>
                <c:pt idx="65">
                  <c:v>100.77018347087443</c:v>
                </c:pt>
                <c:pt idx="66">
                  <c:v>100.77018347087443</c:v>
                </c:pt>
                <c:pt idx="67">
                  <c:v>100.72348737102695</c:v>
                </c:pt>
                <c:pt idx="68">
                  <c:v>100.44331077194205</c:v>
                </c:pt>
                <c:pt idx="69">
                  <c:v>100.83244493733777</c:v>
                </c:pt>
                <c:pt idx="70">
                  <c:v>100.42774540532622</c:v>
                </c:pt>
                <c:pt idx="71">
                  <c:v>100.11643807300965</c:v>
                </c:pt>
                <c:pt idx="72">
                  <c:v>100.4744415051737</c:v>
                </c:pt>
                <c:pt idx="73">
                  <c:v>101.17488300288601</c:v>
                </c:pt>
                <c:pt idx="74">
                  <c:v>100.5211376050212</c:v>
                </c:pt>
                <c:pt idx="75">
                  <c:v>99.556084874839826</c:v>
                </c:pt>
                <c:pt idx="76">
                  <c:v>100.69235663779531</c:v>
                </c:pt>
                <c:pt idx="77">
                  <c:v>100.72348737102698</c:v>
                </c:pt>
                <c:pt idx="78">
                  <c:v>100.10087270639384</c:v>
                </c:pt>
                <c:pt idx="79">
                  <c:v>100.42774540532623</c:v>
                </c:pt>
                <c:pt idx="80">
                  <c:v>100.10087270639384</c:v>
                </c:pt>
                <c:pt idx="81">
                  <c:v>100.22539563932045</c:v>
                </c:pt>
                <c:pt idx="82">
                  <c:v>99.509388774992331</c:v>
                </c:pt>
                <c:pt idx="83">
                  <c:v>99.789565374077242</c:v>
                </c:pt>
                <c:pt idx="84">
                  <c:v>98.637728244505922</c:v>
                </c:pt>
                <c:pt idx="85">
                  <c:v>98.264159445726037</c:v>
                </c:pt>
                <c:pt idx="86">
                  <c:v>98.933470210206664</c:v>
                </c:pt>
                <c:pt idx="87">
                  <c:v>97.890590646946137</c:v>
                </c:pt>
                <c:pt idx="88">
                  <c:v>98.715555077585051</c:v>
                </c:pt>
                <c:pt idx="89">
                  <c:v>99.789565374077213</c:v>
                </c:pt>
                <c:pt idx="90">
                  <c:v>98.98016631005413</c:v>
                </c:pt>
                <c:pt idx="91">
                  <c:v>99.665042441150575</c:v>
                </c:pt>
                <c:pt idx="92">
                  <c:v>98.840078010511661</c:v>
                </c:pt>
                <c:pt idx="93">
                  <c:v>97.85945991371446</c:v>
                </c:pt>
                <c:pt idx="94">
                  <c:v>97.423629648471262</c:v>
                </c:pt>
                <c:pt idx="95">
                  <c:v>97.781633080635316</c:v>
                </c:pt>
                <c:pt idx="96">
                  <c:v>95.680308587498445</c:v>
                </c:pt>
                <c:pt idx="97">
                  <c:v>95.462393454876846</c:v>
                </c:pt>
                <c:pt idx="98">
                  <c:v>94.559602191158788</c:v>
                </c:pt>
                <c:pt idx="99">
                  <c:v>96.007181286430836</c:v>
                </c:pt>
                <c:pt idx="100">
                  <c:v>96.676492050911463</c:v>
                </c:pt>
                <c:pt idx="101">
                  <c:v>97.423629648471248</c:v>
                </c:pt>
                <c:pt idx="102">
                  <c:v>97.423629648471248</c:v>
                </c:pt>
                <c:pt idx="103">
                  <c:v>98.170767246031005</c:v>
                </c:pt>
                <c:pt idx="104">
                  <c:v>98.435378478500084</c:v>
                </c:pt>
                <c:pt idx="105">
                  <c:v>99.213646809291504</c:v>
                </c:pt>
                <c:pt idx="106">
                  <c:v>99.182516076059841</c:v>
                </c:pt>
                <c:pt idx="107">
                  <c:v>99.384865842065622</c:v>
                </c:pt>
                <c:pt idx="108">
                  <c:v>99.758434640845522</c:v>
                </c:pt>
                <c:pt idx="109">
                  <c:v>99.27590827575483</c:v>
                </c:pt>
                <c:pt idx="110">
                  <c:v>99.587215608071389</c:v>
                </c:pt>
                <c:pt idx="111">
                  <c:v>99.0424277765174</c:v>
                </c:pt>
                <c:pt idx="112">
                  <c:v>98.12407114618351</c:v>
                </c:pt>
                <c:pt idx="113">
                  <c:v>99.057993143133231</c:v>
                </c:pt>
                <c:pt idx="114">
                  <c:v>98.49763994496341</c:v>
                </c:pt>
                <c:pt idx="115">
                  <c:v>100.3966146720945</c:v>
                </c:pt>
                <c:pt idx="116">
                  <c:v>100.00748050669878</c:v>
                </c:pt>
                <c:pt idx="117">
                  <c:v>99.789565374077185</c:v>
                </c:pt>
                <c:pt idx="118">
                  <c:v>100.80131420410606</c:v>
                </c:pt>
                <c:pt idx="119">
                  <c:v>101.36166740227588</c:v>
                </c:pt>
                <c:pt idx="120">
                  <c:v>102.10880499983564</c:v>
                </c:pt>
                <c:pt idx="121">
                  <c:v>102.10880499983564</c:v>
                </c:pt>
                <c:pt idx="122">
                  <c:v>100.87914103718519</c:v>
                </c:pt>
                <c:pt idx="123">
                  <c:v>101.12818690303845</c:v>
                </c:pt>
                <c:pt idx="124">
                  <c:v>103.21394602955949</c:v>
                </c:pt>
                <c:pt idx="125">
                  <c:v>103.01159626355373</c:v>
                </c:pt>
                <c:pt idx="126">
                  <c:v>102.85594259739543</c:v>
                </c:pt>
                <c:pt idx="127">
                  <c:v>103.08942309663287</c:v>
                </c:pt>
                <c:pt idx="128">
                  <c:v>101.29940593581257</c:v>
                </c:pt>
                <c:pt idx="129">
                  <c:v>100.11150858372396</c:v>
                </c:pt>
                <c:pt idx="130">
                  <c:v>100.15883517145659</c:v>
                </c:pt>
                <c:pt idx="131">
                  <c:v>100.15883517145659</c:v>
                </c:pt>
                <c:pt idx="132">
                  <c:v>99.843324586572479</c:v>
                </c:pt>
                <c:pt idx="133">
                  <c:v>98.328873779128813</c:v>
                </c:pt>
                <c:pt idx="134">
                  <c:v>97.9818121357563</c:v>
                </c:pt>
                <c:pt idx="135">
                  <c:v>98.092240840465735</c:v>
                </c:pt>
                <c:pt idx="136">
                  <c:v>98.202669545175169</c:v>
                </c:pt>
                <c:pt idx="137">
                  <c:v>97.366566495232306</c:v>
                </c:pt>
                <c:pt idx="138">
                  <c:v>97.413893082964933</c:v>
                </c:pt>
                <c:pt idx="139">
                  <c:v>97.47699519994174</c:v>
                </c:pt>
                <c:pt idx="140">
                  <c:v>97.47699519994174</c:v>
                </c:pt>
                <c:pt idx="141">
                  <c:v>98.09224084046572</c:v>
                </c:pt>
                <c:pt idx="142">
                  <c:v>96.956402734882971</c:v>
                </c:pt>
                <c:pt idx="143">
                  <c:v>96.640892149998876</c:v>
                </c:pt>
                <c:pt idx="144">
                  <c:v>96.26227944813796</c:v>
                </c:pt>
                <c:pt idx="145">
                  <c:v>95.978319921742269</c:v>
                </c:pt>
                <c:pt idx="146">
                  <c:v>96.041422038719077</c:v>
                </c:pt>
                <c:pt idx="147">
                  <c:v>96.940627205638748</c:v>
                </c:pt>
                <c:pt idx="148">
                  <c:v>97.71362813860479</c:v>
                </c:pt>
                <c:pt idx="149">
                  <c:v>94.984461579357358</c:v>
                </c:pt>
                <c:pt idx="150">
                  <c:v>94.810930757671102</c:v>
                </c:pt>
                <c:pt idx="151">
                  <c:v>93.801296886041982</c:v>
                </c:pt>
                <c:pt idx="152">
                  <c:v>94.243011704879734</c:v>
                </c:pt>
                <c:pt idx="153">
                  <c:v>95.347298751974066</c:v>
                </c:pt>
                <c:pt idx="154">
                  <c:v>95.678584866102369</c:v>
                </c:pt>
                <c:pt idx="155">
                  <c:v>94.842481816159506</c:v>
                </c:pt>
                <c:pt idx="156">
                  <c:v>95.205318988776227</c:v>
                </c:pt>
                <c:pt idx="157">
                  <c:v>93.974827707728252</c:v>
                </c:pt>
                <c:pt idx="158">
                  <c:v>94.132583000170314</c:v>
                </c:pt>
                <c:pt idx="159">
                  <c:v>93.943276649239849</c:v>
                </c:pt>
                <c:pt idx="160">
                  <c:v>94.684726523717472</c:v>
                </c:pt>
                <c:pt idx="161">
                  <c:v>93.753970298309383</c:v>
                </c:pt>
                <c:pt idx="162">
                  <c:v>92.413050312551974</c:v>
                </c:pt>
                <c:pt idx="163">
                  <c:v>92.886316189878116</c:v>
                </c:pt>
                <c:pt idx="164">
                  <c:v>95.583931690637129</c:v>
                </c:pt>
                <c:pt idx="165">
                  <c:v>94.353440409589155</c:v>
                </c:pt>
                <c:pt idx="166">
                  <c:v>93.880174532262998</c:v>
                </c:pt>
                <c:pt idx="167">
                  <c:v>93.880174532262998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021-4EBB-AF4F-46A5495D9686}"/>
            </c:ext>
          </c:extLst>
        </c:ser>
        <c:ser>
          <c:idx val="3"/>
          <c:order val="3"/>
          <c:tx>
            <c:strRef>
              <c:f>RF!$H$7</c:f>
              <c:strCache>
                <c:ptCount val="1"/>
                <c:pt idx="0">
                  <c:v>ZROZ US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RF!$I$7:$FT$7</c:f>
              <c:numCache>
                <c:formatCode>General</c:formatCode>
                <c:ptCount val="168"/>
                <c:pt idx="0">
                  <c:v>100</c:v>
                </c:pt>
                <c:pt idx="1">
                  <c:v>99.501945525291831</c:v>
                </c:pt>
                <c:pt idx="2">
                  <c:v>100.03112840466926</c:v>
                </c:pt>
                <c:pt idx="3">
                  <c:v>99.844357976653711</c:v>
                </c:pt>
                <c:pt idx="4">
                  <c:v>100.68482490272373</c:v>
                </c:pt>
                <c:pt idx="5">
                  <c:v>99.750972762645915</c:v>
                </c:pt>
                <c:pt idx="6">
                  <c:v>101.19844357976652</c:v>
                </c:pt>
                <c:pt idx="7">
                  <c:v>100.56031128404668</c:v>
                </c:pt>
                <c:pt idx="8">
                  <c:v>100.74708171206224</c:v>
                </c:pt>
                <c:pt idx="9">
                  <c:v>101.83657587548636</c:v>
                </c:pt>
                <c:pt idx="10">
                  <c:v>101.976653696498</c:v>
                </c:pt>
                <c:pt idx="11">
                  <c:v>101.05836575875483</c:v>
                </c:pt>
                <c:pt idx="12">
                  <c:v>101.05836575875483</c:v>
                </c:pt>
                <c:pt idx="13">
                  <c:v>98.80155642023341</c:v>
                </c:pt>
                <c:pt idx="14">
                  <c:v>100.0311284046692</c:v>
                </c:pt>
                <c:pt idx="15">
                  <c:v>101.07392996108945</c:v>
                </c:pt>
                <c:pt idx="16">
                  <c:v>101.32295719844353</c:v>
                </c:pt>
                <c:pt idx="17">
                  <c:v>102.19455252918283</c:v>
                </c:pt>
                <c:pt idx="18">
                  <c:v>100.93385214007776</c:v>
                </c:pt>
                <c:pt idx="19">
                  <c:v>100.45136186770424</c:v>
                </c:pt>
                <c:pt idx="20">
                  <c:v>100.51361867704274</c:v>
                </c:pt>
                <c:pt idx="21">
                  <c:v>99.128404669260647</c:v>
                </c:pt>
                <c:pt idx="22">
                  <c:v>98.692607003890998</c:v>
                </c:pt>
                <c:pt idx="23">
                  <c:v>99.159533073929921</c:v>
                </c:pt>
                <c:pt idx="24">
                  <c:v>98.630350194552477</c:v>
                </c:pt>
                <c:pt idx="25">
                  <c:v>100.24902723735403</c:v>
                </c:pt>
                <c:pt idx="26">
                  <c:v>100.31128404669256</c:v>
                </c:pt>
                <c:pt idx="27">
                  <c:v>100.29571984435793</c:v>
                </c:pt>
                <c:pt idx="28">
                  <c:v>102.35019455252915</c:v>
                </c:pt>
                <c:pt idx="29">
                  <c:v>101.38521400778205</c:v>
                </c:pt>
                <c:pt idx="30">
                  <c:v>103.90661478599216</c:v>
                </c:pt>
                <c:pt idx="31">
                  <c:v>104.6070038910505</c:v>
                </c:pt>
                <c:pt idx="32">
                  <c:v>104.6070038910505</c:v>
                </c:pt>
                <c:pt idx="33">
                  <c:v>105.05836575875479</c:v>
                </c:pt>
                <c:pt idx="34">
                  <c:v>104.40466926070032</c:v>
                </c:pt>
                <c:pt idx="35">
                  <c:v>104.45136186770422</c:v>
                </c:pt>
                <c:pt idx="36">
                  <c:v>104.01556420233457</c:v>
                </c:pt>
                <c:pt idx="37">
                  <c:v>104.35797665369644</c:v>
                </c:pt>
                <c:pt idx="38">
                  <c:v>104.7315175097276</c:v>
                </c:pt>
                <c:pt idx="39">
                  <c:v>104.80933852140073</c:v>
                </c:pt>
                <c:pt idx="40">
                  <c:v>105.57198443579762</c:v>
                </c:pt>
                <c:pt idx="41">
                  <c:v>106.38132295719838</c:v>
                </c:pt>
                <c:pt idx="42">
                  <c:v>104.90272373540851</c:v>
                </c:pt>
                <c:pt idx="43">
                  <c:v>104.54474708171202</c:v>
                </c:pt>
                <c:pt idx="44">
                  <c:v>103.89105058365755</c:v>
                </c:pt>
                <c:pt idx="45">
                  <c:v>103.70428015564197</c:v>
                </c:pt>
                <c:pt idx="46">
                  <c:v>102.95719844357973</c:v>
                </c:pt>
                <c:pt idx="47">
                  <c:v>104.51361867704276</c:v>
                </c:pt>
                <c:pt idx="48">
                  <c:v>102.39688715953304</c:v>
                </c:pt>
                <c:pt idx="49">
                  <c:v>100.10894941634236</c:v>
                </c:pt>
                <c:pt idx="50">
                  <c:v>100.17120622568088</c:v>
                </c:pt>
                <c:pt idx="51">
                  <c:v>99.33073929961084</c:v>
                </c:pt>
                <c:pt idx="52">
                  <c:v>100.2801556420233</c:v>
                </c:pt>
                <c:pt idx="53">
                  <c:v>100.80933852140072</c:v>
                </c:pt>
                <c:pt idx="54">
                  <c:v>100.09338521400774</c:v>
                </c:pt>
                <c:pt idx="55">
                  <c:v>101.58754863813225</c:v>
                </c:pt>
                <c:pt idx="56">
                  <c:v>98.910505836575837</c:v>
                </c:pt>
                <c:pt idx="57">
                  <c:v>99.735408560311242</c:v>
                </c:pt>
                <c:pt idx="58">
                  <c:v>99.175097276264552</c:v>
                </c:pt>
                <c:pt idx="59">
                  <c:v>100.43579766536961</c:v>
                </c:pt>
                <c:pt idx="60">
                  <c:v>99.610894941634186</c:v>
                </c:pt>
                <c:pt idx="61">
                  <c:v>98.350194552529118</c:v>
                </c:pt>
                <c:pt idx="62">
                  <c:v>100.2334630350194</c:v>
                </c:pt>
                <c:pt idx="63">
                  <c:v>99.626459143968816</c:v>
                </c:pt>
                <c:pt idx="64">
                  <c:v>99.6895238435377</c:v>
                </c:pt>
                <c:pt idx="65">
                  <c:v>100.66702668685565</c:v>
                </c:pt>
                <c:pt idx="66">
                  <c:v>100.66702668685565</c:v>
                </c:pt>
                <c:pt idx="67">
                  <c:v>100.74585756131677</c:v>
                </c:pt>
                <c:pt idx="68">
                  <c:v>100.32017083922671</c:v>
                </c:pt>
                <c:pt idx="69">
                  <c:v>100.68279286174787</c:v>
                </c:pt>
                <c:pt idx="70">
                  <c:v>100.1940414400889</c:v>
                </c:pt>
                <c:pt idx="71">
                  <c:v>99.926016466921084</c:v>
                </c:pt>
                <c:pt idx="72">
                  <c:v>100.22557378987335</c:v>
                </c:pt>
                <c:pt idx="73">
                  <c:v>100.91928548513125</c:v>
                </c:pt>
                <c:pt idx="74">
                  <c:v>100.19404144008891</c:v>
                </c:pt>
                <c:pt idx="75">
                  <c:v>99.011578323172046</c:v>
                </c:pt>
                <c:pt idx="76">
                  <c:v>100.28863848944226</c:v>
                </c:pt>
                <c:pt idx="77">
                  <c:v>100.25710613965782</c:v>
                </c:pt>
                <c:pt idx="78">
                  <c:v>99.689523843537714</c:v>
                </c:pt>
                <c:pt idx="79">
                  <c:v>100.0048473413822</c:v>
                </c:pt>
                <c:pt idx="80">
                  <c:v>99.83141941756773</c:v>
                </c:pt>
                <c:pt idx="81">
                  <c:v>99.721056193322156</c:v>
                </c:pt>
                <c:pt idx="82">
                  <c:v>98.885448924034236</c:v>
                </c:pt>
                <c:pt idx="83">
                  <c:v>99.263837121447636</c:v>
                </c:pt>
                <c:pt idx="84">
                  <c:v>98.207503403668568</c:v>
                </c:pt>
                <c:pt idx="85">
                  <c:v>97.9079460807163</c:v>
                </c:pt>
                <c:pt idx="86">
                  <c:v>98.522826901513056</c:v>
                </c:pt>
                <c:pt idx="87">
                  <c:v>97.419194659057311</c:v>
                </c:pt>
                <c:pt idx="88">
                  <c:v>98.365165152590805</c:v>
                </c:pt>
                <c:pt idx="89">
                  <c:v>99.263837121447608</c:v>
                </c:pt>
                <c:pt idx="90">
                  <c:v>98.507060726620821</c:v>
                </c:pt>
                <c:pt idx="91">
                  <c:v>99.342667995908727</c:v>
                </c:pt>
                <c:pt idx="92">
                  <c:v>98.380931327483012</c:v>
                </c:pt>
                <c:pt idx="93">
                  <c:v>97.37189613438062</c:v>
                </c:pt>
                <c:pt idx="94">
                  <c:v>96.772781488476085</c:v>
                </c:pt>
                <c:pt idx="95">
                  <c:v>97.37189613438062</c:v>
                </c:pt>
                <c:pt idx="96">
                  <c:v>95.006969900546892</c:v>
                </c:pt>
                <c:pt idx="97">
                  <c:v>94.770477277163522</c:v>
                </c:pt>
                <c:pt idx="98">
                  <c:v>93.729909734276688</c:v>
                </c:pt>
                <c:pt idx="99">
                  <c:v>95.243462523930262</c:v>
                </c:pt>
                <c:pt idx="100">
                  <c:v>96.016005093649284</c:v>
                </c:pt>
                <c:pt idx="101">
                  <c:v>96.772781488476085</c:v>
                </c:pt>
                <c:pt idx="102">
                  <c:v>96.772781488476085</c:v>
                </c:pt>
                <c:pt idx="103">
                  <c:v>97.561090233087327</c:v>
                </c:pt>
                <c:pt idx="104">
                  <c:v>97.97101078028517</c:v>
                </c:pt>
                <c:pt idx="105">
                  <c:v>98.790851874680854</c:v>
                </c:pt>
                <c:pt idx="106">
                  <c:v>98.648956300650838</c:v>
                </c:pt>
                <c:pt idx="107">
                  <c:v>98.96427979849534</c:v>
                </c:pt>
                <c:pt idx="108">
                  <c:v>99.405732695477624</c:v>
                </c:pt>
                <c:pt idx="109">
                  <c:v>98.932747448710884</c:v>
                </c:pt>
                <c:pt idx="110">
                  <c:v>99.248070946555387</c:v>
                </c:pt>
                <c:pt idx="111">
                  <c:v>98.775085699788633</c:v>
                </c:pt>
                <c:pt idx="112">
                  <c:v>97.813349031362918</c:v>
                </c:pt>
                <c:pt idx="113">
                  <c:v>98.712021000219735</c:v>
                </c:pt>
                <c:pt idx="114">
                  <c:v>98.144438704099642</c:v>
                </c:pt>
                <c:pt idx="115">
                  <c:v>100.20980761498112</c:v>
                </c:pt>
                <c:pt idx="116">
                  <c:v>99.894484117136614</c:v>
                </c:pt>
                <c:pt idx="117">
                  <c:v>99.626459143968788</c:v>
                </c:pt>
                <c:pt idx="118">
                  <c:v>100.66702668685562</c:v>
                </c:pt>
                <c:pt idx="119">
                  <c:v>101.48686778125131</c:v>
                </c:pt>
                <c:pt idx="120">
                  <c:v>102.1963456514014</c:v>
                </c:pt>
                <c:pt idx="121">
                  <c:v>102.1963456514014</c:v>
                </c:pt>
                <c:pt idx="122">
                  <c:v>100.96658400980789</c:v>
                </c:pt>
                <c:pt idx="123">
                  <c:v>101.18731045829902</c:v>
                </c:pt>
                <c:pt idx="124">
                  <c:v>103.37880876831825</c:v>
                </c:pt>
                <c:pt idx="125">
                  <c:v>103.17384849471934</c:v>
                </c:pt>
                <c:pt idx="126">
                  <c:v>102.82699264709039</c:v>
                </c:pt>
                <c:pt idx="127">
                  <c:v>103.03195292068929</c:v>
                </c:pt>
                <c:pt idx="128">
                  <c:v>101.06118105916119</c:v>
                </c:pt>
                <c:pt idx="129">
                  <c:v>99.975360185085833</c:v>
                </c:pt>
                <c:pt idx="130">
                  <c:v>99.975360185085833</c:v>
                </c:pt>
                <c:pt idx="131">
                  <c:v>99.975360185085833</c:v>
                </c:pt>
                <c:pt idx="132">
                  <c:v>99.480353610139716</c:v>
                </c:pt>
                <c:pt idx="133">
                  <c:v>97.803718436935114</c:v>
                </c:pt>
                <c:pt idx="134">
                  <c:v>97.596135034538349</c:v>
                </c:pt>
                <c:pt idx="135">
                  <c:v>97.707910712751982</c:v>
                </c:pt>
                <c:pt idx="136">
                  <c:v>97.723878666782525</c:v>
                </c:pt>
                <c:pt idx="137">
                  <c:v>96.989352781378614</c:v>
                </c:pt>
                <c:pt idx="138">
                  <c:v>96.73386551689029</c:v>
                </c:pt>
                <c:pt idx="139">
                  <c:v>96.893545057195496</c:v>
                </c:pt>
                <c:pt idx="140">
                  <c:v>96.701929608829261</c:v>
                </c:pt>
                <c:pt idx="141">
                  <c:v>97.340647770050055</c:v>
                </c:pt>
                <c:pt idx="142">
                  <c:v>96.206923033883129</c:v>
                </c:pt>
                <c:pt idx="143">
                  <c:v>95.935467815364291</c:v>
                </c:pt>
                <c:pt idx="144">
                  <c:v>95.648044642814938</c:v>
                </c:pt>
                <c:pt idx="145">
                  <c:v>95.536268964601291</c:v>
                </c:pt>
                <c:pt idx="146">
                  <c:v>95.456429194448688</c:v>
                </c:pt>
                <c:pt idx="147">
                  <c:v>96.446442344340937</c:v>
                </c:pt>
                <c:pt idx="148">
                  <c:v>97.29274390795851</c:v>
                </c:pt>
                <c:pt idx="149">
                  <c:v>94.258832642159703</c:v>
                </c:pt>
                <c:pt idx="150">
                  <c:v>93.939473561549306</c:v>
                </c:pt>
                <c:pt idx="151">
                  <c:v>92.773812917321351</c:v>
                </c:pt>
                <c:pt idx="152">
                  <c:v>93.284787446297983</c:v>
                </c:pt>
                <c:pt idx="153">
                  <c:v>94.242864688129188</c:v>
                </c:pt>
                <c:pt idx="154">
                  <c:v>94.642063538892188</c:v>
                </c:pt>
                <c:pt idx="155">
                  <c:v>93.763826067213586</c:v>
                </c:pt>
                <c:pt idx="156">
                  <c:v>94.242864688129188</c:v>
                </c:pt>
                <c:pt idx="157">
                  <c:v>92.805748825382366</c:v>
                </c:pt>
                <c:pt idx="158">
                  <c:v>93.109139951962263</c:v>
                </c:pt>
                <c:pt idx="159">
                  <c:v>92.869620641504454</c:v>
                </c:pt>
                <c:pt idx="160">
                  <c:v>93.683986297060983</c:v>
                </c:pt>
                <c:pt idx="161">
                  <c:v>92.550261560894057</c:v>
                </c:pt>
                <c:pt idx="162">
                  <c:v>91.017337973964132</c:v>
                </c:pt>
                <c:pt idx="163">
                  <c:v>91.672024089215455</c:v>
                </c:pt>
                <c:pt idx="164">
                  <c:v>94.642063538892202</c:v>
                </c:pt>
                <c:pt idx="165">
                  <c:v>93.18897972211488</c:v>
                </c:pt>
                <c:pt idx="166">
                  <c:v>92.566229514924601</c:v>
                </c:pt>
                <c:pt idx="167">
                  <c:v>92.566229514924601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021-4EBB-AF4F-46A5495D96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8475984"/>
        <c:axId val="1575775599"/>
      </c:lineChart>
      <c:dateAx>
        <c:axId val="78475984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33A0"/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1575775599"/>
        <c:crosses val="autoZero"/>
        <c:auto val="1"/>
        <c:lblOffset val="100"/>
        <c:baseTimeUnit val="days"/>
      </c:dateAx>
      <c:valAx>
        <c:axId val="15757755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33A0"/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784759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0033A0"/>
              </a:solidFill>
              <a:latin typeface="+mn-lt"/>
              <a:ea typeface="+mn-ea"/>
              <a:cs typeface="+mn-cs"/>
            </a:defRPr>
          </a:pPr>
          <a:endParaRPr lang="es-P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rgbClr val="0033A0"/>
          </a:solidFill>
        </a:defRPr>
      </a:pPr>
      <a:endParaRPr lang="es-PE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RF!$H$28</c:f>
              <c:strCache>
                <c:ptCount val="1"/>
                <c:pt idx="0">
                  <c:v>FGCSIAU LX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RF!$I$28:$FT$28</c:f>
              <c:numCache>
                <c:formatCode>General</c:formatCode>
                <c:ptCount val="168"/>
                <c:pt idx="0">
                  <c:v>100</c:v>
                </c:pt>
                <c:pt idx="1">
                  <c:v>99.541284403669721</c:v>
                </c:pt>
                <c:pt idx="2">
                  <c:v>100.36041939711664</c:v>
                </c:pt>
                <c:pt idx="3">
                  <c:v>101.21231979030144</c:v>
                </c:pt>
                <c:pt idx="4">
                  <c:v>102.32634338138925</c:v>
                </c:pt>
                <c:pt idx="5">
                  <c:v>101.96592398427261</c:v>
                </c:pt>
                <c:pt idx="6">
                  <c:v>101.37614678899082</c:v>
                </c:pt>
                <c:pt idx="7">
                  <c:v>101.90039318479685</c:v>
                </c:pt>
                <c:pt idx="8">
                  <c:v>102.39187418086502</c:v>
                </c:pt>
                <c:pt idx="9">
                  <c:v>102.71952817824379</c:v>
                </c:pt>
                <c:pt idx="10">
                  <c:v>102.49017038007865</c:v>
                </c:pt>
                <c:pt idx="11">
                  <c:v>102.62123197903016</c:v>
                </c:pt>
                <c:pt idx="12">
                  <c:v>101.93315858453474</c:v>
                </c:pt>
                <c:pt idx="13">
                  <c:v>101.93315858453474</c:v>
                </c:pt>
                <c:pt idx="14">
                  <c:v>101.67103538663173</c:v>
                </c:pt>
                <c:pt idx="15">
                  <c:v>102.62123197903014</c:v>
                </c:pt>
                <c:pt idx="16">
                  <c:v>103.24377457404981</c:v>
                </c:pt>
                <c:pt idx="17">
                  <c:v>102.71952817824378</c:v>
                </c:pt>
                <c:pt idx="18">
                  <c:v>102.91612057667103</c:v>
                </c:pt>
                <c:pt idx="19">
                  <c:v>103.47313237221493</c:v>
                </c:pt>
                <c:pt idx="20">
                  <c:v>103.57142857142858</c:v>
                </c:pt>
                <c:pt idx="21">
                  <c:v>103.50589777195283</c:v>
                </c:pt>
                <c:pt idx="22">
                  <c:v>102.19528178243776</c:v>
                </c:pt>
                <c:pt idx="23">
                  <c:v>102.29357798165138</c:v>
                </c:pt>
                <c:pt idx="24">
                  <c:v>101.76933158584535</c:v>
                </c:pt>
                <c:pt idx="25">
                  <c:v>101.17955439056357</c:v>
                </c:pt>
                <c:pt idx="26">
                  <c:v>99.705111402359123</c:v>
                </c:pt>
                <c:pt idx="27">
                  <c:v>101.96592398427264</c:v>
                </c:pt>
                <c:pt idx="28">
                  <c:v>102.75229357798167</c:v>
                </c:pt>
                <c:pt idx="29">
                  <c:v>102.94888597640893</c:v>
                </c:pt>
                <c:pt idx="30">
                  <c:v>103.17824377457406</c:v>
                </c:pt>
                <c:pt idx="31">
                  <c:v>101.86762778505899</c:v>
                </c:pt>
                <c:pt idx="32">
                  <c:v>102.42463958060289</c:v>
                </c:pt>
                <c:pt idx="33">
                  <c:v>102.42463958060289</c:v>
                </c:pt>
                <c:pt idx="34">
                  <c:v>102.75229357798165</c:v>
                </c:pt>
                <c:pt idx="35">
                  <c:v>102.9488859764089</c:v>
                </c:pt>
                <c:pt idx="36">
                  <c:v>102.55570117955438</c:v>
                </c:pt>
                <c:pt idx="37">
                  <c:v>102.88335517693314</c:v>
                </c:pt>
                <c:pt idx="38">
                  <c:v>101.93315858453471</c:v>
                </c:pt>
                <c:pt idx="39">
                  <c:v>102.65399737876801</c:v>
                </c:pt>
                <c:pt idx="40">
                  <c:v>103.5386631716907</c:v>
                </c:pt>
                <c:pt idx="41">
                  <c:v>102.98165137614679</c:v>
                </c:pt>
                <c:pt idx="42">
                  <c:v>102.32634338138925</c:v>
                </c:pt>
                <c:pt idx="43">
                  <c:v>102.8178243774574</c:v>
                </c:pt>
                <c:pt idx="44">
                  <c:v>101.11402359108781</c:v>
                </c:pt>
                <c:pt idx="45">
                  <c:v>101.67103538663173</c:v>
                </c:pt>
                <c:pt idx="46">
                  <c:v>101.04849279161206</c:v>
                </c:pt>
                <c:pt idx="47">
                  <c:v>99.541284403669721</c:v>
                </c:pt>
                <c:pt idx="48">
                  <c:v>100.45871559633026</c:v>
                </c:pt>
                <c:pt idx="49">
                  <c:v>100.62254259501965</c:v>
                </c:pt>
                <c:pt idx="50">
                  <c:v>100.45871559633026</c:v>
                </c:pt>
                <c:pt idx="51">
                  <c:v>98.885976408912185</c:v>
                </c:pt>
                <c:pt idx="52">
                  <c:v>98.918741808650068</c:v>
                </c:pt>
                <c:pt idx="53">
                  <c:v>99.508519003931852</c:v>
                </c:pt>
                <c:pt idx="54">
                  <c:v>100.03276539973787</c:v>
                </c:pt>
                <c:pt idx="55">
                  <c:v>99.639580602883342</c:v>
                </c:pt>
                <c:pt idx="56">
                  <c:v>99.672346002621225</c:v>
                </c:pt>
                <c:pt idx="57">
                  <c:v>98.066841415465262</c:v>
                </c:pt>
                <c:pt idx="58">
                  <c:v>99.344692005242464</c:v>
                </c:pt>
                <c:pt idx="59">
                  <c:v>99.410222804718231</c:v>
                </c:pt>
                <c:pt idx="60">
                  <c:v>100.26212319790304</c:v>
                </c:pt>
                <c:pt idx="61">
                  <c:v>98.853211009174345</c:v>
                </c:pt>
                <c:pt idx="62">
                  <c:v>97.575360419397143</c:v>
                </c:pt>
                <c:pt idx="63">
                  <c:v>96.821756225425972</c:v>
                </c:pt>
                <c:pt idx="64">
                  <c:v>98.8859764089122</c:v>
                </c:pt>
                <c:pt idx="65">
                  <c:v>99.410222804718231</c:v>
                </c:pt>
                <c:pt idx="66">
                  <c:v>99.606815203145487</c:v>
                </c:pt>
                <c:pt idx="67">
                  <c:v>99.606815203145487</c:v>
                </c:pt>
                <c:pt idx="68">
                  <c:v>99.508519003931866</c:v>
                </c:pt>
                <c:pt idx="69">
                  <c:v>99.672346002621268</c:v>
                </c:pt>
                <c:pt idx="70">
                  <c:v>101.53997378768024</c:v>
                </c:pt>
                <c:pt idx="71">
                  <c:v>101.63826998689389</c:v>
                </c:pt>
                <c:pt idx="72">
                  <c:v>101.343381389253</c:v>
                </c:pt>
                <c:pt idx="73">
                  <c:v>102.39187418086505</c:v>
                </c:pt>
                <c:pt idx="74">
                  <c:v>103.14547837483622</c:v>
                </c:pt>
                <c:pt idx="75">
                  <c:v>103.40760157273921</c:v>
                </c:pt>
                <c:pt idx="76">
                  <c:v>104.06290956749675</c:v>
                </c:pt>
                <c:pt idx="77">
                  <c:v>105.07863695937091</c:v>
                </c:pt>
                <c:pt idx="78">
                  <c:v>105.27522935779818</c:v>
                </c:pt>
                <c:pt idx="79">
                  <c:v>104.48885976408913</c:v>
                </c:pt>
                <c:pt idx="80">
                  <c:v>104.35779816513762</c:v>
                </c:pt>
                <c:pt idx="81">
                  <c:v>103.9646133682831</c:v>
                </c:pt>
                <c:pt idx="82">
                  <c:v>104.22673656618609</c:v>
                </c:pt>
                <c:pt idx="83">
                  <c:v>104.06290956749672</c:v>
                </c:pt>
                <c:pt idx="84">
                  <c:v>103.01441677588465</c:v>
                </c:pt>
                <c:pt idx="85">
                  <c:v>102.91612057667102</c:v>
                </c:pt>
                <c:pt idx="86">
                  <c:v>104.12844036697246</c:v>
                </c:pt>
                <c:pt idx="87">
                  <c:v>104.29226736566184</c:v>
                </c:pt>
                <c:pt idx="88">
                  <c:v>104.55439056356487</c:v>
                </c:pt>
                <c:pt idx="89">
                  <c:v>105.27522935779817</c:v>
                </c:pt>
                <c:pt idx="90">
                  <c:v>106.71690694626474</c:v>
                </c:pt>
                <c:pt idx="91">
                  <c:v>107.24115334207076</c:v>
                </c:pt>
                <c:pt idx="92">
                  <c:v>107.50327653997378</c:v>
                </c:pt>
                <c:pt idx="93">
                  <c:v>107.33944954128438</c:v>
                </c:pt>
                <c:pt idx="94">
                  <c:v>106.7496723460026</c:v>
                </c:pt>
                <c:pt idx="95">
                  <c:v>107.37221494102226</c:v>
                </c:pt>
                <c:pt idx="96">
                  <c:v>107.79816513761465</c:v>
                </c:pt>
                <c:pt idx="97">
                  <c:v>106.32372214941022</c:v>
                </c:pt>
                <c:pt idx="98">
                  <c:v>105.79947575360417</c:v>
                </c:pt>
                <c:pt idx="99">
                  <c:v>105.57011795543903</c:v>
                </c:pt>
                <c:pt idx="100">
                  <c:v>106.81520314547836</c:v>
                </c:pt>
                <c:pt idx="101">
                  <c:v>107.11009174311924</c:v>
                </c:pt>
                <c:pt idx="102">
                  <c:v>107.73263433813892</c:v>
                </c:pt>
                <c:pt idx="103">
                  <c:v>107.73263433813892</c:v>
                </c:pt>
                <c:pt idx="104">
                  <c:v>108.58453473132371</c:v>
                </c:pt>
                <c:pt idx="105">
                  <c:v>108.22411533420707</c:v>
                </c:pt>
                <c:pt idx="106">
                  <c:v>108.91218872870247</c:v>
                </c:pt>
                <c:pt idx="107">
                  <c:v>109.82961992136302</c:v>
                </c:pt>
                <c:pt idx="108">
                  <c:v>110.55045871559632</c:v>
                </c:pt>
                <c:pt idx="109">
                  <c:v>111.50065530799475</c:v>
                </c:pt>
                <c:pt idx="110">
                  <c:v>110.9764089121887</c:v>
                </c:pt>
                <c:pt idx="111">
                  <c:v>111.20576671035383</c:v>
                </c:pt>
                <c:pt idx="112">
                  <c:v>108.51900393184793</c:v>
                </c:pt>
                <c:pt idx="113">
                  <c:v>108.78112712975097</c:v>
                </c:pt>
                <c:pt idx="114">
                  <c:v>109.1415465268676</c:v>
                </c:pt>
                <c:pt idx="115">
                  <c:v>108.15858453473129</c:v>
                </c:pt>
                <c:pt idx="116">
                  <c:v>109.86238532110089</c:v>
                </c:pt>
                <c:pt idx="117">
                  <c:v>110.35386631716904</c:v>
                </c:pt>
                <c:pt idx="118">
                  <c:v>111.697247706422</c:v>
                </c:pt>
                <c:pt idx="119">
                  <c:v>110.87811271297508</c:v>
                </c:pt>
                <c:pt idx="120">
                  <c:v>110.32110091743117</c:v>
                </c:pt>
                <c:pt idx="121">
                  <c:v>111.46788990825685</c:v>
                </c:pt>
                <c:pt idx="122">
                  <c:v>111.46788990825685</c:v>
                </c:pt>
                <c:pt idx="123">
                  <c:v>111.33682830930532</c:v>
                </c:pt>
                <c:pt idx="124">
                  <c:v>110.15727391874175</c:v>
                </c:pt>
                <c:pt idx="125">
                  <c:v>110.45216251638264</c:v>
                </c:pt>
                <c:pt idx="126">
                  <c:v>111.0747051114023</c:v>
                </c:pt>
                <c:pt idx="127">
                  <c:v>110.68152031454778</c:v>
                </c:pt>
                <c:pt idx="128">
                  <c:v>111.50065530799471</c:v>
                </c:pt>
                <c:pt idx="129">
                  <c:v>112.28702490170375</c:v>
                </c:pt>
                <c:pt idx="130">
                  <c:v>111.50065530799471</c:v>
                </c:pt>
                <c:pt idx="131">
                  <c:v>110.68152031454778</c:v>
                </c:pt>
                <c:pt idx="132">
                  <c:v>110.68152031454778</c:v>
                </c:pt>
                <c:pt idx="133">
                  <c:v>110.87811271297504</c:v>
                </c:pt>
                <c:pt idx="134">
                  <c:v>110.25557011795537</c:v>
                </c:pt>
                <c:pt idx="135">
                  <c:v>110.091743119266</c:v>
                </c:pt>
                <c:pt idx="136">
                  <c:v>111.86107470511133</c:v>
                </c:pt>
                <c:pt idx="137">
                  <c:v>111.3368283093053</c:v>
                </c:pt>
                <c:pt idx="138">
                  <c:v>110.48492791612051</c:v>
                </c:pt>
                <c:pt idx="139">
                  <c:v>111.43512450851894</c:v>
                </c:pt>
                <c:pt idx="140">
                  <c:v>111.27129750982957</c:v>
                </c:pt>
                <c:pt idx="141">
                  <c:v>110.64875491480991</c:v>
                </c:pt>
                <c:pt idx="142">
                  <c:v>109.96068152031449</c:v>
                </c:pt>
                <c:pt idx="143">
                  <c:v>109.60026212319785</c:v>
                </c:pt>
                <c:pt idx="144">
                  <c:v>110.51769331585838</c:v>
                </c:pt>
                <c:pt idx="145">
                  <c:v>110.38663171690688</c:v>
                </c:pt>
                <c:pt idx="146">
                  <c:v>109.73132372214936</c:v>
                </c:pt>
                <c:pt idx="147">
                  <c:v>109.46920052424632</c:v>
                </c:pt>
                <c:pt idx="148">
                  <c:v>109.86238532110086</c:v>
                </c:pt>
                <c:pt idx="149">
                  <c:v>109.60026212319785</c:v>
                </c:pt>
                <c:pt idx="150">
                  <c:v>108.48623853211002</c:v>
                </c:pt>
                <c:pt idx="151">
                  <c:v>110.28833551769324</c:v>
                </c:pt>
                <c:pt idx="152">
                  <c:v>110.35386631716902</c:v>
                </c:pt>
                <c:pt idx="153">
                  <c:v>111.46788990825684</c:v>
                </c:pt>
                <c:pt idx="154">
                  <c:v>112.38532110091735</c:v>
                </c:pt>
                <c:pt idx="155">
                  <c:v>112.05766710353859</c:v>
                </c:pt>
                <c:pt idx="156">
                  <c:v>111.23853211009167</c:v>
                </c:pt>
                <c:pt idx="157">
                  <c:v>113.17169069462639</c:v>
                </c:pt>
                <c:pt idx="158">
                  <c:v>113.04062909567489</c:v>
                </c:pt>
                <c:pt idx="159">
                  <c:v>112.81127129750975</c:v>
                </c:pt>
                <c:pt idx="160">
                  <c:v>113.53211009174302</c:v>
                </c:pt>
                <c:pt idx="161">
                  <c:v>114.02359108781117</c:v>
                </c:pt>
                <c:pt idx="162">
                  <c:v>113.66317169069453</c:v>
                </c:pt>
                <c:pt idx="163">
                  <c:v>113.46657929226728</c:v>
                </c:pt>
                <c:pt idx="164">
                  <c:v>112.12319790301432</c:v>
                </c:pt>
                <c:pt idx="165">
                  <c:v>112.15596330275218</c:v>
                </c:pt>
                <c:pt idx="166">
                  <c:v>111.79554390563554</c:v>
                </c:pt>
                <c:pt idx="167">
                  <c:v>111.79554390563554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E17-498F-A562-0DAA3A123DC2}"/>
            </c:ext>
          </c:extLst>
        </c:ser>
        <c:ser>
          <c:idx val="1"/>
          <c:order val="1"/>
          <c:tx>
            <c:strRef>
              <c:f>RF!$H$29</c:f>
              <c:strCache>
                <c:ptCount val="1"/>
                <c:pt idx="0">
                  <c:v>ICVT US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RF!$I$29:$FT$29</c:f>
              <c:numCache>
                <c:formatCode>General</c:formatCode>
                <c:ptCount val="168"/>
                <c:pt idx="0">
                  <c:v>100</c:v>
                </c:pt>
                <c:pt idx="1">
                  <c:v>101.55329949238579</c:v>
                </c:pt>
                <c:pt idx="2">
                  <c:v>102.46700507614213</c:v>
                </c:pt>
                <c:pt idx="3">
                  <c:v>103.73604060913706</c:v>
                </c:pt>
                <c:pt idx="4">
                  <c:v>103.16751269035532</c:v>
                </c:pt>
                <c:pt idx="5">
                  <c:v>102.74111675126902</c:v>
                </c:pt>
                <c:pt idx="6">
                  <c:v>103.1979695431472</c:v>
                </c:pt>
                <c:pt idx="7">
                  <c:v>104.1928934010152</c:v>
                </c:pt>
                <c:pt idx="8">
                  <c:v>104.4467005076142</c:v>
                </c:pt>
                <c:pt idx="9">
                  <c:v>104.29441624365482</c:v>
                </c:pt>
                <c:pt idx="10">
                  <c:v>104.69035532994923</c:v>
                </c:pt>
                <c:pt idx="11">
                  <c:v>105.0964467005076</c:v>
                </c:pt>
                <c:pt idx="12">
                  <c:v>105.0964467005076</c:v>
                </c:pt>
                <c:pt idx="13">
                  <c:v>104.37563451776649</c:v>
                </c:pt>
                <c:pt idx="14">
                  <c:v>105.12690355329947</c:v>
                </c:pt>
                <c:pt idx="15">
                  <c:v>105.51269035532994</c:v>
                </c:pt>
                <c:pt idx="16">
                  <c:v>105.36040609137054</c:v>
                </c:pt>
                <c:pt idx="17">
                  <c:v>105.2182741116751</c:v>
                </c:pt>
                <c:pt idx="18">
                  <c:v>106.59898477157358</c:v>
                </c:pt>
                <c:pt idx="19">
                  <c:v>107.52284263959388</c:v>
                </c:pt>
                <c:pt idx="20">
                  <c:v>106.68020304568525</c:v>
                </c:pt>
                <c:pt idx="21">
                  <c:v>105.09644670050758</c:v>
                </c:pt>
                <c:pt idx="22">
                  <c:v>105.67308760503994</c:v>
                </c:pt>
                <c:pt idx="23">
                  <c:v>106.00846093558104</c:v>
                </c:pt>
                <c:pt idx="24">
                  <c:v>104.47387387765058</c:v>
                </c:pt>
                <c:pt idx="25">
                  <c:v>102.93928681972011</c:v>
                </c:pt>
                <c:pt idx="26">
                  <c:v>106.11008921756319</c:v>
                </c:pt>
                <c:pt idx="27">
                  <c:v>106.88246416062753</c:v>
                </c:pt>
                <c:pt idx="28">
                  <c:v>106.384485578915</c:v>
                </c:pt>
                <c:pt idx="29">
                  <c:v>106.09992638936498</c:v>
                </c:pt>
                <c:pt idx="30">
                  <c:v>105.53080801026493</c:v>
                </c:pt>
                <c:pt idx="31">
                  <c:v>106.43529971990608</c:v>
                </c:pt>
                <c:pt idx="32">
                  <c:v>106.43529971990608</c:v>
                </c:pt>
                <c:pt idx="33">
                  <c:v>106.5166023454918</c:v>
                </c:pt>
                <c:pt idx="34">
                  <c:v>106.81132436324005</c:v>
                </c:pt>
                <c:pt idx="35">
                  <c:v>106.9739296144115</c:v>
                </c:pt>
                <c:pt idx="36">
                  <c:v>106.76051022224898</c:v>
                </c:pt>
                <c:pt idx="37">
                  <c:v>106.06943790477037</c:v>
                </c:pt>
                <c:pt idx="38">
                  <c:v>106.60806779927576</c:v>
                </c:pt>
                <c:pt idx="39">
                  <c:v>107.41093122693474</c:v>
                </c:pt>
                <c:pt idx="40">
                  <c:v>107.10604638098829</c:v>
                </c:pt>
                <c:pt idx="41">
                  <c:v>106.48611386089718</c:v>
                </c:pt>
                <c:pt idx="42">
                  <c:v>107.4626102483238</c:v>
                </c:pt>
                <c:pt idx="43">
                  <c:v>105.12226365641826</c:v>
                </c:pt>
                <c:pt idx="44">
                  <c:v>106.25173527251181</c:v>
                </c:pt>
                <c:pt idx="45">
                  <c:v>105.12226365641827</c:v>
                </c:pt>
                <c:pt idx="46">
                  <c:v>103.05665340356249</c:v>
                </c:pt>
                <c:pt idx="47">
                  <c:v>104.98998319687577</c:v>
                </c:pt>
                <c:pt idx="48">
                  <c:v>105.31559663574959</c:v>
                </c:pt>
                <c:pt idx="49">
                  <c:v>105.92612183363798</c:v>
                </c:pt>
                <c:pt idx="50">
                  <c:v>103.81980990092299</c:v>
                </c:pt>
                <c:pt idx="51">
                  <c:v>104.19630043962084</c:v>
                </c:pt>
                <c:pt idx="52">
                  <c:v>105.58015755483454</c:v>
                </c:pt>
                <c:pt idx="53">
                  <c:v>106.25173527251178</c:v>
                </c:pt>
                <c:pt idx="54">
                  <c:v>106.05840229318045</c:v>
                </c:pt>
                <c:pt idx="55">
                  <c:v>106.62822581120963</c:v>
                </c:pt>
                <c:pt idx="56">
                  <c:v>104.25735295940966</c:v>
                </c:pt>
                <c:pt idx="57">
                  <c:v>104.96963235694612</c:v>
                </c:pt>
                <c:pt idx="58">
                  <c:v>105.47840335518647</c:v>
                </c:pt>
                <c:pt idx="59">
                  <c:v>106.14998107286371</c:v>
                </c:pt>
                <c:pt idx="60">
                  <c:v>103.78928364102856</c:v>
                </c:pt>
                <c:pt idx="61">
                  <c:v>102.60893492511099</c:v>
                </c:pt>
                <c:pt idx="62">
                  <c:v>100.88928895105866</c:v>
                </c:pt>
                <c:pt idx="63">
                  <c:v>103.57559982176764</c:v>
                </c:pt>
                <c:pt idx="64">
                  <c:v>104.76133882427855</c:v>
                </c:pt>
                <c:pt idx="65">
                  <c:v>105.85154143604647</c:v>
                </c:pt>
                <c:pt idx="66">
                  <c:v>105.85154143604647</c:v>
                </c:pt>
                <c:pt idx="67">
                  <c:v>105.90248548332535</c:v>
                </c:pt>
                <c:pt idx="68">
                  <c:v>106.50362524121608</c:v>
                </c:pt>
                <c:pt idx="69">
                  <c:v>109.41762474556775</c:v>
                </c:pt>
                <c:pt idx="70">
                  <c:v>109.59083450631593</c:v>
                </c:pt>
                <c:pt idx="71">
                  <c:v>109.67234498196214</c:v>
                </c:pt>
                <c:pt idx="72">
                  <c:v>110.64028188026076</c:v>
                </c:pt>
                <c:pt idx="73">
                  <c:v>111.87312782440952</c:v>
                </c:pt>
                <c:pt idx="74">
                  <c:v>112.39275710665405</c:v>
                </c:pt>
                <c:pt idx="75">
                  <c:v>113.29956114821802</c:v>
                </c:pt>
                <c:pt idx="76">
                  <c:v>114.17579876141467</c:v>
                </c:pt>
                <c:pt idx="77">
                  <c:v>114.47127423563212</c:v>
                </c:pt>
                <c:pt idx="78">
                  <c:v>113.42182686168729</c:v>
                </c:pt>
                <c:pt idx="79">
                  <c:v>114.45089661672057</c:v>
                </c:pt>
                <c:pt idx="80">
                  <c:v>114.12485471413578</c:v>
                </c:pt>
                <c:pt idx="81">
                  <c:v>114.30825328433973</c:v>
                </c:pt>
                <c:pt idx="82">
                  <c:v>114.06372185740113</c:v>
                </c:pt>
                <c:pt idx="83">
                  <c:v>112.17879210808276</c:v>
                </c:pt>
                <c:pt idx="84">
                  <c:v>113.27918352930648</c:v>
                </c:pt>
                <c:pt idx="85">
                  <c:v>114.83807137604003</c:v>
                </c:pt>
                <c:pt idx="86">
                  <c:v>115.85961269039707</c:v>
                </c:pt>
                <c:pt idx="87">
                  <c:v>116.91019285653061</c:v>
                </c:pt>
                <c:pt idx="88">
                  <c:v>118.2259680160571</c:v>
                </c:pt>
                <c:pt idx="89">
                  <c:v>120.65352218634627</c:v>
                </c:pt>
                <c:pt idx="90">
                  <c:v>118.77675761771934</c:v>
                </c:pt>
                <c:pt idx="91">
                  <c:v>119.09295164830324</c:v>
                </c:pt>
                <c:pt idx="92">
                  <c:v>120.83711872023369</c:v>
                </c:pt>
                <c:pt idx="93">
                  <c:v>119.29694779706703</c:v>
                </c:pt>
                <c:pt idx="94">
                  <c:v>120.99011583180655</c:v>
                </c:pt>
                <c:pt idx="95">
                  <c:v>121.56130504834518</c:v>
                </c:pt>
                <c:pt idx="96">
                  <c:v>119.53154336814541</c:v>
                </c:pt>
                <c:pt idx="97">
                  <c:v>117.66497860695668</c:v>
                </c:pt>
                <c:pt idx="98">
                  <c:v>116.93059247140702</c:v>
                </c:pt>
                <c:pt idx="99">
                  <c:v>117.87917456315867</c:v>
                </c:pt>
                <c:pt idx="100">
                  <c:v>120.34752796320059</c:v>
                </c:pt>
                <c:pt idx="101">
                  <c:v>120.74532045328999</c:v>
                </c:pt>
                <c:pt idx="102">
                  <c:v>120.74532045328999</c:v>
                </c:pt>
                <c:pt idx="103">
                  <c:v>122.29569118389485</c:v>
                </c:pt>
                <c:pt idx="104">
                  <c:v>122.33649041364761</c:v>
                </c:pt>
                <c:pt idx="105">
                  <c:v>122.81588136324253</c:v>
                </c:pt>
                <c:pt idx="106">
                  <c:v>123.09127616407366</c:v>
                </c:pt>
                <c:pt idx="107">
                  <c:v>125.21462125361812</c:v>
                </c:pt>
                <c:pt idx="108">
                  <c:v>126.51138851278876</c:v>
                </c:pt>
                <c:pt idx="109">
                  <c:v>125.28099123144968</c:v>
                </c:pt>
                <c:pt idx="110">
                  <c:v>125.38820427256221</c:v>
                </c:pt>
                <c:pt idx="111">
                  <c:v>120.12965987513797</c:v>
                </c:pt>
                <c:pt idx="112">
                  <c:v>120.74230582435246</c:v>
                </c:pt>
                <c:pt idx="113">
                  <c:v>119.84375843217124</c:v>
                </c:pt>
                <c:pt idx="114">
                  <c:v>117.98539905288733</c:v>
                </c:pt>
                <c:pt idx="115">
                  <c:v>120.64019816615004</c:v>
                </c:pt>
                <c:pt idx="116">
                  <c:v>122.27392069738865</c:v>
                </c:pt>
                <c:pt idx="117">
                  <c:v>125.77621337373139</c:v>
                </c:pt>
                <c:pt idx="118">
                  <c:v>125.34736120928126</c:v>
                </c:pt>
                <c:pt idx="119">
                  <c:v>125.56178729150632</c:v>
                </c:pt>
                <c:pt idx="120">
                  <c:v>126.86876531649719</c:v>
                </c:pt>
                <c:pt idx="121">
                  <c:v>126.86876531649719</c:v>
                </c:pt>
                <c:pt idx="122">
                  <c:v>126.88918684813767</c:v>
                </c:pt>
                <c:pt idx="123">
                  <c:v>124.41818151963929</c:v>
                </c:pt>
                <c:pt idx="124">
                  <c:v>123.10099272882817</c:v>
                </c:pt>
                <c:pt idx="125">
                  <c:v>123.59110948819976</c:v>
                </c:pt>
                <c:pt idx="126">
                  <c:v>121.31410871028596</c:v>
                </c:pt>
                <c:pt idx="127">
                  <c:v>123.35626187433422</c:v>
                </c:pt>
                <c:pt idx="128">
                  <c:v>124.30586309561666</c:v>
                </c:pt>
                <c:pt idx="129">
                  <c:v>122.06760539940529</c:v>
                </c:pt>
                <c:pt idx="130">
                  <c:v>120.02343550240445</c:v>
                </c:pt>
                <c:pt idx="131">
                  <c:v>120.02343550240445</c:v>
                </c:pt>
                <c:pt idx="132">
                  <c:v>120.80022006326476</c:v>
                </c:pt>
                <c:pt idx="133">
                  <c:v>118.86847951059897</c:v>
                </c:pt>
                <c:pt idx="134">
                  <c:v>119.66570577042931</c:v>
                </c:pt>
                <c:pt idx="135">
                  <c:v>121.17839149420993</c:v>
                </c:pt>
                <c:pt idx="136">
                  <c:v>120.52425712716966</c:v>
                </c:pt>
                <c:pt idx="137">
                  <c:v>118.95024630647902</c:v>
                </c:pt>
                <c:pt idx="138">
                  <c:v>119.14444244669409</c:v>
                </c:pt>
                <c:pt idx="139">
                  <c:v>118.56185402604885</c:v>
                </c:pt>
                <c:pt idx="140">
                  <c:v>116.15995439707287</c:v>
                </c:pt>
                <c:pt idx="141">
                  <c:v>116.25194204243789</c:v>
                </c:pt>
                <c:pt idx="142">
                  <c:v>116.68121772080806</c:v>
                </c:pt>
                <c:pt idx="143">
                  <c:v>119.29775518896915</c:v>
                </c:pt>
                <c:pt idx="144">
                  <c:v>119.08311734978406</c:v>
                </c:pt>
                <c:pt idx="145">
                  <c:v>118.45964553119882</c:v>
                </c:pt>
                <c:pt idx="146">
                  <c:v>116.26216289192291</c:v>
                </c:pt>
                <c:pt idx="147">
                  <c:v>115.94531655788778</c:v>
                </c:pt>
                <c:pt idx="148">
                  <c:v>114.33042233925711</c:v>
                </c:pt>
                <c:pt idx="149">
                  <c:v>112.10227715152621</c:v>
                </c:pt>
                <c:pt idx="150">
                  <c:v>115.88399146097775</c:v>
                </c:pt>
                <c:pt idx="151">
                  <c:v>115.73067871870269</c:v>
                </c:pt>
                <c:pt idx="152">
                  <c:v>117.79676500369433</c:v>
                </c:pt>
                <c:pt idx="153">
                  <c:v>119.85368010800697</c:v>
                </c:pt>
                <c:pt idx="154">
                  <c:v>118.79963903465274</c:v>
                </c:pt>
                <c:pt idx="155">
                  <c:v>117.22369412886098</c:v>
                </c:pt>
                <c:pt idx="156">
                  <c:v>118.41076951244439</c:v>
                </c:pt>
                <c:pt idx="157">
                  <c:v>117.82746522913186</c:v>
                </c:pt>
                <c:pt idx="158">
                  <c:v>118.10376725806937</c:v>
                </c:pt>
                <c:pt idx="159">
                  <c:v>121.06122230854871</c:v>
                </c:pt>
                <c:pt idx="160">
                  <c:v>121.29659070356956</c:v>
                </c:pt>
                <c:pt idx="161">
                  <c:v>121.79802771904875</c:v>
                </c:pt>
                <c:pt idx="162">
                  <c:v>121.90036180384044</c:v>
                </c:pt>
                <c:pt idx="163">
                  <c:v>119.13734151446528</c:v>
                </c:pt>
                <c:pt idx="164">
                  <c:v>118.54380382267358</c:v>
                </c:pt>
                <c:pt idx="165">
                  <c:v>118.31866883613189</c:v>
                </c:pt>
                <c:pt idx="166">
                  <c:v>118.56427063963189</c:v>
                </c:pt>
                <c:pt idx="167">
                  <c:v>118.56427063963189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E17-498F-A562-0DAA3A123DC2}"/>
            </c:ext>
          </c:extLst>
        </c:ser>
        <c:ser>
          <c:idx val="2"/>
          <c:order val="2"/>
          <c:tx>
            <c:strRef>
              <c:f>RF!$H$30</c:f>
              <c:strCache>
                <c:ptCount val="1"/>
                <c:pt idx="0">
                  <c:v>CWB US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RF!$I$30:$FT$30</c:f>
              <c:numCache>
                <c:formatCode>General</c:formatCode>
                <c:ptCount val="168"/>
                <c:pt idx="0">
                  <c:v>100</c:v>
                </c:pt>
                <c:pt idx="1">
                  <c:v>101.51345291479821</c:v>
                </c:pt>
                <c:pt idx="2">
                  <c:v>102.61210762331841</c:v>
                </c:pt>
                <c:pt idx="3">
                  <c:v>103.91255605381167</c:v>
                </c:pt>
                <c:pt idx="4">
                  <c:v>103.25112107623319</c:v>
                </c:pt>
                <c:pt idx="5">
                  <c:v>102.94843049327355</c:v>
                </c:pt>
                <c:pt idx="6">
                  <c:v>103.47533632286995</c:v>
                </c:pt>
                <c:pt idx="7">
                  <c:v>104.40582959641254</c:v>
                </c:pt>
                <c:pt idx="8">
                  <c:v>104.64125560538115</c:v>
                </c:pt>
                <c:pt idx="9">
                  <c:v>104.73094170403586</c:v>
                </c:pt>
                <c:pt idx="10">
                  <c:v>104.95515695067263</c:v>
                </c:pt>
                <c:pt idx="11">
                  <c:v>105.25784753363226</c:v>
                </c:pt>
                <c:pt idx="12">
                  <c:v>105.25784753363226</c:v>
                </c:pt>
                <c:pt idx="13">
                  <c:v>104.38340807174885</c:v>
                </c:pt>
                <c:pt idx="14">
                  <c:v>105.20179372197306</c:v>
                </c:pt>
                <c:pt idx="15">
                  <c:v>105.62780269058293</c:v>
                </c:pt>
                <c:pt idx="16">
                  <c:v>105.25784753363226</c:v>
                </c:pt>
                <c:pt idx="17">
                  <c:v>105.04484304932733</c:v>
                </c:pt>
                <c:pt idx="18">
                  <c:v>106.40134529147979</c:v>
                </c:pt>
                <c:pt idx="19">
                  <c:v>107.32062780269057</c:v>
                </c:pt>
                <c:pt idx="20">
                  <c:v>106.30044843049325</c:v>
                </c:pt>
                <c:pt idx="21">
                  <c:v>104.70852017937219</c:v>
                </c:pt>
                <c:pt idx="22">
                  <c:v>105.24740393892017</c:v>
                </c:pt>
                <c:pt idx="23">
                  <c:v>105.28105797983007</c:v>
                </c:pt>
                <c:pt idx="24">
                  <c:v>104.11438456161991</c:v>
                </c:pt>
                <c:pt idx="25">
                  <c:v>102.37559244794132</c:v>
                </c:pt>
                <c:pt idx="26">
                  <c:v>105.39323811619641</c:v>
                </c:pt>
                <c:pt idx="27">
                  <c:v>106.59356557531648</c:v>
                </c:pt>
                <c:pt idx="28">
                  <c:v>106.11119098894113</c:v>
                </c:pt>
                <c:pt idx="29">
                  <c:v>106.01022886621141</c:v>
                </c:pt>
                <c:pt idx="30">
                  <c:v>105.34836606164987</c:v>
                </c:pt>
                <c:pt idx="31">
                  <c:v>106.02144687984806</c:v>
                </c:pt>
                <c:pt idx="32">
                  <c:v>106.02144687984806</c:v>
                </c:pt>
                <c:pt idx="33">
                  <c:v>106.32433324803722</c:v>
                </c:pt>
                <c:pt idx="34">
                  <c:v>106.47016742531348</c:v>
                </c:pt>
                <c:pt idx="35">
                  <c:v>106.54869352076994</c:v>
                </c:pt>
                <c:pt idx="36">
                  <c:v>106.16728105712431</c:v>
                </c:pt>
                <c:pt idx="37">
                  <c:v>105.59516236165587</c:v>
                </c:pt>
                <c:pt idx="38">
                  <c:v>106.47016742531349</c:v>
                </c:pt>
                <c:pt idx="39">
                  <c:v>107.26664639351468</c:v>
                </c:pt>
                <c:pt idx="40">
                  <c:v>106.64965564349967</c:v>
                </c:pt>
                <c:pt idx="41">
                  <c:v>105.87561270257177</c:v>
                </c:pt>
                <c:pt idx="42">
                  <c:v>106.39504580418557</c:v>
                </c:pt>
                <c:pt idx="43">
                  <c:v>104.53083030877764</c:v>
                </c:pt>
                <c:pt idx="44">
                  <c:v>105.55277976710366</c:v>
                </c:pt>
                <c:pt idx="45">
                  <c:v>104.4859094534666</c:v>
                </c:pt>
                <c:pt idx="46">
                  <c:v>102.57677310274764</c:v>
                </c:pt>
                <c:pt idx="47">
                  <c:v>104.29499581839471</c:v>
                </c:pt>
                <c:pt idx="48">
                  <c:v>104.45221881198334</c:v>
                </c:pt>
                <c:pt idx="49">
                  <c:v>104.94634822040472</c:v>
                </c:pt>
                <c:pt idx="50">
                  <c:v>103.35165785686297</c:v>
                </c:pt>
                <c:pt idx="51">
                  <c:v>103.37411828451849</c:v>
                </c:pt>
                <c:pt idx="52">
                  <c:v>104.68805330236624</c:v>
                </c:pt>
                <c:pt idx="53">
                  <c:v>105.46293805648159</c:v>
                </c:pt>
                <c:pt idx="54">
                  <c:v>105.14849206930434</c:v>
                </c:pt>
                <c:pt idx="55">
                  <c:v>105.68754233303676</c:v>
                </c:pt>
                <c:pt idx="56">
                  <c:v>103.29550678772418</c:v>
                </c:pt>
                <c:pt idx="57">
                  <c:v>104.12654261097832</c:v>
                </c:pt>
                <c:pt idx="58">
                  <c:v>104.40729795667229</c:v>
                </c:pt>
                <c:pt idx="59">
                  <c:v>104.99126907571573</c:v>
                </c:pt>
                <c:pt idx="60">
                  <c:v>102.67784502719746</c:v>
                </c:pt>
                <c:pt idx="61">
                  <c:v>100.85855038710055</c:v>
                </c:pt>
                <c:pt idx="62">
                  <c:v>99.993823922363134</c:v>
                </c:pt>
                <c:pt idx="63">
                  <c:v>102.77891695164728</c:v>
                </c:pt>
                <c:pt idx="64">
                  <c:v>103.96162746287813</c:v>
                </c:pt>
                <c:pt idx="65">
                  <c:v>104.89477497876641</c:v>
                </c:pt>
                <c:pt idx="66">
                  <c:v>104.89477497876641</c:v>
                </c:pt>
                <c:pt idx="67">
                  <c:v>104.80483304952416</c:v>
                </c:pt>
                <c:pt idx="68">
                  <c:v>105.50188300115155</c:v>
                </c:pt>
                <c:pt idx="69">
                  <c:v>108.36878199574807</c:v>
                </c:pt>
                <c:pt idx="70">
                  <c:v>108.50369488961145</c:v>
                </c:pt>
                <c:pt idx="71">
                  <c:v>108.49245214845617</c:v>
                </c:pt>
                <c:pt idx="72">
                  <c:v>110.04395042788485</c:v>
                </c:pt>
                <c:pt idx="73">
                  <c:v>111.12325357879178</c:v>
                </c:pt>
                <c:pt idx="74">
                  <c:v>111.33686566074209</c:v>
                </c:pt>
                <c:pt idx="75">
                  <c:v>112.58480992897822</c:v>
                </c:pt>
                <c:pt idx="76">
                  <c:v>113.00079135172361</c:v>
                </c:pt>
                <c:pt idx="77">
                  <c:v>113.42801551562427</c:v>
                </c:pt>
                <c:pt idx="78">
                  <c:v>112.3149841412515</c:v>
                </c:pt>
                <c:pt idx="79">
                  <c:v>113.55168566833233</c:v>
                </c:pt>
                <c:pt idx="80">
                  <c:v>113.46174373909008</c:v>
                </c:pt>
                <c:pt idx="81">
                  <c:v>113.30434536291615</c:v>
                </c:pt>
                <c:pt idx="82">
                  <c:v>113.22564617482918</c:v>
                </c:pt>
                <c:pt idx="83">
                  <c:v>111.49426403691601</c:v>
                </c:pt>
                <c:pt idx="84">
                  <c:v>112.14634302392227</c:v>
                </c:pt>
                <c:pt idx="85">
                  <c:v>113.59665663295344</c:v>
                </c:pt>
                <c:pt idx="86">
                  <c:v>114.62879877748665</c:v>
                </c:pt>
                <c:pt idx="87">
                  <c:v>115.24768401678789</c:v>
                </c:pt>
                <c:pt idx="88">
                  <c:v>116.91304793345304</c:v>
                </c:pt>
                <c:pt idx="89">
                  <c:v>118.88222824032063</c:v>
                </c:pt>
                <c:pt idx="90">
                  <c:v>117.34064137151572</c:v>
                </c:pt>
                <c:pt idx="91">
                  <c:v>117.79073972737118</c:v>
                </c:pt>
                <c:pt idx="92">
                  <c:v>119.27606430169415</c:v>
                </c:pt>
                <c:pt idx="93">
                  <c:v>117.93702169302418</c:v>
                </c:pt>
                <c:pt idx="94">
                  <c:v>119.32107413727969</c:v>
                </c:pt>
                <c:pt idx="95">
                  <c:v>119.91745445878816</c:v>
                </c:pt>
                <c:pt idx="96">
                  <c:v>117.5881954672362</c:v>
                </c:pt>
                <c:pt idx="97">
                  <c:v>115.74279220822886</c:v>
                </c:pt>
                <c:pt idx="98">
                  <c:v>115.27018893458064</c:v>
                </c:pt>
                <c:pt idx="99">
                  <c:v>116.02410368063853</c:v>
                </c:pt>
                <c:pt idx="100">
                  <c:v>118.56715939122184</c:v>
                </c:pt>
                <c:pt idx="101">
                  <c:v>118.88222824032064</c:v>
                </c:pt>
                <c:pt idx="102">
                  <c:v>118.88222824032064</c:v>
                </c:pt>
                <c:pt idx="103">
                  <c:v>120.11999871892311</c:v>
                </c:pt>
                <c:pt idx="104">
                  <c:v>120.30003806126528</c:v>
                </c:pt>
                <c:pt idx="105">
                  <c:v>121.21148723187258</c:v>
                </c:pt>
                <c:pt idx="106">
                  <c:v>121.63908066993527</c:v>
                </c:pt>
                <c:pt idx="107">
                  <c:v>123.25955373684428</c:v>
                </c:pt>
                <c:pt idx="108">
                  <c:v>124.73510902694083</c:v>
                </c:pt>
                <c:pt idx="109">
                  <c:v>123.29334507936557</c:v>
                </c:pt>
                <c:pt idx="110">
                  <c:v>123.51862069617421</c:v>
                </c:pt>
                <c:pt idx="111">
                  <c:v>118.52876578386297</c:v>
                </c:pt>
                <c:pt idx="112">
                  <c:v>118.90047055159721</c:v>
                </c:pt>
                <c:pt idx="113">
                  <c:v>117.90925783763923</c:v>
                </c:pt>
                <c:pt idx="114">
                  <c:v>116.42243876670223</c:v>
                </c:pt>
                <c:pt idx="115">
                  <c:v>118.9680532366398</c:v>
                </c:pt>
                <c:pt idx="116">
                  <c:v>120.38728962253418</c:v>
                </c:pt>
                <c:pt idx="117">
                  <c:v>123.64252228541895</c:v>
                </c:pt>
                <c:pt idx="118">
                  <c:v>123.31587264104643</c:v>
                </c:pt>
                <c:pt idx="119">
                  <c:v>123.38345532608902</c:v>
                </c:pt>
                <c:pt idx="120">
                  <c:v>124.55488853349391</c:v>
                </c:pt>
                <c:pt idx="121">
                  <c:v>124.55488853349391</c:v>
                </c:pt>
                <c:pt idx="122">
                  <c:v>124.374668040047</c:v>
                </c:pt>
                <c:pt idx="123">
                  <c:v>121.91916381683288</c:v>
                </c:pt>
                <c:pt idx="124">
                  <c:v>120.66888414354496</c:v>
                </c:pt>
                <c:pt idx="125">
                  <c:v>121.1081715963218</c:v>
                </c:pt>
                <c:pt idx="126">
                  <c:v>118.8328878665546</c:v>
                </c:pt>
                <c:pt idx="127">
                  <c:v>120.68014792438541</c:v>
                </c:pt>
                <c:pt idx="128">
                  <c:v>121.44608502153474</c:v>
                </c:pt>
                <c:pt idx="129">
                  <c:v>120.24249007108583</c:v>
                </c:pt>
                <c:pt idx="130">
                  <c:v>118.57261326046233</c:v>
                </c:pt>
                <c:pt idx="131">
                  <c:v>118.57261326046233</c:v>
                </c:pt>
                <c:pt idx="132">
                  <c:v>119.6517853489605</c:v>
                </c:pt>
                <c:pt idx="133">
                  <c:v>117.9705488321423</c:v>
                </c:pt>
                <c:pt idx="134">
                  <c:v>118.87932532771973</c:v>
                </c:pt>
                <c:pt idx="135">
                  <c:v>119.98121682860734</c:v>
                </c:pt>
                <c:pt idx="136">
                  <c:v>119.54954799320807</c:v>
                </c:pt>
                <c:pt idx="137">
                  <c:v>117.98190853833705</c:v>
                </c:pt>
                <c:pt idx="138">
                  <c:v>118.29998031178914</c:v>
                </c:pt>
                <c:pt idx="139">
                  <c:v>117.67519647107967</c:v>
                </c:pt>
                <c:pt idx="140">
                  <c:v>115.34645670116257</c:v>
                </c:pt>
                <c:pt idx="141">
                  <c:v>115.28965817018897</c:v>
                </c:pt>
                <c:pt idx="142">
                  <c:v>115.66452847461466</c:v>
                </c:pt>
                <c:pt idx="143">
                  <c:v>117.78879353302685</c:v>
                </c:pt>
                <c:pt idx="144">
                  <c:v>118.14094442506308</c:v>
                </c:pt>
                <c:pt idx="145">
                  <c:v>117.19808881090152</c:v>
                </c:pt>
                <c:pt idx="146">
                  <c:v>115.27829846399425</c:v>
                </c:pt>
                <c:pt idx="147">
                  <c:v>115.1192625772682</c:v>
                </c:pt>
                <c:pt idx="148">
                  <c:v>113.94921283921229</c:v>
                </c:pt>
                <c:pt idx="149">
                  <c:v>111.76814924982651</c:v>
                </c:pt>
                <c:pt idx="150">
                  <c:v>115.28965817018896</c:v>
                </c:pt>
                <c:pt idx="151">
                  <c:v>115.69860759319877</c:v>
                </c:pt>
                <c:pt idx="152">
                  <c:v>117.58883965319605</c:v>
                </c:pt>
                <c:pt idx="153">
                  <c:v>119.92240326683644</c:v>
                </c:pt>
                <c:pt idx="154">
                  <c:v>118.77269631572582</c:v>
                </c:pt>
                <c:pt idx="155">
                  <c:v>117.11074369332827</c:v>
                </c:pt>
                <c:pt idx="156">
                  <c:v>118.22630093301979</c:v>
                </c:pt>
                <c:pt idx="157">
                  <c:v>117.94172000452706</c:v>
                </c:pt>
                <c:pt idx="158">
                  <c:v>118.01001942736532</c:v>
                </c:pt>
                <c:pt idx="159">
                  <c:v>120.54848130952048</c:v>
                </c:pt>
                <c:pt idx="160">
                  <c:v>121.11764316650593</c:v>
                </c:pt>
                <c:pt idx="161">
                  <c:v>121.3453079093001</c:v>
                </c:pt>
                <c:pt idx="162">
                  <c:v>121.23147553790302</c:v>
                </c:pt>
                <c:pt idx="163">
                  <c:v>118.89791192426263</c:v>
                </c:pt>
                <c:pt idx="164">
                  <c:v>118.07831885020357</c:v>
                </c:pt>
                <c:pt idx="165">
                  <c:v>117.89618705596821</c:v>
                </c:pt>
                <c:pt idx="166">
                  <c:v>118.03278590164473</c:v>
                </c:pt>
                <c:pt idx="167">
                  <c:v>118.03278590164473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E17-498F-A562-0DAA3A123DC2}"/>
            </c:ext>
          </c:extLst>
        </c:ser>
        <c:ser>
          <c:idx val="3"/>
          <c:order val="3"/>
          <c:tx>
            <c:strRef>
              <c:f>RF!$H$31</c:f>
              <c:strCache>
                <c:ptCount val="1"/>
                <c:pt idx="0">
                  <c:v>OBJCGAU FP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RF!$I$31:$FT$31</c:f>
              <c:numCache>
                <c:formatCode>General</c:formatCode>
                <c:ptCount val="168"/>
                <c:pt idx="0">
                  <c:v>100</c:v>
                </c:pt>
                <c:pt idx="1">
                  <c:v>99.670787460610057</c:v>
                </c:pt>
                <c:pt idx="2">
                  <c:v>100.68210132305109</c:v>
                </c:pt>
                <c:pt idx="3">
                  <c:v>101.32023247816994</c:v>
                </c:pt>
                <c:pt idx="4">
                  <c:v>102.40764855433981</c:v>
                </c:pt>
                <c:pt idx="5">
                  <c:v>102.09760249840751</c:v>
                </c:pt>
                <c:pt idx="6">
                  <c:v>101.66917522111923</c:v>
                </c:pt>
                <c:pt idx="7">
                  <c:v>101.49498570969546</c:v>
                </c:pt>
                <c:pt idx="8">
                  <c:v>102.09422017779734</c:v>
                </c:pt>
                <c:pt idx="9">
                  <c:v>102.05081372996682</c:v>
                </c:pt>
                <c:pt idx="10">
                  <c:v>101.91495718545831</c:v>
                </c:pt>
                <c:pt idx="11">
                  <c:v>101.684395663865</c:v>
                </c:pt>
                <c:pt idx="12">
                  <c:v>102.01642680376344</c:v>
                </c:pt>
                <c:pt idx="13">
                  <c:v>102.01642680376344</c:v>
                </c:pt>
                <c:pt idx="14">
                  <c:v>100.93746652911899</c:v>
                </c:pt>
                <c:pt idx="15">
                  <c:v>100.99327481918681</c:v>
                </c:pt>
                <c:pt idx="16">
                  <c:v>101.52768147559377</c:v>
                </c:pt>
                <c:pt idx="17">
                  <c:v>101.43635881911916</c:v>
                </c:pt>
                <c:pt idx="18">
                  <c:v>101.40084445271236</c:v>
                </c:pt>
                <c:pt idx="19">
                  <c:v>102.81803678837387</c:v>
                </c:pt>
                <c:pt idx="20">
                  <c:v>103.37386480864525</c:v>
                </c:pt>
                <c:pt idx="21">
                  <c:v>102.29152221339064</c:v>
                </c:pt>
                <c:pt idx="22">
                  <c:v>101.17422897183094</c:v>
                </c:pt>
                <c:pt idx="23">
                  <c:v>100.57837682433922</c:v>
                </c:pt>
                <c:pt idx="24">
                  <c:v>100.89180520088169</c:v>
                </c:pt>
                <c:pt idx="25">
                  <c:v>99.53944067691512</c:v>
                </c:pt>
                <c:pt idx="26">
                  <c:v>97.964406712778981</c:v>
                </c:pt>
                <c:pt idx="27">
                  <c:v>99.936299628508451</c:v>
                </c:pt>
                <c:pt idx="28">
                  <c:v>101.22496378098346</c:v>
                </c:pt>
                <c:pt idx="29">
                  <c:v>101.41437373515301</c:v>
                </c:pt>
                <c:pt idx="30">
                  <c:v>101.03668126701729</c:v>
                </c:pt>
                <c:pt idx="31">
                  <c:v>100.36359946559334</c:v>
                </c:pt>
                <c:pt idx="32">
                  <c:v>101.37153100742418</c:v>
                </c:pt>
                <c:pt idx="33">
                  <c:v>101.37153100742418</c:v>
                </c:pt>
                <c:pt idx="34">
                  <c:v>101.13758716522071</c:v>
                </c:pt>
                <c:pt idx="35">
                  <c:v>101.21763541966142</c:v>
                </c:pt>
                <c:pt idx="36">
                  <c:v>101.44312346033946</c:v>
                </c:pt>
                <c:pt idx="37">
                  <c:v>100.6911208446782</c:v>
                </c:pt>
                <c:pt idx="38">
                  <c:v>100.58345030525443</c:v>
                </c:pt>
                <c:pt idx="39">
                  <c:v>101.09699931789868</c:v>
                </c:pt>
                <c:pt idx="40">
                  <c:v>101.83547265111926</c:v>
                </c:pt>
                <c:pt idx="41">
                  <c:v>101.69905238650904</c:v>
                </c:pt>
                <c:pt idx="42">
                  <c:v>100.8055560253223</c:v>
                </c:pt>
                <c:pt idx="43">
                  <c:v>100.36190830528825</c:v>
                </c:pt>
                <c:pt idx="44">
                  <c:v>98.428912076575727</c:v>
                </c:pt>
                <c:pt idx="45">
                  <c:v>99.291967552270947</c:v>
                </c:pt>
                <c:pt idx="46">
                  <c:v>98.481901766135081</c:v>
                </c:pt>
                <c:pt idx="47">
                  <c:v>97.63857649399921</c:v>
                </c:pt>
                <c:pt idx="48">
                  <c:v>97.785707440541628</c:v>
                </c:pt>
                <c:pt idx="49">
                  <c:v>98.632978753389381</c:v>
                </c:pt>
                <c:pt idx="50">
                  <c:v>98.933441567592865</c:v>
                </c:pt>
                <c:pt idx="51">
                  <c:v>97.922127705151851</c:v>
                </c:pt>
                <c:pt idx="52">
                  <c:v>97.685365262439902</c:v>
                </c:pt>
                <c:pt idx="53">
                  <c:v>98.852265872948777</c:v>
                </c:pt>
                <c:pt idx="54">
                  <c:v>99.238977862711636</c:v>
                </c:pt>
                <c:pt idx="55">
                  <c:v>99.147655206237019</c:v>
                </c:pt>
                <c:pt idx="56">
                  <c:v>98.479083165626633</c:v>
                </c:pt>
                <c:pt idx="57">
                  <c:v>96.913068723117632</c:v>
                </c:pt>
                <c:pt idx="58">
                  <c:v>97.031449944473593</c:v>
                </c:pt>
                <c:pt idx="59">
                  <c:v>97.121645160744819</c:v>
                </c:pt>
                <c:pt idx="60">
                  <c:v>97.921000264948475</c:v>
                </c:pt>
                <c:pt idx="61">
                  <c:v>96.348221181219131</c:v>
                </c:pt>
                <c:pt idx="62">
                  <c:v>95.026861262845799</c:v>
                </c:pt>
                <c:pt idx="63">
                  <c:v>93.99356231643867</c:v>
                </c:pt>
                <c:pt idx="64">
                  <c:v>95.526317272947651</c:v>
                </c:pt>
                <c:pt idx="65">
                  <c:v>96.469984723185263</c:v>
                </c:pt>
                <c:pt idx="66">
                  <c:v>96.469984723185263</c:v>
                </c:pt>
                <c:pt idx="67">
                  <c:v>96.469984723185263</c:v>
                </c:pt>
                <c:pt idx="68">
                  <c:v>96.591184545049714</c:v>
                </c:pt>
                <c:pt idx="69">
                  <c:v>96.975077934304082</c:v>
                </c:pt>
                <c:pt idx="70">
                  <c:v>99.433461297796441</c:v>
                </c:pt>
                <c:pt idx="71">
                  <c:v>99.165694249491267</c:v>
                </c:pt>
                <c:pt idx="72">
                  <c:v>98.852829593050473</c:v>
                </c:pt>
                <c:pt idx="73">
                  <c:v>100.02874972518649</c:v>
                </c:pt>
                <c:pt idx="74">
                  <c:v>101.44876066135646</c:v>
                </c:pt>
                <c:pt idx="75">
                  <c:v>102.02601004549224</c:v>
                </c:pt>
                <c:pt idx="76">
                  <c:v>102.74193457464504</c:v>
                </c:pt>
                <c:pt idx="77">
                  <c:v>103.39697733281477</c:v>
                </c:pt>
                <c:pt idx="78">
                  <c:v>103.53734363813686</c:v>
                </c:pt>
                <c:pt idx="79">
                  <c:v>103.00688302244176</c:v>
                </c:pt>
                <c:pt idx="80">
                  <c:v>103.77297864064541</c:v>
                </c:pt>
                <c:pt idx="81">
                  <c:v>103.49450091040804</c:v>
                </c:pt>
                <c:pt idx="82">
                  <c:v>103.03225042701804</c:v>
                </c:pt>
                <c:pt idx="83">
                  <c:v>103.53847107834025</c:v>
                </c:pt>
                <c:pt idx="84">
                  <c:v>102.44316292074666</c:v>
                </c:pt>
                <c:pt idx="85">
                  <c:v>102.80845354664508</c:v>
                </c:pt>
                <c:pt idx="86">
                  <c:v>102.80845354664508</c:v>
                </c:pt>
                <c:pt idx="87">
                  <c:v>103.69180294600132</c:v>
                </c:pt>
                <c:pt idx="88">
                  <c:v>105.06333395342551</c:v>
                </c:pt>
                <c:pt idx="89">
                  <c:v>105.75389107800201</c:v>
                </c:pt>
                <c:pt idx="90">
                  <c:v>108.05217793261296</c:v>
                </c:pt>
                <c:pt idx="91">
                  <c:v>108.05217793261296</c:v>
                </c:pt>
                <c:pt idx="92">
                  <c:v>107.13331416684994</c:v>
                </c:pt>
                <c:pt idx="93">
                  <c:v>107.86389541864682</c:v>
                </c:pt>
                <c:pt idx="94">
                  <c:v>106.80635650786679</c:v>
                </c:pt>
                <c:pt idx="95">
                  <c:v>106.80635650786679</c:v>
                </c:pt>
                <c:pt idx="96">
                  <c:v>107.5425749606806</c:v>
                </c:pt>
                <c:pt idx="97">
                  <c:v>106.51491321529041</c:v>
                </c:pt>
                <c:pt idx="98">
                  <c:v>105.46244778542564</c:v>
                </c:pt>
                <c:pt idx="99">
                  <c:v>104.89872768373054</c:v>
                </c:pt>
                <c:pt idx="100">
                  <c:v>105.53347651823924</c:v>
                </c:pt>
                <c:pt idx="101">
                  <c:v>106.64231395827352</c:v>
                </c:pt>
                <c:pt idx="102">
                  <c:v>106.64231395827352</c:v>
                </c:pt>
                <c:pt idx="103">
                  <c:v>107.22745542383305</c:v>
                </c:pt>
                <c:pt idx="104">
                  <c:v>108.23031348474863</c:v>
                </c:pt>
                <c:pt idx="105">
                  <c:v>108.01497240590109</c:v>
                </c:pt>
                <c:pt idx="106">
                  <c:v>109.12831960674893</c:v>
                </c:pt>
                <c:pt idx="107">
                  <c:v>109.95022351502041</c:v>
                </c:pt>
                <c:pt idx="108">
                  <c:v>111.65773170305488</c:v>
                </c:pt>
                <c:pt idx="109">
                  <c:v>111.74510831881763</c:v>
                </c:pt>
                <c:pt idx="110">
                  <c:v>111.2067556216988</c:v>
                </c:pt>
                <c:pt idx="111">
                  <c:v>110.84822963702071</c:v>
                </c:pt>
                <c:pt idx="112">
                  <c:v>107.89377258403665</c:v>
                </c:pt>
                <c:pt idx="113">
                  <c:v>107.89377258403665</c:v>
                </c:pt>
                <c:pt idx="114">
                  <c:v>106.71897989210404</c:v>
                </c:pt>
                <c:pt idx="115">
                  <c:v>105.51994723579855</c:v>
                </c:pt>
                <c:pt idx="116">
                  <c:v>106.51491321529043</c:v>
                </c:pt>
                <c:pt idx="117">
                  <c:v>107.2336563449517</c:v>
                </c:pt>
                <c:pt idx="118">
                  <c:v>109.08096711820656</c:v>
                </c:pt>
                <c:pt idx="119">
                  <c:v>109.08096711820656</c:v>
                </c:pt>
                <c:pt idx="120">
                  <c:v>108.42705180024024</c:v>
                </c:pt>
                <c:pt idx="121">
                  <c:v>108.74724481800304</c:v>
                </c:pt>
                <c:pt idx="122">
                  <c:v>108.74724481800304</c:v>
                </c:pt>
                <c:pt idx="123">
                  <c:v>108.61589803430809</c:v>
                </c:pt>
                <c:pt idx="124">
                  <c:v>106.99689390223975</c:v>
                </c:pt>
                <c:pt idx="125">
                  <c:v>106.42753659952768</c:v>
                </c:pt>
                <c:pt idx="126">
                  <c:v>106.62145631451079</c:v>
                </c:pt>
                <c:pt idx="127">
                  <c:v>106.12425518481569</c:v>
                </c:pt>
                <c:pt idx="128">
                  <c:v>107.45745322532463</c:v>
                </c:pt>
                <c:pt idx="129">
                  <c:v>107.88024330159597</c:v>
                </c:pt>
                <c:pt idx="130">
                  <c:v>107.23365634495168</c:v>
                </c:pt>
                <c:pt idx="131">
                  <c:v>107.16375505234149</c:v>
                </c:pt>
                <c:pt idx="132">
                  <c:v>107.16375505234149</c:v>
                </c:pt>
                <c:pt idx="133">
                  <c:v>107.97156595807058</c:v>
                </c:pt>
                <c:pt idx="134">
                  <c:v>106.69924968854474</c:v>
                </c:pt>
                <c:pt idx="135">
                  <c:v>106.95912465542619</c:v>
                </c:pt>
                <c:pt idx="136">
                  <c:v>107.78553832451122</c:v>
                </c:pt>
                <c:pt idx="137">
                  <c:v>107.78722948481629</c:v>
                </c:pt>
                <c:pt idx="138">
                  <c:v>107.78722948481629</c:v>
                </c:pt>
                <c:pt idx="139">
                  <c:v>106.52618761732434</c:v>
                </c:pt>
                <c:pt idx="140">
                  <c:v>106.62202003461252</c:v>
                </c:pt>
                <c:pt idx="141">
                  <c:v>105.44497246227313</c:v>
                </c:pt>
                <c:pt idx="142">
                  <c:v>104.90323744454413</c:v>
                </c:pt>
                <c:pt idx="143">
                  <c:v>105.23583230454423</c:v>
                </c:pt>
                <c:pt idx="144">
                  <c:v>105.23583230454423</c:v>
                </c:pt>
                <c:pt idx="145">
                  <c:v>106.59101542901927</c:v>
                </c:pt>
                <c:pt idx="146">
                  <c:v>106.00361908305297</c:v>
                </c:pt>
                <c:pt idx="147">
                  <c:v>104.84404683386612</c:v>
                </c:pt>
                <c:pt idx="148">
                  <c:v>104.97313873715431</c:v>
                </c:pt>
                <c:pt idx="149">
                  <c:v>104.11853906298454</c:v>
                </c:pt>
                <c:pt idx="150">
                  <c:v>103.07058339393333</c:v>
                </c:pt>
                <c:pt idx="151">
                  <c:v>104.97313873715431</c:v>
                </c:pt>
                <c:pt idx="152">
                  <c:v>105.05093211118823</c:v>
                </c:pt>
                <c:pt idx="153">
                  <c:v>106.42189939851072</c:v>
                </c:pt>
                <c:pt idx="154">
                  <c:v>107.52566335762975</c:v>
                </c:pt>
                <c:pt idx="155">
                  <c:v>108.08543741861298</c:v>
                </c:pt>
                <c:pt idx="156">
                  <c:v>107.04199151037534</c:v>
                </c:pt>
                <c:pt idx="157">
                  <c:v>108.37237095037581</c:v>
                </c:pt>
                <c:pt idx="158">
                  <c:v>108.40957647708768</c:v>
                </c:pt>
                <c:pt idx="159">
                  <c:v>108.30697941857917</c:v>
                </c:pt>
                <c:pt idx="160">
                  <c:v>109.5155953166135</c:v>
                </c:pt>
                <c:pt idx="161">
                  <c:v>109.82845997305429</c:v>
                </c:pt>
                <c:pt idx="162">
                  <c:v>109.81098464990174</c:v>
                </c:pt>
                <c:pt idx="163">
                  <c:v>109.93443935217297</c:v>
                </c:pt>
                <c:pt idx="164">
                  <c:v>108.06627093515539</c:v>
                </c:pt>
                <c:pt idx="165">
                  <c:v>108.14801034990117</c:v>
                </c:pt>
                <c:pt idx="166">
                  <c:v>107.91744882830787</c:v>
                </c:pt>
                <c:pt idx="167">
                  <c:v>107.91744882830787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E17-498F-A562-0DAA3A123D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8475984"/>
        <c:axId val="1575775599"/>
      </c:lineChart>
      <c:dateAx>
        <c:axId val="78475984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33A0"/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1575775599"/>
        <c:crosses val="autoZero"/>
        <c:auto val="1"/>
        <c:lblOffset val="100"/>
        <c:baseTimeUnit val="days"/>
      </c:dateAx>
      <c:valAx>
        <c:axId val="1575775599"/>
        <c:scaling>
          <c:orientation val="minMax"/>
          <c:min val="8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33A0"/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784759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0033A0"/>
              </a:solidFill>
              <a:latin typeface="+mn-lt"/>
              <a:ea typeface="+mn-ea"/>
              <a:cs typeface="+mn-cs"/>
            </a:defRPr>
          </a:pPr>
          <a:endParaRPr lang="es-P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rgbClr val="0033A0"/>
          </a:solidFill>
        </a:defRPr>
      </a:pPr>
      <a:endParaRPr lang="es-PE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EQ!$I$4</c:f>
              <c:strCache>
                <c:ptCount val="1"/>
                <c:pt idx="0">
                  <c:v>SPY US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EQ!$J$3:$FT$3</c:f>
              <c:numCache>
                <c:formatCode>m/d/yyyy</c:formatCode>
                <c:ptCount val="167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</c:numCache>
            </c:numRef>
          </c:cat>
          <c:val>
            <c:numRef>
              <c:f>EQ!$J$4:$FT$4</c:f>
              <c:numCache>
                <c:formatCode>General</c:formatCode>
                <c:ptCount val="167"/>
                <c:pt idx="0" formatCode="0.0">
                  <c:v>100</c:v>
                </c:pt>
                <c:pt idx="1">
                  <c:v>100.18330595964335</c:v>
                </c:pt>
                <c:pt idx="2">
                  <c:v>100.85053965274518</c:v>
                </c:pt>
                <c:pt idx="3">
                  <c:v>101.45031675269824</c:v>
                </c:pt>
                <c:pt idx="4">
                  <c:v>101.12329892069449</c:v>
                </c:pt>
                <c:pt idx="5">
                  <c:v>101.11303378695446</c:v>
                </c:pt>
                <c:pt idx="6">
                  <c:v>101.78173392773346</c:v>
                </c:pt>
                <c:pt idx="7">
                  <c:v>101.94157672454244</c:v>
                </c:pt>
                <c:pt idx="8">
                  <c:v>101.73774049741903</c:v>
                </c:pt>
                <c:pt idx="9">
                  <c:v>101.23768183951195</c:v>
                </c:pt>
                <c:pt idx="10">
                  <c:v>101.51337400281557</c:v>
                </c:pt>
                <c:pt idx="11">
                  <c:v>101.42832003754104</c:v>
                </c:pt>
                <c:pt idx="12">
                  <c:v>101.42832003754104</c:v>
                </c:pt>
                <c:pt idx="13">
                  <c:v>99.363561708118255</c:v>
                </c:pt>
                <c:pt idx="14">
                  <c:v>100.51032379164711</c:v>
                </c:pt>
                <c:pt idx="15">
                  <c:v>101.03531206006571</c:v>
                </c:pt>
                <c:pt idx="16">
                  <c:v>101.07197325199436</c:v>
                </c:pt>
                <c:pt idx="17">
                  <c:v>101.58522993899577</c:v>
                </c:pt>
                <c:pt idx="18">
                  <c:v>101.98996949788831</c:v>
                </c:pt>
                <c:pt idx="19">
                  <c:v>101.97970436414828</c:v>
                </c:pt>
                <c:pt idx="20">
                  <c:v>101.77733458470202</c:v>
                </c:pt>
                <c:pt idx="21">
                  <c:v>101.47377991553262</c:v>
                </c:pt>
                <c:pt idx="22">
                  <c:v>101.97823791647113</c:v>
                </c:pt>
                <c:pt idx="23">
                  <c:v>101.11596668230877</c:v>
                </c:pt>
                <c:pt idx="24">
                  <c:v>100.62617315814173</c:v>
                </c:pt>
                <c:pt idx="25">
                  <c:v>99.369427498826838</c:v>
                </c:pt>
                <c:pt idx="26">
                  <c:v>101.2758094791178</c:v>
                </c:pt>
                <c:pt idx="27">
                  <c:v>101.76413655560772</c:v>
                </c:pt>
                <c:pt idx="28">
                  <c:v>101.49577663068983</c:v>
                </c:pt>
                <c:pt idx="29">
                  <c:v>101.47231346785549</c:v>
                </c:pt>
                <c:pt idx="30">
                  <c:v>99.904680900985468</c:v>
                </c:pt>
                <c:pt idx="31">
                  <c:v>99.975070389488522</c:v>
                </c:pt>
                <c:pt idx="32">
                  <c:v>99.975070389488522</c:v>
                </c:pt>
                <c:pt idx="33">
                  <c:v>100.13637963397468</c:v>
                </c:pt>
                <c:pt idx="34">
                  <c:v>100.6408376349132</c:v>
                </c:pt>
                <c:pt idx="35">
                  <c:v>100.37541060534961</c:v>
                </c:pt>
                <c:pt idx="36">
                  <c:v>101.10130220553732</c:v>
                </c:pt>
                <c:pt idx="37">
                  <c:v>100.06892304082594</c:v>
                </c:pt>
                <c:pt idx="38">
                  <c:v>100.79628108869079</c:v>
                </c:pt>
                <c:pt idx="39">
                  <c:v>101.64682074143597</c:v>
                </c:pt>
                <c:pt idx="40">
                  <c:v>101.08223838573441</c:v>
                </c:pt>
                <c:pt idx="41">
                  <c:v>100.59684420459881</c:v>
                </c:pt>
                <c:pt idx="42">
                  <c:v>100.65403566400755</c:v>
                </c:pt>
                <c:pt idx="43">
                  <c:v>99.766834819333695</c:v>
                </c:pt>
                <c:pt idx="44">
                  <c:v>100.47072970436419</c:v>
                </c:pt>
                <c:pt idx="45">
                  <c:v>99.91054669169408</c:v>
                </c:pt>
                <c:pt idx="46">
                  <c:v>98.601008916001916</c:v>
                </c:pt>
                <c:pt idx="47">
                  <c:v>99.464746597841412</c:v>
                </c:pt>
                <c:pt idx="48">
                  <c:v>99.304903801032395</c:v>
                </c:pt>
                <c:pt idx="49">
                  <c:v>99.18025574847492</c:v>
                </c:pt>
                <c:pt idx="50">
                  <c:v>97.674213984045053</c:v>
                </c:pt>
                <c:pt idx="51">
                  <c:v>97.121363209760688</c:v>
                </c:pt>
                <c:pt idx="52">
                  <c:v>98.109748944157673</c:v>
                </c:pt>
                <c:pt idx="53">
                  <c:v>98.367843735335526</c:v>
                </c:pt>
                <c:pt idx="54">
                  <c:v>96.995248709526038</c:v>
                </c:pt>
                <c:pt idx="55">
                  <c:v>96.756217738151093</c:v>
                </c:pt>
                <c:pt idx="56">
                  <c:v>95.291068060385072</c:v>
                </c:pt>
                <c:pt idx="57">
                  <c:v>96.291626478892269</c:v>
                </c:pt>
                <c:pt idx="58">
                  <c:v>95.968391747509614</c:v>
                </c:pt>
                <c:pt idx="59">
                  <c:v>96.503198303070008</c:v>
                </c:pt>
                <c:pt idx="60">
                  <c:v>94.779769485288867</c:v>
                </c:pt>
                <c:pt idx="61">
                  <c:v>93.163595828375605</c:v>
                </c:pt>
                <c:pt idx="62">
                  <c:v>92.852115087225044</c:v>
                </c:pt>
                <c:pt idx="63">
                  <c:v>95.551125094270205</c:v>
                </c:pt>
                <c:pt idx="64">
                  <c:v>96.2710569959861</c:v>
                </c:pt>
                <c:pt idx="65">
                  <c:v>96.357742673947811</c:v>
                </c:pt>
                <c:pt idx="66">
                  <c:v>96.357742673947811</c:v>
                </c:pt>
                <c:pt idx="67">
                  <c:v>96.813209795441523</c:v>
                </c:pt>
                <c:pt idx="68">
                  <c:v>96.855818010032877</c:v>
                </c:pt>
                <c:pt idx="69">
                  <c:v>99.322686709994116</c:v>
                </c:pt>
                <c:pt idx="70">
                  <c:v>99.895693733808812</c:v>
                </c:pt>
                <c:pt idx="71">
                  <c:v>99.829577538753284</c:v>
                </c:pt>
                <c:pt idx="72">
                  <c:v>100.80515872801729</c:v>
                </c:pt>
                <c:pt idx="73">
                  <c:v>102.03345070727138</c:v>
                </c:pt>
                <c:pt idx="74">
                  <c:v>102.83859903816999</c:v>
                </c:pt>
                <c:pt idx="75">
                  <c:v>103.09130982816005</c:v>
                </c:pt>
                <c:pt idx="76">
                  <c:v>104.33723279276226</c:v>
                </c:pt>
                <c:pt idx="77">
                  <c:v>104.12859946614256</c:v>
                </c:pt>
                <c:pt idx="78">
                  <c:v>103.44686803268097</c:v>
                </c:pt>
                <c:pt idx="79">
                  <c:v>104.49444241211657</c:v>
                </c:pt>
                <c:pt idx="80">
                  <c:v>104.08892974910924</c:v>
                </c:pt>
                <c:pt idx="81">
                  <c:v>104.89554732878686</c:v>
                </c:pt>
                <c:pt idx="82">
                  <c:v>105.07626492860533</c:v>
                </c:pt>
                <c:pt idx="83">
                  <c:v>104.56496635350913</c:v>
                </c:pt>
                <c:pt idx="84">
                  <c:v>104.54880461694</c:v>
                </c:pt>
                <c:pt idx="85">
                  <c:v>105.58903275248053</c:v>
                </c:pt>
                <c:pt idx="86">
                  <c:v>105.88141325950394</c:v>
                </c:pt>
                <c:pt idx="87">
                  <c:v>105.49353158184476</c:v>
                </c:pt>
                <c:pt idx="88">
                  <c:v>106.33981887855572</c:v>
                </c:pt>
                <c:pt idx="89">
                  <c:v>107.81788315024185</c:v>
                </c:pt>
                <c:pt idx="90">
                  <c:v>107.48730217496414</c:v>
                </c:pt>
                <c:pt idx="91">
                  <c:v>108.37472843748742</c:v>
                </c:pt>
                <c:pt idx="92">
                  <c:v>108.62156223236144</c:v>
                </c:pt>
                <c:pt idx="93">
                  <c:v>108.45700636911209</c:v>
                </c:pt>
                <c:pt idx="94">
                  <c:v>109.06380611484407</c:v>
                </c:pt>
                <c:pt idx="95">
                  <c:v>109.92478589934512</c:v>
                </c:pt>
                <c:pt idx="96">
                  <c:v>108.60246199823428</c:v>
                </c:pt>
                <c:pt idx="97">
                  <c:v>108.52606106172566</c:v>
                </c:pt>
                <c:pt idx="98">
                  <c:v>107.80319066245173</c:v>
                </c:pt>
                <c:pt idx="99">
                  <c:v>108.90806574426878</c:v>
                </c:pt>
                <c:pt idx="100">
                  <c:v>109.12404531478354</c:v>
                </c:pt>
                <c:pt idx="101">
                  <c:v>109.55306595825506</c:v>
                </c:pt>
                <c:pt idx="102">
                  <c:v>109.55306595825506</c:v>
                </c:pt>
                <c:pt idx="103">
                  <c:v>110.28034410386604</c:v>
                </c:pt>
                <c:pt idx="104">
                  <c:v>110.26124386973889</c:v>
                </c:pt>
                <c:pt idx="105">
                  <c:v>110.86951286424988</c:v>
                </c:pt>
                <c:pt idx="106">
                  <c:v>111.14573163470413</c:v>
                </c:pt>
                <c:pt idx="107">
                  <c:v>111.44839688318059</c:v>
                </c:pt>
                <c:pt idx="108">
                  <c:v>111.59972950741886</c:v>
                </c:pt>
                <c:pt idx="109">
                  <c:v>110.81661990820542</c:v>
                </c:pt>
                <c:pt idx="110">
                  <c:v>111.23535581022387</c:v>
                </c:pt>
                <c:pt idx="111">
                  <c:v>108.36444369603429</c:v>
                </c:pt>
                <c:pt idx="112">
                  <c:v>108.6098082421293</c:v>
                </c:pt>
                <c:pt idx="113">
                  <c:v>108.29098125708367</c:v>
                </c:pt>
                <c:pt idx="114">
                  <c:v>106.58371417587166</c:v>
                </c:pt>
                <c:pt idx="115">
                  <c:v>108.39529792039355</c:v>
                </c:pt>
                <c:pt idx="116">
                  <c:v>108.98152818321935</c:v>
                </c:pt>
                <c:pt idx="117">
                  <c:v>110.90330558616714</c:v>
                </c:pt>
                <c:pt idx="118">
                  <c:v>110.24214363561171</c:v>
                </c:pt>
                <c:pt idx="119">
                  <c:v>108.86545752967741</c:v>
                </c:pt>
                <c:pt idx="120">
                  <c:v>109.91233761739878</c:v>
                </c:pt>
                <c:pt idx="121">
                  <c:v>109.91233761739878</c:v>
                </c:pt>
                <c:pt idx="122">
                  <c:v>109.56644213382901</c:v>
                </c:pt>
                <c:pt idx="123">
                  <c:v>107.97532290940811</c:v>
                </c:pt>
                <c:pt idx="124">
                  <c:v>107.92527845646609</c:v>
                </c:pt>
                <c:pt idx="125">
                  <c:v>108.08129939799116</c:v>
                </c:pt>
                <c:pt idx="126">
                  <c:v>107.29972279469096</c:v>
                </c:pt>
                <c:pt idx="127">
                  <c:v>109.06746950008367</c:v>
                </c:pt>
                <c:pt idx="128">
                  <c:v>109.91675330442304</c:v>
                </c:pt>
                <c:pt idx="129">
                  <c:v>109.76809184127177</c:v>
                </c:pt>
                <c:pt idx="130">
                  <c:v>109.62384606514479</c:v>
                </c:pt>
                <c:pt idx="131">
                  <c:v>109.62384606514479</c:v>
                </c:pt>
                <c:pt idx="132">
                  <c:v>110.58057825374202</c:v>
                </c:pt>
                <c:pt idx="133">
                  <c:v>110.05511149785093</c:v>
                </c:pt>
                <c:pt idx="134">
                  <c:v>109.71510359698021</c:v>
                </c:pt>
                <c:pt idx="135">
                  <c:v>110.6438697677569</c:v>
                </c:pt>
                <c:pt idx="136">
                  <c:v>111.12076396638076</c:v>
                </c:pt>
                <c:pt idx="137">
                  <c:v>110.2700082663666</c:v>
                </c:pt>
                <c:pt idx="138">
                  <c:v>110.66153251585411</c:v>
                </c:pt>
                <c:pt idx="139">
                  <c:v>111.10015742693405</c:v>
                </c:pt>
                <c:pt idx="140">
                  <c:v>110.49815209595519</c:v>
                </c:pt>
                <c:pt idx="141">
                  <c:v>109.40453360960481</c:v>
                </c:pt>
                <c:pt idx="142">
                  <c:v>109.22790612863304</c:v>
                </c:pt>
                <c:pt idx="143">
                  <c:v>110.13900955131254</c:v>
                </c:pt>
                <c:pt idx="144">
                  <c:v>110.01095462760799</c:v>
                </c:pt>
                <c:pt idx="145">
                  <c:v>108.65239491979993</c:v>
                </c:pt>
                <c:pt idx="146">
                  <c:v>108.7627870954073</c:v>
                </c:pt>
                <c:pt idx="147">
                  <c:v>108.78633742620356</c:v>
                </c:pt>
                <c:pt idx="148">
                  <c:v>109.04686296063696</c:v>
                </c:pt>
                <c:pt idx="149">
                  <c:v>107.3689018914049</c:v>
                </c:pt>
                <c:pt idx="150">
                  <c:v>109.16903030164247</c:v>
                </c:pt>
                <c:pt idx="151">
                  <c:v>109.95502259196694</c:v>
                </c:pt>
                <c:pt idx="152">
                  <c:v>111.52111958991685</c:v>
                </c:pt>
                <c:pt idx="153">
                  <c:v>113.53172908164581</c:v>
                </c:pt>
                <c:pt idx="154">
                  <c:v>113.30505714773199</c:v>
                </c:pt>
                <c:pt idx="155">
                  <c:v>113.12401397973589</c:v>
                </c:pt>
                <c:pt idx="156">
                  <c:v>113.81580494687545</c:v>
                </c:pt>
                <c:pt idx="157">
                  <c:v>113.78195134635585</c:v>
                </c:pt>
                <c:pt idx="158">
                  <c:v>113.41839311468891</c:v>
                </c:pt>
                <c:pt idx="159">
                  <c:v>113.70246897991856</c:v>
                </c:pt>
                <c:pt idx="160">
                  <c:v>114.49582074861688</c:v>
                </c:pt>
                <c:pt idx="161">
                  <c:v>114.26914881470309</c:v>
                </c:pt>
                <c:pt idx="162">
                  <c:v>113.72896310206434</c:v>
                </c:pt>
                <c:pt idx="163">
                  <c:v>112.96063355983705</c:v>
                </c:pt>
                <c:pt idx="164">
                  <c:v>113.19760876347419</c:v>
                </c:pt>
                <c:pt idx="165">
                  <c:v>112.24676415757604</c:v>
                </c:pt>
                <c:pt idx="166">
                  <c:v>112.70599560810271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33E-458C-BC1C-3878220814A9}"/>
            </c:ext>
          </c:extLst>
        </c:ser>
        <c:ser>
          <c:idx val="1"/>
          <c:order val="1"/>
          <c:tx>
            <c:strRef>
              <c:f>EQ!$I$5</c:f>
              <c:strCache>
                <c:ptCount val="1"/>
                <c:pt idx="0">
                  <c:v>VTV US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EQ!$J$3:$FT$3</c:f>
              <c:numCache>
                <c:formatCode>m/d/yyyy</c:formatCode>
                <c:ptCount val="167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</c:numCache>
            </c:numRef>
          </c:cat>
          <c:val>
            <c:numRef>
              <c:f>EQ!$J$5:$FT$5</c:f>
              <c:numCache>
                <c:formatCode>General</c:formatCode>
                <c:ptCount val="167"/>
                <c:pt idx="0" formatCode="0.0">
                  <c:v>100</c:v>
                </c:pt>
                <c:pt idx="1">
                  <c:v>100.95292947274726</c:v>
                </c:pt>
                <c:pt idx="2">
                  <c:v>101.91633069794229</c:v>
                </c:pt>
                <c:pt idx="3">
                  <c:v>102.77501439865959</c:v>
                </c:pt>
                <c:pt idx="4">
                  <c:v>101.58647049583746</c:v>
                </c:pt>
                <c:pt idx="5">
                  <c:v>102.39279543431591</c:v>
                </c:pt>
                <c:pt idx="6">
                  <c:v>103.05251583852555</c:v>
                </c:pt>
                <c:pt idx="7">
                  <c:v>103.09440284831665</c:v>
                </c:pt>
                <c:pt idx="8">
                  <c:v>102.93209068537618</c:v>
                </c:pt>
                <c:pt idx="9">
                  <c:v>103.50280119377977</c:v>
                </c:pt>
                <c:pt idx="10">
                  <c:v>103.88502015812345</c:v>
                </c:pt>
                <c:pt idx="11">
                  <c:v>103.86407665322791</c:v>
                </c:pt>
                <c:pt idx="12">
                  <c:v>103.86407665322791</c:v>
                </c:pt>
                <c:pt idx="13">
                  <c:v>102.48180533012197</c:v>
                </c:pt>
                <c:pt idx="14">
                  <c:v>103.91119953924287</c:v>
                </c:pt>
                <c:pt idx="15">
                  <c:v>104.07874757840723</c:v>
                </c:pt>
                <c:pt idx="16">
                  <c:v>103.45567830776479</c:v>
                </c:pt>
                <c:pt idx="17">
                  <c:v>103.80648201476515</c:v>
                </c:pt>
                <c:pt idx="18">
                  <c:v>103.78030263364573</c:v>
                </c:pt>
                <c:pt idx="19">
                  <c:v>103.82218964343681</c:v>
                </c:pt>
                <c:pt idx="20">
                  <c:v>104.50285355254201</c:v>
                </c:pt>
                <c:pt idx="21">
                  <c:v>104.58662757212417</c:v>
                </c:pt>
                <c:pt idx="22">
                  <c:v>105.47672653018481</c:v>
                </c:pt>
                <c:pt idx="23">
                  <c:v>106.01078590502119</c:v>
                </c:pt>
                <c:pt idx="24">
                  <c:v>106.60243991832031</c:v>
                </c:pt>
                <c:pt idx="25">
                  <c:v>106.00031415257341</c:v>
                </c:pt>
                <c:pt idx="26">
                  <c:v>108.06324938478451</c:v>
                </c:pt>
                <c:pt idx="27">
                  <c:v>107.86952196450073</c:v>
                </c:pt>
                <c:pt idx="28">
                  <c:v>107.77004031624691</c:v>
                </c:pt>
                <c:pt idx="29">
                  <c:v>108.29362793863552</c:v>
                </c:pt>
                <c:pt idx="30">
                  <c:v>107.13126341693282</c:v>
                </c:pt>
                <c:pt idx="31">
                  <c:v>107.92711660296351</c:v>
                </c:pt>
                <c:pt idx="32">
                  <c:v>107.92711660296351</c:v>
                </c:pt>
                <c:pt idx="33">
                  <c:v>107.7805120686947</c:v>
                </c:pt>
                <c:pt idx="34">
                  <c:v>108.14178752814284</c:v>
                </c:pt>
                <c:pt idx="35">
                  <c:v>107.92188072673963</c:v>
                </c:pt>
                <c:pt idx="36">
                  <c:v>108.31980731975497</c:v>
                </c:pt>
                <c:pt idx="37">
                  <c:v>107.46112361903766</c:v>
                </c:pt>
                <c:pt idx="38">
                  <c:v>107.94282423163519</c:v>
                </c:pt>
                <c:pt idx="39">
                  <c:v>108.19938216660562</c:v>
                </c:pt>
                <c:pt idx="40">
                  <c:v>108.34598670087442</c:v>
                </c:pt>
                <c:pt idx="41">
                  <c:v>108.51877061626264</c:v>
                </c:pt>
                <c:pt idx="42">
                  <c:v>108.28315618618778</c:v>
                </c:pt>
                <c:pt idx="43">
                  <c:v>106.95324362532072</c:v>
                </c:pt>
                <c:pt idx="44">
                  <c:v>107.33022671344052</c:v>
                </c:pt>
                <c:pt idx="45">
                  <c:v>105.93748363788683</c:v>
                </c:pt>
                <c:pt idx="46">
                  <c:v>104.73323210639303</c:v>
                </c:pt>
                <c:pt idx="47">
                  <c:v>104.96361066024403</c:v>
                </c:pt>
                <c:pt idx="48">
                  <c:v>104.67563746793029</c:v>
                </c:pt>
                <c:pt idx="49">
                  <c:v>104.39813602806433</c:v>
                </c:pt>
                <c:pt idx="50">
                  <c:v>103.14676161055557</c:v>
                </c:pt>
                <c:pt idx="51">
                  <c:v>103.2881302686005</c:v>
                </c:pt>
                <c:pt idx="52">
                  <c:v>104.07351170218341</c:v>
                </c:pt>
                <c:pt idx="53">
                  <c:v>104.36672077072103</c:v>
                </c:pt>
                <c:pt idx="54">
                  <c:v>103.01586470495842</c:v>
                </c:pt>
                <c:pt idx="55">
                  <c:v>102.8692601706896</c:v>
                </c:pt>
                <c:pt idx="56">
                  <c:v>101.84826430703183</c:v>
                </c:pt>
                <c:pt idx="57">
                  <c:v>102.56557934970421</c:v>
                </c:pt>
                <c:pt idx="58">
                  <c:v>103.12581810566003</c:v>
                </c:pt>
                <c:pt idx="59">
                  <c:v>103.4766218126604</c:v>
                </c:pt>
                <c:pt idx="60">
                  <c:v>102.76454264621191</c:v>
                </c:pt>
                <c:pt idx="61">
                  <c:v>101.79539363866058</c:v>
                </c:pt>
                <c:pt idx="62">
                  <c:v>101.62691923491415</c:v>
                </c:pt>
                <c:pt idx="63">
                  <c:v>103.29586879702718</c:v>
                </c:pt>
                <c:pt idx="64">
                  <c:v>103.54331557752974</c:v>
                </c:pt>
                <c:pt idx="65">
                  <c:v>103.71178998127618</c:v>
                </c:pt>
                <c:pt idx="66">
                  <c:v>103.71178998127618</c:v>
                </c:pt>
                <c:pt idx="67">
                  <c:v>104.15930011622764</c:v>
                </c:pt>
                <c:pt idx="68">
                  <c:v>104.02241466318367</c:v>
                </c:pt>
                <c:pt idx="69">
                  <c:v>106.33893771469701</c:v>
                </c:pt>
                <c:pt idx="70">
                  <c:v>106.84962575105337</c:v>
                </c:pt>
                <c:pt idx="71">
                  <c:v>105.98619443185294</c:v>
                </c:pt>
                <c:pt idx="72">
                  <c:v>106.6706216970728</c:v>
                </c:pt>
                <c:pt idx="73">
                  <c:v>106.85489057617046</c:v>
                </c:pt>
                <c:pt idx="74">
                  <c:v>106.37052666539948</c:v>
                </c:pt>
                <c:pt idx="75">
                  <c:v>106.65482722172159</c:v>
                </c:pt>
                <c:pt idx="76">
                  <c:v>107.52878819115617</c:v>
                </c:pt>
                <c:pt idx="77">
                  <c:v>107.53405301627325</c:v>
                </c:pt>
                <c:pt idx="78">
                  <c:v>106.86015540128754</c:v>
                </c:pt>
                <c:pt idx="79">
                  <c:v>106.80750715011679</c:v>
                </c:pt>
                <c:pt idx="80">
                  <c:v>107.45508063951712</c:v>
                </c:pt>
                <c:pt idx="81">
                  <c:v>107.1549856078438</c:v>
                </c:pt>
                <c:pt idx="82">
                  <c:v>107.11813183202428</c:v>
                </c:pt>
                <c:pt idx="83">
                  <c:v>107.13919113249257</c:v>
                </c:pt>
                <c:pt idx="84">
                  <c:v>107.18657455854625</c:v>
                </c:pt>
                <c:pt idx="85">
                  <c:v>108.86605377089344</c:v>
                </c:pt>
                <c:pt idx="86">
                  <c:v>108.42907328617615</c:v>
                </c:pt>
                <c:pt idx="87">
                  <c:v>107.7446460209563</c:v>
                </c:pt>
                <c:pt idx="88">
                  <c:v>108.72916831784947</c:v>
                </c:pt>
                <c:pt idx="89">
                  <c:v>109.47677348447424</c:v>
                </c:pt>
                <c:pt idx="90">
                  <c:v>108.40801398570785</c:v>
                </c:pt>
                <c:pt idx="91">
                  <c:v>109.00293922393742</c:v>
                </c:pt>
                <c:pt idx="92">
                  <c:v>109.6399830631036</c:v>
                </c:pt>
                <c:pt idx="93">
                  <c:v>109.77686851614757</c:v>
                </c:pt>
                <c:pt idx="94">
                  <c:v>109.70316096450851</c:v>
                </c:pt>
                <c:pt idx="95">
                  <c:v>110.04010977200134</c:v>
                </c:pt>
                <c:pt idx="96">
                  <c:v>108.8081406946056</c:v>
                </c:pt>
                <c:pt idx="97">
                  <c:v>109.18194327791798</c:v>
                </c:pt>
                <c:pt idx="98">
                  <c:v>109.02399852440571</c:v>
                </c:pt>
                <c:pt idx="99">
                  <c:v>109.70842578962555</c:v>
                </c:pt>
                <c:pt idx="100">
                  <c:v>110.04537459711842</c:v>
                </c:pt>
                <c:pt idx="101">
                  <c:v>111.03516171912868</c:v>
                </c:pt>
                <c:pt idx="102">
                  <c:v>111.03516171912868</c:v>
                </c:pt>
                <c:pt idx="103">
                  <c:v>111.682735208529</c:v>
                </c:pt>
                <c:pt idx="104">
                  <c:v>111.54584975548502</c:v>
                </c:pt>
                <c:pt idx="105">
                  <c:v>111.42475877779226</c:v>
                </c:pt>
                <c:pt idx="106">
                  <c:v>111.53532010525086</c:v>
                </c:pt>
                <c:pt idx="107">
                  <c:v>111.3089326252166</c:v>
                </c:pt>
                <c:pt idx="108">
                  <c:v>112.28292527187564</c:v>
                </c:pt>
                <c:pt idx="109">
                  <c:v>112.29871974722685</c:v>
                </c:pt>
                <c:pt idx="110">
                  <c:v>113.16215106642728</c:v>
                </c:pt>
                <c:pt idx="111">
                  <c:v>111.62482213224116</c:v>
                </c:pt>
                <c:pt idx="112">
                  <c:v>111.90912268856324</c:v>
                </c:pt>
                <c:pt idx="113">
                  <c:v>112.50404792679282</c:v>
                </c:pt>
                <c:pt idx="114">
                  <c:v>111.37211052662151</c:v>
                </c:pt>
                <c:pt idx="115">
                  <c:v>113.23585861806636</c:v>
                </c:pt>
                <c:pt idx="116">
                  <c:v>114.29408846659858</c:v>
                </c:pt>
                <c:pt idx="117">
                  <c:v>114.89954335506231</c:v>
                </c:pt>
                <c:pt idx="118">
                  <c:v>114.78898202760371</c:v>
                </c:pt>
                <c:pt idx="119">
                  <c:v>113.76760595489101</c:v>
                </c:pt>
                <c:pt idx="120">
                  <c:v>113.98346378469111</c:v>
                </c:pt>
                <c:pt idx="121">
                  <c:v>113.98346378469111</c:v>
                </c:pt>
                <c:pt idx="122">
                  <c:v>115.11540118486239</c:v>
                </c:pt>
                <c:pt idx="123">
                  <c:v>114.47309252057916</c:v>
                </c:pt>
                <c:pt idx="124">
                  <c:v>114.55732972245237</c:v>
                </c:pt>
                <c:pt idx="125">
                  <c:v>116.08412900640435</c:v>
                </c:pt>
                <c:pt idx="126">
                  <c:v>115.37476360468014</c:v>
                </c:pt>
                <c:pt idx="127">
                  <c:v>115.50155486465141</c:v>
                </c:pt>
                <c:pt idx="128">
                  <c:v>115.13174702306858</c:v>
                </c:pt>
                <c:pt idx="129">
                  <c:v>114.84118371896777</c:v>
                </c:pt>
                <c:pt idx="130">
                  <c:v>115.78683519958673</c:v>
                </c:pt>
                <c:pt idx="131">
                  <c:v>115.78683519958673</c:v>
                </c:pt>
                <c:pt idx="132">
                  <c:v>115.92947536705441</c:v>
                </c:pt>
                <c:pt idx="133">
                  <c:v>115.99815396620551</c:v>
                </c:pt>
                <c:pt idx="134">
                  <c:v>114.97854091726997</c:v>
                </c:pt>
                <c:pt idx="135">
                  <c:v>115.46457408049314</c:v>
                </c:pt>
                <c:pt idx="136">
                  <c:v>115.80268410708314</c:v>
                </c:pt>
                <c:pt idx="137">
                  <c:v>115.88721161373066</c:v>
                </c:pt>
                <c:pt idx="138">
                  <c:v>115.48570595715499</c:v>
                </c:pt>
                <c:pt idx="139">
                  <c:v>114.89929637978793</c:v>
                </c:pt>
                <c:pt idx="140">
                  <c:v>115.6230631554572</c:v>
                </c:pt>
                <c:pt idx="141">
                  <c:v>115.12646405390309</c:v>
                </c:pt>
                <c:pt idx="142">
                  <c:v>114.61401604485259</c:v>
                </c:pt>
                <c:pt idx="143">
                  <c:v>115.50155486465141</c:v>
                </c:pt>
                <c:pt idx="144">
                  <c:v>115.87664567539973</c:v>
                </c:pt>
                <c:pt idx="145">
                  <c:v>116.15136007200414</c:v>
                </c:pt>
                <c:pt idx="146">
                  <c:v>116.76418449519855</c:v>
                </c:pt>
                <c:pt idx="147">
                  <c:v>117.13399233678138</c:v>
                </c:pt>
                <c:pt idx="148">
                  <c:v>117.80492942079597</c:v>
                </c:pt>
                <c:pt idx="149">
                  <c:v>116.11966225701133</c:v>
                </c:pt>
                <c:pt idx="150">
                  <c:v>116.51060197525602</c:v>
                </c:pt>
                <c:pt idx="151">
                  <c:v>116.19890679449334</c:v>
                </c:pt>
                <c:pt idx="152">
                  <c:v>116.75361855686759</c:v>
                </c:pt>
                <c:pt idx="153">
                  <c:v>118.26983070735723</c:v>
                </c:pt>
                <c:pt idx="154">
                  <c:v>118.33322633734285</c:v>
                </c:pt>
                <c:pt idx="155">
                  <c:v>118.00568224908376</c:v>
                </c:pt>
                <c:pt idx="156">
                  <c:v>118.50228135063786</c:v>
                </c:pt>
                <c:pt idx="157">
                  <c:v>118.87737216138616</c:v>
                </c:pt>
                <c:pt idx="158">
                  <c:v>119.05171014384663</c:v>
                </c:pt>
                <c:pt idx="159">
                  <c:v>119.54830924540073</c:v>
                </c:pt>
                <c:pt idx="160">
                  <c:v>119.94981490197638</c:v>
                </c:pt>
                <c:pt idx="161">
                  <c:v>120.19283148358794</c:v>
                </c:pt>
                <c:pt idx="162">
                  <c:v>119.75962801201948</c:v>
                </c:pt>
                <c:pt idx="163">
                  <c:v>119.56415815289712</c:v>
                </c:pt>
                <c:pt idx="164">
                  <c:v>119.89698521032167</c:v>
                </c:pt>
                <c:pt idx="165">
                  <c:v>118.96718263719912</c:v>
                </c:pt>
                <c:pt idx="166">
                  <c:v>119.60642190622087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33E-458C-BC1C-3878220814A9}"/>
            </c:ext>
          </c:extLst>
        </c:ser>
        <c:ser>
          <c:idx val="2"/>
          <c:order val="2"/>
          <c:tx>
            <c:strRef>
              <c:f>EQ!$I$6</c:f>
              <c:strCache>
                <c:ptCount val="1"/>
                <c:pt idx="0">
                  <c:v>DFLVX US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EQ!$J$3:$FT$3</c:f>
              <c:numCache>
                <c:formatCode>m/d/yyyy</c:formatCode>
                <c:ptCount val="167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</c:numCache>
            </c:numRef>
          </c:cat>
          <c:val>
            <c:numRef>
              <c:f>EQ!$J$6:$FT$6</c:f>
              <c:numCache>
                <c:formatCode>General</c:formatCode>
                <c:ptCount val="167"/>
                <c:pt idx="0" formatCode="0.0">
                  <c:v>100</c:v>
                </c:pt>
                <c:pt idx="1">
                  <c:v>99.259650978318362</c:v>
                </c:pt>
                <c:pt idx="2">
                  <c:v>100.45831129913628</c:v>
                </c:pt>
                <c:pt idx="3">
                  <c:v>101.79799048122689</c:v>
                </c:pt>
                <c:pt idx="4">
                  <c:v>102.7322404371585</c:v>
                </c:pt>
                <c:pt idx="5">
                  <c:v>101.48069804336333</c:v>
                </c:pt>
                <c:pt idx="6">
                  <c:v>102.37969328397676</c:v>
                </c:pt>
                <c:pt idx="7">
                  <c:v>102.80274986779486</c:v>
                </c:pt>
                <c:pt idx="8">
                  <c:v>102.66173100652217</c:v>
                </c:pt>
                <c:pt idx="9">
                  <c:v>102.27392913802227</c:v>
                </c:pt>
                <c:pt idx="10">
                  <c:v>102.69698572184035</c:v>
                </c:pt>
                <c:pt idx="11">
                  <c:v>103.12004230565844</c:v>
                </c:pt>
                <c:pt idx="12">
                  <c:v>102.87325929843122</c:v>
                </c:pt>
                <c:pt idx="13">
                  <c:v>102.87325929843122</c:v>
                </c:pt>
                <c:pt idx="14">
                  <c:v>101.63934426229514</c:v>
                </c:pt>
                <c:pt idx="15">
                  <c:v>103.34919795522659</c:v>
                </c:pt>
                <c:pt idx="16">
                  <c:v>103.7193724660674</c:v>
                </c:pt>
                <c:pt idx="17">
                  <c:v>103.06716023268118</c:v>
                </c:pt>
                <c:pt idx="18">
                  <c:v>103.40208002820383</c:v>
                </c:pt>
                <c:pt idx="19">
                  <c:v>103.34919795522657</c:v>
                </c:pt>
                <c:pt idx="20">
                  <c:v>103.64886303543103</c:v>
                </c:pt>
                <c:pt idx="21">
                  <c:v>104.1248016922264</c:v>
                </c:pt>
                <c:pt idx="22">
                  <c:v>103.94852811563553</c:v>
                </c:pt>
                <c:pt idx="23">
                  <c:v>104.84752335624896</c:v>
                </c:pt>
                <c:pt idx="24">
                  <c:v>105.4821082319761</c:v>
                </c:pt>
                <c:pt idx="25">
                  <c:v>105.99330160408962</c:v>
                </c:pt>
                <c:pt idx="26">
                  <c:v>104.97091485986257</c:v>
                </c:pt>
                <c:pt idx="27">
                  <c:v>107.08619777895301</c:v>
                </c:pt>
                <c:pt idx="28">
                  <c:v>107.13907985193028</c:v>
                </c:pt>
                <c:pt idx="29">
                  <c:v>106.99806099065759</c:v>
                </c:pt>
                <c:pt idx="30">
                  <c:v>107.68552793936199</c:v>
                </c:pt>
                <c:pt idx="31">
                  <c:v>105.99330160408965</c:v>
                </c:pt>
                <c:pt idx="32">
                  <c:v>106.68076855279404</c:v>
                </c:pt>
                <c:pt idx="33">
                  <c:v>106.68076855279404</c:v>
                </c:pt>
                <c:pt idx="34">
                  <c:v>106.32822139961229</c:v>
                </c:pt>
                <c:pt idx="35">
                  <c:v>107.36823550149842</c:v>
                </c:pt>
                <c:pt idx="36">
                  <c:v>107.17433456724847</c:v>
                </c:pt>
                <c:pt idx="37">
                  <c:v>107.5621364357484</c:v>
                </c:pt>
                <c:pt idx="38">
                  <c:v>106.48686761854408</c:v>
                </c:pt>
                <c:pt idx="39">
                  <c:v>107.05094306363486</c:v>
                </c:pt>
                <c:pt idx="40">
                  <c:v>107.15670720958938</c:v>
                </c:pt>
                <c:pt idx="41">
                  <c:v>107.47399964745294</c:v>
                </c:pt>
                <c:pt idx="42">
                  <c:v>107.33298078618024</c:v>
                </c:pt>
                <c:pt idx="43">
                  <c:v>107.31535342852116</c:v>
                </c:pt>
                <c:pt idx="44">
                  <c:v>105.90516481579419</c:v>
                </c:pt>
                <c:pt idx="45">
                  <c:v>106.32822139961229</c:v>
                </c:pt>
                <c:pt idx="46">
                  <c:v>105.07667900581711</c:v>
                </c:pt>
                <c:pt idx="47">
                  <c:v>103.71937246606743</c:v>
                </c:pt>
                <c:pt idx="48">
                  <c:v>103.8780186849992</c:v>
                </c:pt>
                <c:pt idx="49">
                  <c:v>103.41970738586295</c:v>
                </c:pt>
                <c:pt idx="50">
                  <c:v>103.52547153181746</c:v>
                </c:pt>
                <c:pt idx="51">
                  <c:v>102.06240084611325</c:v>
                </c:pt>
                <c:pt idx="52">
                  <c:v>102.08002820377233</c:v>
                </c:pt>
                <c:pt idx="53">
                  <c:v>102.99665080204485</c:v>
                </c:pt>
                <c:pt idx="54">
                  <c:v>103.63123567777198</c:v>
                </c:pt>
                <c:pt idx="55">
                  <c:v>102.50308478759042</c:v>
                </c:pt>
                <c:pt idx="56">
                  <c:v>102.46783007227226</c:v>
                </c:pt>
                <c:pt idx="57">
                  <c:v>101.63934426229517</c:v>
                </c:pt>
                <c:pt idx="58">
                  <c:v>102.55596686056769</c:v>
                </c:pt>
                <c:pt idx="59">
                  <c:v>103.26106116693117</c:v>
                </c:pt>
                <c:pt idx="60">
                  <c:v>103.68411775074925</c:v>
                </c:pt>
                <c:pt idx="61">
                  <c:v>103.03190551736304</c:v>
                </c:pt>
                <c:pt idx="62">
                  <c:v>101.92138198484056</c:v>
                </c:pt>
                <c:pt idx="63">
                  <c:v>100.96950467124988</c:v>
                </c:pt>
                <c:pt idx="64">
                  <c:v>102.89088665609036</c:v>
                </c:pt>
                <c:pt idx="65">
                  <c:v>103.13766966331757</c:v>
                </c:pt>
                <c:pt idx="66">
                  <c:v>103.31394323990843</c:v>
                </c:pt>
                <c:pt idx="67">
                  <c:v>103.31394323990843</c:v>
                </c:pt>
                <c:pt idx="68">
                  <c:v>103.86039132734012</c:v>
                </c:pt>
                <c:pt idx="69">
                  <c:v>103.89564604265829</c:v>
                </c:pt>
                <c:pt idx="70">
                  <c:v>106.06381103472597</c:v>
                </c:pt>
                <c:pt idx="71">
                  <c:v>106.5573770491804</c:v>
                </c:pt>
                <c:pt idx="72">
                  <c:v>105.90516481579418</c:v>
                </c:pt>
                <c:pt idx="73">
                  <c:v>106.68076855279401</c:v>
                </c:pt>
                <c:pt idx="74">
                  <c:v>106.89229684470305</c:v>
                </c:pt>
                <c:pt idx="75">
                  <c:v>106.38110347258953</c:v>
                </c:pt>
                <c:pt idx="76">
                  <c:v>106.94517891768032</c:v>
                </c:pt>
                <c:pt idx="77">
                  <c:v>107.7912920853165</c:v>
                </c:pt>
                <c:pt idx="78">
                  <c:v>108.0557024502028</c:v>
                </c:pt>
                <c:pt idx="79">
                  <c:v>107.72078265468016</c:v>
                </c:pt>
                <c:pt idx="80">
                  <c:v>107.89705623127104</c:v>
                </c:pt>
                <c:pt idx="81">
                  <c:v>108.23197602679369</c:v>
                </c:pt>
                <c:pt idx="82">
                  <c:v>107.98519301956647</c:v>
                </c:pt>
                <c:pt idx="83">
                  <c:v>108.02044773488466</c:v>
                </c:pt>
                <c:pt idx="84">
                  <c:v>107.86180151595286</c:v>
                </c:pt>
                <c:pt idx="85">
                  <c:v>108.12621188083918</c:v>
                </c:pt>
                <c:pt idx="86">
                  <c:v>109.46589106292978</c:v>
                </c:pt>
                <c:pt idx="87">
                  <c:v>109.09571655208896</c:v>
                </c:pt>
                <c:pt idx="88">
                  <c:v>108.49638639168001</c:v>
                </c:pt>
                <c:pt idx="89">
                  <c:v>109.51877313590705</c:v>
                </c:pt>
                <c:pt idx="90">
                  <c:v>110.41776837652048</c:v>
                </c:pt>
                <c:pt idx="91">
                  <c:v>109.02520712145261</c:v>
                </c:pt>
                <c:pt idx="92">
                  <c:v>109.78318350079336</c:v>
                </c:pt>
                <c:pt idx="93">
                  <c:v>110.17098536929326</c:v>
                </c:pt>
                <c:pt idx="94">
                  <c:v>110.4001410188614</c:v>
                </c:pt>
                <c:pt idx="95">
                  <c:v>110.59404195311136</c:v>
                </c:pt>
                <c:pt idx="96">
                  <c:v>111.14049004054306</c:v>
                </c:pt>
                <c:pt idx="97">
                  <c:v>110.0123391503615</c:v>
                </c:pt>
                <c:pt idx="98">
                  <c:v>110.57641459545229</c:v>
                </c:pt>
                <c:pt idx="99">
                  <c:v>110.11810329631604</c:v>
                </c:pt>
                <c:pt idx="100">
                  <c:v>111.10523532522491</c:v>
                </c:pt>
                <c:pt idx="101">
                  <c:v>111.44015512074756</c:v>
                </c:pt>
                <c:pt idx="102">
                  <c:v>112.25101357306556</c:v>
                </c:pt>
                <c:pt idx="103">
                  <c:v>112.25101357306556</c:v>
                </c:pt>
                <c:pt idx="104">
                  <c:v>113.0089899524063</c:v>
                </c:pt>
                <c:pt idx="105">
                  <c:v>112.95610787942904</c:v>
                </c:pt>
                <c:pt idx="106">
                  <c:v>113.11475409836083</c:v>
                </c:pt>
                <c:pt idx="107">
                  <c:v>113.18526352899717</c:v>
                </c:pt>
                <c:pt idx="108">
                  <c:v>113.43204653622439</c:v>
                </c:pt>
                <c:pt idx="109">
                  <c:v>114.68358893001958</c:v>
                </c:pt>
                <c:pt idx="110">
                  <c:v>114.41917856513327</c:v>
                </c:pt>
                <c:pt idx="111">
                  <c:v>115.40631059404214</c:v>
                </c:pt>
                <c:pt idx="112">
                  <c:v>113.3086550326108</c:v>
                </c:pt>
                <c:pt idx="113">
                  <c:v>113.80222104706523</c:v>
                </c:pt>
                <c:pt idx="114">
                  <c:v>114.17239555790604</c:v>
                </c:pt>
                <c:pt idx="115">
                  <c:v>112.69169751454275</c:v>
                </c:pt>
                <c:pt idx="116">
                  <c:v>114.63070685704233</c:v>
                </c:pt>
                <c:pt idx="117">
                  <c:v>115.582584170633</c:v>
                </c:pt>
                <c:pt idx="118">
                  <c:v>115.82936717786021</c:v>
                </c:pt>
                <c:pt idx="119">
                  <c:v>115.58258417063298</c:v>
                </c:pt>
                <c:pt idx="120">
                  <c:v>114.24290498854239</c:v>
                </c:pt>
                <c:pt idx="121">
                  <c:v>114.366296492156</c:v>
                </c:pt>
                <c:pt idx="122">
                  <c:v>114.366296492156</c:v>
                </c:pt>
                <c:pt idx="123">
                  <c:v>115.3005464480876</c:v>
                </c:pt>
                <c:pt idx="124">
                  <c:v>114.56019742640595</c:v>
                </c:pt>
                <c:pt idx="125">
                  <c:v>114.43680592279235</c:v>
                </c:pt>
                <c:pt idx="126">
                  <c:v>115.86462189317838</c:v>
                </c:pt>
                <c:pt idx="127">
                  <c:v>115.31817380574668</c:v>
                </c:pt>
                <c:pt idx="128">
                  <c:v>114.93037193724676</c:v>
                </c:pt>
                <c:pt idx="129">
                  <c:v>114.64833421470138</c:v>
                </c:pt>
                <c:pt idx="130">
                  <c:v>114.82460779129222</c:v>
                </c:pt>
                <c:pt idx="131">
                  <c:v>114.82460779129222</c:v>
                </c:pt>
                <c:pt idx="132">
                  <c:v>114.82460779129222</c:v>
                </c:pt>
                <c:pt idx="133">
                  <c:v>115.2476643751103</c:v>
                </c:pt>
                <c:pt idx="134">
                  <c:v>115.21240965979214</c:v>
                </c:pt>
                <c:pt idx="135">
                  <c:v>114.29578706151963</c:v>
                </c:pt>
                <c:pt idx="136">
                  <c:v>115.21240965979216</c:v>
                </c:pt>
                <c:pt idx="137">
                  <c:v>115.60021152829206</c:v>
                </c:pt>
                <c:pt idx="138">
                  <c:v>115.63546624361022</c:v>
                </c:pt>
                <c:pt idx="139">
                  <c:v>115.65309360126932</c:v>
                </c:pt>
                <c:pt idx="140">
                  <c:v>115.21240965979214</c:v>
                </c:pt>
                <c:pt idx="141">
                  <c:v>115.52970209765573</c:v>
                </c:pt>
                <c:pt idx="142">
                  <c:v>115.23003701745125</c:v>
                </c:pt>
                <c:pt idx="143">
                  <c:v>114.78935307597408</c:v>
                </c:pt>
                <c:pt idx="144">
                  <c:v>116.05852282742833</c:v>
                </c:pt>
                <c:pt idx="145">
                  <c:v>116.46395205358731</c:v>
                </c:pt>
                <c:pt idx="146">
                  <c:v>116.49920676890549</c:v>
                </c:pt>
                <c:pt idx="147">
                  <c:v>117.16904635995078</c:v>
                </c:pt>
                <c:pt idx="148">
                  <c:v>117.36294729420075</c:v>
                </c:pt>
                <c:pt idx="149">
                  <c:v>117.8388859509961</c:v>
                </c:pt>
                <c:pt idx="150">
                  <c:v>116.23479640401921</c:v>
                </c:pt>
                <c:pt idx="151">
                  <c:v>117.01040014101902</c:v>
                </c:pt>
                <c:pt idx="152">
                  <c:v>117.36294729420075</c:v>
                </c:pt>
                <c:pt idx="153">
                  <c:v>118.20906046183694</c:v>
                </c:pt>
                <c:pt idx="154">
                  <c:v>119.70738586285933</c:v>
                </c:pt>
                <c:pt idx="155">
                  <c:v>119.49585757095029</c:v>
                </c:pt>
                <c:pt idx="156">
                  <c:v>119.4606028556321</c:v>
                </c:pt>
                <c:pt idx="157">
                  <c:v>119.91891415476836</c:v>
                </c:pt>
                <c:pt idx="158">
                  <c:v>120.71214524942727</c:v>
                </c:pt>
                <c:pt idx="159">
                  <c:v>120.83553675304086</c:v>
                </c:pt>
                <c:pt idx="160">
                  <c:v>121.08231976026806</c:v>
                </c:pt>
                <c:pt idx="161">
                  <c:v>121.27622069451803</c:v>
                </c:pt>
                <c:pt idx="162">
                  <c:v>121.5935131323816</c:v>
                </c:pt>
                <c:pt idx="163">
                  <c:v>121.18808390622259</c:v>
                </c:pt>
                <c:pt idx="164">
                  <c:v>120.78265468006357</c:v>
                </c:pt>
                <c:pt idx="165">
                  <c:v>121.06469240260898</c:v>
                </c:pt>
                <c:pt idx="166">
                  <c:v>120.23620659263187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33E-458C-BC1C-3878220814A9}"/>
            </c:ext>
          </c:extLst>
        </c:ser>
        <c:ser>
          <c:idx val="3"/>
          <c:order val="3"/>
          <c:tx>
            <c:strRef>
              <c:f>EQ!$I$7</c:f>
              <c:strCache>
                <c:ptCount val="1"/>
                <c:pt idx="0">
                  <c:v>RSP US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EQ!$J$3:$FT$3</c:f>
              <c:numCache>
                <c:formatCode>m/d/yyyy</c:formatCode>
                <c:ptCount val="167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</c:numCache>
            </c:numRef>
          </c:cat>
          <c:val>
            <c:numRef>
              <c:f>EQ!$J$7:$FT$7</c:f>
              <c:numCache>
                <c:formatCode>General</c:formatCode>
                <c:ptCount val="167"/>
                <c:pt idx="0" formatCode="0.0">
                  <c:v>100</c:v>
                </c:pt>
                <c:pt idx="1">
                  <c:v>100.67863854666945</c:v>
                </c:pt>
                <c:pt idx="2">
                  <c:v>101.61307162246815</c:v>
                </c:pt>
                <c:pt idx="3">
                  <c:v>102.83984130298602</c:v>
                </c:pt>
                <c:pt idx="4">
                  <c:v>101.68615577364794</c:v>
                </c:pt>
                <c:pt idx="5">
                  <c:v>102.55794529129255</c:v>
                </c:pt>
                <c:pt idx="6">
                  <c:v>103.15305909375654</c:v>
                </c:pt>
                <c:pt idx="7">
                  <c:v>103.24702443098771</c:v>
                </c:pt>
                <c:pt idx="8">
                  <c:v>103.24702443098771</c:v>
                </c:pt>
                <c:pt idx="9">
                  <c:v>103.71685111714348</c:v>
                </c:pt>
                <c:pt idx="10">
                  <c:v>104.17623721027357</c:v>
                </c:pt>
                <c:pt idx="11">
                  <c:v>103.91000208811863</c:v>
                </c:pt>
                <c:pt idx="12">
                  <c:v>103.91000208811863</c:v>
                </c:pt>
                <c:pt idx="13">
                  <c:v>102.35957402380457</c:v>
                </c:pt>
                <c:pt idx="14">
                  <c:v>104.09271246606808</c:v>
                </c:pt>
                <c:pt idx="15">
                  <c:v>104.22844017540197</c:v>
                </c:pt>
                <c:pt idx="16">
                  <c:v>103.76383378575905</c:v>
                </c:pt>
                <c:pt idx="17">
                  <c:v>104.00918772186262</c:v>
                </c:pt>
                <c:pt idx="18">
                  <c:v>103.84735852996451</c:v>
                </c:pt>
                <c:pt idx="19">
                  <c:v>103.49759866360409</c:v>
                </c:pt>
                <c:pt idx="20">
                  <c:v>103.633326372938</c:v>
                </c:pt>
                <c:pt idx="21">
                  <c:v>103.40363332637295</c:v>
                </c:pt>
                <c:pt idx="22">
                  <c:v>103.93610357068283</c:v>
                </c:pt>
                <c:pt idx="23">
                  <c:v>103.65942785550222</c:v>
                </c:pt>
                <c:pt idx="24">
                  <c:v>104.56253915222388</c:v>
                </c:pt>
                <c:pt idx="25">
                  <c:v>103.65420755898938</c:v>
                </c:pt>
                <c:pt idx="26">
                  <c:v>105.58571726874091</c:v>
                </c:pt>
                <c:pt idx="27">
                  <c:v>105.64836082689501</c:v>
                </c:pt>
                <c:pt idx="28">
                  <c:v>106.02422217581963</c:v>
                </c:pt>
                <c:pt idx="29">
                  <c:v>106.21215285028194</c:v>
                </c:pt>
                <c:pt idx="30">
                  <c:v>104.81833368135312</c:v>
                </c:pt>
                <c:pt idx="31">
                  <c:v>105.90415535602425</c:v>
                </c:pt>
                <c:pt idx="32">
                  <c:v>105.90415535602425</c:v>
                </c:pt>
                <c:pt idx="33">
                  <c:v>105.72144497807479</c:v>
                </c:pt>
                <c:pt idx="34">
                  <c:v>106.26957611192317</c:v>
                </c:pt>
                <c:pt idx="35">
                  <c:v>106.04510336187097</c:v>
                </c:pt>
                <c:pt idx="36">
                  <c:v>106.54103153059097</c:v>
                </c:pt>
                <c:pt idx="37">
                  <c:v>105.37168511171437</c:v>
                </c:pt>
                <c:pt idx="38">
                  <c:v>106.21215285028192</c:v>
                </c:pt>
                <c:pt idx="39">
                  <c:v>106.27479640843603</c:v>
                </c:pt>
                <c:pt idx="40">
                  <c:v>106.87513050741285</c:v>
                </c:pt>
                <c:pt idx="41">
                  <c:v>107.00041762372106</c:v>
                </c:pt>
                <c:pt idx="42">
                  <c:v>106.80204635623306</c:v>
                </c:pt>
                <c:pt idx="43">
                  <c:v>105.49175193150974</c:v>
                </c:pt>
                <c:pt idx="44">
                  <c:v>105.91459594904991</c:v>
                </c:pt>
                <c:pt idx="45">
                  <c:v>104.68782626853206</c:v>
                </c:pt>
                <c:pt idx="46">
                  <c:v>103.44017540196285</c:v>
                </c:pt>
                <c:pt idx="47">
                  <c:v>103.732512006682</c:v>
                </c:pt>
                <c:pt idx="48">
                  <c:v>102.95468782626855</c:v>
                </c:pt>
                <c:pt idx="49">
                  <c:v>102.61536855293383</c:v>
                </c:pt>
                <c:pt idx="50">
                  <c:v>101.02839841302989</c:v>
                </c:pt>
                <c:pt idx="51">
                  <c:v>101.02317811651706</c:v>
                </c:pt>
                <c:pt idx="52">
                  <c:v>101.7749008143663</c:v>
                </c:pt>
                <c:pt idx="53">
                  <c:v>102.34391313426607</c:v>
                </c:pt>
                <c:pt idx="54">
                  <c:v>100.99707663395286</c:v>
                </c:pt>
                <c:pt idx="55">
                  <c:v>100.91877218626023</c:v>
                </c:pt>
                <c:pt idx="56">
                  <c:v>99.436207976613119</c:v>
                </c:pt>
                <c:pt idx="57">
                  <c:v>100.36718284240276</c:v>
                </c:pt>
                <c:pt idx="58">
                  <c:v>100.48760880126213</c:v>
                </c:pt>
                <c:pt idx="59">
                  <c:v>100.97454854795436</c:v>
                </c:pt>
                <c:pt idx="60">
                  <c:v>100.04779225586269</c:v>
                </c:pt>
                <c:pt idx="61">
                  <c:v>98.675983507116825</c:v>
                </c:pt>
                <c:pt idx="62">
                  <c:v>98.471782968181373</c:v>
                </c:pt>
                <c:pt idx="63">
                  <c:v>100.48760880126211</c:v>
                </c:pt>
                <c:pt idx="64">
                  <c:v>100.81223529905694</c:v>
                </c:pt>
                <c:pt idx="65">
                  <c:v>101.10021041806847</c:v>
                </c:pt>
                <c:pt idx="66">
                  <c:v>101.10021041806847</c:v>
                </c:pt>
                <c:pt idx="67">
                  <c:v>101.53479105221314</c:v>
                </c:pt>
                <c:pt idx="68">
                  <c:v>101.30964686825868</c:v>
                </c:pt>
                <c:pt idx="69">
                  <c:v>103.65009919913426</c:v>
                </c:pt>
                <c:pt idx="70">
                  <c:v>103.71293013419132</c:v>
                </c:pt>
                <c:pt idx="71">
                  <c:v>102.96419482476134</c:v>
                </c:pt>
                <c:pt idx="72">
                  <c:v>104.10562347829797</c:v>
                </c:pt>
                <c:pt idx="73">
                  <c:v>104.54020411244265</c:v>
                </c:pt>
                <c:pt idx="74">
                  <c:v>104.57685549122593</c:v>
                </c:pt>
                <c:pt idx="75">
                  <c:v>105.05332341540864</c:v>
                </c:pt>
                <c:pt idx="76">
                  <c:v>106.37277305160697</c:v>
                </c:pt>
                <c:pt idx="77">
                  <c:v>106.70787137191132</c:v>
                </c:pt>
                <c:pt idx="78">
                  <c:v>106.05338246506693</c:v>
                </c:pt>
                <c:pt idx="79">
                  <c:v>106.00625926377414</c:v>
                </c:pt>
                <c:pt idx="80">
                  <c:v>106.00102335251937</c:v>
                </c:pt>
                <c:pt idx="81">
                  <c:v>105.78111507981966</c:v>
                </c:pt>
                <c:pt idx="82">
                  <c:v>105.65545320970553</c:v>
                </c:pt>
                <c:pt idx="83">
                  <c:v>105.11615435046573</c:v>
                </c:pt>
                <c:pt idx="84">
                  <c:v>104.9328974565493</c:v>
                </c:pt>
                <c:pt idx="85">
                  <c:v>106.51937856674014</c:v>
                </c:pt>
                <c:pt idx="86">
                  <c:v>106.19475206894532</c:v>
                </c:pt>
                <c:pt idx="87">
                  <c:v>105.5769145408842</c:v>
                </c:pt>
                <c:pt idx="88">
                  <c:v>106.41466034164505</c:v>
                </c:pt>
                <c:pt idx="89">
                  <c:v>107.25764205366063</c:v>
                </c:pt>
                <c:pt idx="90">
                  <c:v>106.57173767928771</c:v>
                </c:pt>
                <c:pt idx="91">
                  <c:v>106.86494870955399</c:v>
                </c:pt>
                <c:pt idx="92">
                  <c:v>106.80735368575168</c:v>
                </c:pt>
                <c:pt idx="93">
                  <c:v>106.71310728316608</c:v>
                </c:pt>
                <c:pt idx="94">
                  <c:v>106.24711118149285</c:v>
                </c:pt>
                <c:pt idx="95">
                  <c:v>106.63456861434474</c:v>
                </c:pt>
                <c:pt idx="96">
                  <c:v>105.53502725084616</c:v>
                </c:pt>
                <c:pt idx="97">
                  <c:v>106.1842802464358</c:v>
                </c:pt>
                <c:pt idx="98">
                  <c:v>105.56644271837469</c:v>
                </c:pt>
                <c:pt idx="99">
                  <c:v>106.72357910567561</c:v>
                </c:pt>
                <c:pt idx="100">
                  <c:v>107.18433929609407</c:v>
                </c:pt>
                <c:pt idx="101">
                  <c:v>108.1634547007333</c:v>
                </c:pt>
                <c:pt idx="102">
                  <c:v>108.1634547007333</c:v>
                </c:pt>
                <c:pt idx="103">
                  <c:v>108.71846129373733</c:v>
                </c:pt>
                <c:pt idx="104">
                  <c:v>108.63992262491603</c:v>
                </c:pt>
                <c:pt idx="105">
                  <c:v>109.03785188027742</c:v>
                </c:pt>
                <c:pt idx="106">
                  <c:v>109.34153473305322</c:v>
                </c:pt>
                <c:pt idx="107">
                  <c:v>109.54049936073392</c:v>
                </c:pt>
                <c:pt idx="108">
                  <c:v>109.97507999487858</c:v>
                </c:pt>
                <c:pt idx="109">
                  <c:v>109.56144300575292</c:v>
                </c:pt>
                <c:pt idx="110">
                  <c:v>110.38871698400425</c:v>
                </c:pt>
                <c:pt idx="111">
                  <c:v>108.81794360757769</c:v>
                </c:pt>
                <c:pt idx="112">
                  <c:v>108.70275355997308</c:v>
                </c:pt>
                <c:pt idx="113">
                  <c:v>109.53002753822439</c:v>
                </c:pt>
                <c:pt idx="114">
                  <c:v>108.13727514445951</c:v>
                </c:pt>
                <c:pt idx="115">
                  <c:v>109.82323856849068</c:v>
                </c:pt>
                <c:pt idx="116">
                  <c:v>110.81806170689417</c:v>
                </c:pt>
                <c:pt idx="117">
                  <c:v>111.46207879122906</c:v>
                </c:pt>
                <c:pt idx="118">
                  <c:v>111.09032909214145</c:v>
                </c:pt>
                <c:pt idx="119">
                  <c:v>109.4253093131293</c:v>
                </c:pt>
                <c:pt idx="120">
                  <c:v>109.93319270484056</c:v>
                </c:pt>
                <c:pt idx="121">
                  <c:v>109.93319270484056</c:v>
                </c:pt>
                <c:pt idx="122">
                  <c:v>110.04717114461515</c:v>
                </c:pt>
                <c:pt idx="123">
                  <c:v>109.66916454557824</c:v>
                </c:pt>
                <c:pt idx="124">
                  <c:v>110.45142820191849</c:v>
                </c:pt>
                <c:pt idx="125">
                  <c:v>111.17069075841925</c:v>
                </c:pt>
                <c:pt idx="126">
                  <c:v>110.41467756034548</c:v>
                </c:pt>
                <c:pt idx="127">
                  <c:v>111.85320267334698</c:v>
                </c:pt>
                <c:pt idx="128">
                  <c:v>111.70620010705485</c:v>
                </c:pt>
                <c:pt idx="129">
                  <c:v>112.04220597286543</c:v>
                </c:pt>
                <c:pt idx="130">
                  <c:v>112.82971972085896</c:v>
                </c:pt>
                <c:pt idx="131">
                  <c:v>112.82971972085896</c:v>
                </c:pt>
                <c:pt idx="132">
                  <c:v>112.87697054573857</c:v>
                </c:pt>
                <c:pt idx="133">
                  <c:v>112.73521807109974</c:v>
                </c:pt>
                <c:pt idx="134">
                  <c:v>111.40694488281733</c:v>
                </c:pt>
                <c:pt idx="135">
                  <c:v>112.08945679774506</c:v>
                </c:pt>
                <c:pt idx="136">
                  <c:v>112.50946413000828</c:v>
                </c:pt>
                <c:pt idx="137">
                  <c:v>112.47271348843525</c:v>
                </c:pt>
                <c:pt idx="138">
                  <c:v>112.06320633947861</c:v>
                </c:pt>
                <c:pt idx="139">
                  <c:v>111.81120194012068</c:v>
                </c:pt>
                <c:pt idx="140">
                  <c:v>112.90847109565834</c:v>
                </c:pt>
                <c:pt idx="141">
                  <c:v>112.02120560625231</c:v>
                </c:pt>
                <c:pt idx="142">
                  <c:v>111.52244689918973</c:v>
                </c:pt>
                <c:pt idx="143">
                  <c:v>111.7009500154016</c:v>
                </c:pt>
                <c:pt idx="144">
                  <c:v>111.66944946548186</c:v>
                </c:pt>
                <c:pt idx="145">
                  <c:v>111.25994231652523</c:v>
                </c:pt>
                <c:pt idx="146">
                  <c:v>112.12620743931809</c:v>
                </c:pt>
                <c:pt idx="147">
                  <c:v>112.97147219549781</c:v>
                </c:pt>
                <c:pt idx="148">
                  <c:v>114.28924520047364</c:v>
                </c:pt>
                <c:pt idx="149">
                  <c:v>113.26022723642876</c:v>
                </c:pt>
                <c:pt idx="150">
                  <c:v>113.07647402856361</c:v>
                </c:pt>
                <c:pt idx="151">
                  <c:v>112.88222063739188</c:v>
                </c:pt>
                <c:pt idx="152">
                  <c:v>113.98473988458282</c:v>
                </c:pt>
                <c:pt idx="153">
                  <c:v>115.62276848040933</c:v>
                </c:pt>
                <c:pt idx="154">
                  <c:v>115.36026389774483</c:v>
                </c:pt>
                <c:pt idx="155">
                  <c:v>114.75650335761647</c:v>
                </c:pt>
                <c:pt idx="156">
                  <c:v>115.54926719726329</c:v>
                </c:pt>
                <c:pt idx="157">
                  <c:v>115.61751838875607</c:v>
                </c:pt>
                <c:pt idx="158">
                  <c:v>115.8642726964607</c:v>
                </c:pt>
                <c:pt idx="159">
                  <c:v>116.06902627093902</c:v>
                </c:pt>
                <c:pt idx="160">
                  <c:v>116.93529139373187</c:v>
                </c:pt>
                <c:pt idx="161">
                  <c:v>116.95629176034504</c:v>
                </c:pt>
                <c:pt idx="162">
                  <c:v>115.91677361299358</c:v>
                </c:pt>
                <c:pt idx="163">
                  <c:v>115.39176444766456</c:v>
                </c:pt>
                <c:pt idx="164">
                  <c:v>116.58878534461472</c:v>
                </c:pt>
                <c:pt idx="165">
                  <c:v>115.64901893867578</c:v>
                </c:pt>
                <c:pt idx="166">
                  <c:v>116.37878167848311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33E-458C-BC1C-3878220814A9}"/>
            </c:ext>
          </c:extLst>
        </c:ser>
        <c:ser>
          <c:idx val="4"/>
          <c:order val="4"/>
          <c:tx>
            <c:strRef>
              <c:f>EQ!$I$8</c:f>
              <c:strCache>
                <c:ptCount val="1"/>
                <c:pt idx="0">
                  <c:v>FOLESCI LX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EQ!$J$3:$FT$3</c:f>
              <c:numCache>
                <c:formatCode>m/d/yyyy</c:formatCode>
                <c:ptCount val="167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</c:numCache>
            </c:numRef>
          </c:cat>
          <c:val>
            <c:numRef>
              <c:f>EQ!$J$8:$FT$8</c:f>
              <c:numCache>
                <c:formatCode>General</c:formatCode>
                <c:ptCount val="167"/>
                <c:pt idx="0" formatCode="0.0">
                  <c:v>100</c:v>
                </c:pt>
                <c:pt idx="1">
                  <c:v>99.413791878352924</c:v>
                </c:pt>
                <c:pt idx="2">
                  <c:v>98.48118804845987</c:v>
                </c:pt>
                <c:pt idx="3">
                  <c:v>99.401357160621032</c:v>
                </c:pt>
                <c:pt idx="4">
                  <c:v>100.53114008597717</c:v>
                </c:pt>
                <c:pt idx="5">
                  <c:v>102.05350481401213</c:v>
                </c:pt>
                <c:pt idx="6">
                  <c:v>102.12988950865099</c:v>
                </c:pt>
                <c:pt idx="7">
                  <c:v>102.49965481792515</c:v>
                </c:pt>
                <c:pt idx="8">
                  <c:v>102.92275166219076</c:v>
                </c:pt>
                <c:pt idx="9">
                  <c:v>102.54587548158442</c:v>
                </c:pt>
                <c:pt idx="10">
                  <c:v>102.16011071181282</c:v>
                </c:pt>
                <c:pt idx="11">
                  <c:v>102.88364186986367</c:v>
                </c:pt>
                <c:pt idx="12">
                  <c:v>104.09960086766901</c:v>
                </c:pt>
                <c:pt idx="13">
                  <c:v>103.51117626492987</c:v>
                </c:pt>
                <c:pt idx="14">
                  <c:v>103.51117626492987</c:v>
                </c:pt>
                <c:pt idx="15">
                  <c:v>101.87567585852503</c:v>
                </c:pt>
                <c:pt idx="16">
                  <c:v>104.07293510017327</c:v>
                </c:pt>
                <c:pt idx="17">
                  <c:v>104.42492323111692</c:v>
                </c:pt>
                <c:pt idx="18">
                  <c:v>102.64898311590122</c:v>
                </c:pt>
                <c:pt idx="19">
                  <c:v>102.61342875924025</c:v>
                </c:pt>
                <c:pt idx="20">
                  <c:v>102.34677108428293</c:v>
                </c:pt>
                <c:pt idx="21">
                  <c:v>101.87389814069195</c:v>
                </c:pt>
                <c:pt idx="22">
                  <c:v>102.02678187433413</c:v>
                </c:pt>
                <c:pt idx="23">
                  <c:v>100.96370661017099</c:v>
                </c:pt>
                <c:pt idx="24">
                  <c:v>101.97878349284181</c:v>
                </c:pt>
                <c:pt idx="25">
                  <c:v>102.25966291046352</c:v>
                </c:pt>
                <c:pt idx="26">
                  <c:v>102.54943091725046</c:v>
                </c:pt>
                <c:pt idx="27">
                  <c:v>101.51124370274998</c:v>
                </c:pt>
                <c:pt idx="28">
                  <c:v>103.94671713402677</c:v>
                </c:pt>
                <c:pt idx="29">
                  <c:v>103.94493941619372</c:v>
                </c:pt>
                <c:pt idx="30">
                  <c:v>104.4035906171203</c:v>
                </c:pt>
                <c:pt idx="31">
                  <c:v>104.04449161484446</c:v>
                </c:pt>
                <c:pt idx="32">
                  <c:v>102.33966021295069</c:v>
                </c:pt>
                <c:pt idx="33">
                  <c:v>102.75742390371715</c:v>
                </c:pt>
                <c:pt idx="34">
                  <c:v>102.75742390371715</c:v>
                </c:pt>
                <c:pt idx="35">
                  <c:v>102.77520108204766</c:v>
                </c:pt>
                <c:pt idx="36">
                  <c:v>102.86586469153315</c:v>
                </c:pt>
                <c:pt idx="37">
                  <c:v>102.49432166442595</c:v>
                </c:pt>
                <c:pt idx="38">
                  <c:v>102.4445455651006</c:v>
                </c:pt>
                <c:pt idx="39">
                  <c:v>100.84282179752367</c:v>
                </c:pt>
                <c:pt idx="40">
                  <c:v>101.99478295333927</c:v>
                </c:pt>
                <c:pt idx="41">
                  <c:v>102.07655797365952</c:v>
                </c:pt>
                <c:pt idx="42">
                  <c:v>103.10230116332866</c:v>
                </c:pt>
                <c:pt idx="43">
                  <c:v>101.72634756054892</c:v>
                </c:pt>
                <c:pt idx="44">
                  <c:v>102.27032921746182</c:v>
                </c:pt>
                <c:pt idx="45">
                  <c:v>101.20192079979951</c:v>
                </c:pt>
                <c:pt idx="46">
                  <c:v>101.75656876371073</c:v>
                </c:pt>
                <c:pt idx="47">
                  <c:v>100.18328848146258</c:v>
                </c:pt>
                <c:pt idx="48">
                  <c:v>97.961141190151636</c:v>
                </c:pt>
                <c:pt idx="49">
                  <c:v>99.335317075098331</c:v>
                </c:pt>
                <c:pt idx="50">
                  <c:v>98.656228862873718</c:v>
                </c:pt>
                <c:pt idx="51">
                  <c:v>98.215354840277627</c:v>
                </c:pt>
                <c:pt idx="52">
                  <c:v>96.240310327760454</c:v>
                </c:pt>
                <c:pt idx="53">
                  <c:v>95.911432528646429</c:v>
                </c:pt>
                <c:pt idx="54">
                  <c:v>96.935398000482522</c:v>
                </c:pt>
                <c:pt idx="55">
                  <c:v>97.605597623541911</c:v>
                </c:pt>
                <c:pt idx="56">
                  <c:v>96.490968542220344</c:v>
                </c:pt>
                <c:pt idx="57">
                  <c:v>96.816290905668282</c:v>
                </c:pt>
                <c:pt idx="58">
                  <c:v>95.211011702425267</c:v>
                </c:pt>
                <c:pt idx="59">
                  <c:v>96.816290905668296</c:v>
                </c:pt>
                <c:pt idx="60">
                  <c:v>97.214499700271219</c:v>
                </c:pt>
                <c:pt idx="61">
                  <c:v>98.103358616795603</c:v>
                </c:pt>
                <c:pt idx="62">
                  <c:v>96.579854433872811</c:v>
                </c:pt>
                <c:pt idx="63">
                  <c:v>94.485702826541385</c:v>
                </c:pt>
                <c:pt idx="64">
                  <c:v>93.890167352470058</c:v>
                </c:pt>
                <c:pt idx="65">
                  <c:v>97.020728456468916</c:v>
                </c:pt>
                <c:pt idx="66">
                  <c:v>97.939808576155116</c:v>
                </c:pt>
                <c:pt idx="67">
                  <c:v>98.263353221770004</c:v>
                </c:pt>
                <c:pt idx="68">
                  <c:v>98.263353221770004</c:v>
                </c:pt>
                <c:pt idx="69">
                  <c:v>98.263353221770004</c:v>
                </c:pt>
                <c:pt idx="70">
                  <c:v>98.681116912536467</c:v>
                </c:pt>
                <c:pt idx="71">
                  <c:v>101.26947407745544</c:v>
                </c:pt>
                <c:pt idx="72">
                  <c:v>101.44191270726118</c:v>
                </c:pt>
                <c:pt idx="73">
                  <c:v>100.89970876818131</c:v>
                </c:pt>
                <c:pt idx="74">
                  <c:v>102.03567046349946</c:v>
                </c:pt>
                <c:pt idx="75">
                  <c:v>102.60454017007505</c:v>
                </c:pt>
                <c:pt idx="76">
                  <c:v>102.40365805494054</c:v>
                </c:pt>
                <c:pt idx="77">
                  <c:v>102.3147721632881</c:v>
                </c:pt>
                <c:pt idx="78">
                  <c:v>104.66669285641161</c:v>
                </c:pt>
                <c:pt idx="79">
                  <c:v>105.01157011602308</c:v>
                </c:pt>
                <c:pt idx="80">
                  <c:v>104.17959817015624</c:v>
                </c:pt>
                <c:pt idx="81">
                  <c:v>104.40003518145429</c:v>
                </c:pt>
                <c:pt idx="82">
                  <c:v>104.51558684060245</c:v>
                </c:pt>
                <c:pt idx="83">
                  <c:v>104.91201791737232</c:v>
                </c:pt>
                <c:pt idx="84">
                  <c:v>104.65069339591416</c:v>
                </c:pt>
                <c:pt idx="85">
                  <c:v>103.60090587595515</c:v>
                </c:pt>
                <c:pt idx="86">
                  <c:v>102.84371116139012</c:v>
                </c:pt>
                <c:pt idx="87">
                  <c:v>104.69147905969635</c:v>
                </c:pt>
                <c:pt idx="88">
                  <c:v>104.69147905969635</c:v>
                </c:pt>
                <c:pt idx="89">
                  <c:v>104.74290446185648</c:v>
                </c:pt>
                <c:pt idx="90">
                  <c:v>105.59231024236387</c:v>
                </c:pt>
                <c:pt idx="91">
                  <c:v>107.06591400771173</c:v>
                </c:pt>
                <c:pt idx="92">
                  <c:v>105.79269198181549</c:v>
                </c:pt>
                <c:pt idx="93">
                  <c:v>106.33886521855091</c:v>
                </c:pt>
                <c:pt idx="94">
                  <c:v>105.74835973857397</c:v>
                </c:pt>
                <c:pt idx="95">
                  <c:v>104.79610315374627</c:v>
                </c:pt>
                <c:pt idx="96">
                  <c:v>104.05309475701851</c:v>
                </c:pt>
                <c:pt idx="97">
                  <c:v>104.05309475701851</c:v>
                </c:pt>
                <c:pt idx="98">
                  <c:v>103.18772936894419</c:v>
                </c:pt>
                <c:pt idx="99">
                  <c:v>103.15758344353998</c:v>
                </c:pt>
                <c:pt idx="100">
                  <c:v>102.24256594303516</c:v>
                </c:pt>
                <c:pt idx="101">
                  <c:v>104.41307257213958</c:v>
                </c:pt>
                <c:pt idx="102">
                  <c:v>104.43435204889552</c:v>
                </c:pt>
                <c:pt idx="103">
                  <c:v>104.98584515481994</c:v>
                </c:pt>
                <c:pt idx="104">
                  <c:v>104.98584515481994</c:v>
                </c:pt>
                <c:pt idx="105">
                  <c:v>106.14912321747724</c:v>
                </c:pt>
                <c:pt idx="106">
                  <c:v>106.87705619542292</c:v>
                </c:pt>
                <c:pt idx="107">
                  <c:v>106.97028899062779</c:v>
                </c:pt>
                <c:pt idx="108">
                  <c:v>106.61708013187089</c:v>
                </c:pt>
                <c:pt idx="109">
                  <c:v>106.26745714985266</c:v>
                </c:pt>
                <c:pt idx="110">
                  <c:v>106.55432728894452</c:v>
                </c:pt>
                <c:pt idx="111">
                  <c:v>106.08457743618155</c:v>
                </c:pt>
                <c:pt idx="112">
                  <c:v>107.11013818343507</c:v>
                </c:pt>
                <c:pt idx="113">
                  <c:v>105.22396701890588</c:v>
                </c:pt>
                <c:pt idx="114">
                  <c:v>105.63992872058913</c:v>
                </c:pt>
                <c:pt idx="115">
                  <c:v>107.21592154722519</c:v>
                </c:pt>
                <c:pt idx="116">
                  <c:v>106.27642184169925</c:v>
                </c:pt>
                <c:pt idx="117">
                  <c:v>108.50145835803072</c:v>
                </c:pt>
                <c:pt idx="118">
                  <c:v>109.57004962614802</c:v>
                </c:pt>
                <c:pt idx="119">
                  <c:v>110.18682042519559</c:v>
                </c:pt>
                <c:pt idx="120">
                  <c:v>109.20070432206721</c:v>
                </c:pt>
                <c:pt idx="121">
                  <c:v>108.08011784123951</c:v>
                </c:pt>
                <c:pt idx="122">
                  <c:v>109.90891497795032</c:v>
                </c:pt>
                <c:pt idx="123">
                  <c:v>109.90891497795032</c:v>
                </c:pt>
                <c:pt idx="124">
                  <c:v>110.50775639330465</c:v>
                </c:pt>
                <c:pt idx="125">
                  <c:v>110.50775639330465</c:v>
                </c:pt>
                <c:pt idx="126">
                  <c:v>111.28947752233006</c:v>
                </c:pt>
                <c:pt idx="127">
                  <c:v>112.85829859548885</c:v>
                </c:pt>
                <c:pt idx="128">
                  <c:v>113.94661218566868</c:v>
                </c:pt>
                <c:pt idx="129">
                  <c:v>113.28681086575735</c:v>
                </c:pt>
                <c:pt idx="130">
                  <c:v>114.25320464682316</c:v>
                </c:pt>
                <c:pt idx="131">
                  <c:v>113.86055114394112</c:v>
                </c:pt>
                <c:pt idx="132">
                  <c:v>113.66870673842344</c:v>
                </c:pt>
                <c:pt idx="133">
                  <c:v>113.66870673842344</c:v>
                </c:pt>
                <c:pt idx="134">
                  <c:v>113.77449010221358</c:v>
                </c:pt>
                <c:pt idx="135">
                  <c:v>114.50780189526721</c:v>
                </c:pt>
                <c:pt idx="136">
                  <c:v>113.18282044033653</c:v>
                </c:pt>
                <c:pt idx="137">
                  <c:v>114.45939255929545</c:v>
                </c:pt>
                <c:pt idx="138">
                  <c:v>114.10976957727722</c:v>
                </c:pt>
                <c:pt idx="139">
                  <c:v>113.60236801875843</c:v>
                </c:pt>
                <c:pt idx="140">
                  <c:v>113.48941290149099</c:v>
                </c:pt>
                <c:pt idx="141">
                  <c:v>113.99860739837912</c:v>
                </c:pt>
                <c:pt idx="142">
                  <c:v>114.65123696481318</c:v>
                </c:pt>
                <c:pt idx="143">
                  <c:v>114.15997185161832</c:v>
                </c:pt>
                <c:pt idx="144">
                  <c:v>112.83499039668764</c:v>
                </c:pt>
                <c:pt idx="145">
                  <c:v>113.51451403866156</c:v>
                </c:pt>
                <c:pt idx="146">
                  <c:v>112.7578940468067</c:v>
                </c:pt>
                <c:pt idx="147">
                  <c:v>112.5875649017209</c:v>
                </c:pt>
                <c:pt idx="148">
                  <c:v>112.71844940268156</c:v>
                </c:pt>
                <c:pt idx="149">
                  <c:v>113.3405990168371</c:v>
                </c:pt>
                <c:pt idx="150">
                  <c:v>113.70456550580994</c:v>
                </c:pt>
                <c:pt idx="151">
                  <c:v>111.89190481442306</c:v>
                </c:pt>
                <c:pt idx="152">
                  <c:v>112.85471271875024</c:v>
                </c:pt>
                <c:pt idx="153">
                  <c:v>112.82961158157968</c:v>
                </c:pt>
                <c:pt idx="154">
                  <c:v>114.38408914778387</c:v>
                </c:pt>
                <c:pt idx="155">
                  <c:v>116.48182703989332</c:v>
                </c:pt>
                <c:pt idx="156">
                  <c:v>116.08738059864199</c:v>
                </c:pt>
                <c:pt idx="157">
                  <c:v>115.87760680943103</c:v>
                </c:pt>
                <c:pt idx="158">
                  <c:v>116.98026390656551</c:v>
                </c:pt>
                <c:pt idx="159">
                  <c:v>116.35990723077929</c:v>
                </c:pt>
                <c:pt idx="160">
                  <c:v>116.81352063821835</c:v>
                </c:pt>
                <c:pt idx="161">
                  <c:v>117.91507651166155</c:v>
                </c:pt>
                <c:pt idx="162">
                  <c:v>118.28046187491148</c:v>
                </c:pt>
                <c:pt idx="163">
                  <c:v>119.0508310151626</c:v>
                </c:pt>
                <c:pt idx="164">
                  <c:v>118.41545646724521</c:v>
                </c:pt>
                <c:pt idx="165">
                  <c:v>117.14290744351264</c:v>
                </c:pt>
                <c:pt idx="166">
                  <c:v>117.62708804801625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D33E-458C-BC1C-3878220814A9}"/>
            </c:ext>
          </c:extLst>
        </c:ser>
        <c:ser>
          <c:idx val="5"/>
          <c:order val="5"/>
          <c:tx>
            <c:strRef>
              <c:f>EQ!$I$9</c:f>
              <c:strCache>
                <c:ptCount val="1"/>
                <c:pt idx="0">
                  <c:v>IWM US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numRef>
              <c:f>EQ!$J$3:$FT$3</c:f>
              <c:numCache>
                <c:formatCode>m/d/yyyy</c:formatCode>
                <c:ptCount val="167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</c:numCache>
            </c:numRef>
          </c:cat>
          <c:val>
            <c:numRef>
              <c:f>EQ!$J$9:$FT$9</c:f>
              <c:numCache>
                <c:formatCode>General</c:formatCode>
                <c:ptCount val="167"/>
                <c:pt idx="0" formatCode="0.0">
                  <c:v>100</c:v>
                </c:pt>
                <c:pt idx="1">
                  <c:v>101.06434839129021</c:v>
                </c:pt>
                <c:pt idx="2">
                  <c:v>102.6689957751056</c:v>
                </c:pt>
                <c:pt idx="3">
                  <c:v>104.02989925251866</c:v>
                </c:pt>
                <c:pt idx="4">
                  <c:v>103.78615534611632</c:v>
                </c:pt>
                <c:pt idx="5">
                  <c:v>104.9195645108872</c:v>
                </c:pt>
                <c:pt idx="6">
                  <c:v>105.71579460513486</c:v>
                </c:pt>
                <c:pt idx="7">
                  <c:v>106.23171920701981</c:v>
                </c:pt>
                <c:pt idx="8">
                  <c:v>106.17078323041923</c:v>
                </c:pt>
                <c:pt idx="9">
                  <c:v>106.9182645433864</c:v>
                </c:pt>
                <c:pt idx="10">
                  <c:v>107.86074098147544</c:v>
                </c:pt>
                <c:pt idx="11">
                  <c:v>107.96230094247642</c:v>
                </c:pt>
                <c:pt idx="12">
                  <c:v>107.96230094247642</c:v>
                </c:pt>
                <c:pt idx="13">
                  <c:v>106.67045823854401</c:v>
                </c:pt>
                <c:pt idx="14">
                  <c:v>108.78696782580435</c:v>
                </c:pt>
                <c:pt idx="15">
                  <c:v>109.59944751381217</c:v>
                </c:pt>
                <c:pt idx="16">
                  <c:v>107.57637309067273</c:v>
                </c:pt>
                <c:pt idx="17">
                  <c:v>107.2391940201495</c:v>
                </c:pt>
                <c:pt idx="18">
                  <c:v>107.54387390315242</c:v>
                </c:pt>
                <c:pt idx="19">
                  <c:v>106.96295092622684</c:v>
                </c:pt>
                <c:pt idx="20">
                  <c:v>106.99138771530711</c:v>
                </c:pt>
                <c:pt idx="21">
                  <c:v>105.48017549561258</c:v>
                </c:pt>
                <c:pt idx="22">
                  <c:v>106.50796230094247</c:v>
                </c:pt>
                <c:pt idx="23">
                  <c:v>106.7517062073448</c:v>
                </c:pt>
                <c:pt idx="24">
                  <c:v>105.83360415989598</c:v>
                </c:pt>
                <c:pt idx="25">
                  <c:v>103.9283392915177</c:v>
                </c:pt>
                <c:pt idx="26">
                  <c:v>107.66168345791351</c:v>
                </c:pt>
                <c:pt idx="27">
                  <c:v>108.41728956776076</c:v>
                </c:pt>
                <c:pt idx="28">
                  <c:v>108.12479688007797</c:v>
                </c:pt>
                <c:pt idx="29">
                  <c:v>107.63324666883324</c:v>
                </c:pt>
                <c:pt idx="30">
                  <c:v>105.43548911277215</c:v>
                </c:pt>
                <c:pt idx="31">
                  <c:v>106.82482937926548</c:v>
                </c:pt>
                <c:pt idx="32">
                  <c:v>106.82482937926548</c:v>
                </c:pt>
                <c:pt idx="33">
                  <c:v>106.85732856678581</c:v>
                </c:pt>
                <c:pt idx="34">
                  <c:v>107.24325641858951</c:v>
                </c:pt>
                <c:pt idx="35">
                  <c:v>107.4910627234319</c:v>
                </c:pt>
                <c:pt idx="36">
                  <c:v>107.49512512187194</c:v>
                </c:pt>
                <c:pt idx="37">
                  <c:v>105.82141696457586</c:v>
                </c:pt>
                <c:pt idx="38">
                  <c:v>106.97513812154693</c:v>
                </c:pt>
                <c:pt idx="39">
                  <c:v>107.48293792655181</c:v>
                </c:pt>
                <c:pt idx="40">
                  <c:v>108.05573610659731</c:v>
                </c:pt>
                <c:pt idx="41">
                  <c:v>106.19515762105947</c:v>
                </c:pt>
                <c:pt idx="42">
                  <c:v>107.17013324666881</c:v>
                </c:pt>
                <c:pt idx="43">
                  <c:v>105.313617159571</c:v>
                </c:pt>
                <c:pt idx="44">
                  <c:v>106.33734156646082</c:v>
                </c:pt>
                <c:pt idx="45">
                  <c:v>104.30614234644132</c:v>
                </c:pt>
                <c:pt idx="46">
                  <c:v>101.92151446213843</c:v>
                </c:pt>
                <c:pt idx="47">
                  <c:v>103.0305492362691</c:v>
                </c:pt>
                <c:pt idx="48">
                  <c:v>102.9249268768281</c:v>
                </c:pt>
                <c:pt idx="49">
                  <c:v>102.71774455638609</c:v>
                </c:pt>
                <c:pt idx="50">
                  <c:v>100.50779980500488</c:v>
                </c:pt>
                <c:pt idx="51">
                  <c:v>100.17468313292169</c:v>
                </c:pt>
                <c:pt idx="52">
                  <c:v>101.12122196945077</c:v>
                </c:pt>
                <c:pt idx="53">
                  <c:v>101.70669876716073</c:v>
                </c:pt>
                <c:pt idx="54">
                  <c:v>100.06751461986356</c:v>
                </c:pt>
                <c:pt idx="55">
                  <c:v>100.72237478789046</c:v>
                </c:pt>
                <c:pt idx="56">
                  <c:v>98.521881925141642</c:v>
                </c:pt>
                <c:pt idx="57">
                  <c:v>100.64916060761414</c:v>
                </c:pt>
                <c:pt idx="58">
                  <c:v>101.19013205076679</c:v>
                </c:pt>
                <c:pt idx="59">
                  <c:v>102.4266382065443</c:v>
                </c:pt>
                <c:pt idx="60">
                  <c:v>100.64509315315432</c:v>
                </c:pt>
                <c:pt idx="61">
                  <c:v>98.879817917603532</c:v>
                </c:pt>
                <c:pt idx="62">
                  <c:v>97.460276311135274</c:v>
                </c:pt>
                <c:pt idx="63">
                  <c:v>100.87287060290284</c:v>
                </c:pt>
                <c:pt idx="64">
                  <c:v>101.50739349863078</c:v>
                </c:pt>
                <c:pt idx="65">
                  <c:v>102.21106312017521</c:v>
                </c:pt>
                <c:pt idx="66">
                  <c:v>102.21106312017521</c:v>
                </c:pt>
                <c:pt idx="67">
                  <c:v>102.64628074737324</c:v>
                </c:pt>
                <c:pt idx="68">
                  <c:v>102.86999074266193</c:v>
                </c:pt>
                <c:pt idx="69">
                  <c:v>105.94498631426656</c:v>
                </c:pt>
                <c:pt idx="70">
                  <c:v>106.55103702877591</c:v>
                </c:pt>
                <c:pt idx="71">
                  <c:v>106.28258503442949</c:v>
                </c:pt>
                <c:pt idx="72">
                  <c:v>107.816015365772</c:v>
                </c:pt>
                <c:pt idx="73">
                  <c:v>109.300636243597</c:v>
                </c:pt>
                <c:pt idx="74">
                  <c:v>109.5731556924032</c:v>
                </c:pt>
                <c:pt idx="75">
                  <c:v>109.80093314215169</c:v>
                </c:pt>
                <c:pt idx="76">
                  <c:v>112.17225909221186</c:v>
                </c:pt>
                <c:pt idx="77">
                  <c:v>112.81084944239961</c:v>
                </c:pt>
                <c:pt idx="78">
                  <c:v>111.65569237581796</c:v>
                </c:pt>
                <c:pt idx="79">
                  <c:v>112.45698090439748</c:v>
                </c:pt>
                <c:pt idx="80">
                  <c:v>112.0665052762572</c:v>
                </c:pt>
                <c:pt idx="81">
                  <c:v>112.52612763021396</c:v>
                </c:pt>
                <c:pt idx="82">
                  <c:v>112.7254328987439</c:v>
                </c:pt>
                <c:pt idx="83">
                  <c:v>111.41164510823032</c:v>
                </c:pt>
                <c:pt idx="84">
                  <c:v>110.66730094208791</c:v>
                </c:pt>
                <c:pt idx="85">
                  <c:v>113.06303161890686</c:v>
                </c:pt>
                <c:pt idx="86">
                  <c:v>113.59586815313992</c:v>
                </c:pt>
                <c:pt idx="87">
                  <c:v>113.0264245287687</c:v>
                </c:pt>
                <c:pt idx="88">
                  <c:v>114.92999321595251</c:v>
                </c:pt>
                <c:pt idx="89">
                  <c:v>116.65459390690538</c:v>
                </c:pt>
                <c:pt idx="90">
                  <c:v>114.80796958215868</c:v>
                </c:pt>
                <c:pt idx="91">
                  <c:v>115.58485338397942</c:v>
                </c:pt>
                <c:pt idx="92">
                  <c:v>116.05667810131557</c:v>
                </c:pt>
                <c:pt idx="93">
                  <c:v>114.93406067041229</c:v>
                </c:pt>
                <c:pt idx="94">
                  <c:v>114.97473521501024</c:v>
                </c:pt>
                <c:pt idx="95">
                  <c:v>115.69874210885364</c:v>
                </c:pt>
                <c:pt idx="96">
                  <c:v>112.91253580389444</c:v>
                </c:pt>
                <c:pt idx="97">
                  <c:v>112.24954072694796</c:v>
                </c:pt>
                <c:pt idx="98">
                  <c:v>111.04150675238898</c:v>
                </c:pt>
                <c:pt idx="99">
                  <c:v>113.83584796626779</c:v>
                </c:pt>
                <c:pt idx="100">
                  <c:v>114.90152103473396</c:v>
                </c:pt>
                <c:pt idx="101">
                  <c:v>115.97126155765991</c:v>
                </c:pt>
                <c:pt idx="102">
                  <c:v>115.97126155765991</c:v>
                </c:pt>
                <c:pt idx="103">
                  <c:v>118.16361951148913</c:v>
                </c:pt>
                <c:pt idx="104">
                  <c:v>118.10667514905202</c:v>
                </c:pt>
                <c:pt idx="105">
                  <c:v>118.7818725893779</c:v>
                </c:pt>
                <c:pt idx="106">
                  <c:v>118.1310798758108</c:v>
                </c:pt>
                <c:pt idx="107">
                  <c:v>117.54129897914061</c:v>
                </c:pt>
                <c:pt idx="108">
                  <c:v>118.63137677436553</c:v>
                </c:pt>
                <c:pt idx="109">
                  <c:v>117.00846244490754</c:v>
                </c:pt>
                <c:pt idx="110">
                  <c:v>118.77373768045832</c:v>
                </c:pt>
                <c:pt idx="111">
                  <c:v>114.55985486011124</c:v>
                </c:pt>
                <c:pt idx="112">
                  <c:v>115.5604486572207</c:v>
                </c:pt>
                <c:pt idx="113">
                  <c:v>115.930587013062</c:v>
                </c:pt>
                <c:pt idx="114">
                  <c:v>114.72255303850305</c:v>
                </c:pt>
                <c:pt idx="115">
                  <c:v>118.12294496689124</c:v>
                </c:pt>
                <c:pt idx="116">
                  <c:v>119.15607839967902</c:v>
                </c:pt>
                <c:pt idx="117">
                  <c:v>120.04286955313243</c:v>
                </c:pt>
                <c:pt idx="118">
                  <c:v>118.99986878590457</c:v>
                </c:pt>
                <c:pt idx="119">
                  <c:v>118.10354000156812</c:v>
                </c:pt>
                <c:pt idx="120">
                  <c:v>120.42992061909591</c:v>
                </c:pt>
                <c:pt idx="121">
                  <c:v>120.42992061909591</c:v>
                </c:pt>
                <c:pt idx="122">
                  <c:v>121.48514405156473</c:v>
                </c:pt>
                <c:pt idx="123">
                  <c:v>120.31991663192734</c:v>
                </c:pt>
                <c:pt idx="124">
                  <c:v>120.87808501126413</c:v>
                </c:pt>
                <c:pt idx="125">
                  <c:v>121.78256223909456</c:v>
                </c:pt>
                <c:pt idx="126">
                  <c:v>122.15739063981705</c:v>
                </c:pt>
                <c:pt idx="127">
                  <c:v>121.80700756957646</c:v>
                </c:pt>
                <c:pt idx="128">
                  <c:v>122.40999238813005</c:v>
                </c:pt>
                <c:pt idx="129">
                  <c:v>121.94960533072089</c:v>
                </c:pt>
                <c:pt idx="130">
                  <c:v>121.24069074674568</c:v>
                </c:pt>
                <c:pt idx="131">
                  <c:v>121.24069074674568</c:v>
                </c:pt>
                <c:pt idx="132">
                  <c:v>121.77848801734756</c:v>
                </c:pt>
                <c:pt idx="133">
                  <c:v>120.67437392391494</c:v>
                </c:pt>
                <c:pt idx="134">
                  <c:v>119.57025983048231</c:v>
                </c:pt>
                <c:pt idx="135">
                  <c:v>121.10216720734824</c:v>
                </c:pt>
                <c:pt idx="136">
                  <c:v>120.59288948897526</c:v>
                </c:pt>
                <c:pt idx="137">
                  <c:v>119.57025983048231</c:v>
                </c:pt>
                <c:pt idx="138">
                  <c:v>119.98990467042164</c:v>
                </c:pt>
                <c:pt idx="139">
                  <c:v>120.50325661054161</c:v>
                </c:pt>
                <c:pt idx="140">
                  <c:v>120.42992061909591</c:v>
                </c:pt>
                <c:pt idx="141">
                  <c:v>119.79841624831343</c:v>
                </c:pt>
                <c:pt idx="142">
                  <c:v>119.0935758860852</c:v>
                </c:pt>
                <c:pt idx="143">
                  <c:v>120.81697168505937</c:v>
                </c:pt>
                <c:pt idx="144">
                  <c:v>119.69656070463881</c:v>
                </c:pt>
                <c:pt idx="145">
                  <c:v>119.00394300765154</c:v>
                </c:pt>
                <c:pt idx="146">
                  <c:v>118.62911460692905</c:v>
                </c:pt>
                <c:pt idx="147">
                  <c:v>119.33802919090424</c:v>
                </c:pt>
                <c:pt idx="148">
                  <c:v>119.5254433912655</c:v>
                </c:pt>
                <c:pt idx="149">
                  <c:v>117.56981695271324</c:v>
                </c:pt>
                <c:pt idx="150">
                  <c:v>119.20765409500075</c:v>
                </c:pt>
                <c:pt idx="151">
                  <c:v>118.64133727216999</c:v>
                </c:pt>
                <c:pt idx="152">
                  <c:v>120.6865965891559</c:v>
                </c:pt>
                <c:pt idx="153">
                  <c:v>122.92334432825001</c:v>
                </c:pt>
                <c:pt idx="154">
                  <c:v>122.13294530933514</c:v>
                </c:pt>
                <c:pt idx="155">
                  <c:v>121.5136636037936</c:v>
                </c:pt>
                <c:pt idx="156">
                  <c:v>122.86223100204526</c:v>
                </c:pt>
                <c:pt idx="157">
                  <c:v>122.21850396602183</c:v>
                </c:pt>
                <c:pt idx="158">
                  <c:v>122.6300003624672</c:v>
                </c:pt>
                <c:pt idx="159">
                  <c:v>123.33076650294842</c:v>
                </c:pt>
                <c:pt idx="160">
                  <c:v>123.65263002096016</c:v>
                </c:pt>
                <c:pt idx="161">
                  <c:v>124.30043127873058</c:v>
                </c:pt>
                <c:pt idx="162">
                  <c:v>123.88078643879125</c:v>
                </c:pt>
                <c:pt idx="163">
                  <c:v>122.32035950969643</c:v>
                </c:pt>
                <c:pt idx="164">
                  <c:v>122.92741854999701</c:v>
                </c:pt>
                <c:pt idx="165">
                  <c:v>121.27735874246854</c:v>
                </c:pt>
                <c:pt idx="166">
                  <c:v>122.21035552252783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D33E-458C-BC1C-3878220814A9}"/>
            </c:ext>
          </c:extLst>
        </c:ser>
        <c:ser>
          <c:idx val="6"/>
          <c:order val="6"/>
          <c:tx>
            <c:strRef>
              <c:f>EQ!$I$10</c:f>
              <c:strCache>
                <c:ptCount val="1"/>
                <c:pt idx="0">
                  <c:v>RGCTIUS LX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EQ!$J$3:$FT$3</c:f>
              <c:numCache>
                <c:formatCode>m/d/yyyy</c:formatCode>
                <c:ptCount val="167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</c:numCache>
            </c:numRef>
          </c:cat>
          <c:val>
            <c:numRef>
              <c:f>EQ!$J$10:$FT$10</c:f>
              <c:numCache>
                <c:formatCode>General</c:formatCode>
                <c:ptCount val="167"/>
                <c:pt idx="0" formatCode="0.0">
                  <c:v>100</c:v>
                </c:pt>
                <c:pt idx="1">
                  <c:v>99.830160252020278</c:v>
                </c:pt>
                <c:pt idx="2">
                  <c:v>99.249417887960561</c:v>
                </c:pt>
                <c:pt idx="3">
                  <c:v>99.643884399397351</c:v>
                </c:pt>
                <c:pt idx="4">
                  <c:v>100.55608820709493</c:v>
                </c:pt>
                <c:pt idx="5">
                  <c:v>101.60252020271196</c:v>
                </c:pt>
                <c:pt idx="6">
                  <c:v>101.52855773181757</c:v>
                </c:pt>
                <c:pt idx="7">
                  <c:v>100.89075363498517</c:v>
                </c:pt>
                <c:pt idx="8">
                  <c:v>101.12616630591901</c:v>
                </c:pt>
                <c:pt idx="9">
                  <c:v>101.42453817954447</c:v>
                </c:pt>
                <c:pt idx="10">
                  <c:v>101.05499503331113</c:v>
                </c:pt>
                <c:pt idx="11">
                  <c:v>100.18177826554489</c:v>
                </c:pt>
                <c:pt idx="12">
                  <c:v>100.06407193007797</c:v>
                </c:pt>
                <c:pt idx="13">
                  <c:v>99.686316713928321</c:v>
                </c:pt>
                <c:pt idx="14">
                  <c:v>99.686316713928321</c:v>
                </c:pt>
                <c:pt idx="15">
                  <c:v>97.781116493347426</c:v>
                </c:pt>
                <c:pt idx="16">
                  <c:v>98.492829219426497</c:v>
                </c:pt>
                <c:pt idx="17">
                  <c:v>99.212754015421851</c:v>
                </c:pt>
                <c:pt idx="18">
                  <c:v>99.376995413747807</c:v>
                </c:pt>
                <c:pt idx="19">
                  <c:v>100.15440469915724</c:v>
                </c:pt>
                <c:pt idx="20">
                  <c:v>100.81958236237729</c:v>
                </c:pt>
                <c:pt idx="21">
                  <c:v>100.5157357754743</c:v>
                </c:pt>
                <c:pt idx="22">
                  <c:v>99.957315021166124</c:v>
                </c:pt>
                <c:pt idx="23">
                  <c:v>98.854160295743569</c:v>
                </c:pt>
                <c:pt idx="24">
                  <c:v>99.111471819787539</c:v>
                </c:pt>
                <c:pt idx="25">
                  <c:v>97.871449262426708</c:v>
                </c:pt>
                <c:pt idx="26">
                  <c:v>96.552043362541681</c:v>
                </c:pt>
                <c:pt idx="27">
                  <c:v>95.50363576989443</c:v>
                </c:pt>
                <c:pt idx="28">
                  <c:v>96.869576732638492</c:v>
                </c:pt>
                <c:pt idx="29">
                  <c:v>97.863237192510425</c:v>
                </c:pt>
                <c:pt idx="30">
                  <c:v>98.405233806986033</c:v>
                </c:pt>
                <c:pt idx="31">
                  <c:v>98.470930366316395</c:v>
                </c:pt>
                <c:pt idx="32">
                  <c:v>97.345876787783709</c:v>
                </c:pt>
                <c:pt idx="33">
                  <c:v>97.151524466431354</c:v>
                </c:pt>
                <c:pt idx="34">
                  <c:v>97.151524466431354</c:v>
                </c:pt>
                <c:pt idx="35">
                  <c:v>97.047504914158239</c:v>
                </c:pt>
                <c:pt idx="36">
                  <c:v>97.942620535034607</c:v>
                </c:pt>
                <c:pt idx="37">
                  <c:v>97.682571654351875</c:v>
                </c:pt>
                <c:pt idx="38">
                  <c:v>98.40523380698599</c:v>
                </c:pt>
                <c:pt idx="39">
                  <c:v>96.921586508775007</c:v>
                </c:pt>
                <c:pt idx="40">
                  <c:v>97.62234980829902</c:v>
                </c:pt>
                <c:pt idx="41">
                  <c:v>98.093175150166715</c:v>
                </c:pt>
                <c:pt idx="42">
                  <c:v>98.260153905131403</c:v>
                </c:pt>
                <c:pt idx="43">
                  <c:v>97.592238885272593</c:v>
                </c:pt>
                <c:pt idx="44">
                  <c:v>96.341266901356704</c:v>
                </c:pt>
                <c:pt idx="45">
                  <c:v>94.09115974429136</c:v>
                </c:pt>
                <c:pt idx="46">
                  <c:v>95.328444945013416</c:v>
                </c:pt>
                <c:pt idx="47">
                  <c:v>94.895942596088446</c:v>
                </c:pt>
                <c:pt idx="48">
                  <c:v>93.404083227961166</c:v>
                </c:pt>
                <c:pt idx="49">
                  <c:v>94.208866079758266</c:v>
                </c:pt>
                <c:pt idx="50">
                  <c:v>94.991750078445236</c:v>
                </c:pt>
                <c:pt idx="51">
                  <c:v>94.414167827665693</c:v>
                </c:pt>
                <c:pt idx="52">
                  <c:v>92.837450403736668</c:v>
                </c:pt>
                <c:pt idx="53">
                  <c:v>92.040879621855879</c:v>
                </c:pt>
                <c:pt idx="54">
                  <c:v>93.425982081071297</c:v>
                </c:pt>
                <c:pt idx="55">
                  <c:v>93.869433856551325</c:v>
                </c:pt>
                <c:pt idx="56">
                  <c:v>92.610249802719125</c:v>
                </c:pt>
                <c:pt idx="57">
                  <c:v>91.55363014015559</c:v>
                </c:pt>
                <c:pt idx="58">
                  <c:v>89.689490269156181</c:v>
                </c:pt>
                <c:pt idx="59">
                  <c:v>90.954149036265918</c:v>
                </c:pt>
                <c:pt idx="60">
                  <c:v>90.209588030521672</c:v>
                </c:pt>
                <c:pt idx="61">
                  <c:v>90.691362798944411</c:v>
                </c:pt>
                <c:pt idx="62">
                  <c:v>89.002413752826001</c:v>
                </c:pt>
                <c:pt idx="63">
                  <c:v>87.19028365796315</c:v>
                </c:pt>
                <c:pt idx="64">
                  <c:v>86.886437071060172</c:v>
                </c:pt>
                <c:pt idx="65">
                  <c:v>89.48966323452629</c:v>
                </c:pt>
                <c:pt idx="66">
                  <c:v>90.557232323644882</c:v>
                </c:pt>
                <c:pt idx="67">
                  <c:v>90.557232323644882</c:v>
                </c:pt>
                <c:pt idx="68">
                  <c:v>90.557232323644882</c:v>
                </c:pt>
                <c:pt idx="69">
                  <c:v>90.58734324667131</c:v>
                </c:pt>
                <c:pt idx="70">
                  <c:v>91.304530686027903</c:v>
                </c:pt>
                <c:pt idx="71">
                  <c:v>93.96250398226934</c:v>
                </c:pt>
                <c:pt idx="72">
                  <c:v>93.976190765463173</c:v>
                </c:pt>
                <c:pt idx="73">
                  <c:v>93.902282136216513</c:v>
                </c:pt>
                <c:pt idx="74">
                  <c:v>94.928790875753634</c:v>
                </c:pt>
                <c:pt idx="75">
                  <c:v>96.650588201537218</c:v>
                </c:pt>
                <c:pt idx="76">
                  <c:v>97.170685962902709</c:v>
                </c:pt>
                <c:pt idx="77">
                  <c:v>96.913374438858739</c:v>
                </c:pt>
                <c:pt idx="78">
                  <c:v>98.870584435576163</c:v>
                </c:pt>
                <c:pt idx="79">
                  <c:v>98.703605680611446</c:v>
                </c:pt>
                <c:pt idx="80">
                  <c:v>97.835863626122745</c:v>
                </c:pt>
                <c:pt idx="81">
                  <c:v>98.057589513862766</c:v>
                </c:pt>
                <c:pt idx="82">
                  <c:v>97.860499835871622</c:v>
                </c:pt>
                <c:pt idx="83">
                  <c:v>99.02935112062454</c:v>
                </c:pt>
                <c:pt idx="84">
                  <c:v>99.059462043650953</c:v>
                </c:pt>
                <c:pt idx="85">
                  <c:v>97.602745516376103</c:v>
                </c:pt>
                <c:pt idx="86">
                  <c:v>97.019511267673963</c:v>
                </c:pt>
                <c:pt idx="87">
                  <c:v>97.019511267673963</c:v>
                </c:pt>
                <c:pt idx="88">
                  <c:v>98.057284883909233</c:v>
                </c:pt>
                <c:pt idx="89">
                  <c:v>97.602745516376089</c:v>
                </c:pt>
                <c:pt idx="90">
                  <c:v>98.10931047416905</c:v>
                </c:pt>
                <c:pt idx="91">
                  <c:v>100.67773171962733</c:v>
                </c:pt>
                <c:pt idx="92">
                  <c:v>100.275217942354</c:v>
                </c:pt>
                <c:pt idx="93">
                  <c:v>100.18485770663959</c:v>
                </c:pt>
                <c:pt idx="94">
                  <c:v>99.524954167028241</c:v>
                </c:pt>
                <c:pt idx="95">
                  <c:v>99.398997474820263</c:v>
                </c:pt>
                <c:pt idx="96">
                  <c:v>99.963064400795105</c:v>
                </c:pt>
                <c:pt idx="97">
                  <c:v>100.77904471118592</c:v>
                </c:pt>
                <c:pt idx="98">
                  <c:v>99.319589994950022</c:v>
                </c:pt>
                <c:pt idx="99">
                  <c:v>99.352448262482525</c:v>
                </c:pt>
                <c:pt idx="100">
                  <c:v>98.810286848196029</c:v>
                </c:pt>
                <c:pt idx="101">
                  <c:v>100.43677109105555</c:v>
                </c:pt>
                <c:pt idx="102">
                  <c:v>100.89131045858866</c:v>
                </c:pt>
                <c:pt idx="103">
                  <c:v>100.84749943521199</c:v>
                </c:pt>
                <c:pt idx="104">
                  <c:v>100.84749943521199</c:v>
                </c:pt>
                <c:pt idx="105">
                  <c:v>101.31299155858927</c:v>
                </c:pt>
                <c:pt idx="106">
                  <c:v>101.49729702789217</c:v>
                </c:pt>
                <c:pt idx="107">
                  <c:v>102.83144855941309</c:v>
                </c:pt>
                <c:pt idx="108">
                  <c:v>103.55216546922441</c:v>
                </c:pt>
                <c:pt idx="109">
                  <c:v>104.52595854583969</c:v>
                </c:pt>
                <c:pt idx="110">
                  <c:v>104.28938734643597</c:v>
                </c:pt>
                <c:pt idx="111">
                  <c:v>103.08177389831702</c:v>
                </c:pt>
                <c:pt idx="112">
                  <c:v>103.21106280961905</c:v>
                </c:pt>
                <c:pt idx="113">
                  <c:v>100.73806852748025</c:v>
                </c:pt>
                <c:pt idx="114">
                  <c:v>100.73256687168018</c:v>
                </c:pt>
                <c:pt idx="115">
                  <c:v>100.72431438798006</c:v>
                </c:pt>
                <c:pt idx="116">
                  <c:v>99.282880568357442</c:v>
                </c:pt>
                <c:pt idx="117">
                  <c:v>100.82059336448155</c:v>
                </c:pt>
                <c:pt idx="118">
                  <c:v>101.97594108249969</c:v>
                </c:pt>
                <c:pt idx="119">
                  <c:v>103.55491629712446</c:v>
                </c:pt>
                <c:pt idx="120">
                  <c:v>103.28808599082029</c:v>
                </c:pt>
                <c:pt idx="121">
                  <c:v>102.44633265340708</c:v>
                </c:pt>
                <c:pt idx="122">
                  <c:v>103.40912241842219</c:v>
                </c:pt>
                <c:pt idx="123">
                  <c:v>103.40912241842219</c:v>
                </c:pt>
                <c:pt idx="124">
                  <c:v>101.99794770570004</c:v>
                </c:pt>
                <c:pt idx="125">
                  <c:v>100.39421503997488</c:v>
                </c:pt>
                <c:pt idx="126">
                  <c:v>101.73661905519594</c:v>
                </c:pt>
                <c:pt idx="127">
                  <c:v>100.83709833188183</c:v>
                </c:pt>
                <c:pt idx="128">
                  <c:v>101.47529040469185</c:v>
                </c:pt>
                <c:pt idx="129">
                  <c:v>102.35555533270565</c:v>
                </c:pt>
                <c:pt idx="130">
                  <c:v>102.69940882021105</c:v>
                </c:pt>
                <c:pt idx="131">
                  <c:v>102.50960169510807</c:v>
                </c:pt>
                <c:pt idx="132">
                  <c:v>103.47514228802324</c:v>
                </c:pt>
                <c:pt idx="133">
                  <c:v>103.47514228802324</c:v>
                </c:pt>
                <c:pt idx="134">
                  <c:v>103.78323501282804</c:v>
                </c:pt>
                <c:pt idx="135">
                  <c:v>103.87676316142952</c:v>
                </c:pt>
                <c:pt idx="136">
                  <c:v>103.142292112118</c:v>
                </c:pt>
                <c:pt idx="137">
                  <c:v>103.81349411972853</c:v>
                </c:pt>
                <c:pt idx="138">
                  <c:v>103.46964063222313</c:v>
                </c:pt>
                <c:pt idx="139">
                  <c:v>102.55086411360872</c:v>
                </c:pt>
                <c:pt idx="140">
                  <c:v>103.12028548891765</c:v>
                </c:pt>
                <c:pt idx="141">
                  <c:v>103.86300902192929</c:v>
                </c:pt>
                <c:pt idx="142">
                  <c:v>103.42837821372248</c:v>
                </c:pt>
                <c:pt idx="143">
                  <c:v>102.16299737970262</c:v>
                </c:pt>
                <c:pt idx="144">
                  <c:v>102.40782106280645</c:v>
                </c:pt>
                <c:pt idx="145">
                  <c:v>102.5646182531089</c:v>
                </c:pt>
                <c:pt idx="146">
                  <c:v>101.66234670189475</c:v>
                </c:pt>
                <c:pt idx="147">
                  <c:v>99.571717497861954</c:v>
                </c:pt>
                <c:pt idx="148">
                  <c:v>99.838547804166126</c:v>
                </c:pt>
                <c:pt idx="149">
                  <c:v>100.16039466847118</c:v>
                </c:pt>
                <c:pt idx="150">
                  <c:v>100.94438061998348</c:v>
                </c:pt>
                <c:pt idx="151">
                  <c:v>100.39146421207481</c:v>
                </c:pt>
                <c:pt idx="152">
                  <c:v>102.31979457000506</c:v>
                </c:pt>
                <c:pt idx="153">
                  <c:v>103.47239146012315</c:v>
                </c:pt>
                <c:pt idx="154">
                  <c:v>104.34440390443683</c:v>
                </c:pt>
                <c:pt idx="155">
                  <c:v>105.5162565898552</c:v>
                </c:pt>
                <c:pt idx="156">
                  <c:v>105.40347264595344</c:v>
                </c:pt>
                <c:pt idx="157">
                  <c:v>104.91932693554584</c:v>
                </c:pt>
                <c:pt idx="158">
                  <c:v>106.24522598336664</c:v>
                </c:pt>
                <c:pt idx="159">
                  <c:v>106.24522598336664</c:v>
                </c:pt>
                <c:pt idx="160">
                  <c:v>105.82159848675998</c:v>
                </c:pt>
                <c:pt idx="161">
                  <c:v>105.23252866632517</c:v>
                </c:pt>
                <c:pt idx="162">
                  <c:v>105.53939294487725</c:v>
                </c:pt>
                <c:pt idx="163">
                  <c:v>105.10649512334842</c:v>
                </c:pt>
                <c:pt idx="164">
                  <c:v>103.77492334320277</c:v>
                </c:pt>
                <c:pt idx="165">
                  <c:v>103.51463667835949</c:v>
                </c:pt>
                <c:pt idx="166">
                  <c:v>104.50098614513406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D33E-458C-BC1C-3878220814A9}"/>
            </c:ext>
          </c:extLst>
        </c:ser>
        <c:ser>
          <c:idx val="7"/>
          <c:order val="7"/>
          <c:tx>
            <c:strRef>
              <c:f>EQ!$I$11</c:f>
              <c:strCache>
                <c:ptCount val="1"/>
                <c:pt idx="0">
                  <c:v>XLC US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EQ!$J$3:$FT$3</c:f>
              <c:numCache>
                <c:formatCode>m/d/yyyy</c:formatCode>
                <c:ptCount val="167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</c:numCache>
            </c:numRef>
          </c:cat>
          <c:val>
            <c:numRef>
              <c:f>EQ!$J$11:$FT$11</c:f>
              <c:numCache>
                <c:formatCode>General</c:formatCode>
                <c:ptCount val="167"/>
                <c:pt idx="0" formatCode="0.0">
                  <c:v>100</c:v>
                </c:pt>
                <c:pt idx="1">
                  <c:v>99.30343187223923</c:v>
                </c:pt>
                <c:pt idx="2">
                  <c:v>100.02548419979614</c:v>
                </c:pt>
                <c:pt idx="3">
                  <c:v>99.668705402650374</c:v>
                </c:pt>
                <c:pt idx="4">
                  <c:v>99.46483180428136</c:v>
                </c:pt>
                <c:pt idx="5">
                  <c:v>99.796126401631</c:v>
                </c:pt>
                <c:pt idx="6">
                  <c:v>100.16139993204214</c:v>
                </c:pt>
                <c:pt idx="7">
                  <c:v>99.85558953448863</c:v>
                </c:pt>
                <c:pt idx="8">
                  <c:v>99.29493713897385</c:v>
                </c:pt>
                <c:pt idx="9">
                  <c:v>99.08256880733947</c:v>
                </c:pt>
                <c:pt idx="10">
                  <c:v>98.717295276928326</c:v>
                </c:pt>
                <c:pt idx="11">
                  <c:v>97.833843017329286</c:v>
                </c:pt>
                <c:pt idx="12">
                  <c:v>97.833843017329286</c:v>
                </c:pt>
                <c:pt idx="13">
                  <c:v>96.389738362215454</c:v>
                </c:pt>
                <c:pt idx="14">
                  <c:v>97.375127420999007</c:v>
                </c:pt>
                <c:pt idx="15">
                  <c:v>98.751274209989845</c:v>
                </c:pt>
                <c:pt idx="16">
                  <c:v>99.354400271831494</c:v>
                </c:pt>
                <c:pt idx="17">
                  <c:v>100.04247366632691</c:v>
                </c:pt>
                <c:pt idx="18">
                  <c:v>99.303431872239258</c:v>
                </c:pt>
                <c:pt idx="19">
                  <c:v>99.176010873258619</c:v>
                </c:pt>
                <c:pt idx="20">
                  <c:v>101.75840978593277</c:v>
                </c:pt>
                <c:pt idx="21">
                  <c:v>102.00475705062865</c:v>
                </c:pt>
                <c:pt idx="22">
                  <c:v>101.65647298674827</c:v>
                </c:pt>
                <c:pt idx="23">
                  <c:v>100.01698946653079</c:v>
                </c:pt>
                <c:pt idx="24">
                  <c:v>99.218484539585504</c:v>
                </c:pt>
                <c:pt idx="25">
                  <c:v>98.717295276928354</c:v>
                </c:pt>
                <c:pt idx="26">
                  <c:v>98.335032279986464</c:v>
                </c:pt>
                <c:pt idx="27">
                  <c:v>99.286442405708499</c:v>
                </c:pt>
                <c:pt idx="28">
                  <c:v>99.881073734284783</c:v>
                </c:pt>
                <c:pt idx="29">
                  <c:v>99.167516139993239</c:v>
                </c:pt>
                <c:pt idx="30">
                  <c:v>97.383622154264387</c:v>
                </c:pt>
                <c:pt idx="31">
                  <c:v>97.332653754672137</c:v>
                </c:pt>
                <c:pt idx="32">
                  <c:v>97.332653754672137</c:v>
                </c:pt>
                <c:pt idx="33">
                  <c:v>97.179748555895387</c:v>
                </c:pt>
                <c:pt idx="34">
                  <c:v>97.341148487937502</c:v>
                </c:pt>
                <c:pt idx="35">
                  <c:v>97.808358817533161</c:v>
                </c:pt>
                <c:pt idx="36">
                  <c:v>99.218484539585489</c:v>
                </c:pt>
                <c:pt idx="37">
                  <c:v>97.995242949371416</c:v>
                </c:pt>
                <c:pt idx="38">
                  <c:v>98.674821610601455</c:v>
                </c:pt>
                <c:pt idx="39">
                  <c:v>98.963642541624225</c:v>
                </c:pt>
                <c:pt idx="40">
                  <c:v>99.15052667346248</c:v>
                </c:pt>
                <c:pt idx="41">
                  <c:v>100.2803261977574</c:v>
                </c:pt>
                <c:pt idx="42">
                  <c:v>100.12742099898065</c:v>
                </c:pt>
                <c:pt idx="43">
                  <c:v>100.20387359836903</c:v>
                </c:pt>
                <c:pt idx="44">
                  <c:v>100.90893645939519</c:v>
                </c:pt>
                <c:pt idx="45">
                  <c:v>100.61162079510704</c:v>
                </c:pt>
                <c:pt idx="46">
                  <c:v>99.77913693510024</c:v>
                </c:pt>
                <c:pt idx="47">
                  <c:v>99.864084267753995</c:v>
                </c:pt>
                <c:pt idx="48">
                  <c:v>99.711179068977231</c:v>
                </c:pt>
                <c:pt idx="49">
                  <c:v>99.388379204892956</c:v>
                </c:pt>
                <c:pt idx="50">
                  <c:v>97.918790349982999</c:v>
                </c:pt>
                <c:pt idx="51">
                  <c:v>97.222222222222214</c:v>
                </c:pt>
                <c:pt idx="52">
                  <c:v>97.969758749575263</c:v>
                </c:pt>
                <c:pt idx="53">
                  <c:v>98.003737682636768</c:v>
                </c:pt>
                <c:pt idx="54">
                  <c:v>96.551138294257555</c:v>
                </c:pt>
                <c:pt idx="55">
                  <c:v>96.109412164458035</c:v>
                </c:pt>
                <c:pt idx="56">
                  <c:v>95.336391437308876</c:v>
                </c:pt>
                <c:pt idx="57">
                  <c:v>95.95783330021419</c:v>
                </c:pt>
                <c:pt idx="58">
                  <c:v>94.612669813262386</c:v>
                </c:pt>
                <c:pt idx="59">
                  <c:v>94.876594294879524</c:v>
                </c:pt>
                <c:pt idx="60">
                  <c:v>92.637493047611642</c:v>
                </c:pt>
                <c:pt idx="61">
                  <c:v>91.130569394507404</c:v>
                </c:pt>
                <c:pt idx="62">
                  <c:v>91.913829146403373</c:v>
                </c:pt>
                <c:pt idx="63">
                  <c:v>94.38280010346682</c:v>
                </c:pt>
                <c:pt idx="64">
                  <c:v>94.706320435771673</c:v>
                </c:pt>
                <c:pt idx="65">
                  <c:v>95.097950311719671</c:v>
                </c:pt>
                <c:pt idx="66">
                  <c:v>95.097950311719671</c:v>
                </c:pt>
                <c:pt idx="67">
                  <c:v>95.14903246945201</c:v>
                </c:pt>
                <c:pt idx="68">
                  <c:v>95.200114627184348</c:v>
                </c:pt>
                <c:pt idx="69">
                  <c:v>96.894339525307203</c:v>
                </c:pt>
                <c:pt idx="70">
                  <c:v>97.285969401255201</c:v>
                </c:pt>
                <c:pt idx="71">
                  <c:v>97.013531226682687</c:v>
                </c:pt>
                <c:pt idx="72">
                  <c:v>97.754222513801722</c:v>
                </c:pt>
                <c:pt idx="73">
                  <c:v>99.235605088039804</c:v>
                </c:pt>
                <c:pt idx="74">
                  <c:v>99.916700524471111</c:v>
                </c:pt>
                <c:pt idx="75">
                  <c:v>101.16821338891361</c:v>
                </c:pt>
                <c:pt idx="76">
                  <c:v>101.39808309870917</c:v>
                </c:pt>
                <c:pt idx="77">
                  <c:v>101.10010384527048</c:v>
                </c:pt>
                <c:pt idx="78">
                  <c:v>99.746426665363288</c:v>
                </c:pt>
                <c:pt idx="79">
                  <c:v>100.35941255815145</c:v>
                </c:pt>
                <c:pt idx="80">
                  <c:v>99.94224160333728</c:v>
                </c:pt>
                <c:pt idx="81">
                  <c:v>98.36720840658991</c:v>
                </c:pt>
                <c:pt idx="82">
                  <c:v>98.597078116385461</c:v>
                </c:pt>
                <c:pt idx="83">
                  <c:v>98.545995958653108</c:v>
                </c:pt>
                <c:pt idx="84">
                  <c:v>98.154366082705124</c:v>
                </c:pt>
                <c:pt idx="85">
                  <c:v>99.193036623262842</c:v>
                </c:pt>
                <c:pt idx="86">
                  <c:v>99.371824175326054</c:v>
                </c:pt>
                <c:pt idx="87">
                  <c:v>98.843975212091792</c:v>
                </c:pt>
                <c:pt idx="88">
                  <c:v>98.443831643188403</c:v>
                </c:pt>
                <c:pt idx="89">
                  <c:v>99.908186831515692</c:v>
                </c:pt>
                <c:pt idx="90">
                  <c:v>99.933727910381862</c:v>
                </c:pt>
                <c:pt idx="91">
                  <c:v>99.559125420344657</c:v>
                </c:pt>
                <c:pt idx="92">
                  <c:v>98.401263178411455</c:v>
                </c:pt>
                <c:pt idx="93">
                  <c:v>98.63964658116241</c:v>
                </c:pt>
                <c:pt idx="94">
                  <c:v>99.405878947147613</c:v>
                </c:pt>
                <c:pt idx="95">
                  <c:v>99.703858200586296</c:v>
                </c:pt>
                <c:pt idx="96">
                  <c:v>98.826947826181012</c:v>
                </c:pt>
                <c:pt idx="97">
                  <c:v>99.59318019216623</c:v>
                </c:pt>
                <c:pt idx="98">
                  <c:v>98.63113288820702</c:v>
                </c:pt>
                <c:pt idx="99">
                  <c:v>98.843975212091792</c:v>
                </c:pt>
                <c:pt idx="100">
                  <c:v>98.843975212091792</c:v>
                </c:pt>
                <c:pt idx="101">
                  <c:v>98.299098862946749</c:v>
                </c:pt>
                <c:pt idx="102">
                  <c:v>98.299098862946749</c:v>
                </c:pt>
                <c:pt idx="103">
                  <c:v>98.375722099545257</c:v>
                </c:pt>
                <c:pt idx="104">
                  <c:v>98.980194299378041</c:v>
                </c:pt>
                <c:pt idx="105">
                  <c:v>99.329255710549063</c:v>
                </c:pt>
                <c:pt idx="106">
                  <c:v>98.494913800920727</c:v>
                </c:pt>
                <c:pt idx="107">
                  <c:v>98.426804257277595</c:v>
                </c:pt>
                <c:pt idx="108">
                  <c:v>96.690010894377792</c:v>
                </c:pt>
                <c:pt idx="109">
                  <c:v>95.42147064402451</c:v>
                </c:pt>
                <c:pt idx="110">
                  <c:v>96.298381018429794</c:v>
                </c:pt>
                <c:pt idx="111">
                  <c:v>95.07240923285346</c:v>
                </c:pt>
                <c:pt idx="112">
                  <c:v>94.57861504144077</c:v>
                </c:pt>
                <c:pt idx="113">
                  <c:v>94.910649066701026</c:v>
                </c:pt>
                <c:pt idx="114">
                  <c:v>94.510505497797638</c:v>
                </c:pt>
                <c:pt idx="115">
                  <c:v>95.455525415846068</c:v>
                </c:pt>
                <c:pt idx="116">
                  <c:v>95.05538184694268</c:v>
                </c:pt>
                <c:pt idx="117">
                  <c:v>95.515121266533797</c:v>
                </c:pt>
                <c:pt idx="118">
                  <c:v>95.625799274953877</c:v>
                </c:pt>
                <c:pt idx="119">
                  <c:v>92.969527072871841</c:v>
                </c:pt>
                <c:pt idx="120">
                  <c:v>93.182369396756627</c:v>
                </c:pt>
                <c:pt idx="121">
                  <c:v>93.182369396756627</c:v>
                </c:pt>
                <c:pt idx="122">
                  <c:v>91.142722355098869</c:v>
                </c:pt>
                <c:pt idx="123">
                  <c:v>91.492418370124042</c:v>
                </c:pt>
                <c:pt idx="124">
                  <c:v>90.86978887995727</c:v>
                </c:pt>
                <c:pt idx="125">
                  <c:v>90.050988454532458</c:v>
                </c:pt>
                <c:pt idx="126">
                  <c:v>90.562738720422971</c:v>
                </c:pt>
                <c:pt idx="127">
                  <c:v>92.012697807112716</c:v>
                </c:pt>
                <c:pt idx="128">
                  <c:v>91.373009974749579</c:v>
                </c:pt>
                <c:pt idx="129">
                  <c:v>93.59912363137326</c:v>
                </c:pt>
                <c:pt idx="130">
                  <c:v>93.47971523599881</c:v>
                </c:pt>
                <c:pt idx="131">
                  <c:v>93.47971523599881</c:v>
                </c:pt>
                <c:pt idx="132">
                  <c:v>93.999994672987484</c:v>
                </c:pt>
                <c:pt idx="133">
                  <c:v>94.69085753193967</c:v>
                </c:pt>
                <c:pt idx="134">
                  <c:v>93.360306840624361</c:v>
                </c:pt>
                <c:pt idx="135">
                  <c:v>94.255869805932747</c:v>
                </c:pt>
                <c:pt idx="136">
                  <c:v>95.219666140026519</c:v>
                </c:pt>
                <c:pt idx="137">
                  <c:v>95.177020284535644</c:v>
                </c:pt>
                <c:pt idx="138">
                  <c:v>95.057611889161194</c:v>
                </c:pt>
                <c:pt idx="139">
                  <c:v>96.703741911108963</c:v>
                </c:pt>
                <c:pt idx="140">
                  <c:v>96.081112420942191</c:v>
                </c:pt>
                <c:pt idx="141">
                  <c:v>94.375278201307168</c:v>
                </c:pt>
                <c:pt idx="142">
                  <c:v>94.503215767779778</c:v>
                </c:pt>
                <c:pt idx="143">
                  <c:v>93.846469593220306</c:v>
                </c:pt>
                <c:pt idx="144">
                  <c:v>93.138548392071783</c:v>
                </c:pt>
                <c:pt idx="145">
                  <c:v>89.880405032568902</c:v>
                </c:pt>
                <c:pt idx="146">
                  <c:v>90.665088773601013</c:v>
                </c:pt>
                <c:pt idx="147">
                  <c:v>91.825056042952824</c:v>
                </c:pt>
                <c:pt idx="148">
                  <c:v>93.539419433686021</c:v>
                </c:pt>
                <c:pt idx="149">
                  <c:v>93.402952696115221</c:v>
                </c:pt>
                <c:pt idx="150">
                  <c:v>90.903905564349927</c:v>
                </c:pt>
                <c:pt idx="151">
                  <c:v>92.319747966647</c:v>
                </c:pt>
                <c:pt idx="152">
                  <c:v>94.963791007081284</c:v>
                </c:pt>
                <c:pt idx="153">
                  <c:v>95.560832983953532</c:v>
                </c:pt>
                <c:pt idx="154">
                  <c:v>94.562919965467046</c:v>
                </c:pt>
                <c:pt idx="155">
                  <c:v>94.82732426951047</c:v>
                </c:pt>
                <c:pt idx="156">
                  <c:v>94.887028467197695</c:v>
                </c:pt>
                <c:pt idx="157">
                  <c:v>95.381720390891857</c:v>
                </c:pt>
                <c:pt idx="158">
                  <c:v>94.904086809394059</c:v>
                </c:pt>
                <c:pt idx="159">
                  <c:v>94.051169699576562</c:v>
                </c:pt>
                <c:pt idx="160">
                  <c:v>95.995820709960469</c:v>
                </c:pt>
                <c:pt idx="161">
                  <c:v>96.336987553887482</c:v>
                </c:pt>
                <c:pt idx="162">
                  <c:v>94.520274109976171</c:v>
                </c:pt>
                <c:pt idx="163">
                  <c:v>94.230282292638236</c:v>
                </c:pt>
                <c:pt idx="164">
                  <c:v>94.946732664884948</c:v>
                </c:pt>
                <c:pt idx="165">
                  <c:v>94.400865714601764</c:v>
                </c:pt>
                <c:pt idx="166">
                  <c:v>95.014966033670376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D33E-458C-BC1C-3878220814A9}"/>
            </c:ext>
          </c:extLst>
        </c:ser>
        <c:ser>
          <c:idx val="8"/>
          <c:order val="8"/>
          <c:tx>
            <c:strRef>
              <c:f>EQ!$I$12</c:f>
              <c:strCache>
                <c:ptCount val="1"/>
                <c:pt idx="0">
                  <c:v>XLF US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EQ!$J$3:$FT$3</c:f>
              <c:numCache>
                <c:formatCode>m/d/yyyy</c:formatCode>
                <c:ptCount val="167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</c:numCache>
            </c:numRef>
          </c:cat>
          <c:val>
            <c:numRef>
              <c:f>EQ!$J$12:$FT$12</c:f>
              <c:numCache>
                <c:formatCode>General</c:formatCode>
                <c:ptCount val="167"/>
                <c:pt idx="0" formatCode="0.0">
                  <c:v>100</c:v>
                </c:pt>
                <c:pt idx="1">
                  <c:v>100.29213072850101</c:v>
                </c:pt>
                <c:pt idx="2">
                  <c:v>102.48311119225853</c:v>
                </c:pt>
                <c:pt idx="3">
                  <c:v>102.97608179660396</c:v>
                </c:pt>
                <c:pt idx="4">
                  <c:v>101.53368632463025</c:v>
                </c:pt>
                <c:pt idx="5">
                  <c:v>102.06317327003831</c:v>
                </c:pt>
                <c:pt idx="6">
                  <c:v>101.75278437100599</c:v>
                </c:pt>
                <c:pt idx="7">
                  <c:v>100.94942486762822</c:v>
                </c:pt>
                <c:pt idx="8">
                  <c:v>99.014058791309068</c:v>
                </c:pt>
                <c:pt idx="9">
                  <c:v>98.867993427058579</c:v>
                </c:pt>
                <c:pt idx="10">
                  <c:v>99.269673178747453</c:v>
                </c:pt>
                <c:pt idx="11">
                  <c:v>99.397480372466646</c:v>
                </c:pt>
                <c:pt idx="12">
                  <c:v>99.397480372466646</c:v>
                </c:pt>
                <c:pt idx="13">
                  <c:v>97.133467226583875</c:v>
                </c:pt>
                <c:pt idx="14">
                  <c:v>97.608179660397994</c:v>
                </c:pt>
                <c:pt idx="15">
                  <c:v>98.247215628993956</c:v>
                </c:pt>
                <c:pt idx="16">
                  <c:v>96.896111009676815</c:v>
                </c:pt>
                <c:pt idx="17">
                  <c:v>97.516888807741452</c:v>
                </c:pt>
                <c:pt idx="18">
                  <c:v>96.768303815957637</c:v>
                </c:pt>
                <c:pt idx="19">
                  <c:v>96.750045645426326</c:v>
                </c:pt>
                <c:pt idx="20">
                  <c:v>97.772503195179837</c:v>
                </c:pt>
                <c:pt idx="21">
                  <c:v>97.5716633193354</c:v>
                </c:pt>
                <c:pt idx="22">
                  <c:v>98.648895380682859</c:v>
                </c:pt>
                <c:pt idx="23">
                  <c:v>97.735986854117215</c:v>
                </c:pt>
                <c:pt idx="24">
                  <c:v>98.521088186963667</c:v>
                </c:pt>
                <c:pt idx="25">
                  <c:v>97.297790761365718</c:v>
                </c:pt>
                <c:pt idx="26">
                  <c:v>99.068833302903045</c:v>
                </c:pt>
                <c:pt idx="27">
                  <c:v>98.48457184590103</c:v>
                </c:pt>
                <c:pt idx="28">
                  <c:v>97.772503195179823</c:v>
                </c:pt>
                <c:pt idx="29">
                  <c:v>96.293591382143489</c:v>
                </c:pt>
                <c:pt idx="30">
                  <c:v>94.376483476355645</c:v>
                </c:pt>
                <c:pt idx="31">
                  <c:v>94.3034507942304</c:v>
                </c:pt>
                <c:pt idx="32">
                  <c:v>94.3034507942304</c:v>
                </c:pt>
                <c:pt idx="33">
                  <c:v>95.3076501734526</c:v>
                </c:pt>
                <c:pt idx="34">
                  <c:v>96.019718824173793</c:v>
                </c:pt>
                <c:pt idx="35">
                  <c:v>95.216359320796016</c:v>
                </c:pt>
                <c:pt idx="36">
                  <c:v>95.837137118860653</c:v>
                </c:pt>
                <c:pt idx="37">
                  <c:v>92.623699105349601</c:v>
                </c:pt>
                <c:pt idx="38">
                  <c:v>93.080153368632423</c:v>
                </c:pt>
                <c:pt idx="39">
                  <c:v>94.70513054591926</c:v>
                </c:pt>
                <c:pt idx="40">
                  <c:v>95.855395289391964</c:v>
                </c:pt>
                <c:pt idx="41">
                  <c:v>93.901771042541498</c:v>
                </c:pt>
                <c:pt idx="42">
                  <c:v>93.664414825634424</c:v>
                </c:pt>
                <c:pt idx="43">
                  <c:v>93.500091290852623</c:v>
                </c:pt>
                <c:pt idx="44">
                  <c:v>94.02957823626069</c:v>
                </c:pt>
                <c:pt idx="45">
                  <c:v>93.536607631915246</c:v>
                </c:pt>
                <c:pt idx="46">
                  <c:v>92.331568376848608</c:v>
                </c:pt>
                <c:pt idx="47">
                  <c:v>91.893372284097097</c:v>
                </c:pt>
                <c:pt idx="48">
                  <c:v>91.400401679751653</c:v>
                </c:pt>
                <c:pt idx="49">
                  <c:v>90.633558517436512</c:v>
                </c:pt>
                <c:pt idx="50">
                  <c:v>89.154646704400179</c:v>
                </c:pt>
                <c:pt idx="51">
                  <c:v>89.26419572758806</c:v>
                </c:pt>
                <c:pt idx="52">
                  <c:v>90.012780719371889</c:v>
                </c:pt>
                <c:pt idx="53">
                  <c:v>90.487493153186037</c:v>
                </c:pt>
                <c:pt idx="54">
                  <c:v>89.410261091838578</c:v>
                </c:pt>
                <c:pt idx="55">
                  <c:v>89.446777432901214</c:v>
                </c:pt>
                <c:pt idx="56">
                  <c:v>89.611100967683029</c:v>
                </c:pt>
                <c:pt idx="57">
                  <c:v>90.281836929316682</c:v>
                </c:pt>
                <c:pt idx="58">
                  <c:v>90.300160825588108</c:v>
                </c:pt>
                <c:pt idx="59">
                  <c:v>90.410104203216676</c:v>
                </c:pt>
                <c:pt idx="60">
                  <c:v>89.878711211345305</c:v>
                </c:pt>
                <c:pt idx="61">
                  <c:v>87.606548073688472</c:v>
                </c:pt>
                <c:pt idx="62">
                  <c:v>88.614362368616895</c:v>
                </c:pt>
                <c:pt idx="63">
                  <c:v>90.465075892030939</c:v>
                </c:pt>
                <c:pt idx="64">
                  <c:v>90.593343165930932</c:v>
                </c:pt>
                <c:pt idx="65">
                  <c:v>90.758258232373777</c:v>
                </c:pt>
                <c:pt idx="66">
                  <c:v>90.758258232373777</c:v>
                </c:pt>
                <c:pt idx="67">
                  <c:v>91.399594601873702</c:v>
                </c:pt>
                <c:pt idx="68">
                  <c:v>91.399594601873702</c:v>
                </c:pt>
                <c:pt idx="69">
                  <c:v>93.818348909701953</c:v>
                </c:pt>
                <c:pt idx="70">
                  <c:v>94.056559561230486</c:v>
                </c:pt>
                <c:pt idx="71">
                  <c:v>93.030421370030624</c:v>
                </c:pt>
                <c:pt idx="72">
                  <c:v>94.661248138187545</c:v>
                </c:pt>
                <c:pt idx="73">
                  <c:v>94.881134893444653</c:v>
                </c:pt>
                <c:pt idx="74">
                  <c:v>95.595766848030266</c:v>
                </c:pt>
                <c:pt idx="75">
                  <c:v>95.339232300230307</c:v>
                </c:pt>
                <c:pt idx="76">
                  <c:v>96.07218815108736</c:v>
                </c:pt>
                <c:pt idx="77">
                  <c:v>96.438666076515887</c:v>
                </c:pt>
                <c:pt idx="78">
                  <c:v>95.833977499558813</c:v>
                </c:pt>
                <c:pt idx="79">
                  <c:v>95.669062433115982</c:v>
                </c:pt>
                <c:pt idx="80">
                  <c:v>94.917782685987504</c:v>
                </c:pt>
                <c:pt idx="81">
                  <c:v>94.221474627673317</c:v>
                </c:pt>
                <c:pt idx="82">
                  <c:v>94.93610658225893</c:v>
                </c:pt>
                <c:pt idx="83">
                  <c:v>95.009402167344618</c:v>
                </c:pt>
                <c:pt idx="84">
                  <c:v>95.137669441244611</c:v>
                </c:pt>
                <c:pt idx="85">
                  <c:v>95.522471262944563</c:v>
                </c:pt>
                <c:pt idx="86">
                  <c:v>95.137669441244611</c:v>
                </c:pt>
                <c:pt idx="87">
                  <c:v>94.514656968016112</c:v>
                </c:pt>
                <c:pt idx="88">
                  <c:v>94.532980864287538</c:v>
                </c:pt>
                <c:pt idx="89">
                  <c:v>94.991078271073178</c:v>
                </c:pt>
                <c:pt idx="90">
                  <c:v>94.459685279201807</c:v>
                </c:pt>
                <c:pt idx="91">
                  <c:v>93.891644494787613</c:v>
                </c:pt>
                <c:pt idx="92">
                  <c:v>93.781701117159059</c:v>
                </c:pt>
                <c:pt idx="93">
                  <c:v>94.514656968016098</c:v>
                </c:pt>
                <c:pt idx="94">
                  <c:v>93.433547088001959</c:v>
                </c:pt>
                <c:pt idx="95">
                  <c:v>93.983263976144741</c:v>
                </c:pt>
                <c:pt idx="96">
                  <c:v>93.635109946987654</c:v>
                </c:pt>
                <c:pt idx="97">
                  <c:v>94.807839308358936</c:v>
                </c:pt>
                <c:pt idx="98">
                  <c:v>93.635109946987669</c:v>
                </c:pt>
                <c:pt idx="99">
                  <c:v>94.661248138187531</c:v>
                </c:pt>
                <c:pt idx="100">
                  <c:v>94.789515412087511</c:v>
                </c:pt>
                <c:pt idx="101">
                  <c:v>95.174317233787463</c:v>
                </c:pt>
                <c:pt idx="102">
                  <c:v>95.174317233787463</c:v>
                </c:pt>
                <c:pt idx="103">
                  <c:v>95.009402167344632</c:v>
                </c:pt>
                <c:pt idx="104">
                  <c:v>94.221474627673317</c:v>
                </c:pt>
                <c:pt idx="105">
                  <c:v>93.946616183601932</c:v>
                </c:pt>
                <c:pt idx="106">
                  <c:v>94.514656968016141</c:v>
                </c:pt>
                <c:pt idx="107">
                  <c:v>94.239798523944742</c:v>
                </c:pt>
                <c:pt idx="108">
                  <c:v>94.294770212759019</c:v>
                </c:pt>
                <c:pt idx="109">
                  <c:v>93.213660332744865</c:v>
                </c:pt>
                <c:pt idx="110">
                  <c:v>95.632414640573117</c:v>
                </c:pt>
                <c:pt idx="111">
                  <c:v>95.833977499558813</c:v>
                </c:pt>
                <c:pt idx="112">
                  <c:v>95.229288922601754</c:v>
                </c:pt>
                <c:pt idx="113">
                  <c:v>96.127159839901637</c:v>
                </c:pt>
                <c:pt idx="114">
                  <c:v>95.705710225658834</c:v>
                </c:pt>
                <c:pt idx="115">
                  <c:v>96.420342180244447</c:v>
                </c:pt>
                <c:pt idx="116">
                  <c:v>97.739662711787147</c:v>
                </c:pt>
                <c:pt idx="117">
                  <c:v>98.142788429758525</c:v>
                </c:pt>
                <c:pt idx="118">
                  <c:v>99.590376235201191</c:v>
                </c:pt>
                <c:pt idx="119">
                  <c:v>99.040659347058394</c:v>
                </c:pt>
                <c:pt idx="120">
                  <c:v>98.161112326029951</c:v>
                </c:pt>
                <c:pt idx="121">
                  <c:v>98.161112326029951</c:v>
                </c:pt>
                <c:pt idx="122">
                  <c:v>98.640461065373415</c:v>
                </c:pt>
                <c:pt idx="123">
                  <c:v>98.971099482352315</c:v>
                </c:pt>
                <c:pt idx="124">
                  <c:v>98.677198667259944</c:v>
                </c:pt>
                <c:pt idx="125">
                  <c:v>98.181241041791594</c:v>
                </c:pt>
                <c:pt idx="126">
                  <c:v>98.401666653110851</c:v>
                </c:pt>
                <c:pt idx="127">
                  <c:v>98.677198667259944</c:v>
                </c:pt>
                <c:pt idx="128">
                  <c:v>98.475141856883951</c:v>
                </c:pt>
                <c:pt idx="129">
                  <c:v>100.62429156724684</c:v>
                </c:pt>
                <c:pt idx="130">
                  <c:v>102.16727084648174</c:v>
                </c:pt>
                <c:pt idx="131">
                  <c:v>102.16727084648174</c:v>
                </c:pt>
                <c:pt idx="132">
                  <c:v>103.12244849553191</c:v>
                </c:pt>
                <c:pt idx="133">
                  <c:v>102.95712928704245</c:v>
                </c:pt>
                <c:pt idx="134">
                  <c:v>100.97329878516902</c:v>
                </c:pt>
                <c:pt idx="135">
                  <c:v>102.02032043893556</c:v>
                </c:pt>
                <c:pt idx="136">
                  <c:v>102.33259005497119</c:v>
                </c:pt>
                <c:pt idx="137">
                  <c:v>102.99386688892901</c:v>
                </c:pt>
                <c:pt idx="138">
                  <c:v>103.195923699305</c:v>
                </c:pt>
                <c:pt idx="139">
                  <c:v>103.89393813514936</c:v>
                </c:pt>
                <c:pt idx="140">
                  <c:v>104.24294535307153</c:v>
                </c:pt>
                <c:pt idx="141">
                  <c:v>103.34287410685118</c:v>
                </c:pt>
                <c:pt idx="142">
                  <c:v>102.93876048609918</c:v>
                </c:pt>
                <c:pt idx="143">
                  <c:v>103.06734209270209</c:v>
                </c:pt>
                <c:pt idx="144">
                  <c:v>102.95712928704245</c:v>
                </c:pt>
                <c:pt idx="145">
                  <c:v>102.55301566629045</c:v>
                </c:pt>
                <c:pt idx="146">
                  <c:v>103.43471811156753</c:v>
                </c:pt>
                <c:pt idx="147">
                  <c:v>104.48173976533405</c:v>
                </c:pt>
                <c:pt idx="148">
                  <c:v>105.80429343324968</c:v>
                </c:pt>
                <c:pt idx="149">
                  <c:v>104.11436374646861</c:v>
                </c:pt>
                <c:pt idx="150">
                  <c:v>104.70216537665333</c:v>
                </c:pt>
                <c:pt idx="151">
                  <c:v>104.59195257099368</c:v>
                </c:pt>
                <c:pt idx="152">
                  <c:v>105.40017981249768</c:v>
                </c:pt>
                <c:pt idx="153">
                  <c:v>106.31861985966131</c:v>
                </c:pt>
                <c:pt idx="154">
                  <c:v>106.53904547098057</c:v>
                </c:pt>
                <c:pt idx="155">
                  <c:v>106.19003825305839</c:v>
                </c:pt>
                <c:pt idx="156">
                  <c:v>105.80429343324967</c:v>
                </c:pt>
                <c:pt idx="157">
                  <c:v>106.19003825305839</c:v>
                </c:pt>
                <c:pt idx="158">
                  <c:v>106.17166945211511</c:v>
                </c:pt>
                <c:pt idx="159">
                  <c:v>106.39209506343438</c:v>
                </c:pt>
                <c:pt idx="160">
                  <c:v>107.01663429550563</c:v>
                </c:pt>
                <c:pt idx="161">
                  <c:v>106.8329462860729</c:v>
                </c:pt>
                <c:pt idx="162">
                  <c:v>105.7675558313631</c:v>
                </c:pt>
                <c:pt idx="163">
                  <c:v>106.2451446558882</c:v>
                </c:pt>
                <c:pt idx="164">
                  <c:v>105.58386782193038</c:v>
                </c:pt>
                <c:pt idx="165">
                  <c:v>104.61032137193696</c:v>
                </c:pt>
                <c:pt idx="166">
                  <c:v>105.5838678219304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D33E-458C-BC1C-3878220814A9}"/>
            </c:ext>
          </c:extLst>
        </c:ser>
        <c:ser>
          <c:idx val="9"/>
          <c:order val="9"/>
          <c:tx>
            <c:strRef>
              <c:f>EQ!$I$13</c:f>
              <c:strCache>
                <c:ptCount val="1"/>
                <c:pt idx="0">
                  <c:v>KBWB US</c:v>
                </c:pt>
              </c:strCache>
            </c:strRef>
          </c:tx>
          <c:spPr>
            <a:ln w="28575" cap="rnd">
              <a:solidFill>
                <a:schemeClr val="accent4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EQ!$J$3:$FT$3</c:f>
              <c:numCache>
                <c:formatCode>m/d/yyyy</c:formatCode>
                <c:ptCount val="167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</c:numCache>
            </c:numRef>
          </c:cat>
          <c:val>
            <c:numRef>
              <c:f>EQ!$J$13:$FT$13</c:f>
              <c:numCache>
                <c:formatCode>General</c:formatCode>
                <c:ptCount val="167"/>
                <c:pt idx="0" formatCode="0.0">
                  <c:v>100</c:v>
                </c:pt>
                <c:pt idx="1">
                  <c:v>101.74397911970578</c:v>
                </c:pt>
                <c:pt idx="2">
                  <c:v>104.22351405860718</c:v>
                </c:pt>
                <c:pt idx="3">
                  <c:v>105.14889073436944</c:v>
                </c:pt>
                <c:pt idx="4">
                  <c:v>103.52354965001781</c:v>
                </c:pt>
                <c:pt idx="5">
                  <c:v>104.33028829042593</c:v>
                </c:pt>
                <c:pt idx="6">
                  <c:v>103.93878277375728</c:v>
                </c:pt>
                <c:pt idx="7">
                  <c:v>102.97781468738879</c:v>
                </c:pt>
                <c:pt idx="8">
                  <c:v>101.62534108435166</c:v>
                </c:pt>
                <c:pt idx="9">
                  <c:v>100.98469569343935</c:v>
                </c:pt>
                <c:pt idx="10">
                  <c:v>102.61003677779098</c:v>
                </c:pt>
                <c:pt idx="11">
                  <c:v>102.19480365405151</c:v>
                </c:pt>
                <c:pt idx="12">
                  <c:v>102.19480365405151</c:v>
                </c:pt>
                <c:pt idx="13">
                  <c:v>100.48641594495197</c:v>
                </c:pt>
                <c:pt idx="14">
                  <c:v>102.30157788587023</c:v>
                </c:pt>
                <c:pt idx="15">
                  <c:v>102.37276070708272</c:v>
                </c:pt>
                <c:pt idx="16">
                  <c:v>100.14236564242498</c:v>
                </c:pt>
                <c:pt idx="17">
                  <c:v>100.99655949697475</c:v>
                </c:pt>
                <c:pt idx="18">
                  <c:v>101.42365642424964</c:v>
                </c:pt>
                <c:pt idx="19">
                  <c:v>100.94910428283312</c:v>
                </c:pt>
                <c:pt idx="20">
                  <c:v>102.28971408233484</c:v>
                </c:pt>
                <c:pt idx="21">
                  <c:v>102.26598647526401</c:v>
                </c:pt>
                <c:pt idx="22">
                  <c:v>103.97437418436354</c:v>
                </c:pt>
                <c:pt idx="23">
                  <c:v>104.8167042353779</c:v>
                </c:pt>
                <c:pt idx="24">
                  <c:v>105.70648950053391</c:v>
                </c:pt>
                <c:pt idx="25">
                  <c:v>104.5557005575988</c:v>
                </c:pt>
                <c:pt idx="26">
                  <c:v>107.48606003084592</c:v>
                </c:pt>
                <c:pt idx="27">
                  <c:v>107.60469806620007</c:v>
                </c:pt>
                <c:pt idx="28">
                  <c:v>106.52509194447745</c:v>
                </c:pt>
                <c:pt idx="29">
                  <c:v>104.60315577174046</c:v>
                </c:pt>
                <c:pt idx="30">
                  <c:v>101.24569937121846</c:v>
                </c:pt>
                <c:pt idx="31">
                  <c:v>101.56602206667462</c:v>
                </c:pt>
                <c:pt idx="32">
                  <c:v>101.56602206667462</c:v>
                </c:pt>
                <c:pt idx="33">
                  <c:v>102.2541226717286</c:v>
                </c:pt>
                <c:pt idx="34">
                  <c:v>103.55914106062409</c:v>
                </c:pt>
                <c:pt idx="35">
                  <c:v>102.31344168940566</c:v>
                </c:pt>
                <c:pt idx="36">
                  <c:v>103.3100011863804</c:v>
                </c:pt>
                <c:pt idx="37">
                  <c:v>98.766164432317055</c:v>
                </c:pt>
                <c:pt idx="38">
                  <c:v>98.588207379285848</c:v>
                </c:pt>
                <c:pt idx="39">
                  <c:v>100.97283188990397</c:v>
                </c:pt>
                <c:pt idx="40">
                  <c:v>102.11175702930365</c:v>
                </c:pt>
                <c:pt idx="41">
                  <c:v>97.117095740894584</c:v>
                </c:pt>
                <c:pt idx="42">
                  <c:v>97.793332542413154</c:v>
                </c:pt>
                <c:pt idx="43">
                  <c:v>97.212006169177883</c:v>
                </c:pt>
                <c:pt idx="44">
                  <c:v>97.817060149483964</c:v>
                </c:pt>
                <c:pt idx="45">
                  <c:v>96.167991458061493</c:v>
                </c:pt>
                <c:pt idx="46">
                  <c:v>93.830822161585047</c:v>
                </c:pt>
                <c:pt idx="47">
                  <c:v>93.593546090876771</c:v>
                </c:pt>
                <c:pt idx="48">
                  <c:v>93.581682287341351</c:v>
                </c:pt>
                <c:pt idx="49">
                  <c:v>92.94103689642904</c:v>
                </c:pt>
                <c:pt idx="50">
                  <c:v>90.615731403487999</c:v>
                </c:pt>
                <c:pt idx="51">
                  <c:v>89.975086012575687</c:v>
                </c:pt>
                <c:pt idx="52">
                  <c:v>90.663186617629663</c:v>
                </c:pt>
                <c:pt idx="53">
                  <c:v>91.386878633289882</c:v>
                </c:pt>
                <c:pt idx="54">
                  <c:v>90.841143670660855</c:v>
                </c:pt>
                <c:pt idx="55">
                  <c:v>91.078419741369132</c:v>
                </c:pt>
                <c:pt idx="56">
                  <c:v>91.446197650966951</c:v>
                </c:pt>
                <c:pt idx="57">
                  <c:v>92.569794515611022</c:v>
                </c:pt>
                <c:pt idx="58">
                  <c:v>93.678058018436943</c:v>
                </c:pt>
                <c:pt idx="59">
                  <c:v>94.14281368091234</c:v>
                </c:pt>
                <c:pt idx="60">
                  <c:v>93.034550178086405</c:v>
                </c:pt>
                <c:pt idx="61">
                  <c:v>90.818023172434536</c:v>
                </c:pt>
                <c:pt idx="62">
                  <c:v>91.044442597743071</c:v>
                </c:pt>
                <c:pt idx="63">
                  <c:v>94.285815423212455</c:v>
                </c:pt>
                <c:pt idx="64">
                  <c:v>95.501330232763479</c:v>
                </c:pt>
                <c:pt idx="65">
                  <c:v>95.680082410638633</c:v>
                </c:pt>
                <c:pt idx="66">
                  <c:v>95.680082410638633</c:v>
                </c:pt>
                <c:pt idx="67">
                  <c:v>96.609593735589385</c:v>
                </c:pt>
                <c:pt idx="68">
                  <c:v>96.847929972756248</c:v>
                </c:pt>
                <c:pt idx="69">
                  <c:v>100.48255758955096</c:v>
                </c:pt>
                <c:pt idx="70">
                  <c:v>101.80532370582709</c:v>
                </c:pt>
                <c:pt idx="71">
                  <c:v>101.11414861804316</c:v>
                </c:pt>
                <c:pt idx="72">
                  <c:v>102.19857849715241</c:v>
                </c:pt>
                <c:pt idx="73">
                  <c:v>102.11516081414399</c:v>
                </c:pt>
                <c:pt idx="74">
                  <c:v>102.5560828529027</c:v>
                </c:pt>
                <c:pt idx="75">
                  <c:v>102.07941037856897</c:v>
                </c:pt>
                <c:pt idx="76">
                  <c:v>103.54517823714519</c:v>
                </c:pt>
                <c:pt idx="77">
                  <c:v>104.60577449253775</c:v>
                </c:pt>
                <c:pt idx="78">
                  <c:v>104.45085593837929</c:v>
                </c:pt>
                <c:pt idx="79">
                  <c:v>103.90268259289549</c:v>
                </c:pt>
                <c:pt idx="80">
                  <c:v>103.64051273201194</c:v>
                </c:pt>
                <c:pt idx="81">
                  <c:v>102.22241212086909</c:v>
                </c:pt>
                <c:pt idx="82">
                  <c:v>103.64051273201194</c:v>
                </c:pt>
                <c:pt idx="83">
                  <c:v>103.52134461342852</c:v>
                </c:pt>
                <c:pt idx="84">
                  <c:v>102.52033241732768</c:v>
                </c:pt>
                <c:pt idx="85">
                  <c:v>104.0695179589123</c:v>
                </c:pt>
                <c:pt idx="86">
                  <c:v>103.4379269304201</c:v>
                </c:pt>
                <c:pt idx="87">
                  <c:v>101.68615558724363</c:v>
                </c:pt>
                <c:pt idx="88">
                  <c:v>102.7467518426362</c:v>
                </c:pt>
                <c:pt idx="89">
                  <c:v>104.03376752333727</c:v>
                </c:pt>
                <c:pt idx="90">
                  <c:v>102.31774661573584</c:v>
                </c:pt>
                <c:pt idx="91">
                  <c:v>101.57890428051854</c:v>
                </c:pt>
                <c:pt idx="92">
                  <c:v>100.38722309468422</c:v>
                </c:pt>
                <c:pt idx="93">
                  <c:v>100.89964600459298</c:v>
                </c:pt>
                <c:pt idx="94">
                  <c:v>99.576879888316881</c:v>
                </c:pt>
                <c:pt idx="95">
                  <c:v>100.50639121326765</c:v>
                </c:pt>
                <c:pt idx="96">
                  <c:v>99.755632066192007</c:v>
                </c:pt>
                <c:pt idx="97">
                  <c:v>100.45872396583427</c:v>
                </c:pt>
                <c:pt idx="98">
                  <c:v>99.612630323891892</c:v>
                </c:pt>
                <c:pt idx="99">
                  <c:v>102.07941037856895</c:v>
                </c:pt>
                <c:pt idx="100">
                  <c:v>102.60375010033606</c:v>
                </c:pt>
                <c:pt idx="101">
                  <c:v>103.11617301024482</c:v>
                </c:pt>
                <c:pt idx="102">
                  <c:v>103.11617301024482</c:v>
                </c:pt>
                <c:pt idx="103">
                  <c:v>103.99801708776222</c:v>
                </c:pt>
                <c:pt idx="104">
                  <c:v>103.17575706953653</c:v>
                </c:pt>
                <c:pt idx="105">
                  <c:v>103.06850576281143</c:v>
                </c:pt>
                <c:pt idx="106">
                  <c:v>103.84309853360375</c:v>
                </c:pt>
                <c:pt idx="107">
                  <c:v>103.53326142528681</c:v>
                </c:pt>
                <c:pt idx="108">
                  <c:v>105.33270001589666</c:v>
                </c:pt>
                <c:pt idx="109">
                  <c:v>103.86693215732043</c:v>
                </c:pt>
                <c:pt idx="110">
                  <c:v>107.65647832827362</c:v>
                </c:pt>
                <c:pt idx="111">
                  <c:v>106.72696700332284</c:v>
                </c:pt>
                <c:pt idx="112">
                  <c:v>106.58396526102271</c:v>
                </c:pt>
                <c:pt idx="113">
                  <c:v>107.47772615039847</c:v>
                </c:pt>
                <c:pt idx="114">
                  <c:v>106.47671395429762</c:v>
                </c:pt>
                <c:pt idx="115">
                  <c:v>108.502571970216</c:v>
                </c:pt>
                <c:pt idx="116">
                  <c:v>110.34967780825922</c:v>
                </c:pt>
                <c:pt idx="117">
                  <c:v>109.71808677976701</c:v>
                </c:pt>
                <c:pt idx="118">
                  <c:v>111.48177493480183</c:v>
                </c:pt>
                <c:pt idx="119">
                  <c:v>111.10043695533486</c:v>
                </c:pt>
                <c:pt idx="120">
                  <c:v>110.3973450556926</c:v>
                </c:pt>
                <c:pt idx="121">
                  <c:v>110.3973450556926</c:v>
                </c:pt>
                <c:pt idx="122">
                  <c:v>111.79785234729744</c:v>
                </c:pt>
                <c:pt idx="123">
                  <c:v>112.56326340316254</c:v>
                </c:pt>
                <c:pt idx="124">
                  <c:v>112.09684104099473</c:v>
                </c:pt>
                <c:pt idx="125">
                  <c:v>113.24495762479239</c:v>
                </c:pt>
                <c:pt idx="126">
                  <c:v>111.77393325180164</c:v>
                </c:pt>
                <c:pt idx="127">
                  <c:v>112.03704330225527</c:v>
                </c:pt>
                <c:pt idx="128">
                  <c:v>111.1998749599028</c:v>
                </c:pt>
                <c:pt idx="129">
                  <c:v>113.26887672028816</c:v>
                </c:pt>
                <c:pt idx="130">
                  <c:v>112.94596893109507</c:v>
                </c:pt>
                <c:pt idx="131">
                  <c:v>112.94596893109507</c:v>
                </c:pt>
                <c:pt idx="132">
                  <c:v>115.11064707346358</c:v>
                </c:pt>
                <c:pt idx="133">
                  <c:v>115.00301114373254</c:v>
                </c:pt>
                <c:pt idx="134">
                  <c:v>112.14467923198627</c:v>
                </c:pt>
                <c:pt idx="135">
                  <c:v>114.2973978266069</c:v>
                </c:pt>
                <c:pt idx="136">
                  <c:v>114.87145611850573</c:v>
                </c:pt>
                <c:pt idx="137">
                  <c:v>114.7638201887747</c:v>
                </c:pt>
                <c:pt idx="138">
                  <c:v>115.95977496356393</c:v>
                </c:pt>
                <c:pt idx="139">
                  <c:v>117.729788030252</c:v>
                </c:pt>
                <c:pt idx="140">
                  <c:v>117.64607119601675</c:v>
                </c:pt>
                <c:pt idx="141">
                  <c:v>115.91193677257236</c:v>
                </c:pt>
                <c:pt idx="142">
                  <c:v>114.75186064102679</c:v>
                </c:pt>
                <c:pt idx="143">
                  <c:v>115.84017948608501</c:v>
                </c:pt>
                <c:pt idx="144">
                  <c:v>116.15112772753021</c:v>
                </c:pt>
                <c:pt idx="145">
                  <c:v>115.03888978697621</c:v>
                </c:pt>
                <c:pt idx="146">
                  <c:v>115.5531503401356</c:v>
                </c:pt>
                <c:pt idx="147">
                  <c:v>115.49335260139613</c:v>
                </c:pt>
                <c:pt idx="148">
                  <c:v>115.98369405905973</c:v>
                </c:pt>
                <c:pt idx="149">
                  <c:v>112.93400938334719</c:v>
                </c:pt>
                <c:pt idx="150">
                  <c:v>114.66814380679156</c:v>
                </c:pt>
                <c:pt idx="151">
                  <c:v>114.8953752140015</c:v>
                </c:pt>
                <c:pt idx="152">
                  <c:v>116.06741089329495</c:v>
                </c:pt>
                <c:pt idx="153">
                  <c:v>117.59823300502516</c:v>
                </c:pt>
                <c:pt idx="154">
                  <c:v>118.00485762845351</c:v>
                </c:pt>
                <c:pt idx="155">
                  <c:v>116.56971189870643</c:v>
                </c:pt>
                <c:pt idx="156">
                  <c:v>116.73714556717691</c:v>
                </c:pt>
                <c:pt idx="157">
                  <c:v>117.04809380862211</c:v>
                </c:pt>
                <c:pt idx="158">
                  <c:v>117.51451617078992</c:v>
                </c:pt>
                <c:pt idx="159">
                  <c:v>118.7822282320665</c:v>
                </c:pt>
                <c:pt idx="160">
                  <c:v>118.65067320683968</c:v>
                </c:pt>
                <c:pt idx="161">
                  <c:v>119.22473149873852</c:v>
                </c:pt>
                <c:pt idx="162">
                  <c:v>118.72243049332704</c:v>
                </c:pt>
                <c:pt idx="163">
                  <c:v>118.26796767890713</c:v>
                </c:pt>
                <c:pt idx="164">
                  <c:v>115.42159531490877</c:v>
                </c:pt>
                <c:pt idx="165">
                  <c:v>113.35259355452339</c:v>
                </c:pt>
                <c:pt idx="166">
                  <c:v>114.35719556534634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D33E-458C-BC1C-3878220814A9}"/>
            </c:ext>
          </c:extLst>
        </c:ser>
        <c:ser>
          <c:idx val="10"/>
          <c:order val="10"/>
          <c:tx>
            <c:strRef>
              <c:f>EQ!$I$14</c:f>
              <c:strCache>
                <c:ptCount val="1"/>
                <c:pt idx="0">
                  <c:v>KRE US</c:v>
                </c:pt>
              </c:strCache>
            </c:strRef>
          </c:tx>
          <c:spPr>
            <a:ln w="28575" cap="rnd">
              <a:solidFill>
                <a:schemeClr val="accent5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EQ!$J$3:$FT$3</c:f>
              <c:numCache>
                <c:formatCode>m/d/yyyy</c:formatCode>
                <c:ptCount val="167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</c:numCache>
            </c:numRef>
          </c:cat>
          <c:val>
            <c:numRef>
              <c:f>EQ!$J$14:$FT$14</c:f>
              <c:numCache>
                <c:formatCode>General</c:formatCode>
                <c:ptCount val="167"/>
                <c:pt idx="0" formatCode="0.0">
                  <c:v>100</c:v>
                </c:pt>
                <c:pt idx="1">
                  <c:v>100.66347785835519</c:v>
                </c:pt>
                <c:pt idx="2">
                  <c:v>102.70020058632927</c:v>
                </c:pt>
                <c:pt idx="3">
                  <c:v>103.73399166795248</c:v>
                </c:pt>
                <c:pt idx="4">
                  <c:v>102.99336522141644</c:v>
                </c:pt>
                <c:pt idx="5">
                  <c:v>105.04551766702667</c:v>
                </c:pt>
                <c:pt idx="6">
                  <c:v>104.11973460885665</c:v>
                </c:pt>
                <c:pt idx="7">
                  <c:v>102.88535719796327</c:v>
                </c:pt>
                <c:pt idx="8">
                  <c:v>102.2064496219719</c:v>
                </c:pt>
                <c:pt idx="9">
                  <c:v>103.34824872704829</c:v>
                </c:pt>
                <c:pt idx="10">
                  <c:v>105.29239314920535</c:v>
                </c:pt>
                <c:pt idx="11">
                  <c:v>104.69063416139483</c:v>
                </c:pt>
                <c:pt idx="12">
                  <c:v>104.69063416139483</c:v>
                </c:pt>
                <c:pt idx="13">
                  <c:v>103.31738929177594</c:v>
                </c:pt>
                <c:pt idx="14">
                  <c:v>108.13146119426014</c:v>
                </c:pt>
                <c:pt idx="15">
                  <c:v>107.90001542971766</c:v>
                </c:pt>
                <c:pt idx="16">
                  <c:v>104.32032093812684</c:v>
                </c:pt>
                <c:pt idx="17">
                  <c:v>104.81407190248422</c:v>
                </c:pt>
                <c:pt idx="18">
                  <c:v>105.32325258447774</c:v>
                </c:pt>
                <c:pt idx="19">
                  <c:v>104.58262613794172</c:v>
                </c:pt>
                <c:pt idx="20">
                  <c:v>106.51134084246263</c:v>
                </c:pt>
                <c:pt idx="21">
                  <c:v>106.17188705446695</c:v>
                </c:pt>
                <c:pt idx="22">
                  <c:v>108.06974232371553</c:v>
                </c:pt>
                <c:pt idx="23">
                  <c:v>109.92130844005558</c:v>
                </c:pt>
                <c:pt idx="24">
                  <c:v>111.63400709767015</c:v>
                </c:pt>
                <c:pt idx="25">
                  <c:v>111.55685850948932</c:v>
                </c:pt>
                <c:pt idx="26">
                  <c:v>113.60901095509955</c:v>
                </c:pt>
                <c:pt idx="27">
                  <c:v>113.28498688474005</c:v>
                </c:pt>
                <c:pt idx="28">
                  <c:v>112.08146890911901</c:v>
                </c:pt>
                <c:pt idx="29">
                  <c:v>110.80080234531714</c:v>
                </c:pt>
                <c:pt idx="30">
                  <c:v>109.08810368770257</c:v>
                </c:pt>
                <c:pt idx="31">
                  <c:v>109.98302731060028</c:v>
                </c:pt>
                <c:pt idx="32">
                  <c:v>109.98302731060028</c:v>
                </c:pt>
                <c:pt idx="33">
                  <c:v>110.36877025150446</c:v>
                </c:pt>
                <c:pt idx="34">
                  <c:v>110.13732448696194</c:v>
                </c:pt>
                <c:pt idx="35">
                  <c:v>109.53556549915142</c:v>
                </c:pt>
                <c:pt idx="36">
                  <c:v>110.93966980404265</c:v>
                </c:pt>
                <c:pt idx="37">
                  <c:v>106.06387903101378</c:v>
                </c:pt>
                <c:pt idx="38">
                  <c:v>105.95587100756063</c:v>
                </c:pt>
                <c:pt idx="39">
                  <c:v>107.8074371239007</c:v>
                </c:pt>
                <c:pt idx="40">
                  <c:v>108.60978244098138</c:v>
                </c:pt>
                <c:pt idx="41">
                  <c:v>103.02422465668882</c:v>
                </c:pt>
                <c:pt idx="42">
                  <c:v>104.5517667026694</c:v>
                </c:pt>
                <c:pt idx="43">
                  <c:v>103.84199969140569</c:v>
                </c:pt>
                <c:pt idx="44">
                  <c:v>104.15059404412904</c:v>
                </c:pt>
                <c:pt idx="45">
                  <c:v>102.76191945687397</c:v>
                </c:pt>
                <c:pt idx="46">
                  <c:v>100.15429717636169</c:v>
                </c:pt>
                <c:pt idx="47">
                  <c:v>99.907421694183014</c:v>
                </c:pt>
                <c:pt idx="48">
                  <c:v>99.861132541274515</c:v>
                </c:pt>
                <c:pt idx="49">
                  <c:v>98.719333436198127</c:v>
                </c:pt>
                <c:pt idx="50">
                  <c:v>97.916988119117434</c:v>
                </c:pt>
                <c:pt idx="51">
                  <c:v>97.376948001851574</c:v>
                </c:pt>
                <c:pt idx="52">
                  <c:v>97.91698811911742</c:v>
                </c:pt>
                <c:pt idx="53">
                  <c:v>97.901558401481253</c:v>
                </c:pt>
                <c:pt idx="54">
                  <c:v>96.620891837679352</c:v>
                </c:pt>
                <c:pt idx="55">
                  <c:v>97.500385742940878</c:v>
                </c:pt>
                <c:pt idx="56">
                  <c:v>97.268939978398379</c:v>
                </c:pt>
                <c:pt idx="57">
                  <c:v>98.85688221386539</c:v>
                </c:pt>
                <c:pt idx="58">
                  <c:v>99.677978398998576</c:v>
                </c:pt>
                <c:pt idx="59">
                  <c:v>100.03430315858466</c:v>
                </c:pt>
                <c:pt idx="60">
                  <c:v>99.879379350068973</c:v>
                </c:pt>
                <c:pt idx="61">
                  <c:v>98.175217456396311</c:v>
                </c:pt>
                <c:pt idx="62">
                  <c:v>98.547034596833996</c:v>
                </c:pt>
                <c:pt idx="63">
                  <c:v>100.93286124797571</c:v>
                </c:pt>
                <c:pt idx="64">
                  <c:v>102.01732790758557</c:v>
                </c:pt>
                <c:pt idx="65">
                  <c:v>102.24971362035912</c:v>
                </c:pt>
                <c:pt idx="66">
                  <c:v>102.24971362035912</c:v>
                </c:pt>
                <c:pt idx="67">
                  <c:v>103.24122599485958</c:v>
                </c:pt>
                <c:pt idx="68">
                  <c:v>103.41164218422684</c:v>
                </c:pt>
                <c:pt idx="69">
                  <c:v>106.41716406943132</c:v>
                </c:pt>
                <c:pt idx="70">
                  <c:v>108.21428024821338</c:v>
                </c:pt>
                <c:pt idx="71">
                  <c:v>106.80447359072056</c:v>
                </c:pt>
                <c:pt idx="72">
                  <c:v>107.5016307290412</c:v>
                </c:pt>
                <c:pt idx="73">
                  <c:v>107.34670692052551</c:v>
                </c:pt>
                <c:pt idx="74">
                  <c:v>107.16079835030666</c:v>
                </c:pt>
                <c:pt idx="75">
                  <c:v>106.63405740135329</c:v>
                </c:pt>
                <c:pt idx="76">
                  <c:v>109.01988405249502</c:v>
                </c:pt>
                <c:pt idx="77">
                  <c:v>109.43817833548739</c:v>
                </c:pt>
                <c:pt idx="78">
                  <c:v>107.87344786947887</c:v>
                </c:pt>
                <c:pt idx="79">
                  <c:v>107.28473739711923</c:v>
                </c:pt>
                <c:pt idx="80">
                  <c:v>108.44666596098693</c:v>
                </c:pt>
                <c:pt idx="81">
                  <c:v>106.7270116864627</c:v>
                </c:pt>
                <c:pt idx="82">
                  <c:v>108.5551126269479</c:v>
                </c:pt>
                <c:pt idx="83">
                  <c:v>109.019884052495</c:v>
                </c:pt>
                <c:pt idx="84">
                  <c:v>106.94390501838467</c:v>
                </c:pt>
                <c:pt idx="85">
                  <c:v>108.21428024821336</c:v>
                </c:pt>
                <c:pt idx="86">
                  <c:v>108.16780310565863</c:v>
                </c:pt>
                <c:pt idx="87">
                  <c:v>106.88193549497836</c:v>
                </c:pt>
                <c:pt idx="88">
                  <c:v>108.32272691417435</c:v>
                </c:pt>
                <c:pt idx="89">
                  <c:v>109.54662500144832</c:v>
                </c:pt>
                <c:pt idx="90">
                  <c:v>108.36920405672905</c:v>
                </c:pt>
                <c:pt idx="91">
                  <c:v>108.21428024821334</c:v>
                </c:pt>
                <c:pt idx="92">
                  <c:v>106.2002707375093</c:v>
                </c:pt>
                <c:pt idx="93">
                  <c:v>105.70451455025909</c:v>
                </c:pt>
                <c:pt idx="94">
                  <c:v>104.015845037438</c:v>
                </c:pt>
                <c:pt idx="95">
                  <c:v>104.94538788853217</c:v>
                </c:pt>
                <c:pt idx="96">
                  <c:v>103.75247456296131</c:v>
                </c:pt>
                <c:pt idx="97">
                  <c:v>105.22425074386044</c:v>
                </c:pt>
                <c:pt idx="98">
                  <c:v>104.66652503320392</c:v>
                </c:pt>
                <c:pt idx="99">
                  <c:v>107.16079835030662</c:v>
                </c:pt>
                <c:pt idx="100">
                  <c:v>107.22276787371288</c:v>
                </c:pt>
                <c:pt idx="101">
                  <c:v>107.47064596733802</c:v>
                </c:pt>
                <c:pt idx="102">
                  <c:v>107.47064596733802</c:v>
                </c:pt>
                <c:pt idx="103">
                  <c:v>108.91143738653396</c:v>
                </c:pt>
                <c:pt idx="104">
                  <c:v>107.79598596522096</c:v>
                </c:pt>
                <c:pt idx="105">
                  <c:v>107.74950882266624</c:v>
                </c:pt>
                <c:pt idx="106">
                  <c:v>107.84246310777566</c:v>
                </c:pt>
                <c:pt idx="107">
                  <c:v>105.82845359707161</c:v>
                </c:pt>
                <c:pt idx="108">
                  <c:v>107.73401644181467</c:v>
                </c:pt>
                <c:pt idx="109">
                  <c:v>105.16228122045412</c:v>
                </c:pt>
                <c:pt idx="110">
                  <c:v>108.41568119928374</c:v>
                </c:pt>
                <c:pt idx="111">
                  <c:v>108.71003643546356</c:v>
                </c:pt>
                <c:pt idx="112">
                  <c:v>109.00439167164339</c:v>
                </c:pt>
                <c:pt idx="113">
                  <c:v>110.36772118658151</c:v>
                </c:pt>
                <c:pt idx="114">
                  <c:v>110.98741642064431</c:v>
                </c:pt>
                <c:pt idx="115">
                  <c:v>112.08737546110574</c:v>
                </c:pt>
                <c:pt idx="116">
                  <c:v>113.72956783137212</c:v>
                </c:pt>
                <c:pt idx="117">
                  <c:v>111.90146689088692</c:v>
                </c:pt>
                <c:pt idx="118">
                  <c:v>112.3042687930277</c:v>
                </c:pt>
                <c:pt idx="119">
                  <c:v>110.2282897589174</c:v>
                </c:pt>
                <c:pt idx="120">
                  <c:v>111.11135546745686</c:v>
                </c:pt>
                <c:pt idx="121">
                  <c:v>111.11135546745686</c:v>
                </c:pt>
                <c:pt idx="122">
                  <c:v>111.98513460810761</c:v>
                </c:pt>
                <c:pt idx="123">
                  <c:v>113.74292321912529</c:v>
                </c:pt>
                <c:pt idx="124">
                  <c:v>115.06515359024476</c:v>
                </c:pt>
                <c:pt idx="125">
                  <c:v>116.30960570423956</c:v>
                </c:pt>
                <c:pt idx="126">
                  <c:v>116.93183176123696</c:v>
                </c:pt>
                <c:pt idx="127">
                  <c:v>116.27849440138968</c:v>
                </c:pt>
                <c:pt idx="128">
                  <c:v>116.43405091563901</c:v>
                </c:pt>
                <c:pt idx="129">
                  <c:v>118.50295255515539</c:v>
                </c:pt>
                <c:pt idx="130">
                  <c:v>116.6984969898629</c:v>
                </c:pt>
                <c:pt idx="131">
                  <c:v>116.6984969898629</c:v>
                </c:pt>
                <c:pt idx="132">
                  <c:v>117.53850216680941</c:v>
                </c:pt>
                <c:pt idx="133">
                  <c:v>116.77627524698757</c:v>
                </c:pt>
                <c:pt idx="134">
                  <c:v>114.08514755047382</c:v>
                </c:pt>
                <c:pt idx="135">
                  <c:v>116.12293788714031</c:v>
                </c:pt>
                <c:pt idx="136">
                  <c:v>116.69849698986289</c:v>
                </c:pt>
                <c:pt idx="137">
                  <c:v>116.85405350411226</c:v>
                </c:pt>
                <c:pt idx="138">
                  <c:v>116.66738568701302</c:v>
                </c:pt>
                <c:pt idx="139">
                  <c:v>117.88072649815796</c:v>
                </c:pt>
                <c:pt idx="140">
                  <c:v>121.20963590309407</c:v>
                </c:pt>
                <c:pt idx="141">
                  <c:v>119.29629077782704</c:v>
                </c:pt>
                <c:pt idx="142">
                  <c:v>118.05183866383224</c:v>
                </c:pt>
                <c:pt idx="143">
                  <c:v>118.19183952665665</c:v>
                </c:pt>
                <c:pt idx="144">
                  <c:v>117.60072477250911</c:v>
                </c:pt>
                <c:pt idx="145">
                  <c:v>116.90072045838704</c:v>
                </c:pt>
                <c:pt idx="146">
                  <c:v>117.80294824103328</c:v>
                </c:pt>
                <c:pt idx="147">
                  <c:v>117.47627956110962</c:v>
                </c:pt>
                <c:pt idx="148">
                  <c:v>119.45184729207639</c:v>
                </c:pt>
                <c:pt idx="149">
                  <c:v>118.50295255515536</c:v>
                </c:pt>
                <c:pt idx="150">
                  <c:v>118.06739431525718</c:v>
                </c:pt>
                <c:pt idx="151">
                  <c:v>118.31628473805614</c:v>
                </c:pt>
                <c:pt idx="152">
                  <c:v>119.87184988054963</c:v>
                </c:pt>
                <c:pt idx="153">
                  <c:v>121.08519069169458</c:v>
                </c:pt>
                <c:pt idx="154">
                  <c:v>120.30740812044782</c:v>
                </c:pt>
                <c:pt idx="155">
                  <c:v>118.98517774932833</c:v>
                </c:pt>
                <c:pt idx="156">
                  <c:v>118.54961950943014</c:v>
                </c:pt>
                <c:pt idx="157">
                  <c:v>118.26961778378133</c:v>
                </c:pt>
                <c:pt idx="158">
                  <c:v>119.48295859492626</c:v>
                </c:pt>
                <c:pt idx="159">
                  <c:v>120.36963072614756</c:v>
                </c:pt>
                <c:pt idx="160">
                  <c:v>120.94518982887016</c:v>
                </c:pt>
                <c:pt idx="161">
                  <c:v>121.225191554519</c:v>
                </c:pt>
                <c:pt idx="162">
                  <c:v>120.3851863775725</c:v>
                </c:pt>
                <c:pt idx="163">
                  <c:v>119.54518120062599</c:v>
                </c:pt>
                <c:pt idx="164">
                  <c:v>116.66738568701301</c:v>
                </c:pt>
                <c:pt idx="165">
                  <c:v>116.21627179568988</c:v>
                </c:pt>
                <c:pt idx="166">
                  <c:v>116.44960656706392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D33E-458C-BC1C-3878220814A9}"/>
            </c:ext>
          </c:extLst>
        </c:ser>
        <c:ser>
          <c:idx val="11"/>
          <c:order val="11"/>
          <c:tx>
            <c:strRef>
              <c:f>EQ!$I$15</c:f>
              <c:strCache>
                <c:ptCount val="1"/>
                <c:pt idx="0">
                  <c:v>IAT US</c:v>
                </c:pt>
              </c:strCache>
            </c:strRef>
          </c:tx>
          <c:spPr>
            <a:ln w="28575" cap="rnd">
              <a:solidFill>
                <a:schemeClr val="accent6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EQ!$J$3:$FT$3</c:f>
              <c:numCache>
                <c:formatCode>m/d/yyyy</c:formatCode>
                <c:ptCount val="167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</c:numCache>
            </c:numRef>
          </c:cat>
          <c:val>
            <c:numRef>
              <c:f>EQ!$J$15:$FT$15</c:f>
              <c:numCache>
                <c:formatCode>General</c:formatCode>
                <c:ptCount val="167"/>
                <c:pt idx="0" formatCode="0.0">
                  <c:v>100</c:v>
                </c:pt>
                <c:pt idx="1">
                  <c:v>101.19673617407072</c:v>
                </c:pt>
                <c:pt idx="2">
                  <c:v>103.33635539437897</c:v>
                </c:pt>
                <c:pt idx="3">
                  <c:v>104.66001813236628</c:v>
                </c:pt>
                <c:pt idx="4">
                  <c:v>103.42701722574796</c:v>
                </c:pt>
                <c:pt idx="5">
                  <c:v>104.78694469628286</c:v>
                </c:pt>
                <c:pt idx="6">
                  <c:v>103.93472348141432</c:v>
                </c:pt>
                <c:pt idx="7">
                  <c:v>102.70172257479601</c:v>
                </c:pt>
                <c:pt idx="8">
                  <c:v>101.81323662737987</c:v>
                </c:pt>
                <c:pt idx="9">
                  <c:v>102.21214868540343</c:v>
                </c:pt>
                <c:pt idx="10">
                  <c:v>103.42701722574795</c:v>
                </c:pt>
                <c:pt idx="11">
                  <c:v>103.78966455122392</c:v>
                </c:pt>
                <c:pt idx="12">
                  <c:v>103.78966455122392</c:v>
                </c:pt>
                <c:pt idx="13">
                  <c:v>103.06436990027198</c:v>
                </c:pt>
                <c:pt idx="14">
                  <c:v>106.54578422484131</c:v>
                </c:pt>
                <c:pt idx="15">
                  <c:v>105.69356300997278</c:v>
                </c:pt>
                <c:pt idx="16">
                  <c:v>103.40888485947414</c:v>
                </c:pt>
                <c:pt idx="17">
                  <c:v>103.86219401631911</c:v>
                </c:pt>
                <c:pt idx="18">
                  <c:v>104.75067996373527</c:v>
                </c:pt>
                <c:pt idx="19">
                  <c:v>103.78966455122392</c:v>
                </c:pt>
                <c:pt idx="20">
                  <c:v>105.29465095194922</c:v>
                </c:pt>
                <c:pt idx="21">
                  <c:v>105.19492293744334</c:v>
                </c:pt>
                <c:pt idx="22">
                  <c:v>107.2348141432457</c:v>
                </c:pt>
                <c:pt idx="23">
                  <c:v>109.66455122393472</c:v>
                </c:pt>
                <c:pt idx="24">
                  <c:v>111.67724388032639</c:v>
                </c:pt>
                <c:pt idx="25">
                  <c:v>111.73164097914776</c:v>
                </c:pt>
                <c:pt idx="26">
                  <c:v>113.9075249320036</c:v>
                </c:pt>
                <c:pt idx="27">
                  <c:v>113.09156844968264</c:v>
                </c:pt>
                <c:pt idx="28">
                  <c:v>112.71078875793287</c:v>
                </c:pt>
                <c:pt idx="29">
                  <c:v>110.91568449682681</c:v>
                </c:pt>
                <c:pt idx="30">
                  <c:v>108.1776971894832</c:v>
                </c:pt>
                <c:pt idx="31">
                  <c:v>108.1414324569356</c:v>
                </c:pt>
                <c:pt idx="32">
                  <c:v>108.1414324569356</c:v>
                </c:pt>
                <c:pt idx="33">
                  <c:v>108.61287398005437</c:v>
                </c:pt>
                <c:pt idx="34">
                  <c:v>109.70081595648229</c:v>
                </c:pt>
                <c:pt idx="35">
                  <c:v>108.59474161378057</c:v>
                </c:pt>
                <c:pt idx="36">
                  <c:v>109.86400725294649</c:v>
                </c:pt>
                <c:pt idx="37">
                  <c:v>104.84134179510424</c:v>
                </c:pt>
                <c:pt idx="38">
                  <c:v>104.02538531278329</c:v>
                </c:pt>
                <c:pt idx="39">
                  <c:v>105.76609247506796</c:v>
                </c:pt>
                <c:pt idx="40">
                  <c:v>107.10788757932909</c:v>
                </c:pt>
                <c:pt idx="41">
                  <c:v>101.86763372620125</c:v>
                </c:pt>
                <c:pt idx="42">
                  <c:v>102.93744333635539</c:v>
                </c:pt>
                <c:pt idx="43">
                  <c:v>102.01269265639164</c:v>
                </c:pt>
                <c:pt idx="44">
                  <c:v>102.37533998186761</c:v>
                </c:pt>
                <c:pt idx="45">
                  <c:v>101.17860380779689</c:v>
                </c:pt>
                <c:pt idx="46">
                  <c:v>98.31368993653669</c:v>
                </c:pt>
                <c:pt idx="47">
                  <c:v>98.059836808703508</c:v>
                </c:pt>
                <c:pt idx="48">
                  <c:v>97.84224841341792</c:v>
                </c:pt>
                <c:pt idx="49">
                  <c:v>96.699909338168595</c:v>
                </c:pt>
                <c:pt idx="50">
                  <c:v>94.977334542157735</c:v>
                </c:pt>
                <c:pt idx="51">
                  <c:v>93.980054397098797</c:v>
                </c:pt>
                <c:pt idx="52">
                  <c:v>94.505893019038965</c:v>
                </c:pt>
                <c:pt idx="53">
                  <c:v>95.018425901946145</c:v>
                </c:pt>
                <c:pt idx="54">
                  <c:v>94.017657341125187</c:v>
                </c:pt>
                <c:pt idx="55">
                  <c:v>94.381573181423704</c:v>
                </c:pt>
                <c:pt idx="56">
                  <c:v>94.563531101572963</c:v>
                </c:pt>
                <c:pt idx="57">
                  <c:v>95.819040750602895</c:v>
                </c:pt>
                <c:pt idx="58">
                  <c:v>96.801613519408946</c:v>
                </c:pt>
                <c:pt idx="59">
                  <c:v>97.019963023588062</c:v>
                </c:pt>
                <c:pt idx="60">
                  <c:v>96.583264015229815</c:v>
                </c:pt>
                <c:pt idx="61">
                  <c:v>94.854663773811808</c:v>
                </c:pt>
                <c:pt idx="62">
                  <c:v>94.963838525901352</c:v>
                </c:pt>
                <c:pt idx="63">
                  <c:v>97.966144208364227</c:v>
                </c:pt>
                <c:pt idx="64">
                  <c:v>99.112479105304587</c:v>
                </c:pt>
                <c:pt idx="65">
                  <c:v>99.603765489707612</c:v>
                </c:pt>
                <c:pt idx="66">
                  <c:v>99.603765489707612</c:v>
                </c:pt>
                <c:pt idx="67">
                  <c:v>100.47716350642406</c:v>
                </c:pt>
                <c:pt idx="68">
                  <c:v>100.67731721858826</c:v>
                </c:pt>
                <c:pt idx="69">
                  <c:v>103.80699344515563</c:v>
                </c:pt>
                <c:pt idx="70">
                  <c:v>105.53559368657365</c:v>
                </c:pt>
                <c:pt idx="71">
                  <c:v>104.24369245351386</c:v>
                </c:pt>
                <c:pt idx="72">
                  <c:v>105.2262652223199</c:v>
                </c:pt>
                <c:pt idx="73">
                  <c:v>104.89874096605122</c:v>
                </c:pt>
                <c:pt idx="74">
                  <c:v>104.98971992612586</c:v>
                </c:pt>
                <c:pt idx="75">
                  <c:v>104.24369245351386</c:v>
                </c:pt>
                <c:pt idx="76">
                  <c:v>106.26342536717071</c:v>
                </c:pt>
                <c:pt idx="77">
                  <c:v>107.11862759187224</c:v>
                </c:pt>
                <c:pt idx="78">
                  <c:v>106.79110333560357</c:v>
                </c:pt>
                <c:pt idx="79">
                  <c:v>106.190642199111</c:v>
                </c:pt>
                <c:pt idx="80">
                  <c:v>106.77290754358864</c:v>
                </c:pt>
                <c:pt idx="81">
                  <c:v>104.58941250179745</c:v>
                </c:pt>
                <c:pt idx="82">
                  <c:v>105.95409690291693</c:v>
                </c:pt>
                <c:pt idx="83">
                  <c:v>106.19064219911097</c:v>
                </c:pt>
                <c:pt idx="84">
                  <c:v>105.09889467821537</c:v>
                </c:pt>
                <c:pt idx="85">
                  <c:v>106.79110333560352</c:v>
                </c:pt>
                <c:pt idx="86">
                  <c:v>106.08146744702138</c:v>
                </c:pt>
                <c:pt idx="87">
                  <c:v>104.46204195769293</c:v>
                </c:pt>
                <c:pt idx="88">
                  <c:v>105.66296423067809</c:v>
                </c:pt>
                <c:pt idx="89">
                  <c:v>106.79110333560352</c:v>
                </c:pt>
                <c:pt idx="90">
                  <c:v>104.97152413411088</c:v>
                </c:pt>
                <c:pt idx="91">
                  <c:v>104.62580408582728</c:v>
                </c:pt>
                <c:pt idx="92">
                  <c:v>102.73344171627494</c:v>
                </c:pt>
                <c:pt idx="93">
                  <c:v>102.67885434023016</c:v>
                </c:pt>
                <c:pt idx="94">
                  <c:v>100.31340137828971</c:v>
                </c:pt>
                <c:pt idx="95">
                  <c:v>101.45973627523007</c:v>
                </c:pt>
                <c:pt idx="96">
                  <c:v>100.82288355470764</c:v>
                </c:pt>
                <c:pt idx="97">
                  <c:v>101.67808577940919</c:v>
                </c:pt>
                <c:pt idx="98">
                  <c:v>101.35056152314051</c:v>
                </c:pt>
                <c:pt idx="99">
                  <c:v>103.60683973299139</c:v>
                </c:pt>
                <c:pt idx="100">
                  <c:v>103.78879765314065</c:v>
                </c:pt>
                <c:pt idx="101">
                  <c:v>104.26188824552874</c:v>
                </c:pt>
                <c:pt idx="102">
                  <c:v>104.26188824552874</c:v>
                </c:pt>
                <c:pt idx="103">
                  <c:v>105.15348205426012</c:v>
                </c:pt>
                <c:pt idx="104">
                  <c:v>104.5894125017974</c:v>
                </c:pt>
                <c:pt idx="105">
                  <c:v>104.13451770142423</c:v>
                </c:pt>
                <c:pt idx="106">
                  <c:v>104.58941250179738</c:v>
                </c:pt>
                <c:pt idx="107">
                  <c:v>102.24215533187187</c:v>
                </c:pt>
                <c:pt idx="108">
                  <c:v>104.42565037366306</c:v>
                </c:pt>
                <c:pt idx="109">
                  <c:v>102.64246275620026</c:v>
                </c:pt>
                <c:pt idx="110">
                  <c:v>106.3726001192602</c:v>
                </c:pt>
                <c:pt idx="111">
                  <c:v>106.75471175157365</c:v>
                </c:pt>
                <c:pt idx="112">
                  <c:v>106.57275383142439</c:v>
                </c:pt>
                <c:pt idx="113">
                  <c:v>108.10120036067821</c:v>
                </c:pt>
                <c:pt idx="114">
                  <c:v>108.35594144888718</c:v>
                </c:pt>
                <c:pt idx="115">
                  <c:v>109.72062585000666</c:v>
                </c:pt>
                <c:pt idx="116">
                  <c:v>111.75855455567843</c:v>
                </c:pt>
                <c:pt idx="117">
                  <c:v>108.88136645727494</c:v>
                </c:pt>
                <c:pt idx="118">
                  <c:v>110.05095481801104</c:v>
                </c:pt>
                <c:pt idx="119">
                  <c:v>108.47932045827193</c:v>
                </c:pt>
                <c:pt idx="120">
                  <c:v>108.66206863963696</c:v>
                </c:pt>
                <c:pt idx="121">
                  <c:v>108.66206863963696</c:v>
                </c:pt>
                <c:pt idx="122">
                  <c:v>109.79510736410003</c:v>
                </c:pt>
                <c:pt idx="123">
                  <c:v>111.60431435961367</c:v>
                </c:pt>
                <c:pt idx="124">
                  <c:v>112.15255890370871</c:v>
                </c:pt>
                <c:pt idx="125">
                  <c:v>113.94349108108585</c:v>
                </c:pt>
                <c:pt idx="126">
                  <c:v>114.01659035363186</c:v>
                </c:pt>
                <c:pt idx="127">
                  <c:v>114.07141480804135</c:v>
                </c:pt>
                <c:pt idx="128">
                  <c:v>113.68764362717482</c:v>
                </c:pt>
                <c:pt idx="129">
                  <c:v>115.84407216728196</c:v>
                </c:pt>
                <c:pt idx="130">
                  <c:v>114.67448380654588</c:v>
                </c:pt>
                <c:pt idx="131">
                  <c:v>114.67448380654588</c:v>
                </c:pt>
                <c:pt idx="132">
                  <c:v>116.02682034864699</c:v>
                </c:pt>
                <c:pt idx="133">
                  <c:v>116.00854553051049</c:v>
                </c:pt>
                <c:pt idx="134">
                  <c:v>112.71907826594025</c:v>
                </c:pt>
                <c:pt idx="135">
                  <c:v>114.7658578972284</c:v>
                </c:pt>
                <c:pt idx="136">
                  <c:v>115.69787362218997</c:v>
                </c:pt>
                <c:pt idx="137">
                  <c:v>115.78924771287248</c:v>
                </c:pt>
                <c:pt idx="138">
                  <c:v>115.49685062268847</c:v>
                </c:pt>
                <c:pt idx="139">
                  <c:v>116.83091234665307</c:v>
                </c:pt>
                <c:pt idx="140">
                  <c:v>119.17008906812524</c:v>
                </c:pt>
                <c:pt idx="141">
                  <c:v>117.43398134515763</c:v>
                </c:pt>
                <c:pt idx="142">
                  <c:v>116.28266780255804</c:v>
                </c:pt>
                <c:pt idx="143">
                  <c:v>116.28266780255804</c:v>
                </c:pt>
                <c:pt idx="144">
                  <c:v>116.81263752851658</c:v>
                </c:pt>
                <c:pt idx="145">
                  <c:v>115.67959880405348</c:v>
                </c:pt>
                <c:pt idx="146">
                  <c:v>116.48369080205956</c:v>
                </c:pt>
                <c:pt idx="147">
                  <c:v>115.99027071237403</c:v>
                </c:pt>
                <c:pt idx="148">
                  <c:v>117.63500434465915</c:v>
                </c:pt>
                <c:pt idx="149">
                  <c:v>116.02682034864704</c:v>
                </c:pt>
                <c:pt idx="150">
                  <c:v>116.09991962119305</c:v>
                </c:pt>
                <c:pt idx="151">
                  <c:v>116.15474407560255</c:v>
                </c:pt>
                <c:pt idx="152">
                  <c:v>117.53449284490839</c:v>
                </c:pt>
                <c:pt idx="153">
                  <c:v>118.74976825098572</c:v>
                </c:pt>
                <c:pt idx="154">
                  <c:v>118.62184452403021</c:v>
                </c:pt>
                <c:pt idx="155">
                  <c:v>117.43398134515763</c:v>
                </c:pt>
                <c:pt idx="156">
                  <c:v>117.39743170888461</c:v>
                </c:pt>
                <c:pt idx="157">
                  <c:v>117.37915689074813</c:v>
                </c:pt>
                <c:pt idx="158">
                  <c:v>118.1466992524812</c:v>
                </c:pt>
                <c:pt idx="159">
                  <c:v>119.06044015930625</c:v>
                </c:pt>
                <c:pt idx="160">
                  <c:v>119.38938688576327</c:v>
                </c:pt>
                <c:pt idx="161">
                  <c:v>120.10210479308682</c:v>
                </c:pt>
                <c:pt idx="162">
                  <c:v>119.15181424998876</c:v>
                </c:pt>
                <c:pt idx="163">
                  <c:v>118.3842718882557</c:v>
                </c:pt>
                <c:pt idx="164">
                  <c:v>115.03998016927595</c:v>
                </c:pt>
                <c:pt idx="165">
                  <c:v>113.61454435462885</c:v>
                </c:pt>
                <c:pt idx="166">
                  <c:v>114.01659035363188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D33E-458C-BC1C-3878220814A9}"/>
            </c:ext>
          </c:extLst>
        </c:ser>
        <c:ser>
          <c:idx val="12"/>
          <c:order val="12"/>
          <c:tx>
            <c:strRef>
              <c:f>EQ!$I$16</c:f>
              <c:strCache>
                <c:ptCount val="1"/>
                <c:pt idx="0">
                  <c:v>XLV US</c:v>
                </c:pt>
              </c:strCache>
            </c:strRef>
          </c:tx>
          <c:spPr>
            <a:ln w="28575" cap="rnd">
              <a:solidFill>
                <a:schemeClr val="accent1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EQ!$J$3:$FT$3</c:f>
              <c:numCache>
                <c:formatCode>m/d/yyyy</c:formatCode>
                <c:ptCount val="167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</c:numCache>
            </c:numRef>
          </c:cat>
          <c:val>
            <c:numRef>
              <c:f>EQ!$J$16:$FT$16</c:f>
              <c:numCache>
                <c:formatCode>General</c:formatCode>
                <c:ptCount val="167"/>
                <c:pt idx="0" formatCode="0.0">
                  <c:v>100</c:v>
                </c:pt>
                <c:pt idx="1">
                  <c:v>100.45865633074933</c:v>
                </c:pt>
                <c:pt idx="2">
                  <c:v>100.1550387596899</c:v>
                </c:pt>
                <c:pt idx="3">
                  <c:v>102.12532299741601</c:v>
                </c:pt>
                <c:pt idx="4">
                  <c:v>103.13953488372093</c:v>
                </c:pt>
                <c:pt idx="5">
                  <c:v>102.14470284237726</c:v>
                </c:pt>
                <c:pt idx="6">
                  <c:v>101.62144702842376</c:v>
                </c:pt>
                <c:pt idx="7">
                  <c:v>101.66666666666666</c:v>
                </c:pt>
                <c:pt idx="8">
                  <c:v>101.25322997416021</c:v>
                </c:pt>
                <c:pt idx="9">
                  <c:v>101.9767441860465</c:v>
                </c:pt>
                <c:pt idx="10">
                  <c:v>101.3953488372093</c:v>
                </c:pt>
                <c:pt idx="11">
                  <c:v>100.60723514211885</c:v>
                </c:pt>
                <c:pt idx="12">
                  <c:v>100.60723514211885</c:v>
                </c:pt>
                <c:pt idx="13">
                  <c:v>100.38759689922479</c:v>
                </c:pt>
                <c:pt idx="14">
                  <c:v>102.23514211886302</c:v>
                </c:pt>
                <c:pt idx="15">
                  <c:v>102.25452196382426</c:v>
                </c:pt>
                <c:pt idx="16">
                  <c:v>101.73126614987078</c:v>
                </c:pt>
                <c:pt idx="17">
                  <c:v>102.1317829457364</c:v>
                </c:pt>
                <c:pt idx="18">
                  <c:v>100.41989664082683</c:v>
                </c:pt>
                <c:pt idx="19">
                  <c:v>99.683462532299714</c:v>
                </c:pt>
                <c:pt idx="20">
                  <c:v>99.366925064599442</c:v>
                </c:pt>
                <c:pt idx="21">
                  <c:v>99.9612403100775</c:v>
                </c:pt>
                <c:pt idx="22">
                  <c:v>100.57493540051676</c:v>
                </c:pt>
                <c:pt idx="23">
                  <c:v>99.547803617571034</c:v>
                </c:pt>
                <c:pt idx="24">
                  <c:v>100.79457364341084</c:v>
                </c:pt>
                <c:pt idx="25">
                  <c:v>100.02583979328165</c:v>
                </c:pt>
                <c:pt idx="26">
                  <c:v>101.87984496124031</c:v>
                </c:pt>
                <c:pt idx="27">
                  <c:v>100.98191214470283</c:v>
                </c:pt>
                <c:pt idx="28">
                  <c:v>100.34237726098192</c:v>
                </c:pt>
                <c:pt idx="29">
                  <c:v>100.93669250645995</c:v>
                </c:pt>
                <c:pt idx="30">
                  <c:v>100.77519379844961</c:v>
                </c:pt>
                <c:pt idx="31">
                  <c:v>101.85400516795863</c:v>
                </c:pt>
                <c:pt idx="32">
                  <c:v>101.85400516795863</c:v>
                </c:pt>
                <c:pt idx="33">
                  <c:v>101.66020671834625</c:v>
                </c:pt>
                <c:pt idx="34">
                  <c:v>101.85400516795863</c:v>
                </c:pt>
                <c:pt idx="35">
                  <c:v>101.58914728682169</c:v>
                </c:pt>
                <c:pt idx="36">
                  <c:v>101.30490956072349</c:v>
                </c:pt>
                <c:pt idx="37">
                  <c:v>102.41602067183459</c:v>
                </c:pt>
                <c:pt idx="38">
                  <c:v>101.98320413436689</c:v>
                </c:pt>
                <c:pt idx="39">
                  <c:v>101.95736434108524</c:v>
                </c:pt>
                <c:pt idx="40">
                  <c:v>101.69250645994828</c:v>
                </c:pt>
                <c:pt idx="41">
                  <c:v>103.48837209302322</c:v>
                </c:pt>
                <c:pt idx="42">
                  <c:v>102.40956072351418</c:v>
                </c:pt>
                <c:pt idx="43">
                  <c:v>101.25322997416018</c:v>
                </c:pt>
                <c:pt idx="44">
                  <c:v>101.45348837209299</c:v>
                </c:pt>
                <c:pt idx="45">
                  <c:v>99.425064599483164</c:v>
                </c:pt>
                <c:pt idx="46">
                  <c:v>98.643410852713131</c:v>
                </c:pt>
                <c:pt idx="47">
                  <c:v>99.651162790697626</c:v>
                </c:pt>
                <c:pt idx="48">
                  <c:v>98.934108527131741</c:v>
                </c:pt>
                <c:pt idx="49">
                  <c:v>98.740310077519339</c:v>
                </c:pt>
                <c:pt idx="50">
                  <c:v>97.002583979328136</c:v>
                </c:pt>
                <c:pt idx="51">
                  <c:v>96.763565891472837</c:v>
                </c:pt>
                <c:pt idx="52">
                  <c:v>97.551679586563282</c:v>
                </c:pt>
                <c:pt idx="53">
                  <c:v>96.666666666666629</c:v>
                </c:pt>
                <c:pt idx="54">
                  <c:v>95.051679586563267</c:v>
                </c:pt>
                <c:pt idx="55">
                  <c:v>94.709302325581376</c:v>
                </c:pt>
                <c:pt idx="56">
                  <c:v>93.88242894056846</c:v>
                </c:pt>
                <c:pt idx="57">
                  <c:v>93.789317274919355</c:v>
                </c:pt>
                <c:pt idx="58">
                  <c:v>93.802274284973223</c:v>
                </c:pt>
                <c:pt idx="59">
                  <c:v>94.741657513878621</c:v>
                </c:pt>
                <c:pt idx="60">
                  <c:v>94.417732262531942</c:v>
                </c:pt>
                <c:pt idx="61">
                  <c:v>92.811063015852369</c:v>
                </c:pt>
                <c:pt idx="62">
                  <c:v>93.173859297360664</c:v>
                </c:pt>
                <c:pt idx="63">
                  <c:v>94.981362199875193</c:v>
                </c:pt>
                <c:pt idx="64">
                  <c:v>95.706954762891755</c:v>
                </c:pt>
                <c:pt idx="65">
                  <c:v>95.110932300413864</c:v>
                </c:pt>
                <c:pt idx="66">
                  <c:v>95.110932300413864</c:v>
                </c:pt>
                <c:pt idx="67">
                  <c:v>94.76757153398637</c:v>
                </c:pt>
                <c:pt idx="68">
                  <c:v>94.955448179767444</c:v>
                </c:pt>
                <c:pt idx="69">
                  <c:v>96.963784738116885</c:v>
                </c:pt>
                <c:pt idx="70">
                  <c:v>96.743515567201158</c:v>
                </c:pt>
                <c:pt idx="71">
                  <c:v>95.434857551760544</c:v>
                </c:pt>
                <c:pt idx="72">
                  <c:v>95.862438883538161</c:v>
                </c:pt>
                <c:pt idx="73">
                  <c:v>96.419590315854464</c:v>
                </c:pt>
                <c:pt idx="74">
                  <c:v>95.732868782999489</c:v>
                </c:pt>
                <c:pt idx="75">
                  <c:v>94.981362199875178</c:v>
                </c:pt>
                <c:pt idx="76">
                  <c:v>96.400154800773663</c:v>
                </c:pt>
                <c:pt idx="77">
                  <c:v>95.506121107056799</c:v>
                </c:pt>
                <c:pt idx="78">
                  <c:v>94.534345353016732</c:v>
                </c:pt>
                <c:pt idx="79">
                  <c:v>94.832356584255692</c:v>
                </c:pt>
                <c:pt idx="80">
                  <c:v>94.741657513878636</c:v>
                </c:pt>
                <c:pt idx="81">
                  <c:v>93.407085478330288</c:v>
                </c:pt>
                <c:pt idx="82">
                  <c:v>92.940633116391055</c:v>
                </c:pt>
                <c:pt idx="83">
                  <c:v>93.186816307414546</c:v>
                </c:pt>
                <c:pt idx="84">
                  <c:v>92.538965804721173</c:v>
                </c:pt>
                <c:pt idx="85">
                  <c:v>94.579694888205296</c:v>
                </c:pt>
                <c:pt idx="86">
                  <c:v>94.04197897096978</c:v>
                </c:pt>
                <c:pt idx="87">
                  <c:v>93.763403254811621</c:v>
                </c:pt>
                <c:pt idx="88">
                  <c:v>94.132678041346864</c:v>
                </c:pt>
                <c:pt idx="89">
                  <c:v>94.1974630916162</c:v>
                </c:pt>
                <c:pt idx="90">
                  <c:v>93.756924749784702</c:v>
                </c:pt>
                <c:pt idx="91">
                  <c:v>92.96006863147187</c:v>
                </c:pt>
                <c:pt idx="92">
                  <c:v>92.668535905259844</c:v>
                </c:pt>
                <c:pt idx="93">
                  <c:v>94.488995817828226</c:v>
                </c:pt>
                <c:pt idx="94">
                  <c:v>95.046147250144529</c:v>
                </c:pt>
                <c:pt idx="95">
                  <c:v>94.994319209929046</c:v>
                </c:pt>
                <c:pt idx="96">
                  <c:v>94.003107940808178</c:v>
                </c:pt>
                <c:pt idx="97">
                  <c:v>94.404775252478075</c:v>
                </c:pt>
                <c:pt idx="98">
                  <c:v>95.441336056787463</c:v>
                </c:pt>
                <c:pt idx="99">
                  <c:v>95.318244461275725</c:v>
                </c:pt>
                <c:pt idx="100">
                  <c:v>95.97905197402298</c:v>
                </c:pt>
                <c:pt idx="101">
                  <c:v>97.106311848709424</c:v>
                </c:pt>
                <c:pt idx="102">
                  <c:v>97.106311848709424</c:v>
                </c:pt>
                <c:pt idx="103">
                  <c:v>96.212278154992575</c:v>
                </c:pt>
                <c:pt idx="104">
                  <c:v>96.393676295746715</c:v>
                </c:pt>
                <c:pt idx="105">
                  <c:v>97.747683846375878</c:v>
                </c:pt>
                <c:pt idx="106">
                  <c:v>96.834214637578228</c:v>
                </c:pt>
                <c:pt idx="107">
                  <c:v>95.778218318188038</c:v>
                </c:pt>
                <c:pt idx="108">
                  <c:v>94.845313594309587</c:v>
                </c:pt>
                <c:pt idx="109">
                  <c:v>95.590341672406964</c:v>
                </c:pt>
                <c:pt idx="110">
                  <c:v>98.525104449607937</c:v>
                </c:pt>
                <c:pt idx="111">
                  <c:v>99.127605417112747</c:v>
                </c:pt>
                <c:pt idx="112">
                  <c:v>98.894379236143138</c:v>
                </c:pt>
                <c:pt idx="113">
                  <c:v>100.13825220131442</c:v>
                </c:pt>
                <c:pt idx="114">
                  <c:v>99.02394933668181</c:v>
                </c:pt>
                <c:pt idx="115">
                  <c:v>99.827283960021603</c:v>
                </c:pt>
                <c:pt idx="116">
                  <c:v>99.645885819267463</c:v>
                </c:pt>
                <c:pt idx="117">
                  <c:v>99.049863356789544</c:v>
                </c:pt>
                <c:pt idx="118">
                  <c:v>99.082255881924212</c:v>
                </c:pt>
                <c:pt idx="119">
                  <c:v>97.637549260918007</c:v>
                </c:pt>
                <c:pt idx="120">
                  <c:v>96.788865102389678</c:v>
                </c:pt>
                <c:pt idx="121">
                  <c:v>96.788865102389678</c:v>
                </c:pt>
                <c:pt idx="122">
                  <c:v>97.516290359244834</c:v>
                </c:pt>
                <c:pt idx="123">
                  <c:v>98.893969524656001</c:v>
                </c:pt>
                <c:pt idx="124">
                  <c:v>99.654292460283841</c:v>
                </c:pt>
                <c:pt idx="125">
                  <c:v>101.13594741176378</c:v>
                </c:pt>
                <c:pt idx="126">
                  <c:v>104.19673461416312</c:v>
                </c:pt>
                <c:pt idx="127">
                  <c:v>104.45667407933504</c:v>
                </c:pt>
                <c:pt idx="128">
                  <c:v>103.10498886044107</c:v>
                </c:pt>
                <c:pt idx="129">
                  <c:v>103.67685568381927</c:v>
                </c:pt>
                <c:pt idx="130">
                  <c:v>106.40622006812441</c:v>
                </c:pt>
                <c:pt idx="131">
                  <c:v>106.40622006812441</c:v>
                </c:pt>
                <c:pt idx="132">
                  <c:v>105.24948944810937</c:v>
                </c:pt>
                <c:pt idx="133">
                  <c:v>106.86111413217526</c:v>
                </c:pt>
                <c:pt idx="134">
                  <c:v>105.47043799350551</c:v>
                </c:pt>
                <c:pt idx="135">
                  <c:v>105.38595766732463</c:v>
                </c:pt>
                <c:pt idx="136">
                  <c:v>104.52165894562802</c:v>
                </c:pt>
                <c:pt idx="137">
                  <c:v>104.89207268349799</c:v>
                </c:pt>
                <c:pt idx="138">
                  <c:v>102.86454485515702</c:v>
                </c:pt>
                <c:pt idx="139">
                  <c:v>102.86454485515702</c:v>
                </c:pt>
                <c:pt idx="140">
                  <c:v>105.14551366204061</c:v>
                </c:pt>
                <c:pt idx="141">
                  <c:v>104.68412111136045</c:v>
                </c:pt>
                <c:pt idx="142">
                  <c:v>103.48839957156963</c:v>
                </c:pt>
                <c:pt idx="143">
                  <c:v>104.13824823449943</c:v>
                </c:pt>
                <c:pt idx="144">
                  <c:v>103.605372330897</c:v>
                </c:pt>
                <c:pt idx="145">
                  <c:v>104.91156814338589</c:v>
                </c:pt>
                <c:pt idx="146">
                  <c:v>105.64589713249656</c:v>
                </c:pt>
                <c:pt idx="147">
                  <c:v>106.1852715227283</c:v>
                </c:pt>
                <c:pt idx="148">
                  <c:v>108.69368736163729</c:v>
                </c:pt>
                <c:pt idx="149">
                  <c:v>108.03084172544891</c:v>
                </c:pt>
                <c:pt idx="150">
                  <c:v>106.26325336227988</c:v>
                </c:pt>
                <c:pt idx="151">
                  <c:v>105.63290015923799</c:v>
                </c:pt>
                <c:pt idx="152">
                  <c:v>105.43144707372976</c:v>
                </c:pt>
                <c:pt idx="153">
                  <c:v>105.34046826091958</c:v>
                </c:pt>
                <c:pt idx="154">
                  <c:v>106.67915650655496</c:v>
                </c:pt>
                <c:pt idx="155">
                  <c:v>106.8676126188046</c:v>
                </c:pt>
                <c:pt idx="156">
                  <c:v>107.66692647420827</c:v>
                </c:pt>
                <c:pt idx="157">
                  <c:v>109.46050878389448</c:v>
                </c:pt>
                <c:pt idx="158">
                  <c:v>109.18107385883467</c:v>
                </c:pt>
                <c:pt idx="159">
                  <c:v>109.46050878389448</c:v>
                </c:pt>
                <c:pt idx="160">
                  <c:v>109.4215178641187</c:v>
                </c:pt>
                <c:pt idx="161">
                  <c:v>108.76517071455962</c:v>
                </c:pt>
                <c:pt idx="162">
                  <c:v>108.55721914242208</c:v>
                </c:pt>
                <c:pt idx="163">
                  <c:v>110.29881355907392</c:v>
                </c:pt>
                <c:pt idx="164">
                  <c:v>114.1654131035062</c:v>
                </c:pt>
                <c:pt idx="165">
                  <c:v>112.02741100246716</c:v>
                </c:pt>
                <c:pt idx="166">
                  <c:v>113.47657352080061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D33E-458C-BC1C-3878220814A9}"/>
            </c:ext>
          </c:extLst>
        </c:ser>
        <c:ser>
          <c:idx val="13"/>
          <c:order val="13"/>
          <c:tx>
            <c:strRef>
              <c:f>EQ!$I$17</c:f>
              <c:strCache>
                <c:ptCount val="1"/>
                <c:pt idx="0">
                  <c:v>ARKX US</c:v>
                </c:pt>
              </c:strCache>
            </c:strRef>
          </c:tx>
          <c:spPr>
            <a:ln w="25400" cap="rnd">
              <a:solidFill>
                <a:schemeClr val="accent2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EQ!$J$3:$FT$3</c:f>
              <c:numCache>
                <c:formatCode>m/d/yyyy</c:formatCode>
                <c:ptCount val="167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</c:numCache>
            </c:numRef>
          </c:cat>
          <c:val>
            <c:numRef>
              <c:f>EQ!$J$17:$FT$17</c:f>
              <c:numCache>
                <c:formatCode>General</c:formatCode>
                <c:ptCount val="167"/>
                <c:pt idx="0" formatCode="0.0">
                  <c:v>100</c:v>
                </c:pt>
                <c:pt idx="1">
                  <c:v>103.58868184955141</c:v>
                </c:pt>
                <c:pt idx="2">
                  <c:v>108.48861283643892</c:v>
                </c:pt>
                <c:pt idx="3">
                  <c:v>111.80124223602482</c:v>
                </c:pt>
                <c:pt idx="4">
                  <c:v>110.62801932367148</c:v>
                </c:pt>
                <c:pt idx="5">
                  <c:v>113.31953071083505</c:v>
                </c:pt>
                <c:pt idx="6">
                  <c:v>115.38992408557623</c:v>
                </c:pt>
                <c:pt idx="7">
                  <c:v>117.63285024154587</c:v>
                </c:pt>
                <c:pt idx="8">
                  <c:v>117.11525189786055</c:v>
                </c:pt>
                <c:pt idx="9">
                  <c:v>119.15113871635607</c:v>
                </c:pt>
                <c:pt idx="10">
                  <c:v>119.35817805383022</c:v>
                </c:pt>
                <c:pt idx="11">
                  <c:v>121.35955831608004</c:v>
                </c:pt>
                <c:pt idx="12">
                  <c:v>121.35955831608004</c:v>
                </c:pt>
                <c:pt idx="13">
                  <c:v>116.70117322291233</c:v>
                </c:pt>
                <c:pt idx="14">
                  <c:v>116.45962732919251</c:v>
                </c:pt>
                <c:pt idx="15">
                  <c:v>117.14975845410628</c:v>
                </c:pt>
                <c:pt idx="16">
                  <c:v>116.45962732919253</c:v>
                </c:pt>
                <c:pt idx="17">
                  <c:v>114.07867494824015</c:v>
                </c:pt>
                <c:pt idx="18">
                  <c:v>116.94271911663215</c:v>
                </c:pt>
                <c:pt idx="19">
                  <c:v>116.83919944789508</c:v>
                </c:pt>
                <c:pt idx="20">
                  <c:v>114.42374051069702</c:v>
                </c:pt>
                <c:pt idx="21">
                  <c:v>110.38647342995168</c:v>
                </c:pt>
                <c:pt idx="22">
                  <c:v>109.28226363008972</c:v>
                </c:pt>
                <c:pt idx="23">
                  <c:v>113.35403726708074</c:v>
                </c:pt>
                <c:pt idx="24">
                  <c:v>107.31538992408557</c:v>
                </c:pt>
                <c:pt idx="25">
                  <c:v>103.58868184955141</c:v>
                </c:pt>
                <c:pt idx="26">
                  <c:v>109.35127674258108</c:v>
                </c:pt>
                <c:pt idx="27">
                  <c:v>112.3015873015873</c:v>
                </c:pt>
                <c:pt idx="28">
                  <c:v>110.3174603174603</c:v>
                </c:pt>
                <c:pt idx="29">
                  <c:v>107.93650793650792</c:v>
                </c:pt>
                <c:pt idx="30">
                  <c:v>106.79779158040024</c:v>
                </c:pt>
                <c:pt idx="31">
                  <c:v>108.28157349896476</c:v>
                </c:pt>
                <c:pt idx="32">
                  <c:v>108.28157349896476</c:v>
                </c:pt>
                <c:pt idx="33">
                  <c:v>109.10973084886126</c:v>
                </c:pt>
                <c:pt idx="34">
                  <c:v>111.28364389233951</c:v>
                </c:pt>
                <c:pt idx="35">
                  <c:v>114.28571428571425</c:v>
                </c:pt>
                <c:pt idx="36">
                  <c:v>112.31884057971011</c:v>
                </c:pt>
                <c:pt idx="37">
                  <c:v>110.66252587991715</c:v>
                </c:pt>
                <c:pt idx="38">
                  <c:v>111.83574879227048</c:v>
                </c:pt>
                <c:pt idx="39">
                  <c:v>111.0420979986197</c:v>
                </c:pt>
                <c:pt idx="40">
                  <c:v>111.80124223602481</c:v>
                </c:pt>
                <c:pt idx="41">
                  <c:v>110.2829537612146</c:v>
                </c:pt>
                <c:pt idx="42">
                  <c:v>111.559696342305</c:v>
                </c:pt>
                <c:pt idx="43">
                  <c:v>109.38578329882674</c:v>
                </c:pt>
                <c:pt idx="44">
                  <c:v>110.76604554865422</c:v>
                </c:pt>
                <c:pt idx="45">
                  <c:v>108.41959972394753</c:v>
                </c:pt>
                <c:pt idx="46">
                  <c:v>107.83298826777086</c:v>
                </c:pt>
                <c:pt idx="47">
                  <c:v>110.14492753623188</c:v>
                </c:pt>
                <c:pt idx="48">
                  <c:v>108.97170462387852</c:v>
                </c:pt>
                <c:pt idx="49">
                  <c:v>109.17874396135265</c:v>
                </c:pt>
                <c:pt idx="50">
                  <c:v>107.24637681159419</c:v>
                </c:pt>
                <c:pt idx="51">
                  <c:v>106.07315389924084</c:v>
                </c:pt>
                <c:pt idx="52">
                  <c:v>107.83298826777087</c:v>
                </c:pt>
                <c:pt idx="53">
                  <c:v>110.55900621118012</c:v>
                </c:pt>
                <c:pt idx="54">
                  <c:v>107.86749482401656</c:v>
                </c:pt>
                <c:pt idx="55">
                  <c:v>108.24706694271912</c:v>
                </c:pt>
                <c:pt idx="56">
                  <c:v>104.03726708074534</c:v>
                </c:pt>
                <c:pt idx="57">
                  <c:v>105.728088336784</c:v>
                </c:pt>
                <c:pt idx="58">
                  <c:v>104.34782608695653</c:v>
                </c:pt>
                <c:pt idx="59">
                  <c:v>107.2463768115942</c:v>
                </c:pt>
                <c:pt idx="60">
                  <c:v>103.07108350586613</c:v>
                </c:pt>
                <c:pt idx="61">
                  <c:v>99.827467218771574</c:v>
                </c:pt>
                <c:pt idx="62">
                  <c:v>96.58385093167702</c:v>
                </c:pt>
                <c:pt idx="63">
                  <c:v>101.27674258109042</c:v>
                </c:pt>
                <c:pt idx="64">
                  <c:v>103.20910973084887</c:v>
                </c:pt>
                <c:pt idx="65">
                  <c:v>104.62387853692202</c:v>
                </c:pt>
                <c:pt idx="66">
                  <c:v>104.62387853692202</c:v>
                </c:pt>
                <c:pt idx="67">
                  <c:v>106.02139406487233</c:v>
                </c:pt>
                <c:pt idx="68">
                  <c:v>105.24499654934436</c:v>
                </c:pt>
                <c:pt idx="69">
                  <c:v>109.38578329882677</c:v>
                </c:pt>
                <c:pt idx="70">
                  <c:v>107.72946859903381</c:v>
                </c:pt>
                <c:pt idx="71">
                  <c:v>108.24706694271912</c:v>
                </c:pt>
                <c:pt idx="72">
                  <c:v>110.55900621118013</c:v>
                </c:pt>
                <c:pt idx="73">
                  <c:v>111.83574879227052</c:v>
                </c:pt>
                <c:pt idx="74">
                  <c:v>113.216011042098</c:v>
                </c:pt>
                <c:pt idx="75">
                  <c:v>115.49344375431332</c:v>
                </c:pt>
                <c:pt idx="76">
                  <c:v>115.90752242926158</c:v>
                </c:pt>
                <c:pt idx="77">
                  <c:v>116.14906832298136</c:v>
                </c:pt>
                <c:pt idx="78">
                  <c:v>115.14837819185645</c:v>
                </c:pt>
                <c:pt idx="79">
                  <c:v>116.49413388543823</c:v>
                </c:pt>
                <c:pt idx="80">
                  <c:v>114.28571428571429</c:v>
                </c:pt>
                <c:pt idx="81">
                  <c:v>113.768115942029</c:v>
                </c:pt>
                <c:pt idx="82">
                  <c:v>114.69979296066255</c:v>
                </c:pt>
                <c:pt idx="83">
                  <c:v>112.80193236714977</c:v>
                </c:pt>
                <c:pt idx="84">
                  <c:v>109.48930296756386</c:v>
                </c:pt>
                <c:pt idx="85">
                  <c:v>113.87163561076606</c:v>
                </c:pt>
                <c:pt idx="86">
                  <c:v>113.11249137336097</c:v>
                </c:pt>
                <c:pt idx="87">
                  <c:v>112.18081435472742</c:v>
                </c:pt>
                <c:pt idx="88">
                  <c:v>111.31815044858524</c:v>
                </c:pt>
                <c:pt idx="89">
                  <c:v>116.70117322291236</c:v>
                </c:pt>
                <c:pt idx="90">
                  <c:v>113.35403726708076</c:v>
                </c:pt>
                <c:pt idx="91">
                  <c:v>118.49551414768808</c:v>
                </c:pt>
                <c:pt idx="92">
                  <c:v>120.42788129744652</c:v>
                </c:pt>
                <c:pt idx="93">
                  <c:v>119.40993788819875</c:v>
                </c:pt>
                <c:pt idx="94">
                  <c:v>120.11732229123535</c:v>
                </c:pt>
                <c:pt idx="95">
                  <c:v>121.15251897860594</c:v>
                </c:pt>
                <c:pt idx="96">
                  <c:v>116.77018633540374</c:v>
                </c:pt>
                <c:pt idx="97">
                  <c:v>117.70186335403726</c:v>
                </c:pt>
                <c:pt idx="98">
                  <c:v>116.25258799171841</c:v>
                </c:pt>
                <c:pt idx="99">
                  <c:v>119.53071083505866</c:v>
                </c:pt>
                <c:pt idx="100">
                  <c:v>118.9095928226363</c:v>
                </c:pt>
                <c:pt idx="101">
                  <c:v>122.22222222222223</c:v>
                </c:pt>
                <c:pt idx="102">
                  <c:v>122.22222222222223</c:v>
                </c:pt>
                <c:pt idx="103">
                  <c:v>125.29330572808834</c:v>
                </c:pt>
                <c:pt idx="104">
                  <c:v>125.58661145617667</c:v>
                </c:pt>
                <c:pt idx="105">
                  <c:v>130.22774327122153</c:v>
                </c:pt>
                <c:pt idx="106">
                  <c:v>128.98550724637681</c:v>
                </c:pt>
                <c:pt idx="107">
                  <c:v>125.55210489993098</c:v>
                </c:pt>
                <c:pt idx="108">
                  <c:v>126.50103519668737</c:v>
                </c:pt>
                <c:pt idx="109">
                  <c:v>123.67149758454107</c:v>
                </c:pt>
                <c:pt idx="110">
                  <c:v>125.46583850931675</c:v>
                </c:pt>
                <c:pt idx="111">
                  <c:v>117.46031746031746</c:v>
                </c:pt>
                <c:pt idx="112">
                  <c:v>118.59903381642512</c:v>
                </c:pt>
                <c:pt idx="113">
                  <c:v>116.28709454796413</c:v>
                </c:pt>
                <c:pt idx="114">
                  <c:v>112.83643892339546</c:v>
                </c:pt>
                <c:pt idx="115">
                  <c:v>118.87508626639062</c:v>
                </c:pt>
                <c:pt idx="116">
                  <c:v>116.56314699792962</c:v>
                </c:pt>
                <c:pt idx="117">
                  <c:v>121.39406487232574</c:v>
                </c:pt>
                <c:pt idx="118">
                  <c:v>119.91028295376121</c:v>
                </c:pt>
                <c:pt idx="119">
                  <c:v>119.08212560386472</c:v>
                </c:pt>
                <c:pt idx="120">
                  <c:v>119.25465838509317</c:v>
                </c:pt>
                <c:pt idx="121">
                  <c:v>119.25465838509317</c:v>
                </c:pt>
                <c:pt idx="122">
                  <c:v>115.11387163561075</c:v>
                </c:pt>
                <c:pt idx="123">
                  <c:v>113.18150448585229</c:v>
                </c:pt>
                <c:pt idx="124">
                  <c:v>111.04209799861972</c:v>
                </c:pt>
                <c:pt idx="125">
                  <c:v>110.14492753623188</c:v>
                </c:pt>
                <c:pt idx="126">
                  <c:v>110.17943409247755</c:v>
                </c:pt>
                <c:pt idx="127">
                  <c:v>114.32022084195995</c:v>
                </c:pt>
                <c:pt idx="128">
                  <c:v>117.7363699102829</c:v>
                </c:pt>
                <c:pt idx="129">
                  <c:v>116.73567977915799</c:v>
                </c:pt>
                <c:pt idx="130">
                  <c:v>116.87370600414073</c:v>
                </c:pt>
                <c:pt idx="131">
                  <c:v>116.87370600414073</c:v>
                </c:pt>
                <c:pt idx="132">
                  <c:v>117.56383712905448</c:v>
                </c:pt>
                <c:pt idx="133">
                  <c:v>112.49137336093854</c:v>
                </c:pt>
                <c:pt idx="134">
                  <c:v>111.45617667356792</c:v>
                </c:pt>
                <c:pt idx="135">
                  <c:v>111.50793650793645</c:v>
                </c:pt>
                <c:pt idx="136">
                  <c:v>110.59351276742575</c:v>
                </c:pt>
                <c:pt idx="137">
                  <c:v>108.00552104899926</c:v>
                </c:pt>
                <c:pt idx="138">
                  <c:v>109.52380952380945</c:v>
                </c:pt>
                <c:pt idx="139">
                  <c:v>108.91994478950994</c:v>
                </c:pt>
                <c:pt idx="140">
                  <c:v>106.17667356797786</c:v>
                </c:pt>
                <c:pt idx="141">
                  <c:v>104.55486542443059</c:v>
                </c:pt>
                <c:pt idx="142">
                  <c:v>105.17598343685295</c:v>
                </c:pt>
                <c:pt idx="143">
                  <c:v>107.591442374051</c:v>
                </c:pt>
                <c:pt idx="144">
                  <c:v>106.7977915804002</c:v>
                </c:pt>
                <c:pt idx="145">
                  <c:v>106.76328502415451</c:v>
                </c:pt>
                <c:pt idx="146">
                  <c:v>104.79641131815036</c:v>
                </c:pt>
                <c:pt idx="147">
                  <c:v>106.00414078674939</c:v>
                </c:pt>
                <c:pt idx="148">
                  <c:v>105.4865424430641</c:v>
                </c:pt>
                <c:pt idx="149">
                  <c:v>101.86335403726699</c:v>
                </c:pt>
                <c:pt idx="150">
                  <c:v>104.72739820565899</c:v>
                </c:pt>
                <c:pt idx="151">
                  <c:v>105.59006211180116</c:v>
                </c:pt>
                <c:pt idx="152">
                  <c:v>109.00621118012413</c:v>
                </c:pt>
                <c:pt idx="153">
                  <c:v>114.56176673567968</c:v>
                </c:pt>
                <c:pt idx="154">
                  <c:v>112.42236024844709</c:v>
                </c:pt>
                <c:pt idx="155">
                  <c:v>113.90614216701162</c:v>
                </c:pt>
                <c:pt idx="156">
                  <c:v>118.25396825396817</c:v>
                </c:pt>
                <c:pt idx="157">
                  <c:v>118.73706004140774</c:v>
                </c:pt>
                <c:pt idx="158">
                  <c:v>118.73706004140774</c:v>
                </c:pt>
                <c:pt idx="159">
                  <c:v>119.70324361628698</c:v>
                </c:pt>
                <c:pt idx="160">
                  <c:v>120.25534851621798</c:v>
                </c:pt>
                <c:pt idx="161">
                  <c:v>120.28985507246367</c:v>
                </c:pt>
                <c:pt idx="162">
                  <c:v>119.73775017253269</c:v>
                </c:pt>
                <c:pt idx="163">
                  <c:v>117.25327812284323</c:v>
                </c:pt>
                <c:pt idx="164">
                  <c:v>116.0800552104899</c:v>
                </c:pt>
                <c:pt idx="165">
                  <c:v>113.59558316080047</c:v>
                </c:pt>
                <c:pt idx="166">
                  <c:v>114.73429951690814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D33E-458C-BC1C-3878220814A9}"/>
            </c:ext>
          </c:extLst>
        </c:ser>
        <c:ser>
          <c:idx val="14"/>
          <c:order val="14"/>
          <c:tx>
            <c:strRef>
              <c:f>EQ!$I$18</c:f>
              <c:strCache>
                <c:ptCount val="1"/>
                <c:pt idx="0">
                  <c:v>AIRR US</c:v>
                </c:pt>
              </c:strCache>
            </c:strRef>
          </c:tx>
          <c:spPr>
            <a:ln w="25400" cap="rnd">
              <a:solidFill>
                <a:schemeClr val="accent3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EQ!$J$3:$FT$3</c:f>
              <c:numCache>
                <c:formatCode>m/d/yyyy</c:formatCode>
                <c:ptCount val="167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</c:numCache>
            </c:numRef>
          </c:cat>
          <c:val>
            <c:numRef>
              <c:f>EQ!$J$18:$FT$18</c:f>
              <c:numCache>
                <c:formatCode>General</c:formatCode>
                <c:ptCount val="167"/>
                <c:pt idx="0" formatCode="0.0">
                  <c:v>100</c:v>
                </c:pt>
                <c:pt idx="1">
                  <c:v>103.25467860048821</c:v>
                </c:pt>
                <c:pt idx="2">
                  <c:v>106.32628152969895</c:v>
                </c:pt>
                <c:pt idx="3">
                  <c:v>107.50610252237591</c:v>
                </c:pt>
                <c:pt idx="4">
                  <c:v>106.33645240032546</c:v>
                </c:pt>
                <c:pt idx="5">
                  <c:v>107.2620016273393</c:v>
                </c:pt>
                <c:pt idx="6">
                  <c:v>109.4385679414158</c:v>
                </c:pt>
                <c:pt idx="7">
                  <c:v>110.73026851098456</c:v>
                </c:pt>
                <c:pt idx="8">
                  <c:v>111.56427990235966</c:v>
                </c:pt>
                <c:pt idx="9">
                  <c:v>111.56427990235966</c:v>
                </c:pt>
                <c:pt idx="10">
                  <c:v>114.01545972335234</c:v>
                </c:pt>
                <c:pt idx="11">
                  <c:v>115.48006509357204</c:v>
                </c:pt>
                <c:pt idx="12">
                  <c:v>115.48006509357204</c:v>
                </c:pt>
                <c:pt idx="13">
                  <c:v>113.60862489829131</c:v>
                </c:pt>
                <c:pt idx="14">
                  <c:v>116.32424735557366</c:v>
                </c:pt>
                <c:pt idx="15">
                  <c:v>116.40561432058585</c:v>
                </c:pt>
                <c:pt idx="16">
                  <c:v>114.0052888527258</c:v>
                </c:pt>
                <c:pt idx="17">
                  <c:v>114.2900732302685</c:v>
                </c:pt>
                <c:pt idx="18">
                  <c:v>115.22579332790886</c:v>
                </c:pt>
                <c:pt idx="19">
                  <c:v>114.81895850284782</c:v>
                </c:pt>
                <c:pt idx="20">
                  <c:v>114.54434499593162</c:v>
                </c:pt>
                <c:pt idx="21">
                  <c:v>112.08299430431242</c:v>
                </c:pt>
                <c:pt idx="22">
                  <c:v>114.44263628966635</c:v>
                </c:pt>
                <c:pt idx="23">
                  <c:v>117.40235964198533</c:v>
                </c:pt>
                <c:pt idx="24">
                  <c:v>115.52074857607808</c:v>
                </c:pt>
                <c:pt idx="25">
                  <c:v>115.42921074043934</c:v>
                </c:pt>
                <c:pt idx="26">
                  <c:v>120.52481692432869</c:v>
                </c:pt>
                <c:pt idx="27">
                  <c:v>121.94873881204228</c:v>
                </c:pt>
                <c:pt idx="28">
                  <c:v>121.21643612693244</c:v>
                </c:pt>
                <c:pt idx="29">
                  <c:v>122.40642799023591</c:v>
                </c:pt>
                <c:pt idx="30">
                  <c:v>119.27379983726601</c:v>
                </c:pt>
                <c:pt idx="31">
                  <c:v>121.1757526444263</c:v>
                </c:pt>
                <c:pt idx="32">
                  <c:v>121.1757526444263</c:v>
                </c:pt>
                <c:pt idx="33">
                  <c:v>120.4637917005695</c:v>
                </c:pt>
                <c:pt idx="34">
                  <c:v>120.89096826688358</c:v>
                </c:pt>
                <c:pt idx="35">
                  <c:v>122.72172497965819</c:v>
                </c:pt>
                <c:pt idx="36">
                  <c:v>124.01342554922697</c:v>
                </c:pt>
                <c:pt idx="37">
                  <c:v>121.19609438567936</c:v>
                </c:pt>
                <c:pt idx="38">
                  <c:v>122.08096013018708</c:v>
                </c:pt>
                <c:pt idx="39">
                  <c:v>121.0231895850284</c:v>
                </c:pt>
                <c:pt idx="40">
                  <c:v>121.88771358828308</c:v>
                </c:pt>
                <c:pt idx="41">
                  <c:v>120.20951993490634</c:v>
                </c:pt>
                <c:pt idx="42">
                  <c:v>121.51139137510161</c:v>
                </c:pt>
                <c:pt idx="43">
                  <c:v>119.12123677786809</c:v>
                </c:pt>
                <c:pt idx="44">
                  <c:v>119.97558991049623</c:v>
                </c:pt>
                <c:pt idx="45">
                  <c:v>115.41903986981275</c:v>
                </c:pt>
                <c:pt idx="46">
                  <c:v>112.29658258746939</c:v>
                </c:pt>
                <c:pt idx="47">
                  <c:v>115.0427176566313</c:v>
                </c:pt>
                <c:pt idx="48">
                  <c:v>114.17819365337662</c:v>
                </c:pt>
                <c:pt idx="49">
                  <c:v>114.15785191212356</c:v>
                </c:pt>
                <c:pt idx="50">
                  <c:v>111.13710333604546</c:v>
                </c:pt>
                <c:pt idx="51">
                  <c:v>110.41497152156214</c:v>
                </c:pt>
                <c:pt idx="52">
                  <c:v>112.41863303498766</c:v>
                </c:pt>
                <c:pt idx="53">
                  <c:v>113.29332790886886</c:v>
                </c:pt>
                <c:pt idx="54">
                  <c:v>112.19487388120409</c:v>
                </c:pt>
                <c:pt idx="55">
                  <c:v>113.08991049633833</c:v>
                </c:pt>
                <c:pt idx="56">
                  <c:v>109.5402766476809</c:v>
                </c:pt>
                <c:pt idx="57">
                  <c:v>112.33726606997543</c:v>
                </c:pt>
                <c:pt idx="58">
                  <c:v>114.17819365337657</c:v>
                </c:pt>
                <c:pt idx="59">
                  <c:v>115.4597233523188</c:v>
                </c:pt>
                <c:pt idx="60">
                  <c:v>110.94811816563831</c:v>
                </c:pt>
                <c:pt idx="61">
                  <c:v>111.71138259990934</c:v>
                </c:pt>
                <c:pt idx="62">
                  <c:v>107.78311497819439</c:v>
                </c:pt>
                <c:pt idx="63">
                  <c:v>112.73924537139435</c:v>
                </c:pt>
                <c:pt idx="64">
                  <c:v>115.16133784281443</c:v>
                </c:pt>
                <c:pt idx="65">
                  <c:v>114.86620892822964</c:v>
                </c:pt>
                <c:pt idx="66">
                  <c:v>114.86620892822964</c:v>
                </c:pt>
                <c:pt idx="67">
                  <c:v>115.60911964425344</c:v>
                </c:pt>
                <c:pt idx="68">
                  <c:v>115.43611303915202</c:v>
                </c:pt>
                <c:pt idx="69">
                  <c:v>121.26745331698277</c:v>
                </c:pt>
                <c:pt idx="70">
                  <c:v>122.763451608154</c:v>
                </c:pt>
                <c:pt idx="71">
                  <c:v>122.46832269356921</c:v>
                </c:pt>
                <c:pt idx="72">
                  <c:v>123.99485156211128</c:v>
                </c:pt>
                <c:pt idx="73">
                  <c:v>124.96165317885459</c:v>
                </c:pt>
                <c:pt idx="74">
                  <c:v>123.39441687381805</c:v>
                </c:pt>
                <c:pt idx="75">
                  <c:v>122.51920698918725</c:v>
                </c:pt>
                <c:pt idx="76">
                  <c:v>125.30766638905745</c:v>
                </c:pt>
                <c:pt idx="77">
                  <c:v>126.07093082332848</c:v>
                </c:pt>
                <c:pt idx="78">
                  <c:v>125.23642837519215</c:v>
                </c:pt>
                <c:pt idx="79">
                  <c:v>126.14216883719379</c:v>
                </c:pt>
                <c:pt idx="80">
                  <c:v>127.64834398748866</c:v>
                </c:pt>
                <c:pt idx="81">
                  <c:v>126.30499858317162</c:v>
                </c:pt>
                <c:pt idx="82">
                  <c:v>127.87223488820817</c:v>
                </c:pt>
                <c:pt idx="83">
                  <c:v>125.77580190874372</c:v>
                </c:pt>
                <c:pt idx="84">
                  <c:v>123.73025322489733</c:v>
                </c:pt>
                <c:pt idx="85">
                  <c:v>129.13416541953629</c:v>
                </c:pt>
                <c:pt idx="86">
                  <c:v>129.51070920710998</c:v>
                </c:pt>
                <c:pt idx="87">
                  <c:v>127.48551424151083</c:v>
                </c:pt>
                <c:pt idx="88">
                  <c:v>132.99119502738594</c:v>
                </c:pt>
                <c:pt idx="89">
                  <c:v>134.27347927696127</c:v>
                </c:pt>
                <c:pt idx="90">
                  <c:v>131.31201327198963</c:v>
                </c:pt>
                <c:pt idx="91">
                  <c:v>131.91244796028286</c:v>
                </c:pt>
                <c:pt idx="92">
                  <c:v>132.70624297192472</c:v>
                </c:pt>
                <c:pt idx="93">
                  <c:v>131.62749590482164</c:v>
                </c:pt>
                <c:pt idx="94">
                  <c:v>131.76997193255224</c:v>
                </c:pt>
                <c:pt idx="95">
                  <c:v>133.4186231105777</c:v>
                </c:pt>
                <c:pt idx="96">
                  <c:v>130.01955216329068</c:v>
                </c:pt>
                <c:pt idx="97">
                  <c:v>127.20056218604964</c:v>
                </c:pt>
                <c:pt idx="98">
                  <c:v>124.70723170076424</c:v>
                </c:pt>
                <c:pt idx="99">
                  <c:v>127.55675225537611</c:v>
                </c:pt>
                <c:pt idx="100">
                  <c:v>126.84437211672315</c:v>
                </c:pt>
                <c:pt idx="101">
                  <c:v>127.27180019991492</c:v>
                </c:pt>
                <c:pt idx="102">
                  <c:v>127.27180019991492</c:v>
                </c:pt>
                <c:pt idx="103">
                  <c:v>130.56910255596583</c:v>
                </c:pt>
                <c:pt idx="104">
                  <c:v>131.71908763693418</c:v>
                </c:pt>
                <c:pt idx="105">
                  <c:v>132.79783470403726</c:v>
                </c:pt>
                <c:pt idx="106">
                  <c:v>131.46466615884384</c:v>
                </c:pt>
                <c:pt idx="107">
                  <c:v>129.74477696695308</c:v>
                </c:pt>
                <c:pt idx="108">
                  <c:v>131.06776865302288</c:v>
                </c:pt>
                <c:pt idx="109">
                  <c:v>131.76997193255224</c:v>
                </c:pt>
                <c:pt idx="110">
                  <c:v>134.13100324923067</c:v>
                </c:pt>
                <c:pt idx="111">
                  <c:v>130.23326620488655</c:v>
                </c:pt>
                <c:pt idx="112">
                  <c:v>130.40627280998797</c:v>
                </c:pt>
                <c:pt idx="113">
                  <c:v>129.97884472679618</c:v>
                </c:pt>
                <c:pt idx="114">
                  <c:v>124.94129946060733</c:v>
                </c:pt>
                <c:pt idx="115">
                  <c:v>130.6606942880783</c:v>
                </c:pt>
                <c:pt idx="116">
                  <c:v>131.73944135518136</c:v>
                </c:pt>
                <c:pt idx="117">
                  <c:v>132.67571239455384</c:v>
                </c:pt>
                <c:pt idx="118">
                  <c:v>132.57394380331772</c:v>
                </c:pt>
                <c:pt idx="119">
                  <c:v>131.53590417270911</c:v>
                </c:pt>
                <c:pt idx="120">
                  <c:v>133.21508592810542</c:v>
                </c:pt>
                <c:pt idx="121">
                  <c:v>133.21508592810542</c:v>
                </c:pt>
                <c:pt idx="122">
                  <c:v>135.60664782215468</c:v>
                </c:pt>
                <c:pt idx="123">
                  <c:v>131.81067936904674</c:v>
                </c:pt>
                <c:pt idx="124">
                  <c:v>132.78765784491367</c:v>
                </c:pt>
                <c:pt idx="125">
                  <c:v>135.27081147107546</c:v>
                </c:pt>
                <c:pt idx="126">
                  <c:v>131.98368597414819</c:v>
                </c:pt>
                <c:pt idx="127">
                  <c:v>133.90711234851122</c:v>
                </c:pt>
                <c:pt idx="128">
                  <c:v>135.60664782215471</c:v>
                </c:pt>
                <c:pt idx="129">
                  <c:v>131.64784962306894</c:v>
                </c:pt>
                <c:pt idx="130">
                  <c:v>128.13683322542212</c:v>
                </c:pt>
                <c:pt idx="131">
                  <c:v>128.13683322542212</c:v>
                </c:pt>
                <c:pt idx="132">
                  <c:v>129.2155802925252</c:v>
                </c:pt>
                <c:pt idx="133">
                  <c:v>125.04306805184352</c:v>
                </c:pt>
                <c:pt idx="134">
                  <c:v>124.72758541901149</c:v>
                </c:pt>
                <c:pt idx="135">
                  <c:v>126.54924320213837</c:v>
                </c:pt>
                <c:pt idx="136">
                  <c:v>125.80633248611457</c:v>
                </c:pt>
                <c:pt idx="137">
                  <c:v>123.59795405629036</c:v>
                </c:pt>
                <c:pt idx="138">
                  <c:v>125.49084985328253</c:v>
                </c:pt>
                <c:pt idx="139">
                  <c:v>125.40943498029361</c:v>
                </c:pt>
                <c:pt idx="140">
                  <c:v>124.42227964530306</c:v>
                </c:pt>
                <c:pt idx="141">
                  <c:v>123.26211770521108</c:v>
                </c:pt>
                <c:pt idx="142">
                  <c:v>122.3360235249622</c:v>
                </c:pt>
                <c:pt idx="143">
                  <c:v>125.31784324818108</c:v>
                </c:pt>
                <c:pt idx="144">
                  <c:v>125.81650934523816</c:v>
                </c:pt>
                <c:pt idx="145">
                  <c:v>126.38641345616053</c:v>
                </c:pt>
                <c:pt idx="146">
                  <c:v>123.26211770521107</c:v>
                </c:pt>
                <c:pt idx="147">
                  <c:v>122.53956070743448</c:v>
                </c:pt>
                <c:pt idx="148">
                  <c:v>118.071919552168</c:v>
                </c:pt>
                <c:pt idx="149">
                  <c:v>112.31181728820256</c:v>
                </c:pt>
                <c:pt idx="150">
                  <c:v>117.2577708222789</c:v>
                </c:pt>
                <c:pt idx="151">
                  <c:v>119.12013604190022</c:v>
                </c:pt>
                <c:pt idx="152">
                  <c:v>122.37673096145666</c:v>
                </c:pt>
                <c:pt idx="153">
                  <c:v>124.8293540102476</c:v>
                </c:pt>
                <c:pt idx="154">
                  <c:v>124.21874246283078</c:v>
                </c:pt>
                <c:pt idx="155">
                  <c:v>123.2824714234583</c:v>
                </c:pt>
                <c:pt idx="156">
                  <c:v>125.72491761312565</c:v>
                </c:pt>
                <c:pt idx="157">
                  <c:v>124.60546310952812</c:v>
                </c:pt>
                <c:pt idx="158">
                  <c:v>125.14483664307964</c:v>
                </c:pt>
                <c:pt idx="159">
                  <c:v>125.63332588101311</c:v>
                </c:pt>
                <c:pt idx="160">
                  <c:v>124.95147631973099</c:v>
                </c:pt>
                <c:pt idx="161">
                  <c:v>126.95631756708293</c:v>
                </c:pt>
                <c:pt idx="162">
                  <c:v>127.06826301744269</c:v>
                </c:pt>
                <c:pt idx="163">
                  <c:v>122.40726153882754</c:v>
                </c:pt>
                <c:pt idx="164">
                  <c:v>120.29047484111587</c:v>
                </c:pt>
                <c:pt idx="165">
                  <c:v>117.42060056825675</c:v>
                </c:pt>
                <c:pt idx="166">
                  <c:v>117.30865511789699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E-D33E-458C-BC1C-3878220814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25654912"/>
        <c:axId val="1575770799"/>
      </c:lineChart>
      <c:dateAx>
        <c:axId val="425654912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33A0"/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1575770799"/>
        <c:crosses val="autoZero"/>
        <c:auto val="1"/>
        <c:lblOffset val="100"/>
        <c:baseTimeUnit val="days"/>
      </c:dateAx>
      <c:valAx>
        <c:axId val="1575770799"/>
        <c:scaling>
          <c:orientation val="minMax"/>
          <c:min val="8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33A0"/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4256549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0033A0"/>
              </a:solidFill>
              <a:latin typeface="+mn-lt"/>
              <a:ea typeface="+mn-ea"/>
              <a:cs typeface="+mn-cs"/>
            </a:defRPr>
          </a:pPr>
          <a:endParaRPr lang="es-P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rgbClr val="0033A0"/>
          </a:solidFill>
        </a:defRPr>
      </a:pPr>
      <a:endParaRPr lang="es-PE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RF!#REF!</c:f>
              <c:strCache>
                <c:ptCount val="1"/>
                <c:pt idx="0">
                  <c:v>#REF!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B36-4797-8BC2-A3C12C0C5D17}"/>
            </c:ext>
          </c:extLst>
        </c:ser>
        <c:ser>
          <c:idx val="1"/>
          <c:order val="1"/>
          <c:tx>
            <c:strRef>
              <c:f>RF!#REF!</c:f>
              <c:strCache>
                <c:ptCount val="1"/>
                <c:pt idx="0">
                  <c:v>#REF!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B36-4797-8BC2-A3C12C0C5D17}"/>
            </c:ext>
          </c:extLst>
        </c:ser>
        <c:ser>
          <c:idx val="2"/>
          <c:order val="2"/>
          <c:tx>
            <c:strRef>
              <c:f>RF!#REF!</c:f>
              <c:strCache>
                <c:ptCount val="1"/>
                <c:pt idx="0">
                  <c:v>#REF!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B36-4797-8BC2-A3C12C0C5D17}"/>
            </c:ext>
          </c:extLst>
        </c:ser>
        <c:ser>
          <c:idx val="3"/>
          <c:order val="3"/>
          <c:tx>
            <c:strRef>
              <c:f>RF!#REF!</c:f>
              <c:strCache>
                <c:ptCount val="1"/>
                <c:pt idx="0">
                  <c:v>#REF!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B36-4797-8BC2-A3C12C0C5D17}"/>
            </c:ext>
          </c:extLst>
        </c:ser>
        <c:ser>
          <c:idx val="4"/>
          <c:order val="4"/>
          <c:tx>
            <c:strRef>
              <c:f>RF!#REF!</c:f>
              <c:strCache>
                <c:ptCount val="1"/>
                <c:pt idx="0">
                  <c:v>#REF!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AB36-4797-8BC2-A3C12C0C5D17}"/>
            </c:ext>
          </c:extLst>
        </c:ser>
        <c:ser>
          <c:idx val="5"/>
          <c:order val="5"/>
          <c:tx>
            <c:strRef>
              <c:f>RF!$H$17</c:f>
              <c:strCache>
                <c:ptCount val="1"/>
                <c:pt idx="0">
                  <c:v>HYG US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RF!$I$17:$FT$17</c:f>
              <c:numCache>
                <c:formatCode>General</c:formatCode>
                <c:ptCount val="168"/>
                <c:pt idx="0">
                  <c:v>100</c:v>
                </c:pt>
                <c:pt idx="1">
                  <c:v>100.04960932655339</c:v>
                </c:pt>
                <c:pt idx="2">
                  <c:v>100.31005829095869</c:v>
                </c:pt>
                <c:pt idx="3">
                  <c:v>100.3348629542354</c:v>
                </c:pt>
                <c:pt idx="4">
                  <c:v>100.31005829095869</c:v>
                </c:pt>
                <c:pt idx="5">
                  <c:v>100.38447228078878</c:v>
                </c:pt>
                <c:pt idx="6">
                  <c:v>100.45888627061886</c:v>
                </c:pt>
                <c:pt idx="7">
                  <c:v>100.50849559717227</c:v>
                </c:pt>
                <c:pt idx="8">
                  <c:v>100.50849559717227</c:v>
                </c:pt>
                <c:pt idx="9">
                  <c:v>100.50849559717227</c:v>
                </c:pt>
                <c:pt idx="10">
                  <c:v>100.50849559717227</c:v>
                </c:pt>
                <c:pt idx="11">
                  <c:v>100.57050725536401</c:v>
                </c:pt>
                <c:pt idx="12">
                  <c:v>100.57050725536401</c:v>
                </c:pt>
                <c:pt idx="13">
                  <c:v>100.31005829095869</c:v>
                </c:pt>
                <c:pt idx="14">
                  <c:v>100.60771425027907</c:v>
                </c:pt>
                <c:pt idx="15">
                  <c:v>100.68212824010917</c:v>
                </c:pt>
                <c:pt idx="16">
                  <c:v>100.63251891355577</c:v>
                </c:pt>
                <c:pt idx="17">
                  <c:v>100.68212824010918</c:v>
                </c:pt>
                <c:pt idx="18">
                  <c:v>100.66972590847082</c:v>
                </c:pt>
                <c:pt idx="19">
                  <c:v>100.50849559717231</c:v>
                </c:pt>
                <c:pt idx="20">
                  <c:v>100.49609326553396</c:v>
                </c:pt>
                <c:pt idx="21">
                  <c:v>100.60771425027909</c:v>
                </c:pt>
                <c:pt idx="22">
                  <c:v>100.66839696553794</c:v>
                </c:pt>
                <c:pt idx="23">
                  <c:v>100.60607902758726</c:v>
                </c:pt>
                <c:pt idx="24">
                  <c:v>100.48144315168589</c:v>
                </c:pt>
                <c:pt idx="25">
                  <c:v>100.36927086337465</c:v>
                </c:pt>
                <c:pt idx="26">
                  <c:v>100.7182513158985</c:v>
                </c:pt>
                <c:pt idx="27">
                  <c:v>100.85535077938999</c:v>
                </c:pt>
                <c:pt idx="28">
                  <c:v>100.7556420786689</c:v>
                </c:pt>
                <c:pt idx="29">
                  <c:v>100.74317849107877</c:v>
                </c:pt>
                <c:pt idx="30">
                  <c:v>100.69332414071822</c:v>
                </c:pt>
                <c:pt idx="31">
                  <c:v>100.76810566625902</c:v>
                </c:pt>
                <c:pt idx="32">
                  <c:v>100.76810566625902</c:v>
                </c:pt>
                <c:pt idx="33">
                  <c:v>100.71825131589847</c:v>
                </c:pt>
                <c:pt idx="34">
                  <c:v>100.84288719179983</c:v>
                </c:pt>
                <c:pt idx="35">
                  <c:v>100.88027795457025</c:v>
                </c:pt>
                <c:pt idx="36">
                  <c:v>100.95505948011106</c:v>
                </c:pt>
                <c:pt idx="37">
                  <c:v>100.79303284143928</c:v>
                </c:pt>
                <c:pt idx="38">
                  <c:v>100.71825131589846</c:v>
                </c:pt>
                <c:pt idx="39">
                  <c:v>100.85535077938995</c:v>
                </c:pt>
                <c:pt idx="40">
                  <c:v>100.76810566625899</c:v>
                </c:pt>
                <c:pt idx="41">
                  <c:v>100.60607902758721</c:v>
                </c:pt>
                <c:pt idx="42">
                  <c:v>100.54813484584197</c:v>
                </c:pt>
                <c:pt idx="43">
                  <c:v>100.34773995825684</c:v>
                </c:pt>
                <c:pt idx="44">
                  <c:v>100.69843101153083</c:v>
                </c:pt>
                <c:pt idx="45">
                  <c:v>100.29764123636055</c:v>
                </c:pt>
                <c:pt idx="46">
                  <c:v>99.809178697871772</c:v>
                </c:pt>
                <c:pt idx="47">
                  <c:v>100.41036336062719</c:v>
                </c:pt>
                <c:pt idx="48">
                  <c:v>100.24754251446427</c:v>
                </c:pt>
                <c:pt idx="49">
                  <c:v>100.02209826593098</c:v>
                </c:pt>
                <c:pt idx="50">
                  <c:v>99.38333956175336</c:v>
                </c:pt>
                <c:pt idx="51">
                  <c:v>99.195469354642299</c:v>
                </c:pt>
                <c:pt idx="52">
                  <c:v>99.508586366494086</c:v>
                </c:pt>
                <c:pt idx="53">
                  <c:v>99.959474863560644</c:v>
                </c:pt>
                <c:pt idx="54">
                  <c:v>99.445962964123737</c:v>
                </c:pt>
                <c:pt idx="55">
                  <c:v>99.771604656449568</c:v>
                </c:pt>
                <c:pt idx="56">
                  <c:v>98.844778301368322</c:v>
                </c:pt>
                <c:pt idx="57">
                  <c:v>99.496061686020013</c:v>
                </c:pt>
                <c:pt idx="58">
                  <c:v>99.157895313220095</c:v>
                </c:pt>
                <c:pt idx="59">
                  <c:v>99.471012325071882</c:v>
                </c:pt>
                <c:pt idx="60">
                  <c:v>98.844778301368336</c:v>
                </c:pt>
                <c:pt idx="61">
                  <c:v>98.594284691886912</c:v>
                </c:pt>
                <c:pt idx="62">
                  <c:v>98.707006816153552</c:v>
                </c:pt>
                <c:pt idx="63">
                  <c:v>99.646357851708871</c:v>
                </c:pt>
                <c:pt idx="64">
                  <c:v>99.890175712752168</c:v>
                </c:pt>
                <c:pt idx="65">
                  <c:v>100.12929796782868</c:v>
                </c:pt>
                <c:pt idx="66">
                  <c:v>100.12929796782868</c:v>
                </c:pt>
                <c:pt idx="67">
                  <c:v>100.30549331367453</c:v>
                </c:pt>
                <c:pt idx="68">
                  <c:v>100.33066407736681</c:v>
                </c:pt>
                <c:pt idx="69">
                  <c:v>100.92217702413502</c:v>
                </c:pt>
                <c:pt idx="70">
                  <c:v>101.03544546075022</c:v>
                </c:pt>
                <c:pt idx="71">
                  <c:v>100.63271324167398</c:v>
                </c:pt>
                <c:pt idx="72">
                  <c:v>101.01027469705797</c:v>
                </c:pt>
                <c:pt idx="73">
                  <c:v>101.31232386136514</c:v>
                </c:pt>
                <c:pt idx="74">
                  <c:v>101.26198233398061</c:v>
                </c:pt>
                <c:pt idx="75">
                  <c:v>101.12354313367315</c:v>
                </c:pt>
                <c:pt idx="76">
                  <c:v>101.50110458905715</c:v>
                </c:pt>
                <c:pt idx="77">
                  <c:v>101.41300691613421</c:v>
                </c:pt>
                <c:pt idx="78">
                  <c:v>101.14871389736544</c:v>
                </c:pt>
                <c:pt idx="79">
                  <c:v>101.31232386136516</c:v>
                </c:pt>
                <c:pt idx="80">
                  <c:v>101.14871389736545</c:v>
                </c:pt>
                <c:pt idx="81">
                  <c:v>101.28715309767291</c:v>
                </c:pt>
                <c:pt idx="82">
                  <c:v>101.32490924321132</c:v>
                </c:pt>
                <c:pt idx="83">
                  <c:v>101.18647004290388</c:v>
                </c:pt>
                <c:pt idx="84">
                  <c:v>100.84666473305829</c:v>
                </c:pt>
                <c:pt idx="85">
                  <c:v>101.16129927921159</c:v>
                </c:pt>
                <c:pt idx="86">
                  <c:v>101.28618517082978</c:v>
                </c:pt>
                <c:pt idx="87">
                  <c:v>100.9572517690759</c:v>
                </c:pt>
                <c:pt idx="88">
                  <c:v>101.10906718527001</c:v>
                </c:pt>
                <c:pt idx="89">
                  <c:v>101.41269801765822</c:v>
                </c:pt>
                <c:pt idx="90">
                  <c:v>101.03315947717297</c:v>
                </c:pt>
                <c:pt idx="91">
                  <c:v>101.38739544829255</c:v>
                </c:pt>
                <c:pt idx="92">
                  <c:v>101.1849748933671</c:v>
                </c:pt>
                <c:pt idx="93">
                  <c:v>101.04581076185585</c:v>
                </c:pt>
                <c:pt idx="94">
                  <c:v>101.0964159005872</c:v>
                </c:pt>
                <c:pt idx="95">
                  <c:v>101.02050819249015</c:v>
                </c:pt>
                <c:pt idx="96">
                  <c:v>100.52710808985933</c:v>
                </c:pt>
                <c:pt idx="97">
                  <c:v>100.62831836732208</c:v>
                </c:pt>
                <c:pt idx="98">
                  <c:v>100.38794395834807</c:v>
                </c:pt>
                <c:pt idx="99">
                  <c:v>101.03315947717299</c:v>
                </c:pt>
                <c:pt idx="100">
                  <c:v>101.08376461590436</c:v>
                </c:pt>
                <c:pt idx="101">
                  <c:v>101.09641590058719</c:v>
                </c:pt>
                <c:pt idx="102">
                  <c:v>101.09641590058719</c:v>
                </c:pt>
                <c:pt idx="103">
                  <c:v>101.43800058702394</c:v>
                </c:pt>
                <c:pt idx="104">
                  <c:v>101.37474416360972</c:v>
                </c:pt>
                <c:pt idx="105">
                  <c:v>101.50125701043815</c:v>
                </c:pt>
                <c:pt idx="106">
                  <c:v>101.60246728790088</c:v>
                </c:pt>
                <c:pt idx="107">
                  <c:v>101.52485748545963</c:v>
                </c:pt>
                <c:pt idx="108">
                  <c:v>101.60115372104491</c:v>
                </c:pt>
                <c:pt idx="109">
                  <c:v>101.32140085723228</c:v>
                </c:pt>
                <c:pt idx="110">
                  <c:v>101.51214144619544</c:v>
                </c:pt>
                <c:pt idx="111">
                  <c:v>101.00349987562701</c:v>
                </c:pt>
                <c:pt idx="112">
                  <c:v>101.14337630753333</c:v>
                </c:pt>
                <c:pt idx="113">
                  <c:v>101.245104621647</c:v>
                </c:pt>
                <c:pt idx="114">
                  <c:v>101.05436403268382</c:v>
                </c:pt>
                <c:pt idx="115">
                  <c:v>101.65201787810172</c:v>
                </c:pt>
                <c:pt idx="116">
                  <c:v>101.65201787810172</c:v>
                </c:pt>
                <c:pt idx="117">
                  <c:v>101.77917827074383</c:v>
                </c:pt>
                <c:pt idx="118">
                  <c:v>101.76646223147961</c:v>
                </c:pt>
                <c:pt idx="119">
                  <c:v>101.38498105355329</c:v>
                </c:pt>
                <c:pt idx="120">
                  <c:v>101.7410301529512</c:v>
                </c:pt>
                <c:pt idx="121">
                  <c:v>101.7410301529512</c:v>
                </c:pt>
                <c:pt idx="122">
                  <c:v>101.6520178781017</c:v>
                </c:pt>
                <c:pt idx="123">
                  <c:v>101.56300560325224</c:v>
                </c:pt>
                <c:pt idx="124">
                  <c:v>101.5375735247238</c:v>
                </c:pt>
                <c:pt idx="125">
                  <c:v>101.57572164251643</c:v>
                </c:pt>
                <c:pt idx="126">
                  <c:v>101.51214144619537</c:v>
                </c:pt>
                <c:pt idx="127">
                  <c:v>101.74103015295118</c:v>
                </c:pt>
                <c:pt idx="128">
                  <c:v>101.69016599589433</c:v>
                </c:pt>
                <c:pt idx="129">
                  <c:v>101.67584655169283</c:v>
                </c:pt>
                <c:pt idx="130">
                  <c:v>101.82914598109605</c:v>
                </c:pt>
                <c:pt idx="131">
                  <c:v>101.82914598109605</c:v>
                </c:pt>
                <c:pt idx="132">
                  <c:v>102.03354522030038</c:v>
                </c:pt>
                <c:pt idx="133">
                  <c:v>101.89302074334742</c:v>
                </c:pt>
                <c:pt idx="134">
                  <c:v>101.76527121884472</c:v>
                </c:pt>
                <c:pt idx="135">
                  <c:v>101.88024579089715</c:v>
                </c:pt>
                <c:pt idx="136">
                  <c:v>101.82914598109606</c:v>
                </c:pt>
                <c:pt idx="137">
                  <c:v>101.58642188454095</c:v>
                </c:pt>
                <c:pt idx="138">
                  <c:v>101.79082112374527</c:v>
                </c:pt>
                <c:pt idx="139">
                  <c:v>101.95689550559877</c:v>
                </c:pt>
                <c:pt idx="140">
                  <c:v>101.94412055314849</c:v>
                </c:pt>
                <c:pt idx="141">
                  <c:v>101.75249626639447</c:v>
                </c:pt>
                <c:pt idx="142">
                  <c:v>101.79082112374529</c:v>
                </c:pt>
                <c:pt idx="143">
                  <c:v>101.75249626639447</c:v>
                </c:pt>
                <c:pt idx="144">
                  <c:v>101.58642188454097</c:v>
                </c:pt>
                <c:pt idx="145">
                  <c:v>101.21594826348317</c:v>
                </c:pt>
                <c:pt idx="146">
                  <c:v>101.21594826348317</c:v>
                </c:pt>
                <c:pt idx="147">
                  <c:v>101.26704807328423</c:v>
                </c:pt>
                <c:pt idx="148">
                  <c:v>101.45867236003829</c:v>
                </c:pt>
                <c:pt idx="149">
                  <c:v>101.22872321593344</c:v>
                </c:pt>
                <c:pt idx="150">
                  <c:v>101.52254712228964</c:v>
                </c:pt>
                <c:pt idx="151">
                  <c:v>101.53532207473991</c:v>
                </c:pt>
                <c:pt idx="152">
                  <c:v>101.81040529173094</c:v>
                </c:pt>
                <c:pt idx="153">
                  <c:v>102.11849377073756</c:v>
                </c:pt>
                <c:pt idx="154">
                  <c:v>102.07998271086173</c:v>
                </c:pt>
                <c:pt idx="155">
                  <c:v>102.00296059111007</c:v>
                </c:pt>
                <c:pt idx="156">
                  <c:v>102.19551589048922</c:v>
                </c:pt>
                <c:pt idx="157">
                  <c:v>102.0286346310273</c:v>
                </c:pt>
                <c:pt idx="158">
                  <c:v>102.06714569090313</c:v>
                </c:pt>
                <c:pt idx="159">
                  <c:v>102.19551589048923</c:v>
                </c:pt>
                <c:pt idx="160">
                  <c:v>102.4265822497442</c:v>
                </c:pt>
                <c:pt idx="161">
                  <c:v>102.32388609007532</c:v>
                </c:pt>
                <c:pt idx="162">
                  <c:v>102.19551589048923</c:v>
                </c:pt>
                <c:pt idx="163">
                  <c:v>102.09281973082035</c:v>
                </c:pt>
                <c:pt idx="164">
                  <c:v>102.32388609007531</c:v>
                </c:pt>
                <c:pt idx="165">
                  <c:v>102.13133079069618</c:v>
                </c:pt>
                <c:pt idx="166">
                  <c:v>102.19551589048923</c:v>
                </c:pt>
                <c:pt idx="167">
                  <c:v>102.19551589048923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AB36-4797-8BC2-A3C12C0C5D17}"/>
            </c:ext>
          </c:extLst>
        </c:ser>
        <c:ser>
          <c:idx val="6"/>
          <c:order val="6"/>
          <c:tx>
            <c:strRef>
              <c:f>RF!#REF!</c:f>
              <c:strCache>
                <c:ptCount val="1"/>
                <c:pt idx="0">
                  <c:v>#REF!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AB36-4797-8BC2-A3C12C0C5D17}"/>
            </c:ext>
          </c:extLst>
        </c:ser>
        <c:ser>
          <c:idx val="7"/>
          <c:order val="7"/>
          <c:tx>
            <c:strRef>
              <c:f>RF!#REF!</c:f>
              <c:strCache>
                <c:ptCount val="1"/>
                <c:pt idx="0">
                  <c:v>#REF!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AB36-4797-8BC2-A3C12C0C5D17}"/>
            </c:ext>
          </c:extLst>
        </c:ser>
        <c:ser>
          <c:idx val="8"/>
          <c:order val="8"/>
          <c:tx>
            <c:strRef>
              <c:f>RF!$H$18</c:f>
              <c:strCache>
                <c:ptCount val="1"/>
                <c:pt idx="0">
                  <c:v>BBFCBIU LX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RF!$I$18:$FT$18</c:f>
              <c:numCache>
                <c:formatCode>General</c:formatCode>
                <c:ptCount val="168"/>
                <c:pt idx="0">
                  <c:v>100</c:v>
                </c:pt>
                <c:pt idx="1">
                  <c:v>100.03164843114205</c:v>
                </c:pt>
                <c:pt idx="2">
                  <c:v>100.0632968622841</c:v>
                </c:pt>
                <c:pt idx="3">
                  <c:v>100.10398770232389</c:v>
                </c:pt>
                <c:pt idx="4">
                  <c:v>100.18989058685234</c:v>
                </c:pt>
                <c:pt idx="5">
                  <c:v>100.24414504023872</c:v>
                </c:pt>
                <c:pt idx="6">
                  <c:v>100.43855683153993</c:v>
                </c:pt>
                <c:pt idx="7">
                  <c:v>100.71035519929622</c:v>
                </c:pt>
                <c:pt idx="8">
                  <c:v>100.9096740023175</c:v>
                </c:pt>
                <c:pt idx="9">
                  <c:v>100.95950370307283</c:v>
                </c:pt>
                <c:pt idx="10">
                  <c:v>100.99121351264438</c:v>
                </c:pt>
                <c:pt idx="11">
                  <c:v>101.03198326780782</c:v>
                </c:pt>
                <c:pt idx="12">
                  <c:v>101.09993285974689</c:v>
                </c:pt>
                <c:pt idx="13">
                  <c:v>101.11805275093063</c:v>
                </c:pt>
                <c:pt idx="14">
                  <c:v>100.95497373027686</c:v>
                </c:pt>
                <c:pt idx="15">
                  <c:v>100.71941514488807</c:v>
                </c:pt>
                <c:pt idx="16">
                  <c:v>100.87796419274589</c:v>
                </c:pt>
                <c:pt idx="17">
                  <c:v>101.20865220684937</c:v>
                </c:pt>
                <c:pt idx="18">
                  <c:v>101.25395193480875</c:v>
                </c:pt>
                <c:pt idx="19">
                  <c:v>101.35361133631939</c:v>
                </c:pt>
                <c:pt idx="20">
                  <c:v>101.50310043858535</c:v>
                </c:pt>
                <c:pt idx="21">
                  <c:v>101.58463994891223</c:v>
                </c:pt>
                <c:pt idx="22">
                  <c:v>101.5801099761163</c:v>
                </c:pt>
                <c:pt idx="23">
                  <c:v>101.65258954085131</c:v>
                </c:pt>
                <c:pt idx="24">
                  <c:v>101.71600915999443</c:v>
                </c:pt>
                <c:pt idx="25">
                  <c:v>101.92438790860759</c:v>
                </c:pt>
                <c:pt idx="26">
                  <c:v>101.95156774538322</c:v>
                </c:pt>
                <c:pt idx="27">
                  <c:v>101.77942877913758</c:v>
                </c:pt>
                <c:pt idx="28">
                  <c:v>101.81566856150506</c:v>
                </c:pt>
                <c:pt idx="29">
                  <c:v>101.89267809903603</c:v>
                </c:pt>
                <c:pt idx="30">
                  <c:v>101.93344785419949</c:v>
                </c:pt>
                <c:pt idx="31">
                  <c:v>101.87002823505635</c:v>
                </c:pt>
                <c:pt idx="32">
                  <c:v>102.00592741893449</c:v>
                </c:pt>
                <c:pt idx="33">
                  <c:v>101.96062769097512</c:v>
                </c:pt>
                <c:pt idx="34">
                  <c:v>102.06934703807762</c:v>
                </c:pt>
                <c:pt idx="35">
                  <c:v>102.13276665722076</c:v>
                </c:pt>
                <c:pt idx="36">
                  <c:v>102.31396556905828</c:v>
                </c:pt>
                <c:pt idx="37">
                  <c:v>102.36379526981361</c:v>
                </c:pt>
                <c:pt idx="38">
                  <c:v>102.39097510658924</c:v>
                </c:pt>
                <c:pt idx="39">
                  <c:v>102.45439472573237</c:v>
                </c:pt>
                <c:pt idx="40">
                  <c:v>102.41815494336488</c:v>
                </c:pt>
                <c:pt idx="41">
                  <c:v>102.43627483454864</c:v>
                </c:pt>
                <c:pt idx="42">
                  <c:v>102.48610453530397</c:v>
                </c:pt>
                <c:pt idx="43">
                  <c:v>102.08293695646546</c:v>
                </c:pt>
                <c:pt idx="44">
                  <c:v>101.58010997611633</c:v>
                </c:pt>
                <c:pt idx="45">
                  <c:v>100.80548462801092</c:v>
                </c:pt>
                <c:pt idx="46">
                  <c:v>101.49857046578944</c:v>
                </c:pt>
                <c:pt idx="47">
                  <c:v>101.34002141793161</c:v>
                </c:pt>
                <c:pt idx="48">
                  <c:v>100.90061405672562</c:v>
                </c:pt>
                <c:pt idx="49">
                  <c:v>100.38872713078462</c:v>
                </c:pt>
                <c:pt idx="50">
                  <c:v>100.67864538972465</c:v>
                </c:pt>
                <c:pt idx="51">
                  <c:v>100.67864538972465</c:v>
                </c:pt>
                <c:pt idx="52">
                  <c:v>99.66846145623046</c:v>
                </c:pt>
                <c:pt idx="53">
                  <c:v>99.36948325169854</c:v>
                </c:pt>
                <c:pt idx="54">
                  <c:v>99.94025982398675</c:v>
                </c:pt>
                <c:pt idx="55">
                  <c:v>100.32530751164148</c:v>
                </c:pt>
                <c:pt idx="56">
                  <c:v>100.18487835496741</c:v>
                </c:pt>
                <c:pt idx="57">
                  <c:v>99.600511864291406</c:v>
                </c:pt>
                <c:pt idx="58">
                  <c:v>99.124864720717895</c:v>
                </c:pt>
                <c:pt idx="59">
                  <c:v>98.893836108125058</c:v>
                </c:pt>
                <c:pt idx="60">
                  <c:v>99.025205319207259</c:v>
                </c:pt>
                <c:pt idx="61">
                  <c:v>99.50085246278077</c:v>
                </c:pt>
                <c:pt idx="62">
                  <c:v>99.088624938350392</c:v>
                </c:pt>
                <c:pt idx="63">
                  <c:v>98.490668529286552</c:v>
                </c:pt>
                <c:pt idx="64">
                  <c:v>98.354769345408414</c:v>
                </c:pt>
                <c:pt idx="65">
                  <c:v>98.776056815430664</c:v>
                </c:pt>
                <c:pt idx="66">
                  <c:v>99.709231211393927</c:v>
                </c:pt>
                <c:pt idx="67">
                  <c:v>99.709231211393927</c:v>
                </c:pt>
                <c:pt idx="68">
                  <c:v>99.709231211393927</c:v>
                </c:pt>
                <c:pt idx="69">
                  <c:v>99.392133115678249</c:v>
                </c:pt>
                <c:pt idx="70">
                  <c:v>99.609571809883263</c:v>
                </c:pt>
                <c:pt idx="71">
                  <c:v>101.11805275093067</c:v>
                </c:pt>
                <c:pt idx="72">
                  <c:v>100.92326392070534</c:v>
                </c:pt>
                <c:pt idx="73">
                  <c:v>101.14976256050224</c:v>
                </c:pt>
                <c:pt idx="74">
                  <c:v>100.99121351264441</c:v>
                </c:pt>
                <c:pt idx="75">
                  <c:v>101.31284158115602</c:v>
                </c:pt>
                <c:pt idx="76">
                  <c:v>101.34002141793167</c:v>
                </c:pt>
                <c:pt idx="77">
                  <c:v>101.41250098266669</c:v>
                </c:pt>
                <c:pt idx="78">
                  <c:v>101.72959907838235</c:v>
                </c:pt>
                <c:pt idx="79">
                  <c:v>101.70241924160672</c:v>
                </c:pt>
                <c:pt idx="80">
                  <c:v>101.78848872472955</c:v>
                </c:pt>
                <c:pt idx="81">
                  <c:v>101.76583886074987</c:v>
                </c:pt>
                <c:pt idx="82">
                  <c:v>101.68429935042298</c:v>
                </c:pt>
                <c:pt idx="83">
                  <c:v>101.63446964966766</c:v>
                </c:pt>
                <c:pt idx="84">
                  <c:v>101.66164948644328</c:v>
                </c:pt>
                <c:pt idx="85">
                  <c:v>101.54836988057944</c:v>
                </c:pt>
                <c:pt idx="86">
                  <c:v>101.5030580382339</c:v>
                </c:pt>
                <c:pt idx="87">
                  <c:v>101.5030580382339</c:v>
                </c:pt>
                <c:pt idx="88">
                  <c:v>101.5030580382339</c:v>
                </c:pt>
                <c:pt idx="89">
                  <c:v>101.42149672201195</c:v>
                </c:pt>
                <c:pt idx="90">
                  <c:v>101.512120406703</c:v>
                </c:pt>
                <c:pt idx="91">
                  <c:v>101.92898935628193</c:v>
                </c:pt>
                <c:pt idx="92">
                  <c:v>101.98789475133114</c:v>
                </c:pt>
                <c:pt idx="93">
                  <c:v>101.87914632970185</c:v>
                </c:pt>
                <c:pt idx="94">
                  <c:v>101.82477211888721</c:v>
                </c:pt>
                <c:pt idx="95">
                  <c:v>101.57102580175221</c:v>
                </c:pt>
                <c:pt idx="96">
                  <c:v>101.57102580175221</c:v>
                </c:pt>
                <c:pt idx="97">
                  <c:v>101.54383869634489</c:v>
                </c:pt>
                <c:pt idx="98">
                  <c:v>101.30821711614811</c:v>
                </c:pt>
                <c:pt idx="99">
                  <c:v>101.25837408956802</c:v>
                </c:pt>
                <c:pt idx="100">
                  <c:v>101.09072027288954</c:v>
                </c:pt>
                <c:pt idx="101">
                  <c:v>101.2900923792099</c:v>
                </c:pt>
                <c:pt idx="102">
                  <c:v>101.48040211706116</c:v>
                </c:pt>
                <c:pt idx="103">
                  <c:v>101.48040211706116</c:v>
                </c:pt>
                <c:pt idx="104">
                  <c:v>101.69336777608517</c:v>
                </c:pt>
                <c:pt idx="105">
                  <c:v>102.07851843602221</c:v>
                </c:pt>
                <c:pt idx="106">
                  <c:v>102.48786953254415</c:v>
                </c:pt>
                <c:pt idx="107">
                  <c:v>102.36051585807066</c:v>
                </c:pt>
                <c:pt idx="108">
                  <c:v>102.51970795116252</c:v>
                </c:pt>
                <c:pt idx="109">
                  <c:v>102.3377741304861</c:v>
                </c:pt>
                <c:pt idx="110">
                  <c:v>102.46057945944268</c:v>
                </c:pt>
                <c:pt idx="111">
                  <c:v>102.38780593117212</c:v>
                </c:pt>
                <c:pt idx="112">
                  <c:v>102.4196443497905</c:v>
                </c:pt>
                <c:pt idx="113">
                  <c:v>102.43328938634124</c:v>
                </c:pt>
                <c:pt idx="114">
                  <c:v>102.30138736635084</c:v>
                </c:pt>
                <c:pt idx="115">
                  <c:v>102.39690262220597</c:v>
                </c:pt>
                <c:pt idx="116">
                  <c:v>102.25135556566484</c:v>
                </c:pt>
                <c:pt idx="117">
                  <c:v>102.2331621835972</c:v>
                </c:pt>
                <c:pt idx="118">
                  <c:v>102.56519140633166</c:v>
                </c:pt>
                <c:pt idx="119">
                  <c:v>103.0154776125058</c:v>
                </c:pt>
                <c:pt idx="120">
                  <c:v>103.11554121387785</c:v>
                </c:pt>
                <c:pt idx="121">
                  <c:v>103.17466970559769</c:v>
                </c:pt>
                <c:pt idx="122">
                  <c:v>103.12008955939477</c:v>
                </c:pt>
                <c:pt idx="123">
                  <c:v>103.12008955939477</c:v>
                </c:pt>
                <c:pt idx="124">
                  <c:v>103.12008955939477</c:v>
                </c:pt>
                <c:pt idx="125">
                  <c:v>103.16557301456388</c:v>
                </c:pt>
                <c:pt idx="126">
                  <c:v>103.20650812421606</c:v>
                </c:pt>
                <c:pt idx="127">
                  <c:v>103.38389359937557</c:v>
                </c:pt>
                <c:pt idx="128">
                  <c:v>103.36115187179101</c:v>
                </c:pt>
                <c:pt idx="129">
                  <c:v>103.45211878212922</c:v>
                </c:pt>
                <c:pt idx="130">
                  <c:v>103.76140627727914</c:v>
                </c:pt>
                <c:pt idx="131">
                  <c:v>103.76140627727914</c:v>
                </c:pt>
                <c:pt idx="132">
                  <c:v>103.96153348002319</c:v>
                </c:pt>
                <c:pt idx="133">
                  <c:v>104.08888715449669</c:v>
                </c:pt>
                <c:pt idx="134">
                  <c:v>104.31175608482532</c:v>
                </c:pt>
                <c:pt idx="135">
                  <c:v>104.2571759386224</c:v>
                </c:pt>
                <c:pt idx="136">
                  <c:v>103.83417980554972</c:v>
                </c:pt>
                <c:pt idx="137">
                  <c:v>103.8569215331343</c:v>
                </c:pt>
                <c:pt idx="138">
                  <c:v>103.99337189864161</c:v>
                </c:pt>
                <c:pt idx="139">
                  <c:v>103.90695333382031</c:v>
                </c:pt>
                <c:pt idx="140">
                  <c:v>103.89330829726957</c:v>
                </c:pt>
                <c:pt idx="141">
                  <c:v>103.86146987865121</c:v>
                </c:pt>
                <c:pt idx="142">
                  <c:v>103.88875995175266</c:v>
                </c:pt>
                <c:pt idx="143">
                  <c:v>103.92059837037102</c:v>
                </c:pt>
                <c:pt idx="144">
                  <c:v>103.88875995175266</c:v>
                </c:pt>
                <c:pt idx="145">
                  <c:v>103.88875995175266</c:v>
                </c:pt>
                <c:pt idx="146">
                  <c:v>103.820534768999</c:v>
                </c:pt>
                <c:pt idx="147">
                  <c:v>103.39753863592632</c:v>
                </c:pt>
                <c:pt idx="148">
                  <c:v>103.30657172558811</c:v>
                </c:pt>
                <c:pt idx="149">
                  <c:v>103.7795996593468</c:v>
                </c:pt>
                <c:pt idx="150">
                  <c:v>103.72956785866079</c:v>
                </c:pt>
                <c:pt idx="151">
                  <c:v>103.54308569246746</c:v>
                </c:pt>
                <c:pt idx="152">
                  <c:v>103.63860094832259</c:v>
                </c:pt>
                <c:pt idx="153">
                  <c:v>103.90240498830339</c:v>
                </c:pt>
                <c:pt idx="154">
                  <c:v>104.35723953999444</c:v>
                </c:pt>
                <c:pt idx="155">
                  <c:v>104.68017207169508</c:v>
                </c:pt>
                <c:pt idx="156">
                  <c:v>104.80297740065166</c:v>
                </c:pt>
                <c:pt idx="157">
                  <c:v>104.8621058923715</c:v>
                </c:pt>
                <c:pt idx="158">
                  <c:v>104.88484761995603</c:v>
                </c:pt>
                <c:pt idx="159">
                  <c:v>104.89849265650676</c:v>
                </c:pt>
                <c:pt idx="160">
                  <c:v>104.7802356730671</c:v>
                </c:pt>
                <c:pt idx="161">
                  <c:v>104.68482809603313</c:v>
                </c:pt>
                <c:pt idx="162">
                  <c:v>104.7756924551131</c:v>
                </c:pt>
                <c:pt idx="163">
                  <c:v>104.7529763653431</c:v>
                </c:pt>
                <c:pt idx="164">
                  <c:v>104.68028487807912</c:v>
                </c:pt>
                <c:pt idx="165">
                  <c:v>104.38951892902323</c:v>
                </c:pt>
                <c:pt idx="166">
                  <c:v>104.28048169812725</c:v>
                </c:pt>
                <c:pt idx="167">
                  <c:v>104.28048169812725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AB36-4797-8BC2-A3C12C0C5D17}"/>
            </c:ext>
          </c:extLst>
        </c:ser>
        <c:ser>
          <c:idx val="9"/>
          <c:order val="9"/>
          <c:tx>
            <c:strRef>
              <c:f>RF!$H$19</c:f>
              <c:strCache>
                <c:ptCount val="1"/>
                <c:pt idx="0">
                  <c:v>JUHYBIH LX</c:v>
                </c:pt>
              </c:strCache>
            </c:strRef>
          </c:tx>
          <c:spPr>
            <a:ln w="28575" cap="rnd">
              <a:solidFill>
                <a:schemeClr val="accent4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RF!$I$19:$FT$19</c:f>
              <c:numCache>
                <c:formatCode>General</c:formatCode>
                <c:ptCount val="168"/>
                <c:pt idx="0">
                  <c:v>100</c:v>
                </c:pt>
                <c:pt idx="1">
                  <c:v>100.06337135614703</c:v>
                </c:pt>
                <c:pt idx="2">
                  <c:v>100.15842839036758</c:v>
                </c:pt>
                <c:pt idx="3">
                  <c:v>100.41191381495568</c:v>
                </c:pt>
                <c:pt idx="4">
                  <c:v>100.48320659062108</c:v>
                </c:pt>
                <c:pt idx="5">
                  <c:v>100.53073510773135</c:v>
                </c:pt>
                <c:pt idx="6">
                  <c:v>100.48320659062108</c:v>
                </c:pt>
                <c:pt idx="7">
                  <c:v>100.58618504435999</c:v>
                </c:pt>
                <c:pt idx="8">
                  <c:v>100.53865652724973</c:v>
                </c:pt>
                <c:pt idx="9">
                  <c:v>100.68124207858051</c:v>
                </c:pt>
                <c:pt idx="10">
                  <c:v>100.67332065906214</c:v>
                </c:pt>
                <c:pt idx="11">
                  <c:v>100.75253485424592</c:v>
                </c:pt>
                <c:pt idx="12">
                  <c:v>100.75253485424592</c:v>
                </c:pt>
                <c:pt idx="13">
                  <c:v>100.75253485424592</c:v>
                </c:pt>
                <c:pt idx="14">
                  <c:v>100.67332065906214</c:v>
                </c:pt>
                <c:pt idx="15">
                  <c:v>100.87135614702157</c:v>
                </c:pt>
                <c:pt idx="16">
                  <c:v>100.9664131812421</c:v>
                </c:pt>
                <c:pt idx="17">
                  <c:v>101.0377059569075</c:v>
                </c:pt>
                <c:pt idx="18">
                  <c:v>101.0773130544994</c:v>
                </c:pt>
                <c:pt idx="19">
                  <c:v>101.10899873257291</c:v>
                </c:pt>
                <c:pt idx="20">
                  <c:v>101.14860583016481</c:v>
                </c:pt>
                <c:pt idx="21">
                  <c:v>101.08523447401778</c:v>
                </c:pt>
                <c:pt idx="22">
                  <c:v>101.21989860583021</c:v>
                </c:pt>
                <c:pt idx="23">
                  <c:v>101.26742712294048</c:v>
                </c:pt>
                <c:pt idx="24">
                  <c:v>101.34664131812426</c:v>
                </c:pt>
                <c:pt idx="25">
                  <c:v>101.3704055766794</c:v>
                </c:pt>
                <c:pt idx="26">
                  <c:v>101.299112801014</c:v>
                </c:pt>
                <c:pt idx="27">
                  <c:v>101.34664131812427</c:v>
                </c:pt>
                <c:pt idx="28">
                  <c:v>101.36248415716102</c:v>
                </c:pt>
                <c:pt idx="29">
                  <c:v>101.32287705956912</c:v>
                </c:pt>
                <c:pt idx="30">
                  <c:v>101.27534854245886</c:v>
                </c:pt>
                <c:pt idx="31">
                  <c:v>101.22782002534859</c:v>
                </c:pt>
                <c:pt idx="32">
                  <c:v>101.31495564005074</c:v>
                </c:pt>
                <c:pt idx="33">
                  <c:v>101.31495564005074</c:v>
                </c:pt>
                <c:pt idx="34">
                  <c:v>101.1486058301648</c:v>
                </c:pt>
                <c:pt idx="35">
                  <c:v>101.2515842839037</c:v>
                </c:pt>
                <c:pt idx="36">
                  <c:v>101.33079847908749</c:v>
                </c:pt>
                <c:pt idx="37">
                  <c:v>101.41001267427127</c:v>
                </c:pt>
                <c:pt idx="38">
                  <c:v>101.42585551330801</c:v>
                </c:pt>
                <c:pt idx="39">
                  <c:v>101.37040557667937</c:v>
                </c:pt>
                <c:pt idx="40">
                  <c:v>101.44961977186315</c:v>
                </c:pt>
                <c:pt idx="41">
                  <c:v>101.50506970849179</c:v>
                </c:pt>
                <c:pt idx="42">
                  <c:v>101.26742712294046</c:v>
                </c:pt>
                <c:pt idx="43">
                  <c:v>100.97433460076049</c:v>
                </c:pt>
                <c:pt idx="44">
                  <c:v>100.91096324461347</c:v>
                </c:pt>
                <c:pt idx="45">
                  <c:v>101.21197718631181</c:v>
                </c:pt>
                <c:pt idx="46">
                  <c:v>101.12484157160966</c:v>
                </c:pt>
                <c:pt idx="47">
                  <c:v>100.52281368821296</c:v>
                </c:pt>
                <c:pt idx="48">
                  <c:v>100.98225602027885</c:v>
                </c:pt>
                <c:pt idx="49">
                  <c:v>101.02978453738912</c:v>
                </c:pt>
                <c:pt idx="50">
                  <c:v>100.83174904942967</c:v>
                </c:pt>
                <c:pt idx="51">
                  <c:v>100.4673637515843</c:v>
                </c:pt>
                <c:pt idx="52">
                  <c:v>100.30893536121674</c:v>
                </c:pt>
                <c:pt idx="53">
                  <c:v>100.54657794676808</c:v>
                </c:pt>
                <c:pt idx="54">
                  <c:v>100.87927756653993</c:v>
                </c:pt>
                <c:pt idx="55">
                  <c:v>100.4277566539924</c:v>
                </c:pt>
                <c:pt idx="56">
                  <c:v>100.22179974651459</c:v>
                </c:pt>
                <c:pt idx="57">
                  <c:v>99.738593155893554</c:v>
                </c:pt>
                <c:pt idx="58">
                  <c:v>100.01584283903679</c:v>
                </c:pt>
                <c:pt idx="59">
                  <c:v>100.1901140684411</c:v>
                </c:pt>
                <c:pt idx="60">
                  <c:v>100.07129277566544</c:v>
                </c:pt>
                <c:pt idx="61">
                  <c:v>99.66730038022817</c:v>
                </c:pt>
                <c:pt idx="62">
                  <c:v>99.469264892268725</c:v>
                </c:pt>
                <c:pt idx="63">
                  <c:v>99.611850443599522</c:v>
                </c:pt>
                <c:pt idx="64">
                  <c:v>100.31685678073512</c:v>
                </c:pt>
                <c:pt idx="65">
                  <c:v>100.38022813688215</c:v>
                </c:pt>
                <c:pt idx="66">
                  <c:v>100.38022813688215</c:v>
                </c:pt>
                <c:pt idx="67">
                  <c:v>100.38022813688215</c:v>
                </c:pt>
                <c:pt idx="68">
                  <c:v>100.76045627376429</c:v>
                </c:pt>
                <c:pt idx="69">
                  <c:v>101.27534854245884</c:v>
                </c:pt>
                <c:pt idx="70">
                  <c:v>101.66349809885935</c:v>
                </c:pt>
                <c:pt idx="71">
                  <c:v>101.8219264892269</c:v>
                </c:pt>
                <c:pt idx="72">
                  <c:v>101.8219264892269</c:v>
                </c:pt>
                <c:pt idx="73">
                  <c:v>101.98035487959447</c:v>
                </c:pt>
                <c:pt idx="74">
                  <c:v>102.3288973384031</c:v>
                </c:pt>
                <c:pt idx="75">
                  <c:v>102.49524714828901</c:v>
                </c:pt>
                <c:pt idx="76">
                  <c:v>102.49524714828901</c:v>
                </c:pt>
                <c:pt idx="77">
                  <c:v>102.82794676806088</c:v>
                </c:pt>
                <c:pt idx="78">
                  <c:v>102.80418250950575</c:v>
                </c:pt>
                <c:pt idx="79">
                  <c:v>102.6774397972117</c:v>
                </c:pt>
                <c:pt idx="80">
                  <c:v>102.66159695817494</c:v>
                </c:pt>
                <c:pt idx="81">
                  <c:v>102.59030418250954</c:v>
                </c:pt>
                <c:pt idx="82">
                  <c:v>102.72496831432198</c:v>
                </c:pt>
                <c:pt idx="83">
                  <c:v>102.66159695817495</c:v>
                </c:pt>
                <c:pt idx="84">
                  <c:v>102.47940430925227</c:v>
                </c:pt>
                <c:pt idx="85">
                  <c:v>102.1314804057332</c:v>
                </c:pt>
                <c:pt idx="86">
                  <c:v>102.1314804057332</c:v>
                </c:pt>
                <c:pt idx="87">
                  <c:v>102.1314804057332</c:v>
                </c:pt>
                <c:pt idx="88">
                  <c:v>102.1314804057332</c:v>
                </c:pt>
                <c:pt idx="89">
                  <c:v>102.54266320080119</c:v>
                </c:pt>
                <c:pt idx="90">
                  <c:v>102.74825459833518</c:v>
                </c:pt>
                <c:pt idx="91">
                  <c:v>102.67708834534264</c:v>
                </c:pt>
                <c:pt idx="92">
                  <c:v>102.62964417668096</c:v>
                </c:pt>
                <c:pt idx="93">
                  <c:v>102.55057056224481</c:v>
                </c:pt>
                <c:pt idx="94">
                  <c:v>102.40823805625973</c:v>
                </c:pt>
                <c:pt idx="95">
                  <c:v>102.40823805625973</c:v>
                </c:pt>
                <c:pt idx="96">
                  <c:v>102.42405277914698</c:v>
                </c:pt>
                <c:pt idx="97">
                  <c:v>102.24218346594384</c:v>
                </c:pt>
                <c:pt idx="98">
                  <c:v>102.23427610450021</c:v>
                </c:pt>
                <c:pt idx="99">
                  <c:v>102.00496262263538</c:v>
                </c:pt>
                <c:pt idx="100">
                  <c:v>102.21055402016935</c:v>
                </c:pt>
                <c:pt idx="101">
                  <c:v>102.31334971893635</c:v>
                </c:pt>
                <c:pt idx="102">
                  <c:v>102.31334971893635</c:v>
                </c:pt>
                <c:pt idx="103">
                  <c:v>102.49521903213952</c:v>
                </c:pt>
                <c:pt idx="104">
                  <c:v>102.73243987544797</c:v>
                </c:pt>
                <c:pt idx="105">
                  <c:v>102.71662515256075</c:v>
                </c:pt>
                <c:pt idx="106">
                  <c:v>102.88265418028581</c:v>
                </c:pt>
                <c:pt idx="107">
                  <c:v>103.14355693813945</c:v>
                </c:pt>
                <c:pt idx="108">
                  <c:v>102.96171562205963</c:v>
                </c:pt>
                <c:pt idx="109">
                  <c:v>103.01705863130132</c:v>
                </c:pt>
                <c:pt idx="110">
                  <c:v>102.9300910453501</c:v>
                </c:pt>
                <c:pt idx="111">
                  <c:v>102.99334019876916</c:v>
                </c:pt>
                <c:pt idx="112">
                  <c:v>102.77987430597982</c:v>
                </c:pt>
                <c:pt idx="113">
                  <c:v>102.81940502686673</c:v>
                </c:pt>
                <c:pt idx="114">
                  <c:v>102.83521731522148</c:v>
                </c:pt>
                <c:pt idx="115">
                  <c:v>102.81940502686673</c:v>
                </c:pt>
                <c:pt idx="116">
                  <c:v>103.06449549636559</c:v>
                </c:pt>
                <c:pt idx="117">
                  <c:v>103.34911668675137</c:v>
                </c:pt>
                <c:pt idx="118">
                  <c:v>103.51514571447643</c:v>
                </c:pt>
                <c:pt idx="119">
                  <c:v>103.48352113776689</c:v>
                </c:pt>
                <c:pt idx="120">
                  <c:v>103.37283511928354</c:v>
                </c:pt>
                <c:pt idx="121">
                  <c:v>103.341210542574</c:v>
                </c:pt>
                <c:pt idx="122">
                  <c:v>103.40445969599304</c:v>
                </c:pt>
                <c:pt idx="123">
                  <c:v>103.40445969599304</c:v>
                </c:pt>
                <c:pt idx="124">
                  <c:v>103.29377367750969</c:v>
                </c:pt>
                <c:pt idx="125">
                  <c:v>103.39655355181567</c:v>
                </c:pt>
                <c:pt idx="126">
                  <c:v>103.41236584017044</c:v>
                </c:pt>
                <c:pt idx="127">
                  <c:v>103.40445969599304</c:v>
                </c:pt>
                <c:pt idx="128">
                  <c:v>103.44399041687997</c:v>
                </c:pt>
                <c:pt idx="129">
                  <c:v>103.25424295662276</c:v>
                </c:pt>
                <c:pt idx="130">
                  <c:v>103.15146308231679</c:v>
                </c:pt>
                <c:pt idx="131">
                  <c:v>103.30167982168707</c:v>
                </c:pt>
                <c:pt idx="132">
                  <c:v>103.40445969599304</c:v>
                </c:pt>
                <c:pt idx="133">
                  <c:v>103.54677029118594</c:v>
                </c:pt>
                <c:pt idx="134">
                  <c:v>103.46770884941211</c:v>
                </c:pt>
                <c:pt idx="135">
                  <c:v>103.34911668675136</c:v>
                </c:pt>
                <c:pt idx="136">
                  <c:v>103.41236584017044</c:v>
                </c:pt>
                <c:pt idx="137">
                  <c:v>103.44399041687997</c:v>
                </c:pt>
                <c:pt idx="138">
                  <c:v>103.30167982168707</c:v>
                </c:pt>
                <c:pt idx="139">
                  <c:v>103.33330439839661</c:v>
                </c:pt>
                <c:pt idx="140">
                  <c:v>103.45189656105735</c:v>
                </c:pt>
                <c:pt idx="141">
                  <c:v>103.53886414700858</c:v>
                </c:pt>
                <c:pt idx="142">
                  <c:v>103.53886414700858</c:v>
                </c:pt>
                <c:pt idx="143">
                  <c:v>103.53095800283118</c:v>
                </c:pt>
                <c:pt idx="144">
                  <c:v>103.41236584017047</c:v>
                </c:pt>
                <c:pt idx="145">
                  <c:v>103.36492897510617</c:v>
                </c:pt>
                <c:pt idx="146">
                  <c:v>103.17518151484897</c:v>
                </c:pt>
                <c:pt idx="147">
                  <c:v>103.1672753706716</c:v>
                </c:pt>
                <c:pt idx="148">
                  <c:v>103.12774464978469</c:v>
                </c:pt>
                <c:pt idx="149">
                  <c:v>103.01705863130134</c:v>
                </c:pt>
                <c:pt idx="150">
                  <c:v>103.00915248712394</c:v>
                </c:pt>
                <c:pt idx="151">
                  <c:v>103.26214910080022</c:v>
                </c:pt>
                <c:pt idx="152">
                  <c:v>103.33330439839665</c:v>
                </c:pt>
                <c:pt idx="153">
                  <c:v>103.41236584017049</c:v>
                </c:pt>
                <c:pt idx="154">
                  <c:v>103.68908088637889</c:v>
                </c:pt>
                <c:pt idx="155">
                  <c:v>103.62583173295981</c:v>
                </c:pt>
                <c:pt idx="156">
                  <c:v>103.68908088637887</c:v>
                </c:pt>
                <c:pt idx="157">
                  <c:v>103.90254677916819</c:v>
                </c:pt>
                <c:pt idx="158">
                  <c:v>103.81557919321699</c:v>
                </c:pt>
                <c:pt idx="159">
                  <c:v>103.9025467791682</c:v>
                </c:pt>
                <c:pt idx="160">
                  <c:v>104.0527635185385</c:v>
                </c:pt>
                <c:pt idx="161">
                  <c:v>104.36946649683264</c:v>
                </c:pt>
                <c:pt idx="162">
                  <c:v>104.33779619900324</c:v>
                </c:pt>
                <c:pt idx="163">
                  <c:v>104.21903258214293</c:v>
                </c:pt>
                <c:pt idx="164">
                  <c:v>104.20319743322824</c:v>
                </c:pt>
                <c:pt idx="165">
                  <c:v>104.29029075225912</c:v>
                </c:pt>
                <c:pt idx="166">
                  <c:v>104.25070287997235</c:v>
                </c:pt>
                <c:pt idx="167">
                  <c:v>104.25070287997235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AB36-4797-8BC2-A3C12C0C5D17}"/>
            </c:ext>
          </c:extLst>
        </c:ser>
        <c:ser>
          <c:idx val="10"/>
          <c:order val="10"/>
          <c:tx>
            <c:strRef>
              <c:f>RF!#REF!</c:f>
              <c:strCache>
                <c:ptCount val="1"/>
                <c:pt idx="0">
                  <c:v>#REF!</c:v>
                </c:pt>
              </c:strCache>
            </c:strRef>
          </c:tx>
          <c:spPr>
            <a:ln w="28575" cap="rnd">
              <a:solidFill>
                <a:schemeClr val="accent5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AB36-4797-8BC2-A3C12C0C5D17}"/>
            </c:ext>
          </c:extLst>
        </c:ser>
        <c:ser>
          <c:idx val="11"/>
          <c:order val="11"/>
          <c:tx>
            <c:strRef>
              <c:f>RF!#REF!</c:f>
              <c:strCache>
                <c:ptCount val="1"/>
                <c:pt idx="0">
                  <c:v>#REF!</c:v>
                </c:pt>
              </c:strCache>
            </c:strRef>
          </c:tx>
          <c:spPr>
            <a:ln w="28575" cap="rnd">
              <a:solidFill>
                <a:schemeClr val="accent6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AB36-4797-8BC2-A3C12C0C5D17}"/>
            </c:ext>
          </c:extLst>
        </c:ser>
        <c:ser>
          <c:idx val="12"/>
          <c:order val="12"/>
          <c:tx>
            <c:strRef>
              <c:f>RF!#REF!</c:f>
              <c:strCache>
                <c:ptCount val="1"/>
                <c:pt idx="0">
                  <c:v>#REF!</c:v>
                </c:pt>
              </c:strCache>
            </c:strRef>
          </c:tx>
          <c:spPr>
            <a:ln w="28575" cap="rnd">
              <a:solidFill>
                <a:schemeClr val="accent1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AB36-4797-8BC2-A3C12C0C5D17}"/>
            </c:ext>
          </c:extLst>
        </c:ser>
        <c:ser>
          <c:idx val="13"/>
          <c:order val="13"/>
          <c:tx>
            <c:strRef>
              <c:f>RF!#REF!</c:f>
              <c:strCache>
                <c:ptCount val="1"/>
                <c:pt idx="0">
                  <c:v>#REF!</c:v>
                </c:pt>
              </c:strCache>
            </c:strRef>
          </c:tx>
          <c:spPr>
            <a:ln w="28575" cap="rnd">
              <a:solidFill>
                <a:schemeClr val="accent2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AB36-4797-8BC2-A3C12C0C5D17}"/>
            </c:ext>
          </c:extLst>
        </c:ser>
        <c:ser>
          <c:idx val="14"/>
          <c:order val="14"/>
          <c:tx>
            <c:strRef>
              <c:f>RF!#REF!</c:f>
              <c:strCache>
                <c:ptCount val="1"/>
                <c:pt idx="0">
                  <c:v>#REF!</c:v>
                </c:pt>
              </c:strCache>
            </c:strRef>
          </c:tx>
          <c:spPr>
            <a:ln w="28575" cap="rnd">
              <a:solidFill>
                <a:schemeClr val="accent3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E-AB36-4797-8BC2-A3C12C0C5D17}"/>
            </c:ext>
          </c:extLst>
        </c:ser>
        <c:ser>
          <c:idx val="15"/>
          <c:order val="15"/>
          <c:tx>
            <c:strRef>
              <c:f>RF!$H$20</c:f>
              <c:strCache>
                <c:ptCount val="1"/>
                <c:pt idx="0">
                  <c:v>LAZOBDH FP</c:v>
                </c:pt>
              </c:strCache>
            </c:strRef>
          </c:tx>
          <c:spPr>
            <a:ln w="28575" cap="rnd">
              <a:solidFill>
                <a:schemeClr val="accent4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RF!$I$20:$FT$20</c:f>
              <c:numCache>
                <c:formatCode>General</c:formatCode>
                <c:ptCount val="168"/>
                <c:pt idx="0">
                  <c:v>100</c:v>
                </c:pt>
                <c:pt idx="1">
                  <c:v>100.03592590641061</c:v>
                </c:pt>
                <c:pt idx="2">
                  <c:v>100.0895752599838</c:v>
                </c:pt>
                <c:pt idx="3">
                  <c:v>100.14753572232627</c:v>
                </c:pt>
                <c:pt idx="4">
                  <c:v>100.21507642637823</c:v>
                </c:pt>
                <c:pt idx="5">
                  <c:v>100.37794053543971</c:v>
                </c:pt>
                <c:pt idx="6">
                  <c:v>100.47853307338944</c:v>
                </c:pt>
                <c:pt idx="7">
                  <c:v>100.76574885425033</c:v>
                </c:pt>
                <c:pt idx="8">
                  <c:v>100.80602619246787</c:v>
                </c:pt>
                <c:pt idx="9">
                  <c:v>100.86883966040237</c:v>
                </c:pt>
                <c:pt idx="10">
                  <c:v>100.89808867982227</c:v>
                </c:pt>
                <c:pt idx="11">
                  <c:v>100.99015116717669</c:v>
                </c:pt>
                <c:pt idx="12">
                  <c:v>101.00885135992056</c:v>
                </c:pt>
                <c:pt idx="13">
                  <c:v>100.84150860946907</c:v>
                </c:pt>
                <c:pt idx="14">
                  <c:v>100.67032992204447</c:v>
                </c:pt>
                <c:pt idx="15">
                  <c:v>100.80746466883281</c:v>
                </c:pt>
                <c:pt idx="16">
                  <c:v>101.13783474064105</c:v>
                </c:pt>
                <c:pt idx="17">
                  <c:v>101.17859157098025</c:v>
                </c:pt>
                <c:pt idx="18">
                  <c:v>101.2581872631721</c:v>
                </c:pt>
                <c:pt idx="19">
                  <c:v>101.39532200996042</c:v>
                </c:pt>
                <c:pt idx="20">
                  <c:v>101.45861497001658</c:v>
                </c:pt>
                <c:pt idx="21">
                  <c:v>101.48019211549025</c:v>
                </c:pt>
                <c:pt idx="22">
                  <c:v>101.50656418218033</c:v>
                </c:pt>
                <c:pt idx="23">
                  <c:v>101.54348507554641</c:v>
                </c:pt>
                <c:pt idx="24">
                  <c:v>101.68685321991603</c:v>
                </c:pt>
                <c:pt idx="25">
                  <c:v>101.69596357022714</c:v>
                </c:pt>
                <c:pt idx="26">
                  <c:v>101.60917549621074</c:v>
                </c:pt>
                <c:pt idx="27">
                  <c:v>101.6494528344283</c:v>
                </c:pt>
                <c:pt idx="28">
                  <c:v>101.72233563691719</c:v>
                </c:pt>
                <c:pt idx="29">
                  <c:v>101.76453094362131</c:v>
                </c:pt>
                <c:pt idx="30">
                  <c:v>101.7515846563371</c:v>
                </c:pt>
                <c:pt idx="31">
                  <c:v>101.88008854493594</c:v>
                </c:pt>
                <c:pt idx="32">
                  <c:v>101.86330632067863</c:v>
                </c:pt>
                <c:pt idx="33">
                  <c:v>101.94721744196521</c:v>
                </c:pt>
                <c:pt idx="34">
                  <c:v>101.99276919352076</c:v>
                </c:pt>
                <c:pt idx="35">
                  <c:v>102.12175257424126</c:v>
                </c:pt>
                <c:pt idx="36">
                  <c:v>102.15052210153949</c:v>
                </c:pt>
                <c:pt idx="37">
                  <c:v>102.19799182158162</c:v>
                </c:pt>
                <c:pt idx="38">
                  <c:v>102.24162560465064</c:v>
                </c:pt>
                <c:pt idx="39">
                  <c:v>102.21573303008221</c:v>
                </c:pt>
                <c:pt idx="40">
                  <c:v>102.25601036829977</c:v>
                </c:pt>
                <c:pt idx="41">
                  <c:v>102.30779551743662</c:v>
                </c:pt>
                <c:pt idx="42">
                  <c:v>102.03112856325177</c:v>
                </c:pt>
                <c:pt idx="43">
                  <c:v>101.57081612647974</c:v>
                </c:pt>
                <c:pt idx="44">
                  <c:v>100.94603789198602</c:v>
                </c:pt>
                <c:pt idx="45">
                  <c:v>101.46868430457094</c:v>
                </c:pt>
                <c:pt idx="46">
                  <c:v>101.35024975052646</c:v>
                </c:pt>
                <c:pt idx="47">
                  <c:v>101.00885135992054</c:v>
                </c:pt>
                <c:pt idx="48">
                  <c:v>100.53942857283739</c:v>
                </c:pt>
                <c:pt idx="49">
                  <c:v>101.10762673697788</c:v>
                </c:pt>
                <c:pt idx="50">
                  <c:v>100.76526936212868</c:v>
                </c:pt>
                <c:pt idx="51">
                  <c:v>100.37304480662918</c:v>
                </c:pt>
                <c:pt idx="52">
                  <c:v>100.1347372221753</c:v>
                </c:pt>
                <c:pt idx="53">
                  <c:v>100.18748135555543</c:v>
                </c:pt>
                <c:pt idx="54">
                  <c:v>100.47421764429468</c:v>
                </c:pt>
                <c:pt idx="55">
                  <c:v>100.40373230241397</c:v>
                </c:pt>
                <c:pt idx="56">
                  <c:v>99.937665960182272</c:v>
                </c:pt>
                <c:pt idx="57">
                  <c:v>99.582362298048864</c:v>
                </c:pt>
                <c:pt idx="58">
                  <c:v>99.257746131700259</c:v>
                </c:pt>
                <c:pt idx="59">
                  <c:v>99.358918969365789</c:v>
                </c:pt>
                <c:pt idx="60">
                  <c:v>99.751623016986926</c:v>
                </c:pt>
                <c:pt idx="61">
                  <c:v>99.346931666324849</c:v>
                </c:pt>
                <c:pt idx="62">
                  <c:v>98.907237390783223</c:v>
                </c:pt>
                <c:pt idx="63">
                  <c:v>98.66269640874809</c:v>
                </c:pt>
                <c:pt idx="64">
                  <c:v>98.914909264729417</c:v>
                </c:pt>
                <c:pt idx="65">
                  <c:v>99.642298813253561</c:v>
                </c:pt>
                <c:pt idx="66">
                  <c:v>99.642298813253561</c:v>
                </c:pt>
                <c:pt idx="67">
                  <c:v>99.642298813253561</c:v>
                </c:pt>
                <c:pt idx="68">
                  <c:v>99.451460948841813</c:v>
                </c:pt>
                <c:pt idx="69">
                  <c:v>99.505643558586868</c:v>
                </c:pt>
                <c:pt idx="70">
                  <c:v>100.74369221665501</c:v>
                </c:pt>
                <c:pt idx="71">
                  <c:v>100.6746453511392</c:v>
                </c:pt>
                <c:pt idx="72">
                  <c:v>100.85829083372637</c:v>
                </c:pt>
                <c:pt idx="73">
                  <c:v>100.70533284692399</c:v>
                </c:pt>
                <c:pt idx="74">
                  <c:v>101.09611892605858</c:v>
                </c:pt>
                <c:pt idx="75">
                  <c:v>101.14742458307379</c:v>
                </c:pt>
                <c:pt idx="76">
                  <c:v>101.23996656254985</c:v>
                </c:pt>
                <c:pt idx="77">
                  <c:v>101.57033663435811</c:v>
                </c:pt>
                <c:pt idx="78">
                  <c:v>101.51423605612652</c:v>
                </c:pt>
                <c:pt idx="79">
                  <c:v>101.53869015433006</c:v>
                </c:pt>
                <c:pt idx="80">
                  <c:v>101.55786983919556</c:v>
                </c:pt>
                <c:pt idx="81">
                  <c:v>101.51327707188325</c:v>
                </c:pt>
                <c:pt idx="82">
                  <c:v>101.49841281611249</c:v>
                </c:pt>
                <c:pt idx="83">
                  <c:v>101.55403390222244</c:v>
                </c:pt>
                <c:pt idx="84">
                  <c:v>101.41594017119085</c:v>
                </c:pt>
                <c:pt idx="85">
                  <c:v>101.25888061654533</c:v>
                </c:pt>
                <c:pt idx="86">
                  <c:v>101.25888061654533</c:v>
                </c:pt>
                <c:pt idx="87">
                  <c:v>101.24930381443278</c:v>
                </c:pt>
                <c:pt idx="88">
                  <c:v>101.40588452897268</c:v>
                </c:pt>
                <c:pt idx="89">
                  <c:v>101.3450718355581</c:v>
                </c:pt>
                <c:pt idx="90">
                  <c:v>101.79949109579779</c:v>
                </c:pt>
                <c:pt idx="91">
                  <c:v>101.79949109579779</c:v>
                </c:pt>
                <c:pt idx="92">
                  <c:v>101.8392348245648</c:v>
                </c:pt>
                <c:pt idx="93">
                  <c:v>101.77554909051646</c:v>
                </c:pt>
                <c:pt idx="94">
                  <c:v>101.54953656066068</c:v>
                </c:pt>
                <c:pt idx="95">
                  <c:v>101.54953656066068</c:v>
                </c:pt>
                <c:pt idx="96">
                  <c:v>101.59263217016709</c:v>
                </c:pt>
                <c:pt idx="97">
                  <c:v>101.49830066935866</c:v>
                </c:pt>
                <c:pt idx="98">
                  <c:v>101.42982653425403</c:v>
                </c:pt>
                <c:pt idx="99">
                  <c:v>101.27707654055916</c:v>
                </c:pt>
                <c:pt idx="100">
                  <c:v>101.51170819231619</c:v>
                </c:pt>
                <c:pt idx="101">
                  <c:v>101.60699737333591</c:v>
                </c:pt>
                <c:pt idx="102">
                  <c:v>101.60699737333591</c:v>
                </c:pt>
                <c:pt idx="103">
                  <c:v>101.81960238023414</c:v>
                </c:pt>
                <c:pt idx="104">
                  <c:v>102.11983512646204</c:v>
                </c:pt>
                <c:pt idx="105">
                  <c:v>102.19213998241163</c:v>
                </c:pt>
                <c:pt idx="106">
                  <c:v>102.29564267735078</c:v>
                </c:pt>
                <c:pt idx="107">
                  <c:v>102.39195768514141</c:v>
                </c:pt>
                <c:pt idx="108">
                  <c:v>102.25826670417831</c:v>
                </c:pt>
                <c:pt idx="109">
                  <c:v>102.3933952225711</c:v>
                </c:pt>
                <c:pt idx="110">
                  <c:v>102.33253947138002</c:v>
                </c:pt>
                <c:pt idx="111">
                  <c:v>102.39483276000081</c:v>
                </c:pt>
                <c:pt idx="112">
                  <c:v>102.37566559427133</c:v>
                </c:pt>
                <c:pt idx="113">
                  <c:v>102.26832946618626</c:v>
                </c:pt>
                <c:pt idx="114">
                  <c:v>102.3569776076851</c:v>
                </c:pt>
                <c:pt idx="115">
                  <c:v>102.26114177903773</c:v>
                </c:pt>
                <c:pt idx="116">
                  <c:v>102.29947611049667</c:v>
                </c:pt>
                <c:pt idx="117">
                  <c:v>102.58267098414969</c:v>
                </c:pt>
                <c:pt idx="118">
                  <c:v>102.91953392184519</c:v>
                </c:pt>
                <c:pt idx="119">
                  <c:v>102.91953392184519</c:v>
                </c:pt>
                <c:pt idx="120">
                  <c:v>102.93630519185847</c:v>
                </c:pt>
                <c:pt idx="121">
                  <c:v>102.92336735499107</c:v>
                </c:pt>
                <c:pt idx="122">
                  <c:v>102.89749168125628</c:v>
                </c:pt>
                <c:pt idx="123">
                  <c:v>102.93582601271524</c:v>
                </c:pt>
                <c:pt idx="124">
                  <c:v>102.92288817584785</c:v>
                </c:pt>
                <c:pt idx="125">
                  <c:v>103.02974512478966</c:v>
                </c:pt>
                <c:pt idx="126">
                  <c:v>103.21327073664938</c:v>
                </c:pt>
                <c:pt idx="127">
                  <c:v>103.23004200666266</c:v>
                </c:pt>
                <c:pt idx="128">
                  <c:v>103.31581507330205</c:v>
                </c:pt>
                <c:pt idx="129">
                  <c:v>103.50173658087797</c:v>
                </c:pt>
                <c:pt idx="130">
                  <c:v>103.49646561030237</c:v>
                </c:pt>
                <c:pt idx="131">
                  <c:v>103.6124269629657</c:v>
                </c:pt>
                <c:pt idx="132">
                  <c:v>103.72647159905608</c:v>
                </c:pt>
                <c:pt idx="133">
                  <c:v>103.84818310143825</c:v>
                </c:pt>
                <c:pt idx="134">
                  <c:v>103.78732735024718</c:v>
                </c:pt>
                <c:pt idx="135">
                  <c:v>103.51084098459951</c:v>
                </c:pt>
                <c:pt idx="136">
                  <c:v>103.61242696296571</c:v>
                </c:pt>
                <c:pt idx="137">
                  <c:v>103.67903286387565</c:v>
                </c:pt>
                <c:pt idx="138">
                  <c:v>103.67903286387565</c:v>
                </c:pt>
                <c:pt idx="139">
                  <c:v>103.59038472237684</c:v>
                </c:pt>
                <c:pt idx="140">
                  <c:v>103.56402986949882</c:v>
                </c:pt>
                <c:pt idx="141">
                  <c:v>103.59038472237685</c:v>
                </c:pt>
                <c:pt idx="142">
                  <c:v>103.57984278122565</c:v>
                </c:pt>
                <c:pt idx="143">
                  <c:v>103.54198762890994</c:v>
                </c:pt>
                <c:pt idx="144">
                  <c:v>103.54198762890994</c:v>
                </c:pt>
                <c:pt idx="145">
                  <c:v>103.38865030307413</c:v>
                </c:pt>
                <c:pt idx="146">
                  <c:v>103.10449707113467</c:v>
                </c:pt>
                <c:pt idx="147">
                  <c:v>103.02064072106822</c:v>
                </c:pt>
                <c:pt idx="148">
                  <c:v>103.31341917758596</c:v>
                </c:pt>
                <c:pt idx="149">
                  <c:v>103.34456582189634</c:v>
                </c:pt>
                <c:pt idx="150">
                  <c:v>103.21374991579268</c:v>
                </c:pt>
                <c:pt idx="151">
                  <c:v>103.26789715897846</c:v>
                </c:pt>
                <c:pt idx="152">
                  <c:v>103.42267202224396</c:v>
                </c:pt>
                <c:pt idx="153">
                  <c:v>103.65411554842737</c:v>
                </c:pt>
                <c:pt idx="154">
                  <c:v>103.88076728317841</c:v>
                </c:pt>
                <c:pt idx="155">
                  <c:v>103.96558199153132</c:v>
                </c:pt>
                <c:pt idx="156">
                  <c:v>103.99864535241466</c:v>
                </c:pt>
                <c:pt idx="157">
                  <c:v>104.04225065444922</c:v>
                </c:pt>
                <c:pt idx="158">
                  <c:v>104.01733333900087</c:v>
                </c:pt>
                <c:pt idx="159">
                  <c:v>103.9641444541016</c:v>
                </c:pt>
                <c:pt idx="160">
                  <c:v>103.97564475353929</c:v>
                </c:pt>
                <c:pt idx="161">
                  <c:v>104.10982975527224</c:v>
                </c:pt>
                <c:pt idx="162">
                  <c:v>104.0925773979066</c:v>
                </c:pt>
                <c:pt idx="163">
                  <c:v>104.05519729028097</c:v>
                </c:pt>
                <c:pt idx="164">
                  <c:v>103.86446289496052</c:v>
                </c:pt>
                <c:pt idx="165">
                  <c:v>103.91861612780278</c:v>
                </c:pt>
                <c:pt idx="166">
                  <c:v>103.91238610986518</c:v>
                </c:pt>
                <c:pt idx="167">
                  <c:v>103.91238610986518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AB36-4797-8BC2-A3C12C0C5D17}"/>
            </c:ext>
          </c:extLst>
        </c:ser>
        <c:ser>
          <c:idx val="16"/>
          <c:order val="16"/>
          <c:tx>
            <c:strRef>
              <c:f>RF!$H$21</c:f>
              <c:strCache>
                <c:ptCount val="1"/>
                <c:pt idx="0">
                  <c:v>SGLBUSD LE</c:v>
                </c:pt>
              </c:strCache>
            </c:strRef>
          </c:tx>
          <c:spPr>
            <a:ln w="28575" cap="rnd">
              <a:solidFill>
                <a:schemeClr val="accent5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RF!$I$21:$FT$21</c:f>
              <c:numCache>
                <c:formatCode>General</c:formatCode>
                <c:ptCount val="168"/>
                <c:pt idx="0">
                  <c:v>100</c:v>
                </c:pt>
                <c:pt idx="1">
                  <c:v>100</c:v>
                </c:pt>
                <c:pt idx="2">
                  <c:v>99.986392309711036</c:v>
                </c:pt>
                <c:pt idx="3">
                  <c:v>99.986392309711036</c:v>
                </c:pt>
                <c:pt idx="4">
                  <c:v>100.17932991845106</c:v>
                </c:pt>
                <c:pt idx="5">
                  <c:v>100.44322191226929</c:v>
                </c:pt>
                <c:pt idx="6">
                  <c:v>100.35574390326877</c:v>
                </c:pt>
                <c:pt idx="7">
                  <c:v>100.42129527025965</c:v>
                </c:pt>
                <c:pt idx="8">
                  <c:v>100.45285703955155</c:v>
                </c:pt>
                <c:pt idx="9">
                  <c:v>100.56453714627676</c:v>
                </c:pt>
                <c:pt idx="10">
                  <c:v>100.67573168732055</c:v>
                </c:pt>
                <c:pt idx="11">
                  <c:v>100.83936732195706</c:v>
                </c:pt>
                <c:pt idx="12">
                  <c:v>101.22296421027406</c:v>
                </c:pt>
                <c:pt idx="13">
                  <c:v>101.22296421027406</c:v>
                </c:pt>
                <c:pt idx="14">
                  <c:v>100.68544300094884</c:v>
                </c:pt>
                <c:pt idx="15">
                  <c:v>100.94473507482388</c:v>
                </c:pt>
                <c:pt idx="16">
                  <c:v>101.20888280551307</c:v>
                </c:pt>
                <c:pt idx="17">
                  <c:v>101.28123209204375</c:v>
                </c:pt>
                <c:pt idx="18">
                  <c:v>101.43515641305197</c:v>
                </c:pt>
                <c:pt idx="19">
                  <c:v>101.48031402142345</c:v>
                </c:pt>
                <c:pt idx="20">
                  <c:v>101.47400166756508</c:v>
                </c:pt>
                <c:pt idx="21">
                  <c:v>101.5128469220782</c:v>
                </c:pt>
                <c:pt idx="22">
                  <c:v>101.56043235885674</c:v>
                </c:pt>
                <c:pt idx="23">
                  <c:v>101.56043235885674</c:v>
                </c:pt>
                <c:pt idx="24">
                  <c:v>102.09649687113772</c:v>
                </c:pt>
                <c:pt idx="25">
                  <c:v>101.69299178988273</c:v>
                </c:pt>
                <c:pt idx="26">
                  <c:v>101.69153509283849</c:v>
                </c:pt>
                <c:pt idx="27">
                  <c:v>101.68910726443143</c:v>
                </c:pt>
                <c:pt idx="28">
                  <c:v>101.73329374144009</c:v>
                </c:pt>
                <c:pt idx="29">
                  <c:v>101.85322846474934</c:v>
                </c:pt>
                <c:pt idx="30">
                  <c:v>101.90518399266062</c:v>
                </c:pt>
                <c:pt idx="31">
                  <c:v>102.00423939166906</c:v>
                </c:pt>
                <c:pt idx="32">
                  <c:v>102.08192990069529</c:v>
                </c:pt>
                <c:pt idx="33">
                  <c:v>102.08192990069529</c:v>
                </c:pt>
                <c:pt idx="34">
                  <c:v>102.08192990069529</c:v>
                </c:pt>
                <c:pt idx="35">
                  <c:v>102.29800662892447</c:v>
                </c:pt>
                <c:pt idx="36">
                  <c:v>102.29266540642891</c:v>
                </c:pt>
                <c:pt idx="37">
                  <c:v>102.42910936290623</c:v>
                </c:pt>
                <c:pt idx="38">
                  <c:v>102.46164226356095</c:v>
                </c:pt>
                <c:pt idx="39">
                  <c:v>102.41697022087087</c:v>
                </c:pt>
                <c:pt idx="40">
                  <c:v>102.48397828490599</c:v>
                </c:pt>
                <c:pt idx="41">
                  <c:v>102.45241651561409</c:v>
                </c:pt>
                <c:pt idx="42">
                  <c:v>102.25673354600426</c:v>
                </c:pt>
                <c:pt idx="43">
                  <c:v>101.91975096310298</c:v>
                </c:pt>
                <c:pt idx="44">
                  <c:v>101.54926434818415</c:v>
                </c:pt>
                <c:pt idx="45">
                  <c:v>101.79738841138666</c:v>
                </c:pt>
                <c:pt idx="46">
                  <c:v>101.68473717329863</c:v>
                </c:pt>
                <c:pt idx="47">
                  <c:v>101.32153404360101</c:v>
                </c:pt>
                <c:pt idx="48">
                  <c:v>101.07826563721262</c:v>
                </c:pt>
                <c:pt idx="49">
                  <c:v>101.33415875131776</c:v>
                </c:pt>
                <c:pt idx="50">
                  <c:v>101.09283260765503</c:v>
                </c:pt>
                <c:pt idx="51">
                  <c:v>100.6563090600639</c:v>
                </c:pt>
                <c:pt idx="52">
                  <c:v>100.3324367505608</c:v>
                </c:pt>
                <c:pt idx="53">
                  <c:v>100.44266016024177</c:v>
                </c:pt>
                <c:pt idx="54">
                  <c:v>100.68447186958591</c:v>
                </c:pt>
                <c:pt idx="55">
                  <c:v>100.61406484578089</c:v>
                </c:pt>
                <c:pt idx="56">
                  <c:v>100.61406484578089</c:v>
                </c:pt>
                <c:pt idx="57">
                  <c:v>99.905624516597953</c:v>
                </c:pt>
                <c:pt idx="58">
                  <c:v>99.887658586385626</c:v>
                </c:pt>
                <c:pt idx="59">
                  <c:v>99.744416710368526</c:v>
                </c:pt>
                <c:pt idx="60">
                  <c:v>100.15569084252613</c:v>
                </c:pt>
                <c:pt idx="61">
                  <c:v>100.13141255845544</c:v>
                </c:pt>
                <c:pt idx="62">
                  <c:v>99.615256239112426</c:v>
                </c:pt>
                <c:pt idx="63">
                  <c:v>99.280701484618234</c:v>
                </c:pt>
                <c:pt idx="64">
                  <c:v>99.611371713661114</c:v>
                </c:pt>
                <c:pt idx="65">
                  <c:v>100.09305286962373</c:v>
                </c:pt>
                <c:pt idx="66">
                  <c:v>100.09305286962373</c:v>
                </c:pt>
                <c:pt idx="67">
                  <c:v>100.09305286962373</c:v>
                </c:pt>
                <c:pt idx="68">
                  <c:v>100.16831555024289</c:v>
                </c:pt>
                <c:pt idx="69">
                  <c:v>100.35234494349876</c:v>
                </c:pt>
                <c:pt idx="70">
                  <c:v>101.36911948037952</c:v>
                </c:pt>
                <c:pt idx="71">
                  <c:v>101.45409347462697</c:v>
                </c:pt>
                <c:pt idx="72">
                  <c:v>101.67211246558183</c:v>
                </c:pt>
                <c:pt idx="73">
                  <c:v>101.79884510843087</c:v>
                </c:pt>
                <c:pt idx="74">
                  <c:v>102.31791482186235</c:v>
                </c:pt>
                <c:pt idx="75">
                  <c:v>102.40094655338412</c:v>
                </c:pt>
                <c:pt idx="76">
                  <c:v>102.3858940172603</c:v>
                </c:pt>
                <c:pt idx="77">
                  <c:v>102.7966825837365</c:v>
                </c:pt>
                <c:pt idx="78">
                  <c:v>102.86466177913444</c:v>
                </c:pt>
                <c:pt idx="79">
                  <c:v>102.83455670688677</c:v>
                </c:pt>
                <c:pt idx="80">
                  <c:v>102.88991119456797</c:v>
                </c:pt>
                <c:pt idx="81">
                  <c:v>102.78308674465691</c:v>
                </c:pt>
                <c:pt idx="82">
                  <c:v>102.86563291049728</c:v>
                </c:pt>
                <c:pt idx="83">
                  <c:v>102.83795566665668</c:v>
                </c:pt>
                <c:pt idx="84">
                  <c:v>102.6534407077194</c:v>
                </c:pt>
                <c:pt idx="85">
                  <c:v>102.37377200150874</c:v>
                </c:pt>
                <c:pt idx="86">
                  <c:v>102.37377200150874</c:v>
                </c:pt>
                <c:pt idx="87">
                  <c:v>102.50560889594428</c:v>
                </c:pt>
                <c:pt idx="88">
                  <c:v>102.50560889594428</c:v>
                </c:pt>
                <c:pt idx="89">
                  <c:v>102.83035418738471</c:v>
                </c:pt>
                <c:pt idx="90">
                  <c:v>103.21083934228135</c:v>
                </c:pt>
                <c:pt idx="91">
                  <c:v>103.13571170023168</c:v>
                </c:pt>
                <c:pt idx="92">
                  <c:v>103.19678320280107</c:v>
                </c:pt>
                <c:pt idx="93">
                  <c:v>103.13716578362619</c:v>
                </c:pt>
                <c:pt idx="94">
                  <c:v>102.85604299402102</c:v>
                </c:pt>
                <c:pt idx="95">
                  <c:v>102.85604299402102</c:v>
                </c:pt>
                <c:pt idx="96">
                  <c:v>102.8676756611771</c:v>
                </c:pt>
                <c:pt idx="97">
                  <c:v>102.52257320221352</c:v>
                </c:pt>
                <c:pt idx="98">
                  <c:v>102.45035372695288</c:v>
                </c:pt>
                <c:pt idx="99">
                  <c:v>102.16923093734772</c:v>
                </c:pt>
                <c:pt idx="100">
                  <c:v>102.44453739337486</c:v>
                </c:pt>
                <c:pt idx="101">
                  <c:v>102.56231814833012</c:v>
                </c:pt>
                <c:pt idx="102">
                  <c:v>102.56231814833012</c:v>
                </c:pt>
                <c:pt idx="103">
                  <c:v>102.69706320955466</c:v>
                </c:pt>
                <c:pt idx="104">
                  <c:v>103.0775483644513</c:v>
                </c:pt>
                <c:pt idx="105">
                  <c:v>103.23168120426931</c:v>
                </c:pt>
                <c:pt idx="106">
                  <c:v>103.60254149834714</c:v>
                </c:pt>
                <c:pt idx="107">
                  <c:v>104.32921409027712</c:v>
                </c:pt>
                <c:pt idx="108">
                  <c:v>103.86855123807835</c:v>
                </c:pt>
                <c:pt idx="109">
                  <c:v>104.07631066983924</c:v>
                </c:pt>
                <c:pt idx="110">
                  <c:v>104.07631066983924</c:v>
                </c:pt>
                <c:pt idx="111">
                  <c:v>103.98699353095139</c:v>
                </c:pt>
                <c:pt idx="112">
                  <c:v>103.92631612681562</c:v>
                </c:pt>
                <c:pt idx="113">
                  <c:v>103.84330943795788</c:v>
                </c:pt>
                <c:pt idx="114">
                  <c:v>103.95592670003388</c:v>
                </c:pt>
                <c:pt idx="115">
                  <c:v>103.84719279182258</c:v>
                </c:pt>
                <c:pt idx="116">
                  <c:v>104.0996107930274</c:v>
                </c:pt>
                <c:pt idx="117">
                  <c:v>104.32824325181097</c:v>
                </c:pt>
                <c:pt idx="118">
                  <c:v>104.69667644972338</c:v>
                </c:pt>
                <c:pt idx="119">
                  <c:v>104.68502638812932</c:v>
                </c:pt>
                <c:pt idx="120">
                  <c:v>104.59376757230912</c:v>
                </c:pt>
                <c:pt idx="121">
                  <c:v>104.61852395319652</c:v>
                </c:pt>
                <c:pt idx="122">
                  <c:v>104.61852395319652</c:v>
                </c:pt>
                <c:pt idx="123">
                  <c:v>104.51415881808299</c:v>
                </c:pt>
                <c:pt idx="124">
                  <c:v>104.36028092119469</c:v>
                </c:pt>
                <c:pt idx="125">
                  <c:v>104.50979004498522</c:v>
                </c:pt>
                <c:pt idx="126">
                  <c:v>104.55396319519606</c:v>
                </c:pt>
                <c:pt idx="127">
                  <c:v>104.49231495259411</c:v>
                </c:pt>
                <c:pt idx="128">
                  <c:v>104.57435080298568</c:v>
                </c:pt>
                <c:pt idx="129">
                  <c:v>104.32290364024705</c:v>
                </c:pt>
                <c:pt idx="130">
                  <c:v>104.16125903562936</c:v>
                </c:pt>
                <c:pt idx="131">
                  <c:v>104.33940789417197</c:v>
                </c:pt>
                <c:pt idx="132">
                  <c:v>104.33940789417197</c:v>
                </c:pt>
                <c:pt idx="133">
                  <c:v>104.46901482940596</c:v>
                </c:pt>
                <c:pt idx="134">
                  <c:v>104.30105977475814</c:v>
                </c:pt>
                <c:pt idx="135">
                  <c:v>104.11999840081701</c:v>
                </c:pt>
                <c:pt idx="136">
                  <c:v>104.21125721663719</c:v>
                </c:pt>
                <c:pt idx="137">
                  <c:v>104.20543218584015</c:v>
                </c:pt>
                <c:pt idx="138">
                  <c:v>104.06126267361357</c:v>
                </c:pt>
                <c:pt idx="139">
                  <c:v>104.02825416576373</c:v>
                </c:pt>
                <c:pt idx="140">
                  <c:v>104.13844433167426</c:v>
                </c:pt>
                <c:pt idx="141">
                  <c:v>104.56464241832393</c:v>
                </c:pt>
                <c:pt idx="142">
                  <c:v>104.12582343161404</c:v>
                </c:pt>
                <c:pt idx="143">
                  <c:v>104.0952420199296</c:v>
                </c:pt>
                <c:pt idx="144">
                  <c:v>103.99961443101164</c:v>
                </c:pt>
                <c:pt idx="145">
                  <c:v>103.90010348822896</c:v>
                </c:pt>
                <c:pt idx="146">
                  <c:v>103.54186409421138</c:v>
                </c:pt>
                <c:pt idx="147">
                  <c:v>103.50303055556448</c:v>
                </c:pt>
                <c:pt idx="148">
                  <c:v>103.67147102944539</c:v>
                </c:pt>
                <c:pt idx="149">
                  <c:v>103.76175900679942</c:v>
                </c:pt>
                <c:pt idx="150">
                  <c:v>103.55205789810618</c:v>
                </c:pt>
                <c:pt idx="151">
                  <c:v>103.61953117150517</c:v>
                </c:pt>
                <c:pt idx="152">
                  <c:v>103.67875231794169</c:v>
                </c:pt>
                <c:pt idx="153">
                  <c:v>103.96612050392869</c:v>
                </c:pt>
                <c:pt idx="154">
                  <c:v>104.31804944791615</c:v>
                </c:pt>
                <c:pt idx="155">
                  <c:v>104.51998384888</c:v>
                </c:pt>
                <c:pt idx="156">
                  <c:v>104.43600632155609</c:v>
                </c:pt>
                <c:pt idx="157">
                  <c:v>104.56561325679012</c:v>
                </c:pt>
                <c:pt idx="158">
                  <c:v>104.51755675271457</c:v>
                </c:pt>
                <c:pt idx="159">
                  <c:v>104.53163391047406</c:v>
                </c:pt>
                <c:pt idx="160">
                  <c:v>104.59473841077526</c:v>
                </c:pt>
                <c:pt idx="161">
                  <c:v>104.88228007750779</c:v>
                </c:pt>
                <c:pt idx="162">
                  <c:v>104.65545244513602</c:v>
                </c:pt>
                <c:pt idx="163">
                  <c:v>104.48593886120081</c:v>
                </c:pt>
                <c:pt idx="164">
                  <c:v>104.34896799968296</c:v>
                </c:pt>
                <c:pt idx="165">
                  <c:v>104.6777952097808</c:v>
                </c:pt>
                <c:pt idx="166">
                  <c:v>104.50731020129581</c:v>
                </c:pt>
                <c:pt idx="167">
                  <c:v>104.50731020129581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0-AB36-4797-8BC2-A3C12C0C5D17}"/>
            </c:ext>
          </c:extLst>
        </c:ser>
        <c:ser>
          <c:idx val="17"/>
          <c:order val="17"/>
          <c:tx>
            <c:strRef>
              <c:f>RF!$H$22</c:f>
              <c:strCache>
                <c:ptCount val="1"/>
                <c:pt idx="0">
                  <c:v>VOVCOIU LX</c:v>
                </c:pt>
              </c:strCache>
            </c:strRef>
          </c:tx>
          <c:spPr>
            <a:ln w="28575" cap="rnd">
              <a:solidFill>
                <a:schemeClr val="accent6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RF!$I$22:$FT$22</c:f>
              <c:numCache>
                <c:formatCode>General</c:formatCode>
                <c:ptCount val="168"/>
                <c:pt idx="0">
                  <c:v>100</c:v>
                </c:pt>
                <c:pt idx="1">
                  <c:v>100.0265058644225</c:v>
                </c:pt>
                <c:pt idx="2">
                  <c:v>100.05963819495064</c:v>
                </c:pt>
                <c:pt idx="3">
                  <c:v>100.39758796633755</c:v>
                </c:pt>
                <c:pt idx="4">
                  <c:v>100.27168511033067</c:v>
                </c:pt>
                <c:pt idx="5">
                  <c:v>100.60300841561195</c:v>
                </c:pt>
                <c:pt idx="6">
                  <c:v>100.60300841561195</c:v>
                </c:pt>
                <c:pt idx="7">
                  <c:v>100.49035849181632</c:v>
                </c:pt>
                <c:pt idx="8">
                  <c:v>100.54337022066132</c:v>
                </c:pt>
                <c:pt idx="9">
                  <c:v>100.60300841561195</c:v>
                </c:pt>
                <c:pt idx="10">
                  <c:v>100.8481876615201</c:v>
                </c:pt>
                <c:pt idx="11">
                  <c:v>100.94095818699888</c:v>
                </c:pt>
                <c:pt idx="12">
                  <c:v>100.74879066993573</c:v>
                </c:pt>
                <c:pt idx="13">
                  <c:v>100.74879066993573</c:v>
                </c:pt>
                <c:pt idx="14">
                  <c:v>100.70240540719635</c:v>
                </c:pt>
                <c:pt idx="15">
                  <c:v>100.63614074614009</c:v>
                </c:pt>
                <c:pt idx="16">
                  <c:v>100.9475846531045</c:v>
                </c:pt>
                <c:pt idx="17">
                  <c:v>101.23914916175204</c:v>
                </c:pt>
                <c:pt idx="18">
                  <c:v>101.12649923795641</c:v>
                </c:pt>
                <c:pt idx="19">
                  <c:v>101.24577562785765</c:v>
                </c:pt>
                <c:pt idx="20">
                  <c:v>101.26565502617454</c:v>
                </c:pt>
                <c:pt idx="21">
                  <c:v>101.26565502617454</c:v>
                </c:pt>
                <c:pt idx="22">
                  <c:v>101.33191968723079</c:v>
                </c:pt>
                <c:pt idx="23">
                  <c:v>101.38493141607582</c:v>
                </c:pt>
                <c:pt idx="24">
                  <c:v>101.70300178914586</c:v>
                </c:pt>
                <c:pt idx="25">
                  <c:v>101.69637532304023</c:v>
                </c:pt>
                <c:pt idx="26">
                  <c:v>101.37167848386456</c:v>
                </c:pt>
                <c:pt idx="27">
                  <c:v>101.45782254323771</c:v>
                </c:pt>
                <c:pt idx="28">
                  <c:v>101.56384600092771</c:v>
                </c:pt>
                <c:pt idx="29">
                  <c:v>101.70962825525147</c:v>
                </c:pt>
                <c:pt idx="30">
                  <c:v>101.63011066198396</c:v>
                </c:pt>
                <c:pt idx="31">
                  <c:v>101.63011066198396</c:v>
                </c:pt>
                <c:pt idx="32">
                  <c:v>101.75601351799085</c:v>
                </c:pt>
                <c:pt idx="33">
                  <c:v>101.75601351799085</c:v>
                </c:pt>
                <c:pt idx="34">
                  <c:v>101.77589291630773</c:v>
                </c:pt>
                <c:pt idx="35">
                  <c:v>101.70962825525146</c:v>
                </c:pt>
                <c:pt idx="36">
                  <c:v>101.70962825525146</c:v>
                </c:pt>
                <c:pt idx="37">
                  <c:v>101.97468689947648</c:v>
                </c:pt>
                <c:pt idx="38">
                  <c:v>101.82227817904709</c:v>
                </c:pt>
                <c:pt idx="39">
                  <c:v>101.68974885693457</c:v>
                </c:pt>
                <c:pt idx="40">
                  <c:v>101.78251938241331</c:v>
                </c:pt>
                <c:pt idx="41">
                  <c:v>101.97468689947647</c:v>
                </c:pt>
                <c:pt idx="42">
                  <c:v>101.45119607713202</c:v>
                </c:pt>
                <c:pt idx="43">
                  <c:v>101.23252269564638</c:v>
                </c:pt>
                <c:pt idx="44">
                  <c:v>100.31144390696437</c:v>
                </c:pt>
                <c:pt idx="45">
                  <c:v>100.88794645815382</c:v>
                </c:pt>
                <c:pt idx="46">
                  <c:v>100.72228480551317</c:v>
                </c:pt>
                <c:pt idx="47">
                  <c:v>100.19216751706308</c:v>
                </c:pt>
                <c:pt idx="48">
                  <c:v>99.635544364190523</c:v>
                </c:pt>
                <c:pt idx="49">
                  <c:v>100.55662315287252</c:v>
                </c:pt>
                <c:pt idx="50">
                  <c:v>100.07289112716184</c:v>
                </c:pt>
                <c:pt idx="51">
                  <c:v>99.655423762507397</c:v>
                </c:pt>
                <c:pt idx="52">
                  <c:v>99.198197601219206</c:v>
                </c:pt>
                <c:pt idx="53">
                  <c:v>99.31084752501485</c:v>
                </c:pt>
                <c:pt idx="54">
                  <c:v>99.827711881253677</c:v>
                </c:pt>
                <c:pt idx="55">
                  <c:v>99.496388575972375</c:v>
                </c:pt>
                <c:pt idx="56">
                  <c:v>98.986150685839178</c:v>
                </c:pt>
                <c:pt idx="57">
                  <c:v>98.250612948114707</c:v>
                </c:pt>
                <c:pt idx="58">
                  <c:v>98.581936253396009</c:v>
                </c:pt>
                <c:pt idx="59">
                  <c:v>98.548803922867876</c:v>
                </c:pt>
                <c:pt idx="60">
                  <c:v>99.178318202902332</c:v>
                </c:pt>
                <c:pt idx="61">
                  <c:v>98.528924524551002</c:v>
                </c:pt>
                <c:pt idx="62">
                  <c:v>97.793386786826545</c:v>
                </c:pt>
                <c:pt idx="63">
                  <c:v>97.833145583460279</c:v>
                </c:pt>
                <c:pt idx="64">
                  <c:v>98.389768736332854</c:v>
                </c:pt>
                <c:pt idx="65">
                  <c:v>99.324100457226095</c:v>
                </c:pt>
                <c:pt idx="66">
                  <c:v>99.324100457226095</c:v>
                </c:pt>
                <c:pt idx="67">
                  <c:v>99.324100457226095</c:v>
                </c:pt>
                <c:pt idx="68">
                  <c:v>99.171691736796717</c:v>
                </c:pt>
                <c:pt idx="69">
                  <c:v>99.343979855542983</c:v>
                </c:pt>
                <c:pt idx="70">
                  <c:v>100.96746405142133</c:v>
                </c:pt>
                <c:pt idx="71">
                  <c:v>100.89457292425944</c:v>
                </c:pt>
                <c:pt idx="72">
                  <c:v>101.00059638194945</c:v>
                </c:pt>
                <c:pt idx="73">
                  <c:v>100.90119939036508</c:v>
                </c:pt>
                <c:pt idx="74">
                  <c:v>101.62348419587829</c:v>
                </c:pt>
                <c:pt idx="75">
                  <c:v>101.71625472135705</c:v>
                </c:pt>
                <c:pt idx="76">
                  <c:v>101.43131667881514</c:v>
                </c:pt>
                <c:pt idx="77">
                  <c:v>101.91504870452583</c:v>
                </c:pt>
                <c:pt idx="78">
                  <c:v>101.84215757736393</c:v>
                </c:pt>
                <c:pt idx="79">
                  <c:v>101.78914584851894</c:v>
                </c:pt>
                <c:pt idx="80">
                  <c:v>101.76263998409642</c:v>
                </c:pt>
                <c:pt idx="81">
                  <c:v>101.68974885693456</c:v>
                </c:pt>
                <c:pt idx="82">
                  <c:v>101.63673712808954</c:v>
                </c:pt>
                <c:pt idx="83">
                  <c:v>101.88191637399768</c:v>
                </c:pt>
                <c:pt idx="84">
                  <c:v>101.74276058577954</c:v>
                </c:pt>
                <c:pt idx="85">
                  <c:v>101.32529322112511</c:v>
                </c:pt>
                <c:pt idx="86">
                  <c:v>101.32529322112511</c:v>
                </c:pt>
                <c:pt idx="87">
                  <c:v>101.32529322112511</c:v>
                </c:pt>
                <c:pt idx="88">
                  <c:v>101.6036047975614</c:v>
                </c:pt>
                <c:pt idx="89">
                  <c:v>101.5505930687164</c:v>
                </c:pt>
                <c:pt idx="90">
                  <c:v>102.17348088264524</c:v>
                </c:pt>
                <c:pt idx="91">
                  <c:v>102.25962494201836</c:v>
                </c:pt>
                <c:pt idx="92">
                  <c:v>102.25962494201836</c:v>
                </c:pt>
                <c:pt idx="93">
                  <c:v>102.20661321317337</c:v>
                </c:pt>
                <c:pt idx="94">
                  <c:v>101.90842223842019</c:v>
                </c:pt>
                <c:pt idx="95">
                  <c:v>101.90842223842019</c:v>
                </c:pt>
                <c:pt idx="96">
                  <c:v>101.95480750115958</c:v>
                </c:pt>
                <c:pt idx="97">
                  <c:v>101.80239878073017</c:v>
                </c:pt>
                <c:pt idx="98">
                  <c:v>101.82890464515268</c:v>
                </c:pt>
                <c:pt idx="99">
                  <c:v>101.53071367039952</c:v>
                </c:pt>
                <c:pt idx="100">
                  <c:v>101.84215757736393</c:v>
                </c:pt>
                <c:pt idx="101">
                  <c:v>102.02769862832146</c:v>
                </c:pt>
                <c:pt idx="102">
                  <c:v>102.02769862832146</c:v>
                </c:pt>
                <c:pt idx="103">
                  <c:v>102.26625140812401</c:v>
                </c:pt>
                <c:pt idx="104">
                  <c:v>102.71022463720092</c:v>
                </c:pt>
                <c:pt idx="105">
                  <c:v>102.87588628984157</c:v>
                </c:pt>
                <c:pt idx="106">
                  <c:v>103.00841561195408</c:v>
                </c:pt>
                <c:pt idx="107">
                  <c:v>103.30660658670726</c:v>
                </c:pt>
                <c:pt idx="108">
                  <c:v>103.18070373070037</c:v>
                </c:pt>
                <c:pt idx="109">
                  <c:v>103.37949771386913</c:v>
                </c:pt>
                <c:pt idx="110">
                  <c:v>103.21383606122848</c:v>
                </c:pt>
                <c:pt idx="111">
                  <c:v>103.2668477900735</c:v>
                </c:pt>
                <c:pt idx="112">
                  <c:v>103.18070373070037</c:v>
                </c:pt>
                <c:pt idx="113">
                  <c:v>103.08130673911599</c:v>
                </c:pt>
                <c:pt idx="114">
                  <c:v>103.23371545954538</c:v>
                </c:pt>
                <c:pt idx="115">
                  <c:v>103.08793320522162</c:v>
                </c:pt>
                <c:pt idx="116">
                  <c:v>103.18733019680602</c:v>
                </c:pt>
                <c:pt idx="117">
                  <c:v>103.5650387648267</c:v>
                </c:pt>
                <c:pt idx="118">
                  <c:v>104.002385527798</c:v>
                </c:pt>
                <c:pt idx="119">
                  <c:v>104.055397256643</c:v>
                </c:pt>
                <c:pt idx="120">
                  <c:v>103.96925319726986</c:v>
                </c:pt>
                <c:pt idx="121">
                  <c:v>104.16804718043863</c:v>
                </c:pt>
                <c:pt idx="122">
                  <c:v>104.16804718043863</c:v>
                </c:pt>
                <c:pt idx="123">
                  <c:v>104.16804718043863</c:v>
                </c:pt>
                <c:pt idx="124">
                  <c:v>104.09515605327675</c:v>
                </c:pt>
                <c:pt idx="125">
                  <c:v>104.19455304486114</c:v>
                </c:pt>
                <c:pt idx="126">
                  <c:v>104.32708236697366</c:v>
                </c:pt>
                <c:pt idx="127">
                  <c:v>104.24756477370613</c:v>
                </c:pt>
                <c:pt idx="128">
                  <c:v>104.3403352991849</c:v>
                </c:pt>
                <c:pt idx="129">
                  <c:v>104.33370883307926</c:v>
                </c:pt>
                <c:pt idx="130">
                  <c:v>104.14816778212173</c:v>
                </c:pt>
                <c:pt idx="131">
                  <c:v>104.39997349413552</c:v>
                </c:pt>
                <c:pt idx="132">
                  <c:v>104.39997349413552</c:v>
                </c:pt>
                <c:pt idx="133">
                  <c:v>104.53912928235364</c:v>
                </c:pt>
                <c:pt idx="134">
                  <c:v>104.43310582466364</c:v>
                </c:pt>
                <c:pt idx="135">
                  <c:v>104.08190312106547</c:v>
                </c:pt>
                <c:pt idx="136">
                  <c:v>104.22105890928361</c:v>
                </c:pt>
                <c:pt idx="137">
                  <c:v>104.28069710423425</c:v>
                </c:pt>
                <c:pt idx="138">
                  <c:v>104.06202372274859</c:v>
                </c:pt>
                <c:pt idx="139">
                  <c:v>103.95600026505858</c:v>
                </c:pt>
                <c:pt idx="140">
                  <c:v>104.05539725664296</c:v>
                </c:pt>
                <c:pt idx="141">
                  <c:v>104.06202372274858</c:v>
                </c:pt>
                <c:pt idx="142">
                  <c:v>103.90298853621357</c:v>
                </c:pt>
                <c:pt idx="143">
                  <c:v>103.94937379895295</c:v>
                </c:pt>
                <c:pt idx="144">
                  <c:v>103.94937379895295</c:v>
                </c:pt>
                <c:pt idx="145">
                  <c:v>103.84997680736855</c:v>
                </c:pt>
                <c:pt idx="146">
                  <c:v>103.40600357829162</c:v>
                </c:pt>
                <c:pt idx="147">
                  <c:v>103.34636538334099</c:v>
                </c:pt>
                <c:pt idx="148">
                  <c:v>103.76383274799541</c:v>
                </c:pt>
                <c:pt idx="149">
                  <c:v>103.80359154462916</c:v>
                </c:pt>
                <c:pt idx="150">
                  <c:v>103.54515936650974</c:v>
                </c:pt>
                <c:pt idx="151">
                  <c:v>103.66443575641101</c:v>
                </c:pt>
                <c:pt idx="152">
                  <c:v>103.66443575641101</c:v>
                </c:pt>
                <c:pt idx="153">
                  <c:v>104.16142071433295</c:v>
                </c:pt>
                <c:pt idx="154">
                  <c:v>104.55238221456487</c:v>
                </c:pt>
                <c:pt idx="155">
                  <c:v>104.61864687562112</c:v>
                </c:pt>
                <c:pt idx="156">
                  <c:v>104.49274401961424</c:v>
                </c:pt>
                <c:pt idx="157">
                  <c:v>104.57226161288175</c:v>
                </c:pt>
                <c:pt idx="158">
                  <c:v>104.49274401961424</c:v>
                </c:pt>
                <c:pt idx="159">
                  <c:v>104.48611755350861</c:v>
                </c:pt>
                <c:pt idx="160">
                  <c:v>104.61202040951549</c:v>
                </c:pt>
                <c:pt idx="161">
                  <c:v>104.78430852826175</c:v>
                </c:pt>
                <c:pt idx="162">
                  <c:v>104.63189980783235</c:v>
                </c:pt>
                <c:pt idx="163">
                  <c:v>104.4397322907692</c:v>
                </c:pt>
                <c:pt idx="164">
                  <c:v>104.20117951096667</c:v>
                </c:pt>
                <c:pt idx="165">
                  <c:v>104.41985289245233</c:v>
                </c:pt>
                <c:pt idx="166">
                  <c:v>104.35358823139605</c:v>
                </c:pt>
                <c:pt idx="167">
                  <c:v>104.35358823139605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1-AB36-4797-8BC2-A3C12C0C5D17}"/>
            </c:ext>
          </c:extLst>
        </c:ser>
        <c:ser>
          <c:idx val="18"/>
          <c:order val="18"/>
          <c:tx>
            <c:strRef>
              <c:f>RF!$H$23</c:f>
              <c:strCache>
                <c:ptCount val="1"/>
                <c:pt idx="0">
                  <c:v>AUDHYBI LX</c:v>
                </c:pt>
              </c:strCache>
            </c:strRef>
          </c:tx>
          <c:spPr>
            <a:ln w="28575" cap="rnd">
              <a:solidFill>
                <a:schemeClr val="accent1">
                  <a:lumMod val="8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RF!$I$23:$FT$23</c:f>
              <c:numCache>
                <c:formatCode>General</c:formatCode>
                <c:ptCount val="168"/>
                <c:pt idx="0">
                  <c:v>100</c:v>
                </c:pt>
                <c:pt idx="1">
                  <c:v>100.00936812028665</c:v>
                </c:pt>
                <c:pt idx="2">
                  <c:v>100.0187362405733</c:v>
                </c:pt>
                <c:pt idx="3">
                  <c:v>100.17799428544659</c:v>
                </c:pt>
                <c:pt idx="4">
                  <c:v>100.29977984917323</c:v>
                </c:pt>
                <c:pt idx="5">
                  <c:v>100.34193639046323</c:v>
                </c:pt>
                <c:pt idx="6">
                  <c:v>100.27167548831325</c:v>
                </c:pt>
                <c:pt idx="7">
                  <c:v>100.40282917232655</c:v>
                </c:pt>
                <c:pt idx="8">
                  <c:v>100.37472481146655</c:v>
                </c:pt>
                <c:pt idx="9">
                  <c:v>100.55740315705653</c:v>
                </c:pt>
                <c:pt idx="10">
                  <c:v>100.46840601433321</c:v>
                </c:pt>
                <c:pt idx="11">
                  <c:v>100.44498571361655</c:v>
                </c:pt>
                <c:pt idx="12">
                  <c:v>100.45435383390321</c:v>
                </c:pt>
                <c:pt idx="13">
                  <c:v>100.45435383390321</c:v>
                </c:pt>
                <c:pt idx="14">
                  <c:v>100.18267834558993</c:v>
                </c:pt>
                <c:pt idx="15">
                  <c:v>100.54335097662653</c:v>
                </c:pt>
                <c:pt idx="16">
                  <c:v>100.68855684106981</c:v>
                </c:pt>
                <c:pt idx="17">
                  <c:v>100.63234811934983</c:v>
                </c:pt>
                <c:pt idx="18">
                  <c:v>100.55271909691318</c:v>
                </c:pt>
                <c:pt idx="19">
                  <c:v>100.45435383390321</c:v>
                </c:pt>
                <c:pt idx="20">
                  <c:v>100.17331022530328</c:v>
                </c:pt>
                <c:pt idx="21">
                  <c:v>99.887582556560005</c:v>
                </c:pt>
                <c:pt idx="22">
                  <c:v>99.882898496416686</c:v>
                </c:pt>
                <c:pt idx="23">
                  <c:v>100.13583774415663</c:v>
                </c:pt>
                <c:pt idx="24">
                  <c:v>99.962527518853335</c:v>
                </c:pt>
                <c:pt idx="25">
                  <c:v>99.765796992833387</c:v>
                </c:pt>
                <c:pt idx="26">
                  <c:v>99.648695489250088</c:v>
                </c:pt>
                <c:pt idx="27">
                  <c:v>100.05152466157666</c:v>
                </c:pt>
                <c:pt idx="28">
                  <c:v>100.24825518759663</c:v>
                </c:pt>
                <c:pt idx="29">
                  <c:v>100.28104360859996</c:v>
                </c:pt>
                <c:pt idx="30">
                  <c:v>100.14988992458666</c:v>
                </c:pt>
                <c:pt idx="31">
                  <c:v>99.892266616703381</c:v>
                </c:pt>
                <c:pt idx="32">
                  <c:v>99.798585413836747</c:v>
                </c:pt>
                <c:pt idx="33">
                  <c:v>99.798585413836747</c:v>
                </c:pt>
                <c:pt idx="34">
                  <c:v>99.723640451543432</c:v>
                </c:pt>
                <c:pt idx="35">
                  <c:v>100.11241744343999</c:v>
                </c:pt>
                <c:pt idx="36">
                  <c:v>100.14052180429998</c:v>
                </c:pt>
                <c:pt idx="37">
                  <c:v>100.2014145861633</c:v>
                </c:pt>
                <c:pt idx="38">
                  <c:v>99.882898496416715</c:v>
                </c:pt>
                <c:pt idx="39">
                  <c:v>99.578434587100119</c:v>
                </c:pt>
                <c:pt idx="40">
                  <c:v>100.02342030071668</c:v>
                </c:pt>
                <c:pt idx="41">
                  <c:v>99.976579699283363</c:v>
                </c:pt>
                <c:pt idx="42">
                  <c:v>99.442596842943487</c:v>
                </c:pt>
                <c:pt idx="43">
                  <c:v>99.348915640076839</c:v>
                </c:pt>
                <c:pt idx="44">
                  <c:v>99.250550377066858</c:v>
                </c:pt>
                <c:pt idx="45">
                  <c:v>99.859478195700063</c:v>
                </c:pt>
                <c:pt idx="46">
                  <c:v>99.6908520305401</c:v>
                </c:pt>
                <c:pt idx="47">
                  <c:v>99.236498196636873</c:v>
                </c:pt>
                <c:pt idx="48">
                  <c:v>99.236498196636873</c:v>
                </c:pt>
                <c:pt idx="49">
                  <c:v>99.733008571830084</c:v>
                </c:pt>
                <c:pt idx="50">
                  <c:v>99.653379549393435</c:v>
                </c:pt>
                <c:pt idx="51">
                  <c:v>98.899245866316946</c:v>
                </c:pt>
                <c:pt idx="52">
                  <c:v>98.782144362733632</c:v>
                </c:pt>
                <c:pt idx="53">
                  <c:v>98.866457445313614</c:v>
                </c:pt>
                <c:pt idx="54">
                  <c:v>99.306759098786856</c:v>
                </c:pt>
                <c:pt idx="55">
                  <c:v>99.119396693053574</c:v>
                </c:pt>
                <c:pt idx="56">
                  <c:v>98.618202257717016</c:v>
                </c:pt>
                <c:pt idx="57">
                  <c:v>98.285633987540436</c:v>
                </c:pt>
                <c:pt idx="58">
                  <c:v>98.641622558433667</c:v>
                </c:pt>
                <c:pt idx="59">
                  <c:v>98.491732633847036</c:v>
                </c:pt>
                <c:pt idx="60">
                  <c:v>98.810248723593617</c:v>
                </c:pt>
                <c:pt idx="61">
                  <c:v>98.271581807110422</c:v>
                </c:pt>
                <c:pt idx="62">
                  <c:v>97.611129326900567</c:v>
                </c:pt>
                <c:pt idx="63">
                  <c:v>97.686074289193897</c:v>
                </c:pt>
                <c:pt idx="64">
                  <c:v>98.369947070120404</c:v>
                </c:pt>
                <c:pt idx="65">
                  <c:v>99.114712632910226</c:v>
                </c:pt>
                <c:pt idx="66">
                  <c:v>99.189657595203528</c:v>
                </c:pt>
                <c:pt idx="67">
                  <c:v>99.189657595203528</c:v>
                </c:pt>
                <c:pt idx="68">
                  <c:v>99.189657595203528</c:v>
                </c:pt>
                <c:pt idx="69">
                  <c:v>99.433228722656821</c:v>
                </c:pt>
                <c:pt idx="70">
                  <c:v>100.57145533748655</c:v>
                </c:pt>
                <c:pt idx="71">
                  <c:v>100.45903789404657</c:v>
                </c:pt>
                <c:pt idx="72">
                  <c:v>100.07962902243666</c:v>
                </c:pt>
                <c:pt idx="73">
                  <c:v>100.01873624057335</c:v>
                </c:pt>
                <c:pt idx="74">
                  <c:v>100.66982060049652</c:v>
                </c:pt>
                <c:pt idx="75">
                  <c:v>100.57613939762989</c:v>
                </c:pt>
                <c:pt idx="76">
                  <c:v>100.66982060049654</c:v>
                </c:pt>
                <c:pt idx="77">
                  <c:v>101.23659187783974</c:v>
                </c:pt>
                <c:pt idx="78">
                  <c:v>101.17569909597643</c:v>
                </c:pt>
                <c:pt idx="79">
                  <c:v>100.94618014895313</c:v>
                </c:pt>
                <c:pt idx="80">
                  <c:v>101.01644105110312</c:v>
                </c:pt>
                <c:pt idx="81">
                  <c:v>100.79160616422317</c:v>
                </c:pt>
                <c:pt idx="82">
                  <c:v>100.99770481052978</c:v>
                </c:pt>
                <c:pt idx="83">
                  <c:v>101.14759473511641</c:v>
                </c:pt>
                <c:pt idx="84">
                  <c:v>100.95086420909647</c:v>
                </c:pt>
                <c:pt idx="85">
                  <c:v>100.67450466063985</c:v>
                </c:pt>
                <c:pt idx="86">
                  <c:v>100.83844676565649</c:v>
                </c:pt>
                <c:pt idx="87">
                  <c:v>100.83844676565649</c:v>
                </c:pt>
                <c:pt idx="88">
                  <c:v>101.03517729167643</c:v>
                </c:pt>
                <c:pt idx="89">
                  <c:v>101.13354255468641</c:v>
                </c:pt>
                <c:pt idx="90">
                  <c:v>101.49889924586633</c:v>
                </c:pt>
                <c:pt idx="91">
                  <c:v>101.45674270457633</c:v>
                </c:pt>
                <c:pt idx="92">
                  <c:v>101.452058644433</c:v>
                </c:pt>
                <c:pt idx="93">
                  <c:v>101.40053398285633</c:v>
                </c:pt>
                <c:pt idx="94">
                  <c:v>100.9321279685231</c:v>
                </c:pt>
                <c:pt idx="95">
                  <c:v>100.93681202866645</c:v>
                </c:pt>
                <c:pt idx="96">
                  <c:v>100.93681202866645</c:v>
                </c:pt>
                <c:pt idx="97">
                  <c:v>100.74476556278982</c:v>
                </c:pt>
                <c:pt idx="98">
                  <c:v>100.67918872078317</c:v>
                </c:pt>
                <c:pt idx="99">
                  <c:v>100.44966977375989</c:v>
                </c:pt>
                <c:pt idx="100">
                  <c:v>100.96491638952645</c:v>
                </c:pt>
                <c:pt idx="101">
                  <c:v>101.0773338329664</c:v>
                </c:pt>
                <c:pt idx="102">
                  <c:v>101.26001217855635</c:v>
                </c:pt>
                <c:pt idx="103">
                  <c:v>101.26001217855635</c:v>
                </c:pt>
                <c:pt idx="104">
                  <c:v>101.67689353131291</c:v>
                </c:pt>
                <c:pt idx="105">
                  <c:v>101.70968195231625</c:v>
                </c:pt>
                <c:pt idx="106">
                  <c:v>101.81741533561291</c:v>
                </c:pt>
                <c:pt idx="107">
                  <c:v>102.06098646306617</c:v>
                </c:pt>
                <c:pt idx="108">
                  <c:v>102.0937748840695</c:v>
                </c:pt>
                <c:pt idx="109">
                  <c:v>102.17808796664949</c:v>
                </c:pt>
                <c:pt idx="110">
                  <c:v>101.94388495948287</c:v>
                </c:pt>
                <c:pt idx="111">
                  <c:v>102.08909082392617</c:v>
                </c:pt>
                <c:pt idx="112">
                  <c:v>101.70031383202961</c:v>
                </c:pt>
                <c:pt idx="113">
                  <c:v>101.72373413274626</c:v>
                </c:pt>
                <c:pt idx="114">
                  <c:v>101.82678345589956</c:v>
                </c:pt>
                <c:pt idx="115">
                  <c:v>101.65815729073961</c:v>
                </c:pt>
                <c:pt idx="116">
                  <c:v>101.93920089933953</c:v>
                </c:pt>
                <c:pt idx="117">
                  <c:v>102.23898074851279</c:v>
                </c:pt>
                <c:pt idx="118">
                  <c:v>102.59965337954935</c:v>
                </c:pt>
                <c:pt idx="119">
                  <c:v>102.65117804112602</c:v>
                </c:pt>
                <c:pt idx="120">
                  <c:v>102.22961262822611</c:v>
                </c:pt>
                <c:pt idx="121">
                  <c:v>102.33734601152274</c:v>
                </c:pt>
                <c:pt idx="122">
                  <c:v>102.33734601152274</c:v>
                </c:pt>
                <c:pt idx="123">
                  <c:v>102.27176916951609</c:v>
                </c:pt>
                <c:pt idx="124">
                  <c:v>102.27176916951609</c:v>
                </c:pt>
                <c:pt idx="125">
                  <c:v>102.16871984636279</c:v>
                </c:pt>
                <c:pt idx="126">
                  <c:v>102.21087638765279</c:v>
                </c:pt>
                <c:pt idx="127">
                  <c:v>102.05161834277949</c:v>
                </c:pt>
                <c:pt idx="128">
                  <c:v>102.19682420722279</c:v>
                </c:pt>
                <c:pt idx="129">
                  <c:v>102.31860977094944</c:v>
                </c:pt>
                <c:pt idx="130">
                  <c:v>102.39355473324275</c:v>
                </c:pt>
                <c:pt idx="131">
                  <c:v>102.59496931940603</c:v>
                </c:pt>
                <c:pt idx="132">
                  <c:v>102.59496931940603</c:v>
                </c:pt>
                <c:pt idx="133">
                  <c:v>102.90411728886596</c:v>
                </c:pt>
                <c:pt idx="134">
                  <c:v>102.89474916857928</c:v>
                </c:pt>
                <c:pt idx="135">
                  <c:v>102.64649398098267</c:v>
                </c:pt>
                <c:pt idx="136">
                  <c:v>102.80106796571263</c:v>
                </c:pt>
                <c:pt idx="137">
                  <c:v>102.84322450700263</c:v>
                </c:pt>
                <c:pt idx="138">
                  <c:v>102.65117804112602</c:v>
                </c:pt>
                <c:pt idx="139">
                  <c:v>102.61370555997935</c:v>
                </c:pt>
                <c:pt idx="140">
                  <c:v>102.96969413087263</c:v>
                </c:pt>
                <c:pt idx="141">
                  <c:v>103.00248255187594</c:v>
                </c:pt>
                <c:pt idx="142">
                  <c:v>103.03995503302258</c:v>
                </c:pt>
                <c:pt idx="143">
                  <c:v>102.9977984917326</c:v>
                </c:pt>
                <c:pt idx="144">
                  <c:v>102.9977984917326</c:v>
                </c:pt>
                <c:pt idx="145">
                  <c:v>102.77296360485265</c:v>
                </c:pt>
                <c:pt idx="146">
                  <c:v>102.4029228535294</c:v>
                </c:pt>
                <c:pt idx="147">
                  <c:v>102.42634315424606</c:v>
                </c:pt>
                <c:pt idx="148">
                  <c:v>102.59028525926269</c:v>
                </c:pt>
                <c:pt idx="149">
                  <c:v>102.69333458241599</c:v>
                </c:pt>
                <c:pt idx="150">
                  <c:v>102.67459834184265</c:v>
                </c:pt>
                <c:pt idx="151">
                  <c:v>102.78701578528263</c:v>
                </c:pt>
                <c:pt idx="152">
                  <c:v>102.83385638671595</c:v>
                </c:pt>
                <c:pt idx="153">
                  <c:v>103.23200149889918</c:v>
                </c:pt>
                <c:pt idx="154">
                  <c:v>103.58799006979243</c:v>
                </c:pt>
                <c:pt idx="155">
                  <c:v>103.59267412993574</c:v>
                </c:pt>
                <c:pt idx="156">
                  <c:v>103.58330600964908</c:v>
                </c:pt>
                <c:pt idx="157">
                  <c:v>103.77066841538236</c:v>
                </c:pt>
                <c:pt idx="158">
                  <c:v>103.67230315237239</c:v>
                </c:pt>
                <c:pt idx="159">
                  <c:v>103.60204225022241</c:v>
                </c:pt>
                <c:pt idx="160">
                  <c:v>103.71914375380572</c:v>
                </c:pt>
                <c:pt idx="161">
                  <c:v>103.87371773853567</c:v>
                </c:pt>
                <c:pt idx="162">
                  <c:v>104.04234390369564</c:v>
                </c:pt>
                <c:pt idx="163">
                  <c:v>103.95803082111566</c:v>
                </c:pt>
                <c:pt idx="164">
                  <c:v>103.80814089652903</c:v>
                </c:pt>
                <c:pt idx="165">
                  <c:v>104.01892360297896</c:v>
                </c:pt>
                <c:pt idx="166">
                  <c:v>103.89245397910899</c:v>
                </c:pt>
                <c:pt idx="167">
                  <c:v>103.89245397910899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2-AB36-4797-8BC2-A3C12C0C5D17}"/>
            </c:ext>
          </c:extLst>
        </c:ser>
        <c:ser>
          <c:idx val="19"/>
          <c:order val="19"/>
          <c:tx>
            <c:strRef>
              <c:f>RF!$H$24</c:f>
              <c:strCache>
                <c:ptCount val="1"/>
                <c:pt idx="0">
                  <c:v>KHYGBXU ID</c:v>
                </c:pt>
              </c:strCache>
            </c:strRef>
          </c:tx>
          <c:spPr>
            <a:ln w="28575" cap="rnd">
              <a:solidFill>
                <a:schemeClr val="accent2">
                  <a:lumMod val="8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RF!$I$3:$FT$3</c:f>
              <c:numCache>
                <c:formatCode>m/d/yyyy</c:formatCode>
                <c:ptCount val="168"/>
                <c:pt idx="0">
                  <c:v>46023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46069</c:v>
                </c:pt>
                <c:pt idx="33">
                  <c:v>46070</c:v>
                </c:pt>
                <c:pt idx="34">
                  <c:v>46071</c:v>
                </c:pt>
                <c:pt idx="35">
                  <c:v>46072</c:v>
                </c:pt>
                <c:pt idx="36">
                  <c:v>46073</c:v>
                </c:pt>
                <c:pt idx="37">
                  <c:v>46076</c:v>
                </c:pt>
                <c:pt idx="38">
                  <c:v>46077</c:v>
                </c:pt>
                <c:pt idx="39">
                  <c:v>46078</c:v>
                </c:pt>
                <c:pt idx="40">
                  <c:v>46079</c:v>
                </c:pt>
                <c:pt idx="41">
                  <c:v>46080</c:v>
                </c:pt>
                <c:pt idx="42">
                  <c:v>46083</c:v>
                </c:pt>
                <c:pt idx="43">
                  <c:v>46084</c:v>
                </c:pt>
                <c:pt idx="44">
                  <c:v>46085</c:v>
                </c:pt>
                <c:pt idx="45">
                  <c:v>46086</c:v>
                </c:pt>
                <c:pt idx="46">
                  <c:v>46087</c:v>
                </c:pt>
                <c:pt idx="47">
                  <c:v>46090</c:v>
                </c:pt>
                <c:pt idx="48">
                  <c:v>46091</c:v>
                </c:pt>
                <c:pt idx="49">
                  <c:v>46092</c:v>
                </c:pt>
                <c:pt idx="50">
                  <c:v>46093</c:v>
                </c:pt>
                <c:pt idx="51">
                  <c:v>46094</c:v>
                </c:pt>
                <c:pt idx="52">
                  <c:v>46097</c:v>
                </c:pt>
                <c:pt idx="53">
                  <c:v>46098</c:v>
                </c:pt>
                <c:pt idx="54">
                  <c:v>46099</c:v>
                </c:pt>
                <c:pt idx="55">
                  <c:v>46100</c:v>
                </c:pt>
                <c:pt idx="56">
                  <c:v>46101</c:v>
                </c:pt>
                <c:pt idx="57">
                  <c:v>46104</c:v>
                </c:pt>
                <c:pt idx="58">
                  <c:v>46105</c:v>
                </c:pt>
                <c:pt idx="59">
                  <c:v>46106</c:v>
                </c:pt>
                <c:pt idx="60">
                  <c:v>46107</c:v>
                </c:pt>
                <c:pt idx="61">
                  <c:v>46108</c:v>
                </c:pt>
                <c:pt idx="62">
                  <c:v>46111</c:v>
                </c:pt>
                <c:pt idx="63">
                  <c:v>46112</c:v>
                </c:pt>
                <c:pt idx="64">
                  <c:v>46113</c:v>
                </c:pt>
                <c:pt idx="65">
                  <c:v>46114</c:v>
                </c:pt>
                <c:pt idx="66">
                  <c:v>46115</c:v>
                </c:pt>
                <c:pt idx="67">
                  <c:v>46118</c:v>
                </c:pt>
                <c:pt idx="68">
                  <c:v>46119</c:v>
                </c:pt>
                <c:pt idx="69">
                  <c:v>46120</c:v>
                </c:pt>
                <c:pt idx="70">
                  <c:v>46121</c:v>
                </c:pt>
                <c:pt idx="71">
                  <c:v>46122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46132</c:v>
                </c:pt>
                <c:pt idx="78">
                  <c:v>46133</c:v>
                </c:pt>
                <c:pt idx="79">
                  <c:v>46134</c:v>
                </c:pt>
                <c:pt idx="80">
                  <c:v>46135</c:v>
                </c:pt>
                <c:pt idx="81">
                  <c:v>46136</c:v>
                </c:pt>
                <c:pt idx="82">
                  <c:v>46139</c:v>
                </c:pt>
                <c:pt idx="83">
                  <c:v>46140</c:v>
                </c:pt>
                <c:pt idx="84">
                  <c:v>46141</c:v>
                </c:pt>
                <c:pt idx="85">
                  <c:v>46142</c:v>
                </c:pt>
                <c:pt idx="86">
                  <c:v>46143</c:v>
                </c:pt>
                <c:pt idx="87">
                  <c:v>46146</c:v>
                </c:pt>
                <c:pt idx="88">
                  <c:v>46147</c:v>
                </c:pt>
                <c:pt idx="89">
                  <c:v>46148</c:v>
                </c:pt>
                <c:pt idx="90">
                  <c:v>46149</c:v>
                </c:pt>
                <c:pt idx="91">
                  <c:v>46150</c:v>
                </c:pt>
                <c:pt idx="92">
                  <c:v>46153</c:v>
                </c:pt>
                <c:pt idx="93">
                  <c:v>46154</c:v>
                </c:pt>
                <c:pt idx="94">
                  <c:v>46155</c:v>
                </c:pt>
                <c:pt idx="95">
                  <c:v>46156</c:v>
                </c:pt>
                <c:pt idx="96">
                  <c:v>46157</c:v>
                </c:pt>
                <c:pt idx="97">
                  <c:v>46160</c:v>
                </c:pt>
                <c:pt idx="98">
                  <c:v>46161</c:v>
                </c:pt>
                <c:pt idx="99">
                  <c:v>46162</c:v>
                </c:pt>
                <c:pt idx="100">
                  <c:v>46163</c:v>
                </c:pt>
                <c:pt idx="101">
                  <c:v>46164</c:v>
                </c:pt>
                <c:pt idx="102">
                  <c:v>46167</c:v>
                </c:pt>
                <c:pt idx="103">
                  <c:v>46168</c:v>
                </c:pt>
                <c:pt idx="104">
                  <c:v>46169</c:v>
                </c:pt>
                <c:pt idx="105">
                  <c:v>46170</c:v>
                </c:pt>
                <c:pt idx="106">
                  <c:v>46171</c:v>
                </c:pt>
                <c:pt idx="107">
                  <c:v>46174</c:v>
                </c:pt>
                <c:pt idx="108">
                  <c:v>46175</c:v>
                </c:pt>
                <c:pt idx="109">
                  <c:v>46176</c:v>
                </c:pt>
                <c:pt idx="110">
                  <c:v>46177</c:v>
                </c:pt>
                <c:pt idx="111">
                  <c:v>46178</c:v>
                </c:pt>
                <c:pt idx="112">
                  <c:v>46181</c:v>
                </c:pt>
                <c:pt idx="113">
                  <c:v>46182</c:v>
                </c:pt>
                <c:pt idx="114">
                  <c:v>46183</c:v>
                </c:pt>
                <c:pt idx="115">
                  <c:v>46184</c:v>
                </c:pt>
                <c:pt idx="116">
                  <c:v>46185</c:v>
                </c:pt>
                <c:pt idx="117">
                  <c:v>46188</c:v>
                </c:pt>
                <c:pt idx="118">
                  <c:v>46189</c:v>
                </c:pt>
                <c:pt idx="119">
                  <c:v>46190</c:v>
                </c:pt>
                <c:pt idx="120">
                  <c:v>46191</c:v>
                </c:pt>
                <c:pt idx="121">
                  <c:v>46192</c:v>
                </c:pt>
                <c:pt idx="122">
                  <c:v>46195</c:v>
                </c:pt>
                <c:pt idx="123">
                  <c:v>46196</c:v>
                </c:pt>
                <c:pt idx="124">
                  <c:v>46197</c:v>
                </c:pt>
                <c:pt idx="125">
                  <c:v>46198</c:v>
                </c:pt>
                <c:pt idx="126">
                  <c:v>46199</c:v>
                </c:pt>
                <c:pt idx="127">
                  <c:v>46202</c:v>
                </c:pt>
                <c:pt idx="128">
                  <c:v>46203</c:v>
                </c:pt>
                <c:pt idx="129">
                  <c:v>46204</c:v>
                </c:pt>
                <c:pt idx="130">
                  <c:v>46205</c:v>
                </c:pt>
                <c:pt idx="131">
                  <c:v>46206</c:v>
                </c:pt>
                <c:pt idx="132">
                  <c:v>46209</c:v>
                </c:pt>
                <c:pt idx="133">
                  <c:v>46210</c:v>
                </c:pt>
                <c:pt idx="134">
                  <c:v>46211</c:v>
                </c:pt>
                <c:pt idx="135">
                  <c:v>46212</c:v>
                </c:pt>
                <c:pt idx="136">
                  <c:v>46213</c:v>
                </c:pt>
                <c:pt idx="137">
                  <c:v>46216</c:v>
                </c:pt>
                <c:pt idx="138">
                  <c:v>46217</c:v>
                </c:pt>
                <c:pt idx="139">
                  <c:v>46218</c:v>
                </c:pt>
                <c:pt idx="140">
                  <c:v>46219</c:v>
                </c:pt>
                <c:pt idx="141">
                  <c:v>46220</c:v>
                </c:pt>
                <c:pt idx="142">
                  <c:v>46223</c:v>
                </c:pt>
                <c:pt idx="143">
                  <c:v>46224</c:v>
                </c:pt>
                <c:pt idx="144">
                  <c:v>46225</c:v>
                </c:pt>
                <c:pt idx="145">
                  <c:v>46226</c:v>
                </c:pt>
                <c:pt idx="146">
                  <c:v>46227</c:v>
                </c:pt>
                <c:pt idx="147">
                  <c:v>46230</c:v>
                </c:pt>
                <c:pt idx="148">
                  <c:v>46231</c:v>
                </c:pt>
                <c:pt idx="149">
                  <c:v>46232</c:v>
                </c:pt>
                <c:pt idx="150">
                  <c:v>46233</c:v>
                </c:pt>
                <c:pt idx="151">
                  <c:v>46234</c:v>
                </c:pt>
                <c:pt idx="152">
                  <c:v>46237</c:v>
                </c:pt>
                <c:pt idx="153">
                  <c:v>46238</c:v>
                </c:pt>
                <c:pt idx="154">
                  <c:v>46239</c:v>
                </c:pt>
                <c:pt idx="155">
                  <c:v>46240</c:v>
                </c:pt>
                <c:pt idx="156">
                  <c:v>46241</c:v>
                </c:pt>
                <c:pt idx="157">
                  <c:v>46244</c:v>
                </c:pt>
                <c:pt idx="158">
                  <c:v>46245</c:v>
                </c:pt>
                <c:pt idx="159">
                  <c:v>46246</c:v>
                </c:pt>
                <c:pt idx="160">
                  <c:v>46247</c:v>
                </c:pt>
                <c:pt idx="161">
                  <c:v>46248</c:v>
                </c:pt>
                <c:pt idx="162">
                  <c:v>46251</c:v>
                </c:pt>
                <c:pt idx="163">
                  <c:v>46252</c:v>
                </c:pt>
                <c:pt idx="164">
                  <c:v>46253</c:v>
                </c:pt>
                <c:pt idx="165">
                  <c:v>46254</c:v>
                </c:pt>
                <c:pt idx="166">
                  <c:v>46255</c:v>
                </c:pt>
                <c:pt idx="167">
                  <c:v>46258</c:v>
                </c:pt>
              </c:numCache>
            </c:numRef>
          </c:cat>
          <c:val>
            <c:numRef>
              <c:f>RF!$I$24:$FT$24</c:f>
              <c:numCache>
                <c:formatCode>General</c:formatCode>
                <c:ptCount val="168"/>
                <c:pt idx="0">
                  <c:v>100</c:v>
                </c:pt>
                <c:pt idx="1">
                  <c:v>100.04806256872583</c:v>
                </c:pt>
                <c:pt idx="2">
                  <c:v>100.14637236839229</c:v>
                </c:pt>
                <c:pt idx="3">
                  <c:v>100.18496806752063</c:v>
                </c:pt>
                <c:pt idx="4">
                  <c:v>100.25196437544147</c:v>
                </c:pt>
                <c:pt idx="5">
                  <c:v>100.28327786718711</c:v>
                </c:pt>
                <c:pt idx="6">
                  <c:v>100.32114534557715</c:v>
                </c:pt>
                <c:pt idx="7">
                  <c:v>100.44207563478899</c:v>
                </c:pt>
                <c:pt idx="8">
                  <c:v>100.50764024942194</c:v>
                </c:pt>
                <c:pt idx="9">
                  <c:v>100.56446291543716</c:v>
                </c:pt>
                <c:pt idx="10">
                  <c:v>100.60598717137135</c:v>
                </c:pt>
                <c:pt idx="11">
                  <c:v>100.66645231597728</c:v>
                </c:pt>
                <c:pt idx="12">
                  <c:v>100.63731248725152</c:v>
                </c:pt>
                <c:pt idx="13">
                  <c:v>100.60307318849877</c:v>
                </c:pt>
                <c:pt idx="14">
                  <c:v>100.6285705386338</c:v>
                </c:pt>
                <c:pt idx="15">
                  <c:v>100.78956809234357</c:v>
                </c:pt>
                <c:pt idx="16">
                  <c:v>100.8682456299031</c:v>
                </c:pt>
                <c:pt idx="17">
                  <c:v>100.94838015889893</c:v>
                </c:pt>
                <c:pt idx="18">
                  <c:v>100.98990441483312</c:v>
                </c:pt>
                <c:pt idx="19">
                  <c:v>101.0030173377597</c:v>
                </c:pt>
                <c:pt idx="20">
                  <c:v>100.94692316746264</c:v>
                </c:pt>
                <c:pt idx="21">
                  <c:v>100.89082899716558</c:v>
                </c:pt>
                <c:pt idx="22">
                  <c:v>100.89082899716558</c:v>
                </c:pt>
                <c:pt idx="23">
                  <c:v>101.07513841385597</c:v>
                </c:pt>
                <c:pt idx="24">
                  <c:v>101.08242337103741</c:v>
                </c:pt>
                <c:pt idx="25">
                  <c:v>101.09699328540027</c:v>
                </c:pt>
                <c:pt idx="26">
                  <c:v>101.03361415792178</c:v>
                </c:pt>
                <c:pt idx="27">
                  <c:v>101.12759010556232</c:v>
                </c:pt>
                <c:pt idx="28">
                  <c:v>101.15308745569733</c:v>
                </c:pt>
                <c:pt idx="29">
                  <c:v>101.15163046426105</c:v>
                </c:pt>
                <c:pt idx="30">
                  <c:v>101.11302019119942</c:v>
                </c:pt>
                <c:pt idx="31">
                  <c:v>101.02997167933104</c:v>
                </c:pt>
                <c:pt idx="32">
                  <c:v>101.08533735390998</c:v>
                </c:pt>
                <c:pt idx="33">
                  <c:v>101.09335080680957</c:v>
                </c:pt>
                <c:pt idx="34">
                  <c:v>101.10282125114541</c:v>
                </c:pt>
                <c:pt idx="35">
                  <c:v>101.05546902946608</c:v>
                </c:pt>
                <c:pt idx="36">
                  <c:v>101.10864921689057</c:v>
                </c:pt>
                <c:pt idx="37">
                  <c:v>101.16037241287879</c:v>
                </c:pt>
                <c:pt idx="38">
                  <c:v>101.12321913125345</c:v>
                </c:pt>
                <c:pt idx="39">
                  <c:v>101.14070302848889</c:v>
                </c:pt>
                <c:pt idx="40">
                  <c:v>101.20262516453111</c:v>
                </c:pt>
                <c:pt idx="41">
                  <c:v>101.19315472019525</c:v>
                </c:pt>
                <c:pt idx="42">
                  <c:v>101.01030229494117</c:v>
                </c:pt>
                <c:pt idx="43">
                  <c:v>100.79903853667949</c:v>
                </c:pt>
                <c:pt idx="44">
                  <c:v>100.83473482686853</c:v>
                </c:pt>
                <c:pt idx="45">
                  <c:v>101.02705769645848</c:v>
                </c:pt>
                <c:pt idx="46">
                  <c:v>100.91049838155548</c:v>
                </c:pt>
                <c:pt idx="47">
                  <c:v>100.34445720855778</c:v>
                </c:pt>
                <c:pt idx="48">
                  <c:v>100.72108949483811</c:v>
                </c:pt>
                <c:pt idx="49">
                  <c:v>100.72837445201955</c:v>
                </c:pt>
                <c:pt idx="50">
                  <c:v>100.54479353104733</c:v>
                </c:pt>
                <c:pt idx="51">
                  <c:v>100.25193825235354</c:v>
                </c:pt>
                <c:pt idx="52">
                  <c:v>100.21697045788264</c:v>
                </c:pt>
                <c:pt idx="53">
                  <c:v>100.21697045788264</c:v>
                </c:pt>
                <c:pt idx="54">
                  <c:v>100.15796230471298</c:v>
                </c:pt>
                <c:pt idx="55">
                  <c:v>100.07782777571717</c:v>
                </c:pt>
                <c:pt idx="56">
                  <c:v>99.898617829053791</c:v>
                </c:pt>
                <c:pt idx="57">
                  <c:v>99.371186929117698</c:v>
                </c:pt>
                <c:pt idx="58">
                  <c:v>99.736163283907729</c:v>
                </c:pt>
                <c:pt idx="59">
                  <c:v>99.867292513173609</c:v>
                </c:pt>
                <c:pt idx="60">
                  <c:v>99.859279060274019</c:v>
                </c:pt>
                <c:pt idx="61">
                  <c:v>99.589735644560832</c:v>
                </c:pt>
                <c:pt idx="62">
                  <c:v>99.447678979522806</c:v>
                </c:pt>
                <c:pt idx="63">
                  <c:v>99.476090312530417</c:v>
                </c:pt>
                <c:pt idx="64">
                  <c:v>99.857093573119613</c:v>
                </c:pt>
                <c:pt idx="65">
                  <c:v>99.854179590247028</c:v>
                </c:pt>
                <c:pt idx="66">
                  <c:v>99.854179590247028</c:v>
                </c:pt>
                <c:pt idx="67">
                  <c:v>99.854179590247028</c:v>
                </c:pt>
                <c:pt idx="68">
                  <c:v>100.07928476715347</c:v>
                </c:pt>
                <c:pt idx="69">
                  <c:v>100.52075317234861</c:v>
                </c:pt>
                <c:pt idx="70">
                  <c:v>100.69996311901197</c:v>
                </c:pt>
                <c:pt idx="71">
                  <c:v>100.75460029787274</c:v>
                </c:pt>
                <c:pt idx="72">
                  <c:v>100.7487723321276</c:v>
                </c:pt>
                <c:pt idx="73">
                  <c:v>100.9782484833429</c:v>
                </c:pt>
                <c:pt idx="74">
                  <c:v>101.13196107987125</c:v>
                </c:pt>
                <c:pt idx="75">
                  <c:v>101.18951224160459</c:v>
                </c:pt>
                <c:pt idx="76">
                  <c:v>101.23686446328392</c:v>
                </c:pt>
                <c:pt idx="77">
                  <c:v>101.5326337248503</c:v>
                </c:pt>
                <c:pt idx="78">
                  <c:v>101.55594558783089</c:v>
                </c:pt>
                <c:pt idx="79">
                  <c:v>101.4845530074528</c:v>
                </c:pt>
                <c:pt idx="80">
                  <c:v>101.46342663162663</c:v>
                </c:pt>
                <c:pt idx="81">
                  <c:v>101.33739687238777</c:v>
                </c:pt>
                <c:pt idx="82">
                  <c:v>101.44011476864603</c:v>
                </c:pt>
                <c:pt idx="83">
                  <c:v>101.31554200084345</c:v>
                </c:pt>
                <c:pt idx="84">
                  <c:v>101.23395048041135</c:v>
                </c:pt>
                <c:pt idx="85">
                  <c:v>101.03450340198869</c:v>
                </c:pt>
                <c:pt idx="86">
                  <c:v>101.13932230451741</c:v>
                </c:pt>
                <c:pt idx="87">
                  <c:v>101.13932230451741</c:v>
                </c:pt>
                <c:pt idx="88">
                  <c:v>101.18590848341906</c:v>
                </c:pt>
                <c:pt idx="89">
                  <c:v>101.34968801862017</c:v>
                </c:pt>
                <c:pt idx="90">
                  <c:v>101.4341254678794</c:v>
                </c:pt>
                <c:pt idx="91">
                  <c:v>101.43630919501541</c:v>
                </c:pt>
                <c:pt idx="92">
                  <c:v>101.49090237341579</c:v>
                </c:pt>
                <c:pt idx="93">
                  <c:v>101.4166556507913</c:v>
                </c:pt>
                <c:pt idx="94">
                  <c:v>101.35769501811889</c:v>
                </c:pt>
                <c:pt idx="95">
                  <c:v>101.34168101912144</c:v>
                </c:pt>
                <c:pt idx="96">
                  <c:v>101.27544129599566</c:v>
                </c:pt>
                <c:pt idx="97">
                  <c:v>101.1560642125602</c:v>
                </c:pt>
                <c:pt idx="98">
                  <c:v>101.20847366382455</c:v>
                </c:pt>
                <c:pt idx="99">
                  <c:v>101.10802221556789</c:v>
                </c:pt>
                <c:pt idx="100">
                  <c:v>101.2950948402198</c:v>
                </c:pt>
                <c:pt idx="101">
                  <c:v>101.31693211157994</c:v>
                </c:pt>
                <c:pt idx="102">
                  <c:v>101.31693211157994</c:v>
                </c:pt>
                <c:pt idx="103">
                  <c:v>101.48071164678105</c:v>
                </c:pt>
                <c:pt idx="104">
                  <c:v>101.61027945685126</c:v>
                </c:pt>
                <c:pt idx="105">
                  <c:v>101.70781926892657</c:v>
                </c:pt>
                <c:pt idx="106">
                  <c:v>101.90818641245167</c:v>
                </c:pt>
                <c:pt idx="107">
                  <c:v>101.90818641245167</c:v>
                </c:pt>
                <c:pt idx="108">
                  <c:v>102.06920873506638</c:v>
                </c:pt>
                <c:pt idx="109">
                  <c:v>102.09179557670011</c:v>
                </c:pt>
                <c:pt idx="110">
                  <c:v>102.04443607004872</c:v>
                </c:pt>
                <c:pt idx="111">
                  <c:v>102.07868063639663</c:v>
                </c:pt>
                <c:pt idx="112">
                  <c:v>101.88195653184472</c:v>
                </c:pt>
                <c:pt idx="113">
                  <c:v>101.95263148792449</c:v>
                </c:pt>
                <c:pt idx="114">
                  <c:v>101.95991756587085</c:v>
                </c:pt>
                <c:pt idx="115">
                  <c:v>101.92421578393365</c:v>
                </c:pt>
                <c:pt idx="116">
                  <c:v>102.09616722346792</c:v>
                </c:pt>
                <c:pt idx="117">
                  <c:v>102.28123360330565</c:v>
                </c:pt>
                <c:pt idx="118">
                  <c:v>102.38469591014405</c:v>
                </c:pt>
                <c:pt idx="119">
                  <c:v>102.37158096984058</c:v>
                </c:pt>
                <c:pt idx="120">
                  <c:v>102.33879361908193</c:v>
                </c:pt>
                <c:pt idx="121">
                  <c:v>102.34680830482293</c:v>
                </c:pt>
                <c:pt idx="122">
                  <c:v>102.42622655443833</c:v>
                </c:pt>
                <c:pt idx="123">
                  <c:v>102.42404073105442</c:v>
                </c:pt>
                <c:pt idx="124">
                  <c:v>102.45901390519698</c:v>
                </c:pt>
                <c:pt idx="125">
                  <c:v>102.48888682477708</c:v>
                </c:pt>
                <c:pt idx="126">
                  <c:v>102.51365948979473</c:v>
                </c:pt>
                <c:pt idx="127">
                  <c:v>102.56029038865147</c:v>
                </c:pt>
                <c:pt idx="128">
                  <c:v>102.53770354701773</c:v>
                </c:pt>
                <c:pt idx="129">
                  <c:v>102.37085236204592</c:v>
                </c:pt>
                <c:pt idx="130">
                  <c:v>102.45537086622379</c:v>
                </c:pt>
                <c:pt idx="131">
                  <c:v>102.6003638173565</c:v>
                </c:pt>
                <c:pt idx="132">
                  <c:v>102.68488232153436</c:v>
                </c:pt>
                <c:pt idx="133">
                  <c:v>102.7351562593643</c:v>
                </c:pt>
                <c:pt idx="134">
                  <c:v>102.71985549567695</c:v>
                </c:pt>
                <c:pt idx="135">
                  <c:v>102.68561092932903</c:v>
                </c:pt>
                <c:pt idx="136">
                  <c:v>102.81530311677436</c:v>
                </c:pt>
                <c:pt idx="137">
                  <c:v>102.84736185973837</c:v>
                </c:pt>
                <c:pt idx="138">
                  <c:v>102.80364539206016</c:v>
                </c:pt>
                <c:pt idx="139">
                  <c:v>102.8378899584081</c:v>
                </c:pt>
                <c:pt idx="140">
                  <c:v>102.8757775637292</c:v>
                </c:pt>
                <c:pt idx="141">
                  <c:v>102.89909301315757</c:v>
                </c:pt>
                <c:pt idx="142">
                  <c:v>102.87650617152383</c:v>
                </c:pt>
                <c:pt idx="143">
                  <c:v>102.9296945405323</c:v>
                </c:pt>
                <c:pt idx="144">
                  <c:v>102.9158509924342</c:v>
                </c:pt>
                <c:pt idx="145">
                  <c:v>102.83570413502417</c:v>
                </c:pt>
                <c:pt idx="146">
                  <c:v>102.64845193180254</c:v>
                </c:pt>
                <c:pt idx="147">
                  <c:v>102.77960133483714</c:v>
                </c:pt>
                <c:pt idx="148">
                  <c:v>102.76430057114978</c:v>
                </c:pt>
                <c:pt idx="149">
                  <c:v>102.78178715822105</c:v>
                </c:pt>
                <c:pt idx="150">
                  <c:v>102.69071118389145</c:v>
                </c:pt>
                <c:pt idx="151">
                  <c:v>103.09581711770947</c:v>
                </c:pt>
                <c:pt idx="152">
                  <c:v>103.09581711770947</c:v>
                </c:pt>
                <c:pt idx="153">
                  <c:v>103.06302976695083</c:v>
                </c:pt>
                <c:pt idx="154">
                  <c:v>103.19126473880689</c:v>
                </c:pt>
                <c:pt idx="155">
                  <c:v>103.20000803234252</c:v>
                </c:pt>
                <c:pt idx="156">
                  <c:v>103.20656550249426</c:v>
                </c:pt>
                <c:pt idx="157">
                  <c:v>103.29254122226139</c:v>
                </c:pt>
                <c:pt idx="158">
                  <c:v>103.22769512853871</c:v>
                </c:pt>
                <c:pt idx="159">
                  <c:v>103.27214020401155</c:v>
                </c:pt>
                <c:pt idx="160">
                  <c:v>103.28379792872572</c:v>
                </c:pt>
                <c:pt idx="161">
                  <c:v>103.35302348275975</c:v>
                </c:pt>
                <c:pt idx="162">
                  <c:v>103.37925632428843</c:v>
                </c:pt>
                <c:pt idx="163">
                  <c:v>103.30492993995716</c:v>
                </c:pt>
                <c:pt idx="164">
                  <c:v>103.28088316855587</c:v>
                </c:pt>
                <c:pt idx="165">
                  <c:v>103.38508584462814</c:v>
                </c:pt>
                <c:pt idx="166">
                  <c:v>103.3799850143309</c:v>
                </c:pt>
                <c:pt idx="167">
                  <c:v>103.3799850143309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3-AB36-4797-8BC2-A3C12C0C5D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8475984"/>
        <c:axId val="1575775599"/>
      </c:lineChart>
      <c:dateAx>
        <c:axId val="78475984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33A0"/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1575775599"/>
        <c:crosses val="autoZero"/>
        <c:auto val="1"/>
        <c:lblOffset val="100"/>
        <c:baseTimeUnit val="days"/>
      </c:dateAx>
      <c:valAx>
        <c:axId val="15757755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33A0"/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784759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0033A0"/>
              </a:solidFill>
              <a:latin typeface="+mn-lt"/>
              <a:ea typeface="+mn-ea"/>
              <a:cs typeface="+mn-cs"/>
            </a:defRPr>
          </a:pPr>
          <a:endParaRPr lang="es-P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rgbClr val="0033A0"/>
          </a:solidFill>
        </a:defRPr>
      </a:pPr>
      <a:endParaRPr lang="es-P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E2BD17-D1BD-49E2-A963-0B8E1A366662}" type="datetimeFigureOut">
              <a:rPr lang="es-PE" smtClean="0"/>
              <a:t>26/08/2026</a:t>
            </a:fld>
            <a:endParaRPr lang="es-PE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C3A468-8A22-4129-B6B7-A7CBC903EA05}" type="slidenum">
              <a:rPr lang="es-PE" smtClean="0"/>
              <a:t>‹#›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600158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portada -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408F0BBA-F397-14F1-4263-CD74375AD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0473" y="5282519"/>
            <a:ext cx="11911054" cy="1322387"/>
          </a:xfrm>
          <a:prstGeom prst="rect">
            <a:avLst/>
          </a:prstGeom>
        </p:spPr>
        <p:txBody>
          <a:bodyPr/>
          <a:lstStyle>
            <a:lvl1pPr>
              <a:buNone/>
              <a:defRPr sz="11500" spc="0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s-MX" dirty="0"/>
              <a:t>Proyecto macro</a:t>
            </a:r>
            <a:endParaRPr lang="es-CO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D6FCC59-5FB1-D60B-E5E0-34B91B5DB8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0473" y="4669971"/>
            <a:ext cx="9144000" cy="937419"/>
          </a:xfrm>
          <a:prstGeom prst="rect">
            <a:avLst/>
          </a:prstGeom>
        </p:spPr>
        <p:txBody>
          <a:bodyPr anchor="b"/>
          <a:lstStyle>
            <a:lvl1pPr marL="180000" algn="l">
              <a:defRPr sz="6000">
                <a:latin typeface="Sura Sans ExtraLight" pitchFamily="50" charset="0"/>
              </a:defRPr>
            </a:lvl1pPr>
          </a:lstStyle>
          <a:p>
            <a:r>
              <a:rPr lang="es-MX" dirty="0"/>
              <a:t>Tema presentación</a:t>
            </a:r>
            <a:endParaRPr lang="es-CO" dirty="0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F356B7A4-888F-EFA4-879B-C5A6F9CBBF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84104" y="506308"/>
            <a:ext cx="1707061" cy="83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134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portada - azu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10">
            <a:extLst>
              <a:ext uri="{FF2B5EF4-FFF2-40B4-BE49-F238E27FC236}">
                <a16:creationId xmlns:a16="http://schemas.microsoft.com/office/drawing/2014/main" id="{0579901F-5D69-84CE-F23B-ED67E6B7C4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0473" y="5282519"/>
            <a:ext cx="11911054" cy="1322387"/>
          </a:xfrm>
          <a:prstGeom prst="rect">
            <a:avLst/>
          </a:prstGeom>
        </p:spPr>
        <p:txBody>
          <a:bodyPr/>
          <a:lstStyle>
            <a:lvl1pPr>
              <a:buNone/>
              <a:defRPr sz="11500" spc="0" baseline="0">
                <a:solidFill>
                  <a:schemeClr val="bg2">
                    <a:alpha val="4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s-MX" dirty="0"/>
              <a:t>Proyecto macro</a:t>
            </a:r>
            <a:endParaRPr lang="es-CO" dirty="0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8541B567-6567-3B68-ED5F-478FC798BC0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0473" y="4661807"/>
            <a:ext cx="9144000" cy="937419"/>
          </a:xfrm>
          <a:prstGeom prst="rect">
            <a:avLst/>
          </a:prstGeom>
        </p:spPr>
        <p:txBody>
          <a:bodyPr anchor="b"/>
          <a:lstStyle>
            <a:lvl1pPr marL="180000" algn="l">
              <a:defRPr sz="6000">
                <a:solidFill>
                  <a:schemeClr val="bg1"/>
                </a:solidFill>
                <a:latin typeface="Sura Sans ExtraLight" pitchFamily="50" charset="0"/>
              </a:defRPr>
            </a:lvl1pPr>
          </a:lstStyle>
          <a:p>
            <a:r>
              <a:rPr lang="es-MX" dirty="0"/>
              <a:t>Tema presentación</a:t>
            </a:r>
            <a:endParaRPr lang="es-CO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54576CC-2EB3-F3A3-08DF-D9F800CCF9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84104" y="506308"/>
            <a:ext cx="1707061" cy="83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54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corto y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36E497-FEE4-DC48-78F2-AD0B696192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175" y="365126"/>
            <a:ext cx="10312841" cy="734060"/>
          </a:xfrm>
          <a:prstGeom prst="rect">
            <a:avLst/>
          </a:prstGeom>
        </p:spPr>
        <p:txBody>
          <a:bodyPr/>
          <a:lstStyle>
            <a:lvl1pPr>
              <a:defRPr spc="0" baseline="0"/>
            </a:lvl1pPr>
          </a:lstStyle>
          <a:p>
            <a:r>
              <a:rPr lang="es-MX" dirty="0"/>
              <a:t>Título corto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B7538B-DC60-C8B4-5B22-FF01519EC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175" y="1539240"/>
            <a:ext cx="11282901" cy="495363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2CCE345E-19F7-218E-2163-5E257A4209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84104" y="506308"/>
            <a:ext cx="1707061" cy="835624"/>
          </a:xfrm>
          <a:prstGeom prst="rect">
            <a:avLst/>
          </a:prstGeom>
        </p:spPr>
      </p:pic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1E88FF97-AEB6-F6D4-C127-D213FF11B0CD}"/>
              </a:ext>
            </a:extLst>
          </p:cNvPr>
          <p:cNvCxnSpPr>
            <a:cxnSpLocks/>
          </p:cNvCxnSpPr>
          <p:nvPr userDrawn="1"/>
        </p:nvCxnSpPr>
        <p:spPr>
          <a:xfrm>
            <a:off x="525780" y="1099185"/>
            <a:ext cx="69342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8953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corto y 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BD068B-2BA8-8539-2C85-710A287E85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1175" y="1653872"/>
            <a:ext cx="5181600" cy="469922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DC1710F-7CC4-D13C-51E9-D91D245006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03046" y="1653872"/>
            <a:ext cx="5181600" cy="469922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95A8CDD9-7180-E6D7-8604-F4647218CF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175" y="365126"/>
            <a:ext cx="9048585" cy="734060"/>
          </a:xfrm>
          <a:prstGeom prst="rect">
            <a:avLst/>
          </a:prstGeom>
        </p:spPr>
        <p:txBody>
          <a:bodyPr/>
          <a:lstStyle>
            <a:lvl1pPr>
              <a:defRPr spc="0" baseline="0"/>
            </a:lvl1pPr>
          </a:lstStyle>
          <a:p>
            <a:r>
              <a:rPr lang="es-MX" dirty="0"/>
              <a:t>Título corto</a:t>
            </a:r>
            <a:endParaRPr lang="es-CO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8B6A9136-A7EE-8F65-AD1A-711CA610F5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84104" y="506308"/>
            <a:ext cx="1707061" cy="835624"/>
          </a:xfrm>
          <a:prstGeom prst="rect">
            <a:avLst/>
          </a:prstGeom>
        </p:spPr>
      </p:pic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58ACB0E2-6295-79C1-27B4-2F3DC9C5406B}"/>
              </a:ext>
            </a:extLst>
          </p:cNvPr>
          <p:cNvCxnSpPr>
            <a:cxnSpLocks/>
          </p:cNvCxnSpPr>
          <p:nvPr userDrawn="1"/>
        </p:nvCxnSpPr>
        <p:spPr>
          <a:xfrm>
            <a:off x="525780" y="1099185"/>
            <a:ext cx="69342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3090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corto y dos objetos - lín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BD068B-2BA8-8539-2C85-710A287E85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1175" y="1653872"/>
            <a:ext cx="5181600" cy="469922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DC1710F-7CC4-D13C-51E9-D91D245006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03046" y="1653872"/>
            <a:ext cx="5181600" cy="469922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95A8CDD9-7180-E6D7-8604-F4647218CF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175" y="365126"/>
            <a:ext cx="9048585" cy="734060"/>
          </a:xfrm>
          <a:prstGeom prst="rect">
            <a:avLst/>
          </a:prstGeom>
        </p:spPr>
        <p:txBody>
          <a:bodyPr/>
          <a:lstStyle>
            <a:lvl1pPr>
              <a:defRPr spc="0" baseline="0"/>
            </a:lvl1pPr>
          </a:lstStyle>
          <a:p>
            <a:r>
              <a:rPr lang="es-MX" dirty="0"/>
              <a:t>Título corto</a:t>
            </a:r>
            <a:endParaRPr lang="es-CO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8B6A9136-A7EE-8F65-AD1A-711CA610F5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84104" y="506308"/>
            <a:ext cx="1707061" cy="835624"/>
          </a:xfrm>
          <a:prstGeom prst="rect">
            <a:avLst/>
          </a:prstGeom>
        </p:spPr>
      </p:pic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58ACB0E2-6295-79C1-27B4-2F3DC9C5406B}"/>
              </a:ext>
            </a:extLst>
          </p:cNvPr>
          <p:cNvCxnSpPr>
            <a:cxnSpLocks/>
          </p:cNvCxnSpPr>
          <p:nvPr userDrawn="1"/>
        </p:nvCxnSpPr>
        <p:spPr>
          <a:xfrm>
            <a:off x="525780" y="1099185"/>
            <a:ext cx="69342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1CE57436-5FB4-C059-7875-1BEC63AFA289}"/>
              </a:ext>
            </a:extLst>
          </p:cNvPr>
          <p:cNvCxnSpPr/>
          <p:nvPr userDrawn="1"/>
        </p:nvCxnSpPr>
        <p:spPr>
          <a:xfrm>
            <a:off x="6061544" y="1653872"/>
            <a:ext cx="0" cy="469922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9069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corto y tres objetos - lín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D9B0B248-8D9F-1EB2-B7D3-533A9594DBA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280452" y="1653872"/>
            <a:ext cx="3562184" cy="469922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BD068B-2BA8-8539-2C85-710A287E85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1176" y="1653872"/>
            <a:ext cx="3562184" cy="469922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CO" dirty="0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95A8CDD9-7180-E6D7-8604-F4647218CF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175" y="365126"/>
            <a:ext cx="9048585" cy="734060"/>
          </a:xfrm>
          <a:prstGeom prst="rect">
            <a:avLst/>
          </a:prstGeom>
        </p:spPr>
        <p:txBody>
          <a:bodyPr/>
          <a:lstStyle>
            <a:lvl1pPr>
              <a:defRPr spc="0" baseline="0"/>
            </a:lvl1pPr>
          </a:lstStyle>
          <a:p>
            <a:r>
              <a:rPr lang="es-MX" dirty="0"/>
              <a:t>Título corto</a:t>
            </a:r>
            <a:endParaRPr lang="es-CO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8B6A9136-A7EE-8F65-AD1A-711CA610F5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84104" y="506308"/>
            <a:ext cx="1707061" cy="835624"/>
          </a:xfrm>
          <a:prstGeom prst="rect">
            <a:avLst/>
          </a:prstGeom>
        </p:spPr>
      </p:pic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58ACB0E2-6295-79C1-27B4-2F3DC9C5406B}"/>
              </a:ext>
            </a:extLst>
          </p:cNvPr>
          <p:cNvCxnSpPr>
            <a:cxnSpLocks/>
          </p:cNvCxnSpPr>
          <p:nvPr userDrawn="1"/>
        </p:nvCxnSpPr>
        <p:spPr>
          <a:xfrm>
            <a:off x="525780" y="1099185"/>
            <a:ext cx="69342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1CE57436-5FB4-C059-7875-1BEC63AFA289}"/>
              </a:ext>
            </a:extLst>
          </p:cNvPr>
          <p:cNvCxnSpPr>
            <a:cxnSpLocks/>
          </p:cNvCxnSpPr>
          <p:nvPr userDrawn="1"/>
        </p:nvCxnSpPr>
        <p:spPr>
          <a:xfrm>
            <a:off x="4141304" y="1653872"/>
            <a:ext cx="0" cy="469922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362F662D-5286-BDD7-243B-5CE6878F5171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8122462" y="1653872"/>
            <a:ext cx="3562184" cy="469922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6BC584EA-CB9C-88CA-AD20-787E2790E201}"/>
              </a:ext>
            </a:extLst>
          </p:cNvPr>
          <p:cNvCxnSpPr>
            <a:cxnSpLocks/>
          </p:cNvCxnSpPr>
          <p:nvPr userDrawn="1"/>
        </p:nvCxnSpPr>
        <p:spPr>
          <a:xfrm>
            <a:off x="7971624" y="1653872"/>
            <a:ext cx="0" cy="469922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8063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largo y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36E497-FEE4-DC48-78F2-AD0B696192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175" y="365125"/>
            <a:ext cx="10320794" cy="1408015"/>
          </a:xfrm>
          <a:prstGeom prst="rect">
            <a:avLst/>
          </a:prstGeom>
        </p:spPr>
        <p:txBody>
          <a:bodyPr/>
          <a:lstStyle>
            <a:lvl1pPr>
              <a:defRPr spc="0" baseline="0"/>
            </a:lvl1pPr>
          </a:lstStyle>
          <a:p>
            <a:r>
              <a:rPr lang="es-MX" dirty="0"/>
              <a:t>Título largo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B7538B-DC60-C8B4-5B22-FF01519EC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175" y="2143759"/>
            <a:ext cx="11282901" cy="434911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2CCE345E-19F7-218E-2163-5E257A4209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84104" y="506308"/>
            <a:ext cx="1707061" cy="83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973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largo y 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BD068B-2BA8-8539-2C85-710A287E85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1175" y="2122998"/>
            <a:ext cx="5181600" cy="423009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DC1710F-7CC4-D13C-51E9-D91D245006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03046" y="2122998"/>
            <a:ext cx="5181600" cy="423009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8B6A9136-A7EE-8F65-AD1A-711CA610F5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84104" y="506308"/>
            <a:ext cx="1707061" cy="83562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BCA8DCC-34F0-FB9D-3FC2-26F402E7B7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175" y="365125"/>
            <a:ext cx="10320794" cy="1408015"/>
          </a:xfrm>
          <a:prstGeom prst="rect">
            <a:avLst/>
          </a:prstGeom>
        </p:spPr>
        <p:txBody>
          <a:bodyPr/>
          <a:lstStyle>
            <a:lvl1pPr>
              <a:defRPr spc="0" baseline="0"/>
            </a:lvl1pPr>
          </a:lstStyle>
          <a:p>
            <a:r>
              <a:rPr lang="es-MX" dirty="0"/>
              <a:t>Título largo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989326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largo y dos objetos - lín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BD068B-2BA8-8539-2C85-710A287E85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1175" y="2035534"/>
            <a:ext cx="5181600" cy="431755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CO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DC1710F-7CC4-D13C-51E9-D91D245006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03046" y="2035534"/>
            <a:ext cx="5181600" cy="431755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8B6A9136-A7EE-8F65-AD1A-711CA610F5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84104" y="506308"/>
            <a:ext cx="1707061" cy="835624"/>
          </a:xfrm>
          <a:prstGeom prst="rect">
            <a:avLst/>
          </a:prstGeom>
        </p:spPr>
      </p:pic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1CE57436-5FB4-C059-7875-1BEC63AFA289}"/>
              </a:ext>
            </a:extLst>
          </p:cNvPr>
          <p:cNvCxnSpPr>
            <a:cxnSpLocks/>
          </p:cNvCxnSpPr>
          <p:nvPr userDrawn="1"/>
        </p:nvCxnSpPr>
        <p:spPr>
          <a:xfrm>
            <a:off x="6061544" y="2035534"/>
            <a:ext cx="0" cy="4317558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B50F68F4-C5D3-75FA-E1F1-878B7E9CCA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175" y="365125"/>
            <a:ext cx="10320794" cy="1408015"/>
          </a:xfrm>
          <a:prstGeom prst="rect">
            <a:avLst/>
          </a:prstGeom>
        </p:spPr>
        <p:txBody>
          <a:bodyPr/>
          <a:lstStyle>
            <a:lvl1pPr>
              <a:defRPr spc="0" baseline="0"/>
            </a:lvl1pPr>
          </a:lstStyle>
          <a:p>
            <a:r>
              <a:rPr lang="es-MX" dirty="0"/>
              <a:t>Título largo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363282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largo y tres objetos - lín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D9B0B248-8D9F-1EB2-B7D3-533A9594DBA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280452" y="2072640"/>
            <a:ext cx="3562184" cy="428045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BD068B-2BA8-8539-2C85-710A287E85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1176" y="2072640"/>
            <a:ext cx="3562184" cy="428045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CO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8B6A9136-A7EE-8F65-AD1A-711CA610F5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84104" y="506308"/>
            <a:ext cx="1707061" cy="835624"/>
          </a:xfrm>
          <a:prstGeom prst="rect">
            <a:avLst/>
          </a:prstGeom>
        </p:spPr>
      </p:pic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1CE57436-5FB4-C059-7875-1BEC63AFA289}"/>
              </a:ext>
            </a:extLst>
          </p:cNvPr>
          <p:cNvCxnSpPr>
            <a:cxnSpLocks/>
          </p:cNvCxnSpPr>
          <p:nvPr userDrawn="1"/>
        </p:nvCxnSpPr>
        <p:spPr>
          <a:xfrm>
            <a:off x="4141304" y="2072640"/>
            <a:ext cx="0" cy="4280452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362F662D-5286-BDD7-243B-5CE6878F5171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8122462" y="2072640"/>
            <a:ext cx="3562184" cy="428045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6BC584EA-CB9C-88CA-AD20-787E2790E201}"/>
              </a:ext>
            </a:extLst>
          </p:cNvPr>
          <p:cNvCxnSpPr>
            <a:cxnSpLocks/>
          </p:cNvCxnSpPr>
          <p:nvPr userDrawn="1"/>
        </p:nvCxnSpPr>
        <p:spPr>
          <a:xfrm>
            <a:off x="7971624" y="2072640"/>
            <a:ext cx="0" cy="4280452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ítulo 1">
            <a:extLst>
              <a:ext uri="{FF2B5EF4-FFF2-40B4-BE49-F238E27FC236}">
                <a16:creationId xmlns:a16="http://schemas.microsoft.com/office/drawing/2014/main" id="{65E8AF0B-5644-517E-97B2-AB72A742AB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175" y="365125"/>
            <a:ext cx="10320794" cy="1408015"/>
          </a:xfrm>
          <a:prstGeom prst="rect">
            <a:avLst/>
          </a:prstGeom>
        </p:spPr>
        <p:txBody>
          <a:bodyPr/>
          <a:lstStyle>
            <a:lvl1pPr>
              <a:defRPr spc="0" baseline="0"/>
            </a:lvl1pPr>
          </a:lstStyle>
          <a:p>
            <a:r>
              <a:rPr lang="es-MX" dirty="0"/>
              <a:t>Título largo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166483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lateral y objeto - az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B7538B-DC60-C8B4-5B22-FF01519EC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8400" y="1539240"/>
            <a:ext cx="10575676" cy="495363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2CCE345E-19F7-218E-2163-5E257A4209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84104" y="506308"/>
            <a:ext cx="1707061" cy="835624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974F4E3F-6A3C-F4CB-6B23-181E77A686E4}"/>
              </a:ext>
            </a:extLst>
          </p:cNvPr>
          <p:cNvSpPr/>
          <p:nvPr userDrawn="1"/>
        </p:nvSpPr>
        <p:spPr>
          <a:xfrm>
            <a:off x="-1" y="0"/>
            <a:ext cx="758025" cy="685799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136E497-FEE4-DC48-78F2-AD0B696192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2280368" y="3831589"/>
            <a:ext cx="5318758" cy="734060"/>
          </a:xfrm>
          <a:prstGeom prst="rect">
            <a:avLst/>
          </a:prstGeom>
        </p:spPr>
        <p:txBody>
          <a:bodyPr anchor="ctr"/>
          <a:lstStyle>
            <a:lvl1pPr marL="252000">
              <a:defRPr sz="3600" spc="0" baseline="0">
                <a:solidFill>
                  <a:schemeClr val="bg1"/>
                </a:solidFill>
              </a:defRPr>
            </a:lvl1pPr>
          </a:lstStyle>
          <a:p>
            <a:r>
              <a:rPr lang="es-MX" dirty="0"/>
              <a:t>Título corto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549243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lateral y dos objetos - az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BD068B-2BA8-8539-2C85-710A287E85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02855" y="1653872"/>
            <a:ext cx="5004905" cy="469922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DC1710F-7CC4-D13C-51E9-D91D245006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79740" y="1653872"/>
            <a:ext cx="5004905" cy="469922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8B6A9136-A7EE-8F65-AD1A-711CA610F5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84104" y="506308"/>
            <a:ext cx="1707061" cy="835624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4EE5E8E3-ECCE-34F1-E44A-A147B143461B}"/>
              </a:ext>
            </a:extLst>
          </p:cNvPr>
          <p:cNvSpPr/>
          <p:nvPr userDrawn="1"/>
        </p:nvSpPr>
        <p:spPr>
          <a:xfrm>
            <a:off x="-1" y="0"/>
            <a:ext cx="758025" cy="685799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577A80E5-A985-8117-A831-0E6C82DBF1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2280368" y="3831589"/>
            <a:ext cx="5318758" cy="734060"/>
          </a:xfrm>
          <a:prstGeom prst="rect">
            <a:avLst/>
          </a:prstGeom>
        </p:spPr>
        <p:txBody>
          <a:bodyPr anchor="ctr"/>
          <a:lstStyle>
            <a:lvl1pPr marL="252000">
              <a:defRPr sz="3600" spc="0" baseline="0">
                <a:solidFill>
                  <a:schemeClr val="bg1"/>
                </a:solidFill>
              </a:defRPr>
            </a:lvl1pPr>
          </a:lstStyle>
          <a:p>
            <a:r>
              <a:rPr lang="es-MX" dirty="0"/>
              <a:t>Título corto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1654540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lateral y objeto - aqu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B7538B-DC60-C8B4-5B22-FF01519EC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8400" y="1539240"/>
            <a:ext cx="10575676" cy="495363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2CCE345E-19F7-218E-2163-5E257A4209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84104" y="506308"/>
            <a:ext cx="1707061" cy="835624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974F4E3F-6A3C-F4CB-6B23-181E77A686E4}"/>
              </a:ext>
            </a:extLst>
          </p:cNvPr>
          <p:cNvSpPr/>
          <p:nvPr userDrawn="1"/>
        </p:nvSpPr>
        <p:spPr>
          <a:xfrm>
            <a:off x="-1" y="0"/>
            <a:ext cx="758025" cy="685799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136E497-FEE4-DC48-78F2-AD0B696192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2280368" y="3831589"/>
            <a:ext cx="5318758" cy="734060"/>
          </a:xfrm>
          <a:prstGeom prst="rect">
            <a:avLst/>
          </a:prstGeom>
        </p:spPr>
        <p:txBody>
          <a:bodyPr anchor="ctr"/>
          <a:lstStyle>
            <a:lvl1pPr marL="252000">
              <a:defRPr sz="3600" spc="0" baseline="0">
                <a:solidFill>
                  <a:schemeClr val="tx1"/>
                </a:solidFill>
              </a:defRPr>
            </a:lvl1pPr>
          </a:lstStyle>
          <a:p>
            <a:r>
              <a:rPr lang="es-MX" dirty="0"/>
              <a:t>Título corto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7173056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lateral y dos objetos - aqu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BD068B-2BA8-8539-2C85-710A287E85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02855" y="1653872"/>
            <a:ext cx="5004905" cy="469922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DC1710F-7CC4-D13C-51E9-D91D245006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79740" y="1653872"/>
            <a:ext cx="5004905" cy="469922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8B6A9136-A7EE-8F65-AD1A-711CA610F5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84104" y="506308"/>
            <a:ext cx="1707061" cy="835624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4EE5E8E3-ECCE-34F1-E44A-A147B143461B}"/>
              </a:ext>
            </a:extLst>
          </p:cNvPr>
          <p:cNvSpPr/>
          <p:nvPr userDrawn="1"/>
        </p:nvSpPr>
        <p:spPr>
          <a:xfrm>
            <a:off x="-1" y="0"/>
            <a:ext cx="758025" cy="685799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577A80E5-A985-8117-A831-0E6C82DBF1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2280368" y="3831589"/>
            <a:ext cx="5318758" cy="734060"/>
          </a:xfrm>
          <a:prstGeom prst="rect">
            <a:avLst/>
          </a:prstGeom>
        </p:spPr>
        <p:txBody>
          <a:bodyPr anchor="ctr"/>
          <a:lstStyle>
            <a:lvl1pPr marL="252000">
              <a:defRPr sz="3600" spc="0" baseline="0">
                <a:solidFill>
                  <a:schemeClr val="tx1"/>
                </a:solidFill>
              </a:defRPr>
            </a:lvl1pPr>
          </a:lstStyle>
          <a:p>
            <a:r>
              <a:rPr lang="es-MX" dirty="0"/>
              <a:t>Título corto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9017847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cado vertical y objeto - az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B7538B-DC60-C8B4-5B22-FF01519EC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3920" y="1539240"/>
            <a:ext cx="7050156" cy="495363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2CCE345E-19F7-218E-2163-5E257A4209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84104" y="506308"/>
            <a:ext cx="1707061" cy="835624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974F4E3F-6A3C-F4CB-6B23-181E77A686E4}"/>
              </a:ext>
            </a:extLst>
          </p:cNvPr>
          <p:cNvSpPr/>
          <p:nvPr userDrawn="1"/>
        </p:nvSpPr>
        <p:spPr>
          <a:xfrm>
            <a:off x="-1" y="0"/>
            <a:ext cx="4307841" cy="685799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136E497-FEE4-DC48-78F2-AD0B696192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0432" y="435716"/>
            <a:ext cx="3692608" cy="663470"/>
          </a:xfrm>
          <a:prstGeom prst="rect">
            <a:avLst/>
          </a:prstGeom>
        </p:spPr>
        <p:txBody>
          <a:bodyPr anchor="ctr"/>
          <a:lstStyle>
            <a:lvl1pPr marL="0">
              <a:defRPr sz="3600" spc="0" baseline="0">
                <a:solidFill>
                  <a:schemeClr val="bg1"/>
                </a:solidFill>
              </a:defRPr>
            </a:lvl1pPr>
          </a:lstStyle>
          <a:p>
            <a:r>
              <a:rPr lang="es-MX" dirty="0"/>
              <a:t>Destacado</a:t>
            </a:r>
            <a:endParaRPr lang="es-CO" dirty="0"/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BC1E491F-446E-4B06-E4E8-1BEF46AC0CA6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10432" y="1539240"/>
            <a:ext cx="3692608" cy="49536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5852729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cado vertical y objeto - aqu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B7538B-DC60-C8B4-5B22-FF01519EC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3920" y="1539240"/>
            <a:ext cx="7050156" cy="495363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2CCE345E-19F7-218E-2163-5E257A4209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84104" y="506308"/>
            <a:ext cx="1707061" cy="835624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974F4E3F-6A3C-F4CB-6B23-181E77A686E4}"/>
              </a:ext>
            </a:extLst>
          </p:cNvPr>
          <p:cNvSpPr/>
          <p:nvPr userDrawn="1"/>
        </p:nvSpPr>
        <p:spPr>
          <a:xfrm>
            <a:off x="-1" y="0"/>
            <a:ext cx="4307841" cy="685799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136E497-FEE4-DC48-78F2-AD0B696192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0432" y="435716"/>
            <a:ext cx="3692608" cy="663470"/>
          </a:xfrm>
          <a:prstGeom prst="rect">
            <a:avLst/>
          </a:prstGeom>
        </p:spPr>
        <p:txBody>
          <a:bodyPr anchor="ctr"/>
          <a:lstStyle>
            <a:lvl1pPr marL="0">
              <a:defRPr sz="3600" spc="0" baseline="0">
                <a:solidFill>
                  <a:schemeClr val="tx1"/>
                </a:solidFill>
              </a:defRPr>
            </a:lvl1pPr>
          </a:lstStyle>
          <a:p>
            <a:r>
              <a:rPr lang="es-MX" dirty="0"/>
              <a:t>Destacado</a:t>
            </a:r>
            <a:endParaRPr lang="es-CO" dirty="0"/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BC1E491F-446E-4B06-E4E8-1BEF46AC0CA6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10432" y="1539240"/>
            <a:ext cx="3692608" cy="49536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69137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cado horizontal y objetos - az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974F4E3F-6A3C-F4CB-6B23-181E77A686E4}"/>
              </a:ext>
            </a:extLst>
          </p:cNvPr>
          <p:cNvSpPr/>
          <p:nvPr userDrawn="1"/>
        </p:nvSpPr>
        <p:spPr>
          <a:xfrm>
            <a:off x="-1" y="0"/>
            <a:ext cx="12192001" cy="30175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B7538B-DC60-C8B4-5B22-FF01519EC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240" y="3332480"/>
            <a:ext cx="5283200" cy="316039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CO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2CCE345E-19F7-218E-2163-5E257A4209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84104" y="506308"/>
            <a:ext cx="1707061" cy="83562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136E497-FEE4-DC48-78F2-AD0B696192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240" y="435716"/>
            <a:ext cx="8442960" cy="663470"/>
          </a:xfrm>
          <a:prstGeom prst="rect">
            <a:avLst/>
          </a:prstGeom>
        </p:spPr>
        <p:txBody>
          <a:bodyPr anchor="ctr"/>
          <a:lstStyle>
            <a:lvl1pPr marL="0">
              <a:defRPr sz="3600" spc="0" baseline="0">
                <a:solidFill>
                  <a:schemeClr val="bg1"/>
                </a:solidFill>
              </a:defRPr>
            </a:lvl1pPr>
          </a:lstStyle>
          <a:p>
            <a:r>
              <a:rPr lang="es-MX" dirty="0"/>
              <a:t>Destacado</a:t>
            </a:r>
            <a:endParaRPr lang="es-CO" dirty="0"/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BC1E491F-446E-4B06-E4E8-1BEF46AC0CA6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96240" y="1534901"/>
            <a:ext cx="11347836" cy="116765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CO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9C1D4FB-0A44-4BC9-F60C-235595885C86}"/>
              </a:ext>
            </a:extLst>
          </p:cNvPr>
          <p:cNvCxnSpPr>
            <a:cxnSpLocks/>
          </p:cNvCxnSpPr>
          <p:nvPr userDrawn="1"/>
        </p:nvCxnSpPr>
        <p:spPr>
          <a:xfrm>
            <a:off x="525780" y="1099185"/>
            <a:ext cx="69342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A60746B1-D3CA-AE53-7690-742A1FBB3B9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460876" y="3332480"/>
            <a:ext cx="5283200" cy="316039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5501533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cado horizontal y objetos - aqu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974F4E3F-6A3C-F4CB-6B23-181E77A686E4}"/>
              </a:ext>
            </a:extLst>
          </p:cNvPr>
          <p:cNvSpPr/>
          <p:nvPr userDrawn="1"/>
        </p:nvSpPr>
        <p:spPr>
          <a:xfrm>
            <a:off x="-1" y="0"/>
            <a:ext cx="12192001" cy="3017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B7538B-DC60-C8B4-5B22-FF01519EC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240" y="3332480"/>
            <a:ext cx="5283200" cy="316039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CO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2CCE345E-19F7-218E-2163-5E257A4209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84104" y="506308"/>
            <a:ext cx="1707061" cy="83562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136E497-FEE4-DC48-78F2-AD0B696192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240" y="435716"/>
            <a:ext cx="8442960" cy="663470"/>
          </a:xfrm>
          <a:prstGeom prst="rect">
            <a:avLst/>
          </a:prstGeom>
        </p:spPr>
        <p:txBody>
          <a:bodyPr anchor="ctr"/>
          <a:lstStyle>
            <a:lvl1pPr marL="0">
              <a:defRPr sz="3600" spc="0" baseline="0">
                <a:solidFill>
                  <a:schemeClr val="tx1"/>
                </a:solidFill>
              </a:defRPr>
            </a:lvl1pPr>
          </a:lstStyle>
          <a:p>
            <a:r>
              <a:rPr lang="es-MX" dirty="0"/>
              <a:t>Destacado</a:t>
            </a:r>
            <a:endParaRPr lang="es-CO" dirty="0"/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BC1E491F-446E-4B06-E4E8-1BEF46AC0CA6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96240" y="1534901"/>
            <a:ext cx="11347836" cy="116765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9C1D4FB-0A44-4BC9-F60C-235595885C86}"/>
              </a:ext>
            </a:extLst>
          </p:cNvPr>
          <p:cNvCxnSpPr>
            <a:cxnSpLocks/>
          </p:cNvCxnSpPr>
          <p:nvPr userDrawn="1"/>
        </p:nvCxnSpPr>
        <p:spPr>
          <a:xfrm>
            <a:off x="525780" y="1099185"/>
            <a:ext cx="69342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A60746B1-D3CA-AE53-7690-742A1FBB3B9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460876" y="3332480"/>
            <a:ext cx="5283200" cy="316039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1287492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áfico 8">
            <a:extLst>
              <a:ext uri="{FF2B5EF4-FFF2-40B4-BE49-F238E27FC236}">
                <a16:creationId xmlns:a16="http://schemas.microsoft.com/office/drawing/2014/main" id="{8B6A9136-A7EE-8F65-AD1A-711CA610F5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84104" y="506308"/>
            <a:ext cx="1707061" cy="83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1719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D67DFC9-7FA9-AB44-7D24-3B587EA4A2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7B2788-D332-436D-80AB-FA2C6E180DA6}" type="slidenum">
              <a:rPr lang="es-CO" smtClean="0"/>
              <a:pPr/>
              <a:t>‹#›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5299972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de título - azu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10">
            <a:extLst>
              <a:ext uri="{FF2B5EF4-FFF2-40B4-BE49-F238E27FC236}">
                <a16:creationId xmlns:a16="http://schemas.microsoft.com/office/drawing/2014/main" id="{0579901F-5D69-84CE-F23B-ED67E6B7C4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0473" y="5282519"/>
            <a:ext cx="11911054" cy="1322387"/>
          </a:xfrm>
          <a:prstGeom prst="rect">
            <a:avLst/>
          </a:prstGeom>
        </p:spPr>
        <p:txBody>
          <a:bodyPr/>
          <a:lstStyle>
            <a:lvl1pPr algn="ctr">
              <a:buNone/>
              <a:defRPr sz="11500" spc="0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s-MX" dirty="0"/>
              <a:t>Separador</a:t>
            </a:r>
            <a:endParaRPr lang="es-CO" dirty="0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92D4D398-FAE8-9ED1-A9B9-696F9110F61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84104" y="506308"/>
            <a:ext cx="1707061" cy="83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4518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cierre -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D4E4E29-0897-3D46-30AD-CDBC4B6ECF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16880" y="2707640"/>
            <a:ext cx="1158241" cy="144272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4C1BB1AC-2AAE-D16A-DFF7-CFC4054DB5DA}"/>
              </a:ext>
            </a:extLst>
          </p:cNvPr>
          <p:cNvSpPr txBox="1"/>
          <p:nvPr userDrawn="1"/>
        </p:nvSpPr>
        <p:spPr>
          <a:xfrm>
            <a:off x="3926840" y="6107599"/>
            <a:ext cx="4338320" cy="34163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pc="0" baseline="0">
                <a:latin typeface="Sura Sans ExtraLight" pitchFamily="50" charset="0"/>
                <a:ea typeface="+mj-ea"/>
                <a:cs typeface="+mj-cs"/>
              </a:defRPr>
            </a:lvl1pPr>
          </a:lstStyle>
          <a:p>
            <a:pPr lvl="0"/>
            <a:r>
              <a:rPr lang="es-MX" sz="1600" dirty="0"/>
              <a:t>AFP Integra</a:t>
            </a:r>
            <a:endParaRPr lang="es-CO" sz="1600" dirty="0"/>
          </a:p>
        </p:txBody>
      </p:sp>
    </p:spTree>
    <p:extLst>
      <p:ext uri="{BB962C8B-B14F-4D97-AF65-F5344CB8AC3E}">
        <p14:creationId xmlns:p14="http://schemas.microsoft.com/office/powerpoint/2010/main" val="39425684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cierre - azu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F477E9F7-8AFB-40CE-6213-44B0ED5C8DF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16880" y="2707640"/>
            <a:ext cx="1158241" cy="144272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5497E990-649D-E7F7-8FF6-36DA6C15BE15}"/>
              </a:ext>
            </a:extLst>
          </p:cNvPr>
          <p:cNvSpPr txBox="1"/>
          <p:nvPr userDrawn="1"/>
        </p:nvSpPr>
        <p:spPr>
          <a:xfrm>
            <a:off x="3926840" y="6107599"/>
            <a:ext cx="4338320" cy="34163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pc="0" baseline="0">
                <a:latin typeface="Sura Sans ExtraLight" pitchFamily="50" charset="0"/>
                <a:ea typeface="+mj-ea"/>
                <a:cs typeface="+mj-cs"/>
              </a:defRPr>
            </a:lvl1pPr>
          </a:lstStyle>
          <a:p>
            <a:pPr lvl="0"/>
            <a:r>
              <a:rPr lang="es-MX" sz="1600" dirty="0">
                <a:solidFill>
                  <a:schemeClr val="bg1"/>
                </a:solidFill>
              </a:rPr>
              <a:t>AFP Integra</a:t>
            </a:r>
            <a:endParaRPr lang="es-CO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3967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 -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408F0BBA-F397-14F1-4263-CD74375AD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0473" y="5282519"/>
            <a:ext cx="11911054" cy="1322387"/>
          </a:xfrm>
          <a:prstGeom prst="rect">
            <a:avLst/>
          </a:prstGeom>
        </p:spPr>
        <p:txBody>
          <a:bodyPr/>
          <a:lstStyle>
            <a:lvl1pPr algn="ctr">
              <a:buNone/>
              <a:defRPr sz="1150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s-MX" dirty="0"/>
              <a:t>Separador</a:t>
            </a:r>
            <a:endParaRPr lang="es-CO" dirty="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CF969D25-1777-133B-A5D6-24D131267AC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84104" y="506308"/>
            <a:ext cx="1707061" cy="83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6989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 - azu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10">
            <a:extLst>
              <a:ext uri="{FF2B5EF4-FFF2-40B4-BE49-F238E27FC236}">
                <a16:creationId xmlns:a16="http://schemas.microsoft.com/office/drawing/2014/main" id="{0579901F-5D69-84CE-F23B-ED67E6B7C4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0473" y="5282519"/>
            <a:ext cx="11911054" cy="1322387"/>
          </a:xfrm>
          <a:prstGeom prst="rect">
            <a:avLst/>
          </a:prstGeom>
        </p:spPr>
        <p:txBody>
          <a:bodyPr/>
          <a:lstStyle>
            <a:lvl1pPr algn="ctr">
              <a:buNone/>
              <a:defRPr sz="11500" spc="0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s-MX" dirty="0"/>
              <a:t>Separador</a:t>
            </a:r>
            <a:endParaRPr lang="es-CO" dirty="0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92D4D398-FAE8-9ED1-A9B9-696F9110F61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84104" y="506308"/>
            <a:ext cx="1707061" cy="83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170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5.xml"/><Relationship Id="rId21" Type="http://schemas.openxmlformats.org/officeDocument/2006/relationships/image" Target="../media/image1.svg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1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5414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EF5F39A2-7221-3A0E-4894-4B42757F74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984104" y="506308"/>
            <a:ext cx="1707061" cy="83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283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85" r:id="rId18"/>
    <p:sldLayoutId id="2147483692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5976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232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2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7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5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image" Target="../media/image59.emf"/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A08437EA-153A-0E5B-AAB2-CBB301F360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CO" dirty="0"/>
              <a:t>Fondos Mutuos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1CA77D79-17F9-1E88-2272-59FED421E4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dirty="0"/>
              <a:t>Semestral 2026 - 1</a:t>
            </a:r>
          </a:p>
        </p:txBody>
      </p:sp>
    </p:spTree>
    <p:extLst>
      <p:ext uri="{BB962C8B-B14F-4D97-AF65-F5344CB8AC3E}">
        <p14:creationId xmlns:p14="http://schemas.microsoft.com/office/powerpoint/2010/main" val="2417028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6393C-81A6-F81E-48DF-8D2963B72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53A1292B-14BD-571F-E831-DA35940AAAC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952240" y="0"/>
            <a:ext cx="823976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ra Sans Light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B40BB8C-8A4E-39A5-E267-FB189ECA3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Índices</a:t>
            </a:r>
            <a:endParaRPr lang="es-CO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79F9B8A4-7952-6851-A6CA-8CC0B54A98AE}"/>
              </a:ext>
            </a:extLst>
          </p:cNvPr>
          <p:cNvSpPr/>
          <p:nvPr/>
        </p:nvSpPr>
        <p:spPr>
          <a:xfrm>
            <a:off x="4424680" y="4878785"/>
            <a:ext cx="3037840" cy="629920"/>
          </a:xfrm>
          <a:prstGeom prst="roundRect">
            <a:avLst>
              <a:gd name="adj" fmla="val 19893"/>
            </a:avLst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Renta Variable EM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239B4922-A061-4505-C5F4-4A9964ABABFA}"/>
              </a:ext>
            </a:extLst>
          </p:cNvPr>
          <p:cNvSpPr/>
          <p:nvPr/>
        </p:nvSpPr>
        <p:spPr>
          <a:xfrm>
            <a:off x="4424680" y="2364186"/>
            <a:ext cx="3037840" cy="629920"/>
          </a:xfrm>
          <a:prstGeom prst="roundRect">
            <a:avLst>
              <a:gd name="adj" fmla="val 1989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dirty="0">
                <a:solidFill>
                  <a:srgbClr val="0033A0"/>
                </a:solidFill>
                <a:latin typeface="Sura Sans Light"/>
              </a:rPr>
              <a:t>Renta Fija EM Hard </a:t>
            </a:r>
            <a:r>
              <a:rPr lang="es-CO" dirty="0" err="1">
                <a:solidFill>
                  <a:srgbClr val="0033A0"/>
                </a:solidFill>
                <a:latin typeface="Sura Sans Light"/>
              </a:rPr>
              <a:t>Currency</a:t>
            </a:r>
            <a:endParaRPr lang="es-CO" dirty="0">
              <a:solidFill>
                <a:srgbClr val="0033A0"/>
              </a:solidFill>
              <a:latin typeface="Sura Sans Light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F2BE1750-E9F3-58D5-0CB6-638559B4739C}"/>
              </a:ext>
            </a:extLst>
          </p:cNvPr>
          <p:cNvSpPr/>
          <p:nvPr/>
        </p:nvSpPr>
        <p:spPr>
          <a:xfrm>
            <a:off x="461175" y="4878785"/>
            <a:ext cx="3037840" cy="629920"/>
          </a:xfrm>
          <a:prstGeom prst="roundRect">
            <a:avLst>
              <a:gd name="adj" fmla="val 19893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dirty="0">
                <a:solidFill>
                  <a:srgbClr val="0033A0"/>
                </a:solidFill>
                <a:latin typeface="Sura Sans Light"/>
              </a:rPr>
              <a:t>Renta Variable DM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0AC4B7AE-7761-21ED-74CA-BFA120A410B1}"/>
              </a:ext>
            </a:extLst>
          </p:cNvPr>
          <p:cNvSpPr/>
          <p:nvPr/>
        </p:nvSpPr>
        <p:spPr>
          <a:xfrm>
            <a:off x="461175" y="2364186"/>
            <a:ext cx="3037840" cy="629920"/>
          </a:xfrm>
          <a:prstGeom prst="roundRect">
            <a:avLst>
              <a:gd name="adj" fmla="val 19893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dirty="0">
                <a:solidFill>
                  <a:prstClr val="white"/>
                </a:solidFill>
                <a:latin typeface="Sura Sans Light"/>
              </a:rPr>
              <a:t>Renta Fija </a:t>
            </a:r>
            <a:r>
              <a:rPr kumimoji="0" lang="es-CO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DM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D1B3BF04-F3E1-A7F4-9E34-4962C15E0F75}"/>
              </a:ext>
            </a:extLst>
          </p:cNvPr>
          <p:cNvSpPr/>
          <p:nvPr/>
        </p:nvSpPr>
        <p:spPr>
          <a:xfrm>
            <a:off x="8539480" y="4878785"/>
            <a:ext cx="3037840" cy="629920"/>
          </a:xfrm>
          <a:prstGeom prst="roundRect">
            <a:avLst>
              <a:gd name="adj" fmla="val 19893"/>
            </a:avLst>
          </a:prstGeom>
          <a:noFill/>
          <a:ln w="952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ETFs</a:t>
            </a:r>
            <a:r>
              <a:rPr kumimoji="0" lang="es-CO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 activos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178BEB24-16F3-7BEB-C121-3E9C4EFB6BC4}"/>
              </a:ext>
            </a:extLst>
          </p:cNvPr>
          <p:cNvSpPr/>
          <p:nvPr/>
        </p:nvSpPr>
        <p:spPr>
          <a:xfrm>
            <a:off x="8539480" y="2364186"/>
            <a:ext cx="3037840" cy="629920"/>
          </a:xfrm>
          <a:prstGeom prst="roundRect">
            <a:avLst>
              <a:gd name="adj" fmla="val 1989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Renta Fija EM Local </a:t>
            </a:r>
            <a:r>
              <a:rPr kumimoji="0" lang="es-CO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Currency</a:t>
            </a:r>
            <a:endParaRPr kumimoji="0" lang="es-CO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ra Sans Light"/>
              <a:ea typeface="+mn-ea"/>
              <a:cs typeface="+mn-cs"/>
            </a:endParaRPr>
          </a:p>
        </p:txBody>
      </p:sp>
      <p:pic>
        <p:nvPicPr>
          <p:cNvPr id="99" name="Logo AFP Integra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84104" y="506308"/>
            <a:ext cx="1707061" cy="83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657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CB800A80-1BB6-9D32-EC26-EDCC48D2ED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CO" dirty="0"/>
              <a:t>Renta Fija DM</a:t>
            </a:r>
          </a:p>
        </p:txBody>
      </p:sp>
    </p:spTree>
    <p:extLst>
      <p:ext uri="{BB962C8B-B14F-4D97-AF65-F5344CB8AC3E}">
        <p14:creationId xmlns:p14="http://schemas.microsoft.com/office/powerpoint/2010/main" val="2485719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FB859023-247A-4188-B519-D45911A38D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2392195"/>
              </p:ext>
            </p:extLst>
          </p:nvPr>
        </p:nvGraphicFramePr>
        <p:xfrm>
          <a:off x="2083749" y="1764991"/>
          <a:ext cx="8640000" cy="43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6744D76B-B67B-B843-E544-04F1F7A80E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400" y="440541"/>
            <a:ext cx="6810375" cy="742950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5EA70527-8A16-C682-0119-F0A30A060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Bonos DM - IG</a:t>
            </a:r>
          </a:p>
        </p:txBody>
      </p:sp>
    </p:spTree>
    <p:extLst>
      <p:ext uri="{BB962C8B-B14F-4D97-AF65-F5344CB8AC3E}">
        <p14:creationId xmlns:p14="http://schemas.microsoft.com/office/powerpoint/2010/main" val="91279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18929-A84D-69C8-E16A-14547AA72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6AC32D6-199A-B684-2A15-29D95AC0F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Bonos DM - IG</a:t>
            </a:r>
          </a:p>
        </p:txBody>
      </p:sp>
      <p:sp>
        <p:nvSpPr>
          <p:cNvPr id="2" name="Arrow: Left-Right 1">
            <a:extLst>
              <a:ext uri="{FF2B5EF4-FFF2-40B4-BE49-F238E27FC236}">
                <a16:creationId xmlns:a16="http://schemas.microsoft.com/office/drawing/2014/main" id="{19AE632C-417C-19E6-FC31-B16CE0D27606}"/>
              </a:ext>
            </a:extLst>
          </p:cNvPr>
          <p:cNvSpPr/>
          <p:nvPr/>
        </p:nvSpPr>
        <p:spPr>
          <a:xfrm>
            <a:off x="2168165" y="4664747"/>
            <a:ext cx="8682086" cy="754144"/>
          </a:xfrm>
          <a:prstGeom prst="leftRightArrow">
            <a:avLst/>
          </a:prstGeom>
          <a:gradFill flip="none" rotWithShape="1">
            <a:gsLst>
              <a:gs pos="100000">
                <a:srgbClr val="92D050"/>
              </a:gs>
              <a:gs pos="52000">
                <a:schemeClr val="bg1"/>
              </a:gs>
              <a:gs pos="0">
                <a:srgbClr val="FF5050"/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4" name="Picture 3" descr="Janus Henderson Investors | LinkedIn">
            <a:extLst>
              <a:ext uri="{FF2B5EF4-FFF2-40B4-BE49-F238E27FC236}">
                <a16:creationId xmlns:a16="http://schemas.microsoft.com/office/drawing/2014/main" id="{F8AEE531-CAAC-952C-CF7B-03C296D5A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899" y="1342672"/>
            <a:ext cx="1361857" cy="1361857"/>
          </a:xfrm>
          <a:prstGeom prst="rect">
            <a:avLst/>
          </a:prstGeom>
        </p:spPr>
      </p:pic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E82E666B-B18A-65E5-0A54-2F5F1274A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4449" y="3067154"/>
            <a:ext cx="3128059" cy="907660"/>
          </a:xfrm>
        </p:spPr>
        <p:txBody>
          <a:bodyPr/>
          <a:lstStyle/>
          <a:p>
            <a:pPr algn="just"/>
            <a:r>
              <a:rPr lang="es-CO" sz="1400" dirty="0"/>
              <a:t>Spreads en mínimos históricos.</a:t>
            </a:r>
          </a:p>
          <a:p>
            <a:pPr algn="just"/>
            <a:r>
              <a:rPr lang="es-CO" sz="1400" dirty="0"/>
              <a:t>Ven la emisión de </a:t>
            </a:r>
            <a:r>
              <a:rPr lang="es-CO" sz="1400" i="1" dirty="0" err="1"/>
              <a:t>hyperscalers</a:t>
            </a:r>
            <a:r>
              <a:rPr lang="es-CO" sz="1400" dirty="0"/>
              <a:t> como algo negativo. </a:t>
            </a:r>
          </a:p>
        </p:txBody>
      </p:sp>
      <p:pic>
        <p:nvPicPr>
          <p:cNvPr id="8" name="Picture 7" descr="Welcome to Vontobel | Vontobel">
            <a:extLst>
              <a:ext uri="{FF2B5EF4-FFF2-40B4-BE49-F238E27FC236}">
                <a16:creationId xmlns:a16="http://schemas.microsoft.com/office/drawing/2014/main" id="{47F0CB44-3D5E-B2D2-2FA4-172E7D4E3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8116" y="1445496"/>
            <a:ext cx="1361858" cy="1361858"/>
          </a:xfrm>
          <a:prstGeom prst="rect">
            <a:avLst/>
          </a:prstGeom>
        </p:spPr>
      </p:pic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77875C28-9F6E-EE59-4197-C767841B0D34}"/>
              </a:ext>
            </a:extLst>
          </p:cNvPr>
          <p:cNvSpPr txBox="1">
            <a:spLocks/>
          </p:cNvSpPr>
          <p:nvPr/>
        </p:nvSpPr>
        <p:spPr>
          <a:xfrm>
            <a:off x="4805015" y="2666612"/>
            <a:ext cx="3128059" cy="170874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CO" sz="1400" dirty="0"/>
              <a:t>Los fundamentales corporativos son sólidos, la economía global se encuentra en crecimiento.</a:t>
            </a:r>
          </a:p>
          <a:p>
            <a:pPr algn="just"/>
            <a:r>
              <a:rPr lang="es-CO" sz="1400" dirty="0"/>
              <a:t>El principal contribuidor al retorno total será </a:t>
            </a:r>
            <a:r>
              <a:rPr lang="es-CO" sz="1400" i="1" dirty="0" err="1"/>
              <a:t>carry</a:t>
            </a:r>
            <a:r>
              <a:rPr lang="es-CO" sz="1400" i="1" dirty="0"/>
              <a:t>, </a:t>
            </a:r>
            <a:r>
              <a:rPr lang="es-CO" sz="1400" dirty="0"/>
              <a:t>no ven mucho espacio para compresión de spreads.</a:t>
            </a:r>
          </a:p>
          <a:p>
            <a:pPr algn="just"/>
            <a:endParaRPr lang="es-CO" sz="1400" dirty="0"/>
          </a:p>
        </p:txBody>
      </p:sp>
      <p:pic>
        <p:nvPicPr>
          <p:cNvPr id="10" name="Picture 9" descr="PIMCO | Interactive Brokers U.K. Limited">
            <a:extLst>
              <a:ext uri="{FF2B5EF4-FFF2-40B4-BE49-F238E27FC236}">
                <a16:creationId xmlns:a16="http://schemas.microsoft.com/office/drawing/2014/main" id="{D1E7954F-6E93-CC6F-799E-7E963A0D18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0464" y="1705458"/>
            <a:ext cx="2109787" cy="787923"/>
          </a:xfrm>
          <a:prstGeom prst="rect">
            <a:avLst/>
          </a:prstGeom>
        </p:spPr>
      </p:pic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EAA96A6F-B18F-DFAB-8946-3C581DEE4CB4}"/>
              </a:ext>
            </a:extLst>
          </p:cNvPr>
          <p:cNvSpPr txBox="1">
            <a:spLocks/>
          </p:cNvSpPr>
          <p:nvPr/>
        </p:nvSpPr>
        <p:spPr>
          <a:xfrm>
            <a:off x="8143066" y="2984348"/>
            <a:ext cx="3128059" cy="10732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CO" sz="1400" dirty="0"/>
              <a:t>Están constructivos en duración. Según sus modelos, el rango alta de la tasa a 10 años está en 4.8% (actualmente 4.66%).</a:t>
            </a:r>
          </a:p>
          <a:p>
            <a:pPr algn="just"/>
            <a:endParaRPr lang="es-CO" sz="1400" dirty="0"/>
          </a:p>
        </p:txBody>
      </p:sp>
    </p:spTree>
    <p:extLst>
      <p:ext uri="{BB962C8B-B14F-4D97-AF65-F5344CB8AC3E}">
        <p14:creationId xmlns:p14="http://schemas.microsoft.com/office/powerpoint/2010/main" val="4019495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3F3B9-69D0-1B38-2E2D-E1C4F89E0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134B3B3E-D273-41AB-B837-E78F567A258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99560242"/>
              </p:ext>
            </p:extLst>
          </p:nvPr>
        </p:nvGraphicFramePr>
        <p:xfrm>
          <a:off x="2083749" y="2076080"/>
          <a:ext cx="8640000" cy="43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48F37738-AB7A-5E05-6455-3C91B2DD3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399" y="220863"/>
            <a:ext cx="6810375" cy="1647825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9B08E6C0-8305-32F0-8504-09219A3C4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Bonos DM – High </a:t>
            </a:r>
            <a:r>
              <a:rPr lang="es-CO" dirty="0" err="1"/>
              <a:t>Yield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0055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D0C0E-852F-A9A2-0BAE-C312A5BA4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D89A06D-E911-F4DE-B036-DA6FBB02F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Bonos DM – High </a:t>
            </a:r>
            <a:r>
              <a:rPr lang="es-CO" dirty="0" err="1"/>
              <a:t>Yield</a:t>
            </a:r>
            <a:endParaRPr lang="es-CO" dirty="0"/>
          </a:p>
        </p:txBody>
      </p:sp>
      <p:sp>
        <p:nvSpPr>
          <p:cNvPr id="6" name="Arrow: Left-Right 5">
            <a:extLst>
              <a:ext uri="{FF2B5EF4-FFF2-40B4-BE49-F238E27FC236}">
                <a16:creationId xmlns:a16="http://schemas.microsoft.com/office/drawing/2014/main" id="{47246731-70EF-860C-4AF4-BBE2C3E676B2}"/>
              </a:ext>
            </a:extLst>
          </p:cNvPr>
          <p:cNvSpPr/>
          <p:nvPr/>
        </p:nvSpPr>
        <p:spPr>
          <a:xfrm>
            <a:off x="2168165" y="4664747"/>
            <a:ext cx="8682086" cy="754144"/>
          </a:xfrm>
          <a:prstGeom prst="leftRightArrow">
            <a:avLst/>
          </a:prstGeom>
          <a:gradFill flip="none" rotWithShape="1">
            <a:gsLst>
              <a:gs pos="100000">
                <a:srgbClr val="92D050"/>
              </a:gs>
              <a:gs pos="52000">
                <a:schemeClr val="bg1"/>
              </a:gs>
              <a:gs pos="0">
                <a:srgbClr val="FF5050"/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7" name="Picture 6" descr="Search for Jobs">
            <a:extLst>
              <a:ext uri="{FF2B5EF4-FFF2-40B4-BE49-F238E27FC236}">
                <a16:creationId xmlns:a16="http://schemas.microsoft.com/office/drawing/2014/main" id="{F2FC08A6-B64F-D747-27C4-66071D887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9327" y="2799281"/>
            <a:ext cx="2379099" cy="696322"/>
          </a:xfrm>
          <a:prstGeom prst="rect">
            <a:avLst/>
          </a:prstGeom>
        </p:spPr>
      </p:pic>
      <p:pic>
        <p:nvPicPr>
          <p:cNvPr id="9" name="Picture 8" descr="Janus Henderson Investors | LinkedIn">
            <a:extLst>
              <a:ext uri="{FF2B5EF4-FFF2-40B4-BE49-F238E27FC236}">
                <a16:creationId xmlns:a16="http://schemas.microsoft.com/office/drawing/2014/main" id="{22A52347-4A8C-2D68-598E-DDFA77497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4735" y="2392542"/>
            <a:ext cx="1361857" cy="1361857"/>
          </a:xfrm>
          <a:prstGeom prst="rect">
            <a:avLst/>
          </a:prstGeom>
        </p:spPr>
      </p:pic>
      <p:pic>
        <p:nvPicPr>
          <p:cNvPr id="11" name="Picture 10" descr="Welcome to Vontobel | Vontobel">
            <a:extLst>
              <a:ext uri="{FF2B5EF4-FFF2-40B4-BE49-F238E27FC236}">
                <a16:creationId xmlns:a16="http://schemas.microsoft.com/office/drawing/2014/main" id="{BD650C0D-3D3D-674C-07CE-197B475414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7443" y="796814"/>
            <a:ext cx="1361858" cy="1361858"/>
          </a:xfrm>
          <a:prstGeom prst="rect">
            <a:avLst/>
          </a:prstGeom>
        </p:spPr>
      </p:pic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98238C3C-7C7C-F54A-5FEF-09EB27218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3401" y="3754399"/>
            <a:ext cx="3128059" cy="907660"/>
          </a:xfrm>
        </p:spPr>
        <p:txBody>
          <a:bodyPr/>
          <a:lstStyle/>
          <a:p>
            <a:pPr algn="just"/>
            <a:r>
              <a:rPr lang="es-CO" sz="1400" dirty="0"/>
              <a:t>Reconoce un </a:t>
            </a:r>
            <a:r>
              <a:rPr lang="es-CO" sz="1400" i="1" dirty="0" err="1"/>
              <a:t>upside</a:t>
            </a:r>
            <a:r>
              <a:rPr lang="es-CO" sz="1400" i="1" dirty="0"/>
              <a:t> </a:t>
            </a:r>
            <a:r>
              <a:rPr lang="es-CO" sz="1400" dirty="0"/>
              <a:t>limitado, pero prefiere HY a IG por la mejora en el </a:t>
            </a:r>
            <a:r>
              <a:rPr lang="es-CO" sz="1400" i="1" dirty="0" err="1"/>
              <a:t>carry</a:t>
            </a:r>
            <a:r>
              <a:rPr lang="es-CO" sz="1400" dirty="0"/>
              <a:t>.</a:t>
            </a:r>
          </a:p>
        </p:txBody>
      </p:sp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6C8A087E-C6FE-D5ED-2B52-8CF5C6199B06}"/>
              </a:ext>
            </a:extLst>
          </p:cNvPr>
          <p:cNvSpPr txBox="1">
            <a:spLocks/>
          </p:cNvSpPr>
          <p:nvPr/>
        </p:nvSpPr>
        <p:spPr>
          <a:xfrm>
            <a:off x="7879448" y="3736026"/>
            <a:ext cx="3128059" cy="9076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CO" sz="1400" dirty="0"/>
              <a:t>Ve un mercado donde los spreads se encuentran “</a:t>
            </a:r>
            <a:r>
              <a:rPr lang="es-CO" sz="1400" dirty="0" err="1"/>
              <a:t>range-bound</a:t>
            </a:r>
            <a:r>
              <a:rPr lang="es-CO" sz="1400" dirty="0"/>
              <a:t>”.</a:t>
            </a:r>
          </a:p>
        </p:txBody>
      </p:sp>
      <p:sp>
        <p:nvSpPr>
          <p:cNvPr id="15" name="Marcador de contenido 2">
            <a:extLst>
              <a:ext uri="{FF2B5EF4-FFF2-40B4-BE49-F238E27FC236}">
                <a16:creationId xmlns:a16="http://schemas.microsoft.com/office/drawing/2014/main" id="{2770F23B-A7A5-A296-D6F8-3CDE6EEEF355}"/>
              </a:ext>
            </a:extLst>
          </p:cNvPr>
          <p:cNvSpPr txBox="1">
            <a:spLocks/>
          </p:cNvSpPr>
          <p:nvPr/>
        </p:nvSpPr>
        <p:spPr>
          <a:xfrm>
            <a:off x="7879448" y="1812963"/>
            <a:ext cx="3128059" cy="9076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CO" sz="1400" dirty="0"/>
              <a:t>Consideran que los </a:t>
            </a:r>
            <a:r>
              <a:rPr lang="es-CO" sz="1400" dirty="0" err="1"/>
              <a:t>inflows</a:t>
            </a:r>
            <a:r>
              <a:rPr lang="es-CO" sz="1400" dirty="0"/>
              <a:t> deberían mantener los spreads en el nivel actual.</a:t>
            </a:r>
          </a:p>
        </p:txBody>
      </p:sp>
    </p:spTree>
    <p:extLst>
      <p:ext uri="{BB962C8B-B14F-4D97-AF65-F5344CB8AC3E}">
        <p14:creationId xmlns:p14="http://schemas.microsoft.com/office/powerpoint/2010/main" val="1033086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BB6FF-15BB-EAD8-D620-433E891FA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5592F082-59EF-4891-AA01-8470AD0A50D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57738259"/>
              </p:ext>
            </p:extLst>
          </p:nvPr>
        </p:nvGraphicFramePr>
        <p:xfrm>
          <a:off x="2083749" y="2076080"/>
          <a:ext cx="8640000" cy="43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E0B67F7C-C1CE-7A2B-EEF5-03F4532AE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398" y="418830"/>
            <a:ext cx="6810375" cy="1104900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FD71EFAB-5687-1ECA-0832-ACABD83E1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441959" y="3669998"/>
            <a:ext cx="5641940" cy="734060"/>
          </a:xfrm>
        </p:spPr>
        <p:txBody>
          <a:bodyPr/>
          <a:lstStyle/>
          <a:p>
            <a:r>
              <a:rPr lang="es-CO" dirty="0"/>
              <a:t>Bonos DM – Senior </a:t>
            </a:r>
            <a:r>
              <a:rPr lang="es-CO" dirty="0" err="1"/>
              <a:t>Loans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841805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1CD9A-CB4F-7746-324F-5F407F8B7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9BBF0268-2A7A-85AE-6A92-0C1D788BE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391227" y="3720731"/>
            <a:ext cx="5540475" cy="734060"/>
          </a:xfrm>
        </p:spPr>
        <p:txBody>
          <a:bodyPr/>
          <a:lstStyle/>
          <a:p>
            <a:r>
              <a:rPr lang="es-CO" dirty="0"/>
              <a:t>Bonos DM – Senior </a:t>
            </a:r>
            <a:r>
              <a:rPr lang="es-CO" dirty="0" err="1"/>
              <a:t>Loans</a:t>
            </a:r>
            <a:endParaRPr lang="es-CO" dirty="0"/>
          </a:p>
        </p:txBody>
      </p:sp>
      <p:pic>
        <p:nvPicPr>
          <p:cNvPr id="8" name="Picture 7" descr="Janus Henderson Investors | LinkedIn">
            <a:extLst>
              <a:ext uri="{FF2B5EF4-FFF2-40B4-BE49-F238E27FC236}">
                <a16:creationId xmlns:a16="http://schemas.microsoft.com/office/drawing/2014/main" id="{A0AD3B11-9B36-5F86-F142-8FDD06145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194" y="509269"/>
            <a:ext cx="708848" cy="708848"/>
          </a:xfrm>
          <a:prstGeom prst="rect">
            <a:avLst/>
          </a:prstGeom>
        </p:spPr>
      </p:pic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D49EA9C1-31A1-17C3-E42D-13F811FCC8BD}"/>
              </a:ext>
            </a:extLst>
          </p:cNvPr>
          <p:cNvSpPr txBox="1">
            <a:spLocks/>
          </p:cNvSpPr>
          <p:nvPr/>
        </p:nvSpPr>
        <p:spPr>
          <a:xfrm>
            <a:off x="3524557" y="607130"/>
            <a:ext cx="5235984" cy="7088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Favorecen crédito titulizado y 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loans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 sobre bonos corporativos y deuda EM, con el 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carry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 como driver principal de retornos y preferencia por duración corta / tasa flotante.</a:t>
            </a:r>
            <a:endParaRPr kumimoji="0" lang="es-CO" sz="1100" b="0" i="0" u="none" strike="noStrike" kern="1200" cap="none" spc="0" normalizeH="0" baseline="0" noProof="0" dirty="0">
              <a:ln>
                <a:noFill/>
              </a:ln>
              <a:solidFill>
                <a:srgbClr val="0033A0"/>
              </a:solidFill>
              <a:effectLst/>
              <a:uLnTx/>
              <a:uFillTx/>
              <a:latin typeface="Sura Sans Light"/>
              <a:ea typeface="+mn-ea"/>
              <a:cs typeface="+mn-cs"/>
            </a:endParaRPr>
          </a:p>
        </p:txBody>
      </p:sp>
      <p:pic>
        <p:nvPicPr>
          <p:cNvPr id="16" name="Picture 15" descr="Neuberger Berman - Trackr">
            <a:extLst>
              <a:ext uri="{FF2B5EF4-FFF2-40B4-BE49-F238E27FC236}">
                <a16:creationId xmlns:a16="http://schemas.microsoft.com/office/drawing/2014/main" id="{6116924D-9347-5E20-1B01-654E96CBA4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9194" y="1545198"/>
            <a:ext cx="814871" cy="814871"/>
          </a:xfrm>
          <a:prstGeom prst="rect">
            <a:avLst/>
          </a:prstGeom>
        </p:spPr>
      </p:pic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D70BBD2A-761F-9016-A383-C17FC9A08B6C}"/>
              </a:ext>
            </a:extLst>
          </p:cNvPr>
          <p:cNvSpPr txBox="1">
            <a:spLocks/>
          </p:cNvSpPr>
          <p:nvPr/>
        </p:nvSpPr>
        <p:spPr>
          <a:xfrm>
            <a:off x="3524557" y="1506973"/>
            <a:ext cx="6553507" cy="92934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Software es la principal fuente de presión y dispersión en 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loans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 (-4.73% YTD vs. +2.12% del índice); distinguen entre emisores públicos grandes y 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borrowers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 muy apalancados con refinanciamiento incierto. De ahí su sesgo up-in-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quality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, foco en liquidez y perfiles BB más resilientes. Fed en 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hawkish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 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hold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; su base case es Fed en pausa hasta 2027 pero reconocen probabilidad creciente de subidas, con riesgo de inflación energética por 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Hormuz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.</a:t>
            </a:r>
            <a:endParaRPr kumimoji="0" lang="es-CO" sz="1100" b="0" i="0" u="none" strike="noStrike" kern="1200" cap="none" spc="0" normalizeH="0" baseline="0" noProof="0" dirty="0">
              <a:ln>
                <a:noFill/>
              </a:ln>
              <a:solidFill>
                <a:srgbClr val="0033A0"/>
              </a:solidFill>
              <a:effectLst/>
              <a:uLnTx/>
              <a:uFillTx/>
              <a:latin typeface="Sura Sans Light"/>
              <a:ea typeface="+mn-ea"/>
              <a:cs typeface="+mn-cs"/>
            </a:endParaRPr>
          </a:p>
        </p:txBody>
      </p:sp>
      <p:pic>
        <p:nvPicPr>
          <p:cNvPr id="19" name="Picture 18" descr="Pearl Diver Capital Announces the First Close of &quot;Pearl Diver Aquanaut Fund&quot; a Global Interval Fund Dedicated to Significant Risk Transfer (SRT) Investments and Capital Relief transactions for financial institutions">
            <a:extLst>
              <a:ext uri="{FF2B5EF4-FFF2-40B4-BE49-F238E27FC236}">
                <a16:creationId xmlns:a16="http://schemas.microsoft.com/office/drawing/2014/main" id="{3AB8A879-67D6-5EF6-ADD1-E9B4E43FED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7018" y="2668857"/>
            <a:ext cx="1130821" cy="592991"/>
          </a:xfrm>
          <a:prstGeom prst="rect">
            <a:avLst/>
          </a:prstGeom>
        </p:spPr>
      </p:pic>
      <p:sp>
        <p:nvSpPr>
          <p:cNvPr id="21" name="Marcador de contenido 2">
            <a:extLst>
              <a:ext uri="{FF2B5EF4-FFF2-40B4-BE49-F238E27FC236}">
                <a16:creationId xmlns:a16="http://schemas.microsoft.com/office/drawing/2014/main" id="{9B6FC078-E423-CFE1-97F9-C32688474D0F}"/>
              </a:ext>
            </a:extLst>
          </p:cNvPr>
          <p:cNvSpPr txBox="1">
            <a:spLocks/>
          </p:cNvSpPr>
          <p:nvPr/>
        </p:nvSpPr>
        <p:spPr>
          <a:xfrm>
            <a:off x="3524557" y="2750197"/>
            <a:ext cx="6553507" cy="51165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Defaults de 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loans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 proyectados a subir moderadamente en los próximos 12 meses, aún por debajo del promedio de largo plazo; los defaults en 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tranches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 CLO BB del mercado están en ~0.1%</a:t>
            </a:r>
            <a:endParaRPr kumimoji="0" lang="es-CO" sz="1100" b="0" i="0" u="none" strike="noStrike" kern="1200" cap="none" spc="0" normalizeH="0" baseline="0" noProof="0" dirty="0">
              <a:ln>
                <a:noFill/>
              </a:ln>
              <a:solidFill>
                <a:srgbClr val="0033A0"/>
              </a:solidFill>
              <a:effectLst/>
              <a:uLnTx/>
              <a:uFillTx/>
              <a:latin typeface="Sura Sans Light"/>
              <a:ea typeface="+mn-ea"/>
              <a:cs typeface="+mn-cs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083BE33-75BC-C852-F83E-48B6AEE11C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5732" y="3732153"/>
            <a:ext cx="8814572" cy="2379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8501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152F1-60F7-09F7-37BA-AB6C09CC5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6F777C76-3BBC-3D70-DEAB-2DBC7D2F64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CO" dirty="0"/>
              <a:t>Renta Fija EM</a:t>
            </a:r>
          </a:p>
        </p:txBody>
      </p:sp>
    </p:spTree>
    <p:extLst>
      <p:ext uri="{BB962C8B-B14F-4D97-AF65-F5344CB8AC3E}">
        <p14:creationId xmlns:p14="http://schemas.microsoft.com/office/powerpoint/2010/main" val="30286673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8D0FB-09F2-6D1C-B59C-40BC0B795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B4A31C8-3F0D-E9EE-B37B-6CA941D11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398" y="308563"/>
            <a:ext cx="6810375" cy="1647825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A297C73B-3C7C-4CA0-C6CF-9E11E37B1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427819" y="3684138"/>
            <a:ext cx="5613660" cy="734060"/>
          </a:xfrm>
        </p:spPr>
        <p:txBody>
          <a:bodyPr/>
          <a:lstStyle/>
          <a:p>
            <a:r>
              <a:rPr lang="es-CO" dirty="0"/>
              <a:t>Bonos EM – HC Gobierno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B85B7F6F-1D24-4DE9-9197-694F968FCF5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13149159"/>
              </p:ext>
            </p:extLst>
          </p:nvPr>
        </p:nvGraphicFramePr>
        <p:xfrm>
          <a:off x="1870270" y="2098562"/>
          <a:ext cx="8640000" cy="43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0871470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9C84F-33FB-84A8-44A6-BB8489256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E82BCACA-3B62-BF08-715C-BD0C16544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427819" y="3684138"/>
            <a:ext cx="5613660" cy="734060"/>
          </a:xfrm>
        </p:spPr>
        <p:txBody>
          <a:bodyPr/>
          <a:lstStyle/>
          <a:p>
            <a:r>
              <a:rPr lang="es-CO" dirty="0"/>
              <a:t>Bonos EM – HC Gobierno</a:t>
            </a:r>
          </a:p>
        </p:txBody>
      </p:sp>
      <p:pic>
        <p:nvPicPr>
          <p:cNvPr id="5" name="Picture 4" descr="Welcome to Vontobel | Vontobel">
            <a:extLst>
              <a:ext uri="{FF2B5EF4-FFF2-40B4-BE49-F238E27FC236}">
                <a16:creationId xmlns:a16="http://schemas.microsoft.com/office/drawing/2014/main" id="{D6198A86-9326-A1CF-61C8-EB6D5199A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160" y="468292"/>
            <a:ext cx="1090980" cy="1090980"/>
          </a:xfrm>
          <a:prstGeom prst="rect">
            <a:avLst/>
          </a:prstGeom>
        </p:spPr>
      </p:pic>
      <p:pic>
        <p:nvPicPr>
          <p:cNvPr id="6" name="Picture 5" descr="Vanguard Logo and symbol, meaning, history, PNG">
            <a:extLst>
              <a:ext uri="{FF2B5EF4-FFF2-40B4-BE49-F238E27FC236}">
                <a16:creationId xmlns:a16="http://schemas.microsoft.com/office/drawing/2014/main" id="{38168592-7C8B-2B86-CB66-6F51F07F06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204" y="1565047"/>
            <a:ext cx="1218893" cy="683769"/>
          </a:xfrm>
          <a:prstGeom prst="rect">
            <a:avLst/>
          </a:prstGeom>
        </p:spPr>
      </p:pic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13D4817-B611-6AC5-BF28-C56479BC1C5B}"/>
              </a:ext>
            </a:extLst>
          </p:cNvPr>
          <p:cNvSpPr txBox="1">
            <a:spLocks/>
          </p:cNvSpPr>
          <p:nvPr/>
        </p:nvSpPr>
        <p:spPr>
          <a:xfrm>
            <a:off x="3239421" y="658237"/>
            <a:ext cx="6543676" cy="7088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El EMBI cotiza por debajo de su mediana de 10 años (235 bps), pero se mantiene positivo por dos razones: la calidad del índice hoy es mejor que la mediana histórica y el 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yield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 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to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 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worst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 (~7.2% USD) sigue elevado contra su propia historia.</a:t>
            </a:r>
            <a:endParaRPr kumimoji="0" lang="es-CO" sz="1100" b="0" i="0" u="none" strike="noStrike" kern="1200" cap="none" spc="0" normalizeH="0" baseline="0" noProof="0" dirty="0">
              <a:ln>
                <a:noFill/>
              </a:ln>
              <a:solidFill>
                <a:srgbClr val="0033A0"/>
              </a:solidFill>
              <a:effectLst/>
              <a:uLnTx/>
              <a:uFillTx/>
              <a:latin typeface="Sura Sans Light"/>
              <a:ea typeface="+mn-ea"/>
              <a:cs typeface="+mn-cs"/>
            </a:endParaRPr>
          </a:p>
        </p:txBody>
      </p:sp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550C887B-0C53-CB8A-F26F-482225006E7F}"/>
              </a:ext>
            </a:extLst>
          </p:cNvPr>
          <p:cNvSpPr txBox="1">
            <a:spLocks/>
          </p:cNvSpPr>
          <p:nvPr/>
        </p:nvSpPr>
        <p:spPr>
          <a:xfrm>
            <a:off x="3239420" y="1608794"/>
            <a:ext cx="6543675" cy="56413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Los spreads de crédito global están cerca de mínimos históricos, pero el crédito EM destaca en términos relativos por su combinación de duración y spread frente a otros sectores de crédito.</a:t>
            </a:r>
            <a:endParaRPr kumimoji="0" lang="es-CO" sz="1100" b="0" i="0" u="none" strike="noStrike" kern="1200" cap="none" spc="0" normalizeH="0" baseline="0" noProof="0" dirty="0">
              <a:ln>
                <a:noFill/>
              </a:ln>
              <a:solidFill>
                <a:srgbClr val="0033A0"/>
              </a:solidFill>
              <a:effectLst/>
              <a:uLnTx/>
              <a:uFillTx/>
              <a:latin typeface="Sura Sans Light"/>
              <a:ea typeface="+mn-ea"/>
              <a:cs typeface="+mn-cs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D789C97-F8D9-64EE-CA26-DF27308ABE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4669" y="3260335"/>
            <a:ext cx="4211331" cy="198099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214F25D-844C-1241-C973-F5BDA18728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8991" y="2535034"/>
            <a:ext cx="3536805" cy="303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7113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19642-C6C7-FDD8-B267-704449AD3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219E550-8E57-42B2-8EB4-6BFBE8077A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86497117"/>
              </p:ext>
            </p:extLst>
          </p:nvPr>
        </p:nvGraphicFramePr>
        <p:xfrm>
          <a:off x="1870269" y="2271202"/>
          <a:ext cx="8555775" cy="43199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DA4E1A95-EBE3-B05B-147E-C60B879B85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398" y="204866"/>
            <a:ext cx="6810375" cy="2009775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BFFE0F6C-E0BC-664C-CCAE-EAC6EACE0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427819" y="3684138"/>
            <a:ext cx="5613660" cy="734060"/>
          </a:xfrm>
        </p:spPr>
        <p:txBody>
          <a:bodyPr/>
          <a:lstStyle/>
          <a:p>
            <a:r>
              <a:rPr lang="es-CO" dirty="0"/>
              <a:t>Bonos EM – LC Gobierno</a:t>
            </a:r>
          </a:p>
        </p:txBody>
      </p:sp>
    </p:spTree>
    <p:extLst>
      <p:ext uri="{BB962C8B-B14F-4D97-AF65-F5344CB8AC3E}">
        <p14:creationId xmlns:p14="http://schemas.microsoft.com/office/powerpoint/2010/main" val="25604828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E599D-0E7B-721E-D028-6067517E9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28D61F9-645E-752F-4224-E6D2CF43B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427819" y="3684138"/>
            <a:ext cx="5613660" cy="734060"/>
          </a:xfrm>
        </p:spPr>
        <p:txBody>
          <a:bodyPr/>
          <a:lstStyle/>
          <a:p>
            <a:r>
              <a:rPr lang="es-CO" dirty="0"/>
              <a:t>Bonos EM – LC Gobierno</a:t>
            </a:r>
          </a:p>
        </p:txBody>
      </p:sp>
      <p:pic>
        <p:nvPicPr>
          <p:cNvPr id="5" name="Picture 4" descr="RBC BlueBay Asset Management | LinkedIn">
            <a:extLst>
              <a:ext uri="{FF2B5EF4-FFF2-40B4-BE49-F238E27FC236}">
                <a16:creationId xmlns:a16="http://schemas.microsoft.com/office/drawing/2014/main" id="{10335211-693E-1AC6-4E03-C26D6859E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7743" y="532171"/>
            <a:ext cx="849261" cy="849261"/>
          </a:xfrm>
          <a:prstGeom prst="rect">
            <a:avLst/>
          </a:prstGeom>
        </p:spPr>
      </p:pic>
      <p:pic>
        <p:nvPicPr>
          <p:cNvPr id="6" name="Picture 5" descr="LarrainVial (@larrainvial) / Posts / X">
            <a:extLst>
              <a:ext uri="{FF2B5EF4-FFF2-40B4-BE49-F238E27FC236}">
                <a16:creationId xmlns:a16="http://schemas.microsoft.com/office/drawing/2014/main" id="{BB6A7DDA-87B5-9AD8-2A68-165AFA56D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6021" y="1457632"/>
            <a:ext cx="1012705" cy="1012705"/>
          </a:xfrm>
          <a:prstGeom prst="rect">
            <a:avLst/>
          </a:prstGeom>
        </p:spPr>
      </p:pic>
      <p:pic>
        <p:nvPicPr>
          <p:cNvPr id="8" name="Picture 7" descr="Welcome to Vontobel | Vontobel">
            <a:extLst>
              <a:ext uri="{FF2B5EF4-FFF2-40B4-BE49-F238E27FC236}">
                <a16:creationId xmlns:a16="http://schemas.microsoft.com/office/drawing/2014/main" id="{C9E9FF25-ABEC-A07B-3C4C-8C7CEE976F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6883" y="2517043"/>
            <a:ext cx="1090980" cy="1090980"/>
          </a:xfrm>
          <a:prstGeom prst="rect">
            <a:avLst/>
          </a:prstGeom>
        </p:spPr>
      </p:pic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079A8067-6320-E550-1231-72AB15B03641}"/>
              </a:ext>
            </a:extLst>
          </p:cNvPr>
          <p:cNvSpPr txBox="1">
            <a:spLocks/>
          </p:cNvSpPr>
          <p:nvPr/>
        </p:nvSpPr>
        <p:spPr>
          <a:xfrm>
            <a:off x="3239421" y="609072"/>
            <a:ext cx="6543676" cy="6494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ES" sz="1100" dirty="0">
                <a:solidFill>
                  <a:srgbClr val="0033A0"/>
                </a:solidFill>
                <a:latin typeface="Sura Sans Light"/>
              </a:rPr>
              <a:t>P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ese a la debilidad reciente, el USD sigue sobrevalorado; el crecimiento relativo de EE.UU. se deteriora y los extranjeros ya empezaron a diversificar fuera de activos estadounidenses, lo que genera oportunidades de 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alpha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 en EM FX.</a:t>
            </a: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FC8365DA-CAF6-9029-03D7-975EB305BFBF}"/>
              </a:ext>
            </a:extLst>
          </p:cNvPr>
          <p:cNvSpPr txBox="1">
            <a:spLocks/>
          </p:cNvSpPr>
          <p:nvPr/>
        </p:nvSpPr>
        <p:spPr>
          <a:xfrm>
            <a:off x="3239421" y="1535347"/>
            <a:ext cx="6543676" cy="10127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ES" sz="1100" dirty="0">
                <a:solidFill>
                  <a:srgbClr val="0033A0"/>
                </a:solidFill>
                <a:latin typeface="Sura Sans Light"/>
              </a:rPr>
              <a:t>T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asas locales en 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LatAm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 están en máximos desde 2008, tanto nominales como reales. GBI-EM 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LatAm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 tiene un YTM de 9.81% contra 6.97% EMBI Global, 6.09% Global HY y 3.82% Global IG. Su retorno esperado a 1 año se descompone en: +12.6% total (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carry</a:t>
            </a:r>
            <a:r>
              <a:rPr lang="es-ES" sz="1100" dirty="0">
                <a:solidFill>
                  <a:srgbClr val="0033A0"/>
                </a:solidFill>
                <a:latin typeface="Sura Sans Light"/>
              </a:rPr>
              <a:t> 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+11.2%, ganancias de capital +1.9%, FX 0.0%).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El dólar se debilita como política deliberada.</a:t>
            </a:r>
            <a:endParaRPr kumimoji="0" lang="es-CO" sz="1100" b="0" i="0" u="none" strike="noStrike" kern="1200" cap="none" spc="0" normalizeH="0" baseline="0" noProof="0" dirty="0">
              <a:ln>
                <a:noFill/>
              </a:ln>
              <a:solidFill>
                <a:srgbClr val="0033A0"/>
              </a:solidFill>
              <a:effectLst/>
              <a:uLnTx/>
              <a:uFillTx/>
              <a:latin typeface="Sura Sans Light"/>
              <a:ea typeface="+mn-ea"/>
              <a:cs typeface="+mn-cs"/>
            </a:endParaRPr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74FE1ED6-AAFC-69F5-184C-242D30A5AA0E}"/>
              </a:ext>
            </a:extLst>
          </p:cNvPr>
          <p:cNvSpPr txBox="1">
            <a:spLocks/>
          </p:cNvSpPr>
          <p:nvPr/>
        </p:nvSpPr>
        <p:spPr>
          <a:xfrm>
            <a:off x="3239421" y="2789442"/>
            <a:ext cx="6543676" cy="7088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ES" sz="1100" dirty="0">
                <a:solidFill>
                  <a:srgbClr val="0033A0"/>
                </a:solidFill>
                <a:latin typeface="Sura Sans Light"/>
              </a:rPr>
              <a:t>Ta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sas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 reales 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ex-ante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 muy atractivas gracias a la desinflación EM pendiente, con 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LatAm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 claramente por encima de CEE y Asia.</a:t>
            </a:r>
            <a:endParaRPr kumimoji="0" lang="es-CO" sz="1100" b="0" i="0" u="none" strike="noStrike" kern="1200" cap="none" spc="0" normalizeH="0" baseline="0" noProof="0" dirty="0">
              <a:ln>
                <a:noFill/>
              </a:ln>
              <a:solidFill>
                <a:srgbClr val="0033A0"/>
              </a:solidFill>
              <a:effectLst/>
              <a:uLnTx/>
              <a:uFillTx/>
              <a:latin typeface="Sura Sans Light"/>
              <a:ea typeface="+mn-ea"/>
              <a:cs typeface="+mn-cs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FA77AC9-AE4B-30C5-F5D0-5DA2A03791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9421" y="3498289"/>
            <a:ext cx="6012831" cy="2750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0214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A07BE-39B0-38C6-82A4-8C1232369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E5E6B820-9BFC-8E26-3EFA-1BB106016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45452" y="3366505"/>
            <a:ext cx="6248926" cy="734060"/>
          </a:xfrm>
        </p:spPr>
        <p:txBody>
          <a:bodyPr/>
          <a:lstStyle/>
          <a:p>
            <a:r>
              <a:rPr lang="es-CO" dirty="0"/>
              <a:t>Bonos EM – </a:t>
            </a:r>
            <a:r>
              <a:rPr lang="es-CO" dirty="0" err="1"/>
              <a:t>Frontier</a:t>
            </a:r>
            <a:r>
              <a:rPr lang="es-CO" dirty="0"/>
              <a:t> </a:t>
            </a:r>
            <a:r>
              <a:rPr lang="es-CO" dirty="0" err="1"/>
              <a:t>Markets</a:t>
            </a:r>
            <a:endParaRPr lang="es-CO" dirty="0"/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2FA7378B-BE8E-329D-8654-4EAC17914D93}"/>
              </a:ext>
            </a:extLst>
          </p:cNvPr>
          <p:cNvSpPr txBox="1">
            <a:spLocks/>
          </p:cNvSpPr>
          <p:nvPr/>
        </p:nvSpPr>
        <p:spPr>
          <a:xfrm>
            <a:off x="3150931" y="520582"/>
            <a:ext cx="6543676" cy="105257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Población joven y creciente que sostiene el crecimiento y la sostenibilidad de deuda, con mejora en mercado laboral e infraestructura. Baja correlación entre países y menor volatilidad relativa frente a otros activos de riesgo.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Sus proyecciones propias muestran repuntes de CPI en 2027-28 en Nigeria, Egipto y Kazajistán, lo que implica menos recorte de tasas.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CO" sz="1100" b="0" i="0" u="none" strike="noStrike" kern="1200" cap="none" spc="0" normalizeH="0" baseline="0" noProof="0" dirty="0">
              <a:ln>
                <a:noFill/>
              </a:ln>
              <a:solidFill>
                <a:srgbClr val="0033A0"/>
              </a:solidFill>
              <a:effectLst/>
              <a:uLnTx/>
              <a:uFillTx/>
              <a:latin typeface="Sura Sans Light"/>
              <a:ea typeface="+mn-ea"/>
              <a:cs typeface="+mn-cs"/>
            </a:endParaRPr>
          </a:p>
        </p:txBody>
      </p:sp>
      <p:pic>
        <p:nvPicPr>
          <p:cNvPr id="2" name="Picture 1" descr="Azimut Group | LinkedIn">
            <a:extLst>
              <a:ext uri="{FF2B5EF4-FFF2-40B4-BE49-F238E27FC236}">
                <a16:creationId xmlns:a16="http://schemas.microsoft.com/office/drawing/2014/main" id="{1CDBBB2A-65CD-CC89-C7F1-55691A312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914" y="561669"/>
            <a:ext cx="936831" cy="936831"/>
          </a:xfrm>
          <a:prstGeom prst="rect">
            <a:avLst/>
          </a:prstGeom>
        </p:spPr>
      </p:pic>
      <p:pic>
        <p:nvPicPr>
          <p:cNvPr id="4" name="Picture 3" descr="Aberdeen Investments Launches Strategic Insurance Group to Drive Global Insurance Partnerships | InsuranceAUM.com">
            <a:extLst>
              <a:ext uri="{FF2B5EF4-FFF2-40B4-BE49-F238E27FC236}">
                <a16:creationId xmlns:a16="http://schemas.microsoft.com/office/drawing/2014/main" id="{96CB02E4-76A7-35BA-AC73-F29F21E33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4421" y="2005935"/>
            <a:ext cx="1653817" cy="691683"/>
          </a:xfrm>
          <a:prstGeom prst="rect">
            <a:avLst/>
          </a:prstGeom>
        </p:spPr>
      </p:pic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8BF40602-1EAD-E741-A8B6-934AC182F125}"/>
              </a:ext>
            </a:extLst>
          </p:cNvPr>
          <p:cNvSpPr txBox="1">
            <a:spLocks/>
          </p:cNvSpPr>
          <p:nvPr/>
        </p:nvSpPr>
        <p:spPr>
          <a:xfrm>
            <a:off x="3150931" y="1910508"/>
            <a:ext cx="6543676" cy="8523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Los bonos 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frontier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 deberían permanecer más aislados de la volatilidad del 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Treasury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 que EM. El riesgo de default ha bajado en los últimos dos años: niveles de deuda estables, menores déficits fiscales y perfil de vencimientos manejable.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Los mercados en moneda local ofrecen oportunidades de retorno más convincentes.</a:t>
            </a:r>
            <a:endParaRPr kumimoji="0" lang="es-CO" sz="1100" b="0" i="0" u="none" strike="noStrike" kern="1200" cap="none" spc="0" normalizeH="0" baseline="0" noProof="0" dirty="0">
              <a:ln>
                <a:noFill/>
              </a:ln>
              <a:solidFill>
                <a:srgbClr val="0033A0"/>
              </a:solidFill>
              <a:effectLst/>
              <a:uLnTx/>
              <a:uFillTx/>
              <a:latin typeface="Sura Sans Light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74745B0-382F-268C-A2FC-80430709A9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7203" y="3429000"/>
            <a:ext cx="8455327" cy="245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7878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A3C7D-AD8F-959F-B669-B75C3C7DD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4CED5832-92E1-4CDA-940A-78B0858695A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6805619"/>
              </p:ext>
            </p:extLst>
          </p:nvPr>
        </p:nvGraphicFramePr>
        <p:xfrm>
          <a:off x="1765956" y="2120369"/>
          <a:ext cx="8660088" cy="44406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51114F42-B5E6-4BB0-75CD-BCBF5EFBB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398" y="238455"/>
            <a:ext cx="6810375" cy="1647825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43071BA4-E29D-B9B7-4700-84FE5C500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7185" y="3344773"/>
            <a:ext cx="6292391" cy="734060"/>
          </a:xfrm>
        </p:spPr>
        <p:txBody>
          <a:bodyPr/>
          <a:lstStyle/>
          <a:p>
            <a:r>
              <a:rPr lang="es-CO" dirty="0"/>
              <a:t>Bonos EM – HC Corporativos</a:t>
            </a:r>
          </a:p>
        </p:txBody>
      </p:sp>
    </p:spTree>
    <p:extLst>
      <p:ext uri="{BB962C8B-B14F-4D97-AF65-F5344CB8AC3E}">
        <p14:creationId xmlns:p14="http://schemas.microsoft.com/office/powerpoint/2010/main" val="30185540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79487-04F7-1724-9340-432B74E6A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E8F164B-2453-6327-EFDC-4701D0B79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882840" y="3229118"/>
            <a:ext cx="6523701" cy="734060"/>
          </a:xfrm>
        </p:spPr>
        <p:txBody>
          <a:bodyPr/>
          <a:lstStyle/>
          <a:p>
            <a:r>
              <a:rPr lang="es-CO" dirty="0"/>
              <a:t>Bonos EM – HC Corporativos</a:t>
            </a:r>
          </a:p>
        </p:txBody>
      </p:sp>
      <p:pic>
        <p:nvPicPr>
          <p:cNvPr id="8" name="Picture 7" descr="Welcome to Vontobel | Vontobel">
            <a:extLst>
              <a:ext uri="{FF2B5EF4-FFF2-40B4-BE49-F238E27FC236}">
                <a16:creationId xmlns:a16="http://schemas.microsoft.com/office/drawing/2014/main" id="{A35059EE-6123-90F3-1F1E-8EBC66E2D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883" y="226123"/>
            <a:ext cx="1090980" cy="1090980"/>
          </a:xfrm>
          <a:prstGeom prst="rect">
            <a:avLst/>
          </a:prstGeom>
        </p:spPr>
      </p:pic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4D922CE7-F753-9297-306C-9BC5A8E6521F}"/>
              </a:ext>
            </a:extLst>
          </p:cNvPr>
          <p:cNvSpPr txBox="1">
            <a:spLocks/>
          </p:cNvSpPr>
          <p:nvPr/>
        </p:nvSpPr>
        <p:spPr>
          <a:xfrm>
            <a:off x="3239421" y="498522"/>
            <a:ext cx="6543676" cy="54369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Volumen de 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upgrades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 netos en máximo histórico en 2025 y tendencia que continúa en 2026; los ciclos de default de EM y DM siguen divergiendo a favor de EM. Los flujos son el gran cambio de régimen: tras -150bn USD de salidas 2022-2024, han entrado 32bn en 2025 y 27bn YTD 2026</a:t>
            </a:r>
            <a:endParaRPr kumimoji="0" lang="es-CO" sz="1100" b="0" i="0" u="none" strike="noStrike" kern="1200" cap="none" spc="0" normalizeH="0" baseline="0" noProof="0" dirty="0">
              <a:ln>
                <a:noFill/>
              </a:ln>
              <a:solidFill>
                <a:srgbClr val="0033A0"/>
              </a:solidFill>
              <a:effectLst/>
              <a:uLnTx/>
              <a:uFillTx/>
              <a:latin typeface="Sura Sans Light"/>
              <a:ea typeface="+mn-ea"/>
              <a:cs typeface="+mn-cs"/>
            </a:endParaRPr>
          </a:p>
        </p:txBody>
      </p:sp>
      <p:pic>
        <p:nvPicPr>
          <p:cNvPr id="4" name="Picture 3" descr="Vanguard Logo and symbol, meaning, history, PNG">
            <a:extLst>
              <a:ext uri="{FF2B5EF4-FFF2-40B4-BE49-F238E27FC236}">
                <a16:creationId xmlns:a16="http://schemas.microsoft.com/office/drawing/2014/main" id="{E440C61F-2BAF-469D-E66A-47A2868C0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2926" y="1238445"/>
            <a:ext cx="1218893" cy="683769"/>
          </a:xfrm>
          <a:prstGeom prst="rect">
            <a:avLst/>
          </a:prstGeom>
        </p:spPr>
      </p:pic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8D3DB2DB-7BEC-BCBE-BEDC-8D41CB488B70}"/>
              </a:ext>
            </a:extLst>
          </p:cNvPr>
          <p:cNvSpPr txBox="1">
            <a:spLocks/>
          </p:cNvSpPr>
          <p:nvPr/>
        </p:nvSpPr>
        <p:spPr>
          <a:xfrm>
            <a:off x="3239421" y="1317103"/>
            <a:ext cx="6543676" cy="54369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Los 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corporates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 EM están 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fairly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 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valued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 y solo ofrecen oportunidades selectivas de valor relativo según país y sector. Los retornos dependerán más del 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carry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, la optimización de curva y la diferenciación crediticia que de la dirección del mercado.</a:t>
            </a:r>
            <a:endParaRPr kumimoji="0" lang="es-CO" sz="1100" b="0" i="0" u="none" strike="noStrike" kern="1200" cap="none" spc="0" normalizeH="0" baseline="0" noProof="0" dirty="0">
              <a:ln>
                <a:noFill/>
              </a:ln>
              <a:solidFill>
                <a:srgbClr val="0033A0"/>
              </a:solidFill>
              <a:effectLst/>
              <a:uLnTx/>
              <a:uFillTx/>
              <a:latin typeface="Sura Sans Light"/>
              <a:ea typeface="+mn-ea"/>
              <a:cs typeface="+mn-cs"/>
            </a:endParaRPr>
          </a:p>
        </p:txBody>
      </p:sp>
      <p:pic>
        <p:nvPicPr>
          <p:cNvPr id="11" name="Picture 10" descr="PIMCO | Interactive Brokers U.K. Limited">
            <a:extLst>
              <a:ext uri="{FF2B5EF4-FFF2-40B4-BE49-F238E27FC236}">
                <a16:creationId xmlns:a16="http://schemas.microsoft.com/office/drawing/2014/main" id="{26AAFA4C-D2A9-D241-80C8-F29C5B7D00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2461" y="2280265"/>
            <a:ext cx="1396792" cy="521647"/>
          </a:xfrm>
          <a:prstGeom prst="rect">
            <a:avLst/>
          </a:prstGeom>
        </p:spPr>
      </p:pic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51E67F89-C133-3C63-1783-7A25B26D4E43}"/>
              </a:ext>
            </a:extLst>
          </p:cNvPr>
          <p:cNvSpPr txBox="1">
            <a:spLocks/>
          </p:cNvSpPr>
          <p:nvPr/>
        </p:nvSpPr>
        <p:spPr>
          <a:xfrm>
            <a:off x="3249253" y="2258215"/>
            <a:ext cx="6543676" cy="54369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En Asia HY, el spread sobre 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Treasuries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 es de 340 – 350bps, lo que representa una prima de 40–50bps sobre US HY. Los fundamentales relativamente robustos en la mayoría de sectores y menor tasa de default esperada en 2026.</a:t>
            </a:r>
            <a:endParaRPr kumimoji="0" lang="es-CO" sz="1100" b="0" i="0" u="none" strike="noStrike" kern="1200" cap="none" spc="0" normalizeH="0" baseline="0" noProof="0" dirty="0">
              <a:ln>
                <a:noFill/>
              </a:ln>
              <a:solidFill>
                <a:srgbClr val="0033A0"/>
              </a:solidFill>
              <a:effectLst/>
              <a:uLnTx/>
              <a:uFillTx/>
              <a:latin typeface="Sura Sans Light"/>
              <a:ea typeface="+mn-ea"/>
              <a:cs typeface="+mn-cs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A49F3D8-E3BF-FBA8-8BC8-10349DBF0F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0857" y="3221377"/>
            <a:ext cx="7816645" cy="2906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9627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B05EE-9E44-B521-582F-311F0FEAF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11D135EA-D017-4F99-9252-07CA511ADB9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56218635"/>
              </p:ext>
            </p:extLst>
          </p:nvPr>
        </p:nvGraphicFramePr>
        <p:xfrm>
          <a:off x="1622276" y="1727260"/>
          <a:ext cx="8803767" cy="46820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ítulo 2">
            <a:extLst>
              <a:ext uri="{FF2B5EF4-FFF2-40B4-BE49-F238E27FC236}">
                <a16:creationId xmlns:a16="http://schemas.microsoft.com/office/drawing/2014/main" id="{962B248F-57D2-EAE5-2DA7-4929F5331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7185" y="3344773"/>
            <a:ext cx="6292391" cy="734060"/>
          </a:xfrm>
        </p:spPr>
        <p:txBody>
          <a:bodyPr/>
          <a:lstStyle/>
          <a:p>
            <a:r>
              <a:rPr lang="es-CO" dirty="0"/>
              <a:t>Bonos EM – LC Corporativos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A22CE5A-C9D9-D5F3-BE0E-AB5C907D43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397" y="682836"/>
            <a:ext cx="6810375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2185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0F9B9-DA13-7183-6031-9A86A37FB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9B0975B1-B197-B35D-707F-2337D62BC7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CO" sz="9600" dirty="0"/>
              <a:t>Renta Variable DM</a:t>
            </a:r>
          </a:p>
        </p:txBody>
      </p:sp>
    </p:spTree>
    <p:extLst>
      <p:ext uri="{BB962C8B-B14F-4D97-AF65-F5344CB8AC3E}">
        <p14:creationId xmlns:p14="http://schemas.microsoft.com/office/powerpoint/2010/main" val="30652511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AC16B-BE3F-F3EA-408A-DCE746AB1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551D3610-F2D7-4916-ADBF-ECD45DFD73D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80383928"/>
              </p:ext>
            </p:extLst>
          </p:nvPr>
        </p:nvGraphicFramePr>
        <p:xfrm>
          <a:off x="3259122" y="2802724"/>
          <a:ext cx="6479999" cy="35999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43B88D0E-33DA-8AB3-CB4C-1A99D884D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4037" y="222373"/>
            <a:ext cx="6810375" cy="2305050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F086E37A-9EF0-5CC2-F9F5-07BBAEFC7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558375" y="3553582"/>
            <a:ext cx="5874772" cy="734060"/>
          </a:xfrm>
        </p:spPr>
        <p:txBody>
          <a:bodyPr/>
          <a:lstStyle/>
          <a:p>
            <a:r>
              <a:rPr lang="es-CO" dirty="0"/>
              <a:t>Renta Variable DM - Europa</a:t>
            </a:r>
          </a:p>
        </p:txBody>
      </p:sp>
    </p:spTree>
    <p:extLst>
      <p:ext uri="{BB962C8B-B14F-4D97-AF65-F5344CB8AC3E}">
        <p14:creationId xmlns:p14="http://schemas.microsoft.com/office/powerpoint/2010/main" val="32011244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12FD4-F6E8-3617-81E5-A7331A478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E756BD5A-C0BC-4DF5-C254-886983CFA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558375" y="3553582"/>
            <a:ext cx="5874772" cy="734060"/>
          </a:xfrm>
        </p:spPr>
        <p:txBody>
          <a:bodyPr/>
          <a:lstStyle/>
          <a:p>
            <a:r>
              <a:rPr lang="es-CO" dirty="0"/>
              <a:t>Renta Variable DM - Europa</a:t>
            </a:r>
          </a:p>
        </p:txBody>
      </p:sp>
      <p:pic>
        <p:nvPicPr>
          <p:cNvPr id="2" name="Picture 1" descr="Invesco | Citi Money Market | Global Transaction Services">
            <a:extLst>
              <a:ext uri="{FF2B5EF4-FFF2-40B4-BE49-F238E27FC236}">
                <a16:creationId xmlns:a16="http://schemas.microsoft.com/office/drawing/2014/main" id="{6E6A25D3-BCD0-BCF7-D828-6AD5B3CB9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321" y="1895343"/>
            <a:ext cx="1196119" cy="398706"/>
          </a:xfrm>
          <a:prstGeom prst="rect">
            <a:avLst/>
          </a:prstGeom>
        </p:spPr>
      </p:pic>
      <p:pic>
        <p:nvPicPr>
          <p:cNvPr id="4" name="Picture 3" descr="UKSIF">
            <a:extLst>
              <a:ext uri="{FF2B5EF4-FFF2-40B4-BE49-F238E27FC236}">
                <a16:creationId xmlns:a16="http://schemas.microsoft.com/office/drawing/2014/main" id="{D710BCF1-47AB-7FA8-4F73-EF466489F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1322" y="562430"/>
            <a:ext cx="1196119" cy="374395"/>
          </a:xfrm>
          <a:prstGeom prst="rect">
            <a:avLst/>
          </a:prstGeom>
        </p:spPr>
      </p:pic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C1B848E0-76FC-138F-4D2C-42905E4CAE41}"/>
              </a:ext>
            </a:extLst>
          </p:cNvPr>
          <p:cNvSpPr txBox="1">
            <a:spLocks/>
          </p:cNvSpPr>
          <p:nvPr/>
        </p:nvSpPr>
        <p:spPr>
          <a:xfrm>
            <a:off x="3239421" y="330295"/>
            <a:ext cx="6543676" cy="107593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Las valuaciones </a:t>
            </a:r>
            <a:r>
              <a:rPr lang="es-ES" sz="1100" dirty="0">
                <a:solidFill>
                  <a:srgbClr val="0033A0"/>
                </a:solidFill>
                <a:latin typeface="Sura Sans Light"/>
              </a:rPr>
              <a:t>son bajas relativo al resto de DM 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y están cerca de valor razonable; las acciones 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value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 tuvieron un 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rerating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 pero aún no están caras; sin señales significativas de estrés en fundamentales ni evidencia de mal comportamiento corporativo. El 2Q fue dominado por financieras (CaixaBank, Santander, 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UniCredit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, AIB, Deutsche Bank, UBS), IT (ASML, BE 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Semiconductors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, ASM International) y Materiales (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ArcelorMittal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, Holcim); los detractores fueron Energía, Salud y Staples.</a:t>
            </a:r>
            <a:endParaRPr kumimoji="0" lang="es-CO" sz="1100" b="0" i="0" u="none" strike="noStrike" kern="1200" cap="none" spc="0" normalizeH="0" baseline="0" noProof="0" dirty="0">
              <a:ln>
                <a:noFill/>
              </a:ln>
              <a:solidFill>
                <a:srgbClr val="0033A0"/>
              </a:solidFill>
              <a:effectLst/>
              <a:uLnTx/>
              <a:uFillTx/>
              <a:latin typeface="Sura Sans Light"/>
              <a:ea typeface="+mn-ea"/>
              <a:cs typeface="+mn-cs"/>
            </a:endParaRPr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5863B95B-2205-9BD1-2337-F7C77B8FFD22}"/>
              </a:ext>
            </a:extLst>
          </p:cNvPr>
          <p:cNvSpPr txBox="1">
            <a:spLocks/>
          </p:cNvSpPr>
          <p:nvPr/>
        </p:nvSpPr>
        <p:spPr>
          <a:xfrm>
            <a:off x="3239421" y="1602869"/>
            <a:ext cx="6543676" cy="95352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El % neto de 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sobreponderación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 en RV europea casi en los mínimos de fines de 2024. Europa fue fuerte en 2025, pero el conflicto con Irán empujó a los inversores hacia certeza (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hyperscalers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). Ahora hay cese al fuego EE.UU./Irán y, en paralelo, el boom de 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capex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 en IA empieza a ser cuestionado, dos vientos que juegan a favor de Europa. </a:t>
            </a:r>
            <a:r>
              <a:rPr lang="es-ES" sz="1100" dirty="0">
                <a:solidFill>
                  <a:srgbClr val="0033A0"/>
                </a:solidFill>
                <a:latin typeface="Sura Sans Light"/>
              </a:rPr>
              <a:t>Los temas estructurales son defensa, transición energética, adopción de IA y seguridad de suministro.</a:t>
            </a:r>
            <a:endParaRPr kumimoji="0" lang="es-CO" sz="1100" b="0" i="0" u="none" strike="noStrike" kern="1200" cap="none" spc="0" normalizeH="0" baseline="0" noProof="0" dirty="0">
              <a:ln>
                <a:noFill/>
              </a:ln>
              <a:solidFill>
                <a:srgbClr val="0033A0"/>
              </a:solidFill>
              <a:effectLst/>
              <a:uLnTx/>
              <a:uFillTx/>
              <a:latin typeface="Sura Sans Light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856889D-0C20-28B7-BCA8-7E24F6AF2D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8753" y="3206509"/>
            <a:ext cx="3981441" cy="271488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0D7D1F3-9AAD-AACF-07CF-C9AFCD1B27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4706" y="3206508"/>
            <a:ext cx="3572597" cy="2801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0285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2FA39-7170-C157-01CA-67A583618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A5021E66-10A1-66D6-94A0-E39218DB4B46}"/>
              </a:ext>
            </a:extLst>
          </p:cNvPr>
          <p:cNvGraphicFramePr>
            <a:graphicFrameLocks/>
          </p:cNvGraphicFramePr>
          <p:nvPr/>
        </p:nvGraphicFramePr>
        <p:xfrm>
          <a:off x="2754282" y="2645408"/>
          <a:ext cx="7200000" cy="3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ítulo 2">
            <a:extLst>
              <a:ext uri="{FF2B5EF4-FFF2-40B4-BE49-F238E27FC236}">
                <a16:creationId xmlns:a16="http://schemas.microsoft.com/office/drawing/2014/main" id="{4894ABBA-0122-E91A-266D-964AE52BE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558375" y="3553582"/>
            <a:ext cx="5874772" cy="734060"/>
          </a:xfrm>
        </p:spPr>
        <p:txBody>
          <a:bodyPr/>
          <a:lstStyle/>
          <a:p>
            <a:r>
              <a:rPr lang="es-CO" dirty="0"/>
              <a:t>Renta Variable DM - Japón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70257E-72BC-67E6-033B-4D556B136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4039" y="332146"/>
            <a:ext cx="6810375" cy="192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7586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964C2-12E2-27AC-5535-8F9F15F6A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515AFC34-7FE6-A249-14CE-248E20786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558375" y="3553582"/>
            <a:ext cx="5874772" cy="734060"/>
          </a:xfrm>
        </p:spPr>
        <p:txBody>
          <a:bodyPr/>
          <a:lstStyle/>
          <a:p>
            <a:r>
              <a:rPr lang="es-CO" dirty="0"/>
              <a:t>Renta Variable DM - Japón</a:t>
            </a:r>
          </a:p>
        </p:txBody>
      </p:sp>
      <p:pic>
        <p:nvPicPr>
          <p:cNvPr id="2" name="Picture 1" descr="Fidelity International - Wikipedia, la enciclopedia libre">
            <a:extLst>
              <a:ext uri="{FF2B5EF4-FFF2-40B4-BE49-F238E27FC236}">
                <a16:creationId xmlns:a16="http://schemas.microsoft.com/office/drawing/2014/main" id="{CDD8A827-9B60-0015-2A47-55CAD7BBF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429" y="1044679"/>
            <a:ext cx="1588064" cy="587691"/>
          </a:xfrm>
          <a:prstGeom prst="rect">
            <a:avLst/>
          </a:prstGeom>
        </p:spPr>
      </p:pic>
      <p:pic>
        <p:nvPicPr>
          <p:cNvPr id="4" name="Picture 3" descr="Archivo:BNP Paribas.png - Wikipedia, la enciclopedia libre">
            <a:extLst>
              <a:ext uri="{FF2B5EF4-FFF2-40B4-BE49-F238E27FC236}">
                <a16:creationId xmlns:a16="http://schemas.microsoft.com/office/drawing/2014/main" id="{B4C03B5A-683E-829E-D6FE-890F04396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5430" y="2727189"/>
            <a:ext cx="734062" cy="734062"/>
          </a:xfrm>
          <a:prstGeom prst="rect">
            <a:avLst/>
          </a:prstGeom>
        </p:spPr>
      </p:pic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314F2A60-4E6C-7FBC-91A2-AFE62DE87A73}"/>
              </a:ext>
            </a:extLst>
          </p:cNvPr>
          <p:cNvSpPr txBox="1">
            <a:spLocks/>
          </p:cNvSpPr>
          <p:nvPr/>
        </p:nvSpPr>
        <p:spPr>
          <a:xfrm>
            <a:off x="3239421" y="389290"/>
            <a:ext cx="6543676" cy="195078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El PBI real sigue apoyado por consumo privado y 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capex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, y la encuesta 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Tankan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 del 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BoJ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 muestra planes de inversión revisados materialmente al alza. Las presiones inflacionarias se están reconstruyendo vía precios de importación, y las encuestas muestran que las empresas siguen traspasando costos (Output Price DI).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Las tasas de política están subiendo, pero las tasas reales siguen negativas, con espacio para que la tasa terminal llegue a 1.5%. Las expectativas de tasas se están reajustando al alza, driver positivo para las valuaciones bancarias.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Las distribuciones totales de empresas listadas están en máximos históricos y las recompras siguen acelerándose en lo que va del año, como parte de un replanteamiento del despliegue de capital.</a:t>
            </a:r>
            <a:endParaRPr kumimoji="0" lang="es-CO" sz="1100" b="0" i="0" u="none" strike="noStrike" kern="1200" cap="none" spc="0" normalizeH="0" baseline="0" noProof="0" dirty="0">
              <a:ln>
                <a:noFill/>
              </a:ln>
              <a:solidFill>
                <a:srgbClr val="0033A0"/>
              </a:solidFill>
              <a:effectLst/>
              <a:uLnTx/>
              <a:uFillTx/>
              <a:latin typeface="Sura Sans Light"/>
              <a:ea typeface="+mn-ea"/>
              <a:cs typeface="+mn-cs"/>
            </a:endParaRPr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2629CBA7-CFEB-A22D-4401-5D4D75EC7996}"/>
              </a:ext>
            </a:extLst>
          </p:cNvPr>
          <p:cNvSpPr txBox="1">
            <a:spLocks/>
          </p:cNvSpPr>
          <p:nvPr/>
        </p:nvSpPr>
        <p:spPr>
          <a:xfrm>
            <a:off x="3239421" y="2468814"/>
            <a:ext cx="6543676" cy="16312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Japón está saliendo de una trampa deflacionaria de 30 años, con señales claras de transición a un régimen inflacionario.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El crecimiento salarial nominal se mantuvo resiliente tras las negociaciones anuales de mayo 2026 (demanda sindical ~5.94%, acuerdo ~5.01%), lo que sostiene la recuperación del salario real y el consumo privado. Es el argumento directo para preferir </a:t>
            </a:r>
            <a:r>
              <a:rPr kumimoji="0" lang="es-ES" sz="1100" b="0" i="1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small</a:t>
            </a:r>
            <a:r>
              <a:rPr kumimoji="0" lang="es-ES" sz="1100" b="0" i="1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 </a:t>
            </a:r>
            <a:r>
              <a:rPr kumimoji="0" lang="es-ES" sz="1100" b="0" i="1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caps</a:t>
            </a:r>
            <a:r>
              <a:rPr kumimoji="0" lang="es-ES" sz="1100" b="0" i="1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 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domésticas.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ES" sz="1100" dirty="0">
                <a:solidFill>
                  <a:srgbClr val="0033A0"/>
                </a:solidFill>
                <a:latin typeface="Sura Sans Light"/>
              </a:rPr>
              <a:t>También toman ventaja de la subida de tasas, añadiendo posiciones de bancos regionales (</a:t>
            </a:r>
            <a:r>
              <a:rPr lang="es-ES" sz="1100" dirty="0" err="1">
                <a:solidFill>
                  <a:srgbClr val="0033A0"/>
                </a:solidFill>
                <a:latin typeface="Sura Sans Light"/>
              </a:rPr>
              <a:t>Juroku</a:t>
            </a:r>
            <a:r>
              <a:rPr lang="es-ES" sz="1100" dirty="0">
                <a:solidFill>
                  <a:srgbClr val="0033A0"/>
                </a:solidFill>
                <a:latin typeface="Sura Sans Light"/>
              </a:rPr>
              <a:t> </a:t>
            </a:r>
            <a:r>
              <a:rPr lang="es-ES" sz="1100" dirty="0" err="1">
                <a:solidFill>
                  <a:srgbClr val="0033A0"/>
                </a:solidFill>
                <a:latin typeface="Sura Sans Light"/>
              </a:rPr>
              <a:t>Financial</a:t>
            </a:r>
            <a:r>
              <a:rPr lang="es-ES" sz="1100" dirty="0">
                <a:solidFill>
                  <a:srgbClr val="0033A0"/>
                </a:solidFill>
                <a:latin typeface="Sura Sans Light"/>
              </a:rPr>
              <a:t>, Gunma, 77 Bank, </a:t>
            </a:r>
            <a:r>
              <a:rPr lang="es-ES" sz="1100" dirty="0" err="1">
                <a:solidFill>
                  <a:srgbClr val="0033A0"/>
                </a:solidFill>
                <a:latin typeface="Sura Sans Light"/>
              </a:rPr>
              <a:t>Kyushu</a:t>
            </a:r>
            <a:r>
              <a:rPr lang="es-ES" sz="1100" dirty="0">
                <a:solidFill>
                  <a:srgbClr val="0033A0"/>
                </a:solidFill>
                <a:latin typeface="Sura Sans Light"/>
              </a:rPr>
              <a:t> </a:t>
            </a:r>
            <a:r>
              <a:rPr lang="es-ES" sz="1100" dirty="0" err="1">
                <a:solidFill>
                  <a:srgbClr val="0033A0"/>
                </a:solidFill>
                <a:latin typeface="Sura Sans Light"/>
              </a:rPr>
              <a:t>Financial</a:t>
            </a:r>
            <a:r>
              <a:rPr lang="es-ES" sz="1100" dirty="0">
                <a:solidFill>
                  <a:srgbClr val="0033A0"/>
                </a:solidFill>
                <a:latin typeface="Sura Sans Light"/>
              </a:rPr>
              <a:t>).</a:t>
            </a:r>
            <a:endParaRPr kumimoji="0" lang="es-CO" sz="1100" b="0" i="0" u="none" strike="noStrike" kern="1200" cap="none" spc="0" normalizeH="0" baseline="0" noProof="0" dirty="0">
              <a:ln>
                <a:noFill/>
              </a:ln>
              <a:solidFill>
                <a:srgbClr val="0033A0"/>
              </a:solidFill>
              <a:effectLst/>
              <a:uLnTx/>
              <a:uFillTx/>
              <a:latin typeface="Sura Sans Light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62C308D-C1ED-BDE2-79DC-7D2A40362B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8429" y="4224142"/>
            <a:ext cx="3415100" cy="224456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3C51F64-5BED-E577-0DB5-19F4920582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2607" y="4224142"/>
            <a:ext cx="6438704" cy="2166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9612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07DEF-97A0-4450-6305-DC04D0822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8C1B8366-B031-B690-F26D-C4BE11A979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CO" dirty="0"/>
              <a:t>Renta Variable EM</a:t>
            </a:r>
          </a:p>
        </p:txBody>
      </p:sp>
    </p:spTree>
    <p:extLst>
      <p:ext uri="{BB962C8B-B14F-4D97-AF65-F5344CB8AC3E}">
        <p14:creationId xmlns:p14="http://schemas.microsoft.com/office/powerpoint/2010/main" val="39655273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54F2E-0C9F-7A2F-78FE-1DEB9A604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B5D8E803-06AD-40FE-8128-66846BBBD2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9318016"/>
              </p:ext>
            </p:extLst>
          </p:nvPr>
        </p:nvGraphicFramePr>
        <p:xfrm>
          <a:off x="2807108" y="2814484"/>
          <a:ext cx="7327819" cy="37113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5528D4D-4BA1-99E5-DBCF-0AC2F63614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522" y="233824"/>
            <a:ext cx="5714181" cy="2413542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FB11E8C4-9B85-524C-9D22-6E72AA914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427819" y="3684138"/>
            <a:ext cx="5613660" cy="734060"/>
          </a:xfrm>
        </p:spPr>
        <p:txBody>
          <a:bodyPr/>
          <a:lstStyle/>
          <a:p>
            <a:r>
              <a:rPr lang="es-CO" dirty="0"/>
              <a:t>Renta Variable EM - China</a:t>
            </a:r>
          </a:p>
        </p:txBody>
      </p:sp>
    </p:spTree>
    <p:extLst>
      <p:ext uri="{BB962C8B-B14F-4D97-AF65-F5344CB8AC3E}">
        <p14:creationId xmlns:p14="http://schemas.microsoft.com/office/powerpoint/2010/main" val="25098103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E35A7-8848-E026-FBD6-B372FB2C3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D29BC808-9FFE-951B-EE6A-FEFFB8CFB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427819" y="3684138"/>
            <a:ext cx="5613660" cy="734060"/>
          </a:xfrm>
        </p:spPr>
        <p:txBody>
          <a:bodyPr/>
          <a:lstStyle/>
          <a:p>
            <a:r>
              <a:rPr lang="es-CO" dirty="0"/>
              <a:t>Renta Variable EM - China</a:t>
            </a:r>
          </a:p>
        </p:txBody>
      </p:sp>
      <p:pic>
        <p:nvPicPr>
          <p:cNvPr id="2" name="Picture 1" descr="E Fund Management (Hong Kong) Co., Ltd-UCITS Product Website">
            <a:extLst>
              <a:ext uri="{FF2B5EF4-FFF2-40B4-BE49-F238E27FC236}">
                <a16:creationId xmlns:a16="http://schemas.microsoft.com/office/drawing/2014/main" id="{CE7C2863-6FCC-EDC5-852D-688B33901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741" y="723587"/>
            <a:ext cx="1766427" cy="733042"/>
          </a:xfrm>
          <a:prstGeom prst="rect">
            <a:avLst/>
          </a:prstGeom>
        </p:spPr>
      </p:pic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722C23DB-4D21-4622-3881-0DEF0999183C}"/>
              </a:ext>
            </a:extLst>
          </p:cNvPr>
          <p:cNvSpPr txBox="1">
            <a:spLocks/>
          </p:cNvSpPr>
          <p:nvPr/>
        </p:nvSpPr>
        <p:spPr>
          <a:xfrm>
            <a:off x="3239421" y="389291"/>
            <a:ext cx="6543676" cy="145917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ES" sz="1100" dirty="0">
                <a:solidFill>
                  <a:srgbClr val="0033A0"/>
                </a:solidFill>
                <a:latin typeface="Sura Sans Light"/>
              </a:rPr>
              <a:t>En E Fund ven a China como un ganador del </a:t>
            </a:r>
            <a:r>
              <a:rPr lang="es-ES" sz="1100" dirty="0" err="1">
                <a:solidFill>
                  <a:srgbClr val="0033A0"/>
                </a:solidFill>
                <a:latin typeface="Sura Sans Light"/>
              </a:rPr>
              <a:t>capex</a:t>
            </a:r>
            <a:r>
              <a:rPr lang="es-ES" sz="1100" dirty="0">
                <a:solidFill>
                  <a:srgbClr val="0033A0"/>
                </a:solidFill>
                <a:latin typeface="Sura Sans Light"/>
              </a:rPr>
              <a:t> en IA, no por su producción de la tecnología punta, sino por su eficiencia en la construcción de otros inputs. La robótica humanoide es un posible nuevo protagonista.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La deflación de CPI y PPI amenaza la estabilidad macro y la guerra de precios dejó de funcionar.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Uno de los pocos temas simultáneamente barato en términos cíclicos y con inflexión de utilidades son las nuevas energías. La nueva demanda podría venir del almacenamiento a escala de red, baterías de estado sólido y soluciones de potencia ligadas a data centers de IA.</a:t>
            </a:r>
          </a:p>
        </p:txBody>
      </p:sp>
      <p:pic>
        <p:nvPicPr>
          <p:cNvPr id="6" name="Picture 5" descr="Wellington Homepage | Wellington Management">
            <a:extLst>
              <a:ext uri="{FF2B5EF4-FFF2-40B4-BE49-F238E27FC236}">
                <a16:creationId xmlns:a16="http://schemas.microsoft.com/office/drawing/2014/main" id="{4B393B45-E183-5886-016D-CCEA35E175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628" y="2177307"/>
            <a:ext cx="821301" cy="821301"/>
          </a:xfrm>
          <a:prstGeom prst="rect">
            <a:avLst/>
          </a:prstGeom>
        </p:spPr>
      </p:pic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E755F278-B5BD-D30A-A607-EA41B12EE42E}"/>
              </a:ext>
            </a:extLst>
          </p:cNvPr>
          <p:cNvSpPr txBox="1">
            <a:spLocks/>
          </p:cNvSpPr>
          <p:nvPr/>
        </p:nvSpPr>
        <p:spPr>
          <a:xfrm>
            <a:off x="3239421" y="2225465"/>
            <a:ext cx="6543676" cy="67505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ES" sz="1100" dirty="0">
                <a:solidFill>
                  <a:srgbClr val="0033A0"/>
                </a:solidFill>
                <a:latin typeface="Sura Sans Light"/>
              </a:rPr>
              <a:t>Una fortaleza de China es que sus plataformas operan de manera integrada, a diferencia de EE.UU. Sin embargo, los riesgos políticos y de regulación llevan a que el fondo esté </a:t>
            </a:r>
            <a:r>
              <a:rPr lang="es-ES" sz="1100" i="1" dirty="0" err="1">
                <a:solidFill>
                  <a:srgbClr val="0033A0"/>
                </a:solidFill>
                <a:latin typeface="Sura Sans Light"/>
              </a:rPr>
              <a:t>underweight</a:t>
            </a:r>
            <a:r>
              <a:rPr lang="es-ES" sz="1100" dirty="0">
                <a:solidFill>
                  <a:srgbClr val="0033A0"/>
                </a:solidFill>
                <a:latin typeface="Sura Sans Light"/>
              </a:rPr>
              <a:t> en el país.</a:t>
            </a:r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srgbClr val="0033A0"/>
              </a:solidFill>
              <a:effectLst/>
              <a:uLnTx/>
              <a:uFillTx/>
              <a:latin typeface="Sura Sans Light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87CA57B-0B9A-C5EA-26F2-8449F973E7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356" y="3277516"/>
            <a:ext cx="7865806" cy="2803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9436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233F7-AB73-8C53-3FC2-79B66074D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C90EFCF-EAAF-4A46-ADA7-8B6C853416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6152823"/>
              </p:ext>
            </p:extLst>
          </p:nvPr>
        </p:nvGraphicFramePr>
        <p:xfrm>
          <a:off x="2266336" y="2137029"/>
          <a:ext cx="8640000" cy="43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ítulo 2">
            <a:extLst>
              <a:ext uri="{FF2B5EF4-FFF2-40B4-BE49-F238E27FC236}">
                <a16:creationId xmlns:a16="http://schemas.microsoft.com/office/drawing/2014/main" id="{A10BF062-9A9A-579A-609A-798418080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427819" y="3684138"/>
            <a:ext cx="5613660" cy="734060"/>
          </a:xfrm>
        </p:spPr>
        <p:txBody>
          <a:bodyPr/>
          <a:lstStyle/>
          <a:p>
            <a:r>
              <a:rPr lang="es-CO" dirty="0"/>
              <a:t>Renta Variable EM - India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08E9FE1-92E3-85C2-CEB0-3FD0BA4EBC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522" y="400971"/>
            <a:ext cx="6810375" cy="116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935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EFD97-A641-7633-EBBD-1C5B7EADD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D494ED1F-B43A-FBE5-FB99-171AEAF3E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427819" y="3684138"/>
            <a:ext cx="5613660" cy="734060"/>
          </a:xfrm>
        </p:spPr>
        <p:txBody>
          <a:bodyPr/>
          <a:lstStyle/>
          <a:p>
            <a:r>
              <a:rPr lang="es-CO" dirty="0"/>
              <a:t>Renta Variable EM - India</a:t>
            </a:r>
          </a:p>
        </p:txBody>
      </p:sp>
      <p:pic>
        <p:nvPicPr>
          <p:cNvPr id="5" name="Picture 4" descr="HSBC | DC Byte">
            <a:extLst>
              <a:ext uri="{FF2B5EF4-FFF2-40B4-BE49-F238E27FC236}">
                <a16:creationId xmlns:a16="http://schemas.microsoft.com/office/drawing/2014/main" id="{BAE29C85-30F9-1EC1-7FDC-1C04B2A66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866" y="1436594"/>
            <a:ext cx="1916983" cy="1075381"/>
          </a:xfrm>
          <a:prstGeom prst="rect">
            <a:avLst/>
          </a:prstGeom>
        </p:spPr>
      </p:pic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19D1DEC8-4AF0-10E4-F288-3B1D3A716B72}"/>
              </a:ext>
            </a:extLst>
          </p:cNvPr>
          <p:cNvSpPr txBox="1">
            <a:spLocks/>
          </p:cNvSpPr>
          <p:nvPr/>
        </p:nvSpPr>
        <p:spPr>
          <a:xfrm>
            <a:off x="3239421" y="1244698"/>
            <a:ext cx="6543676" cy="145917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ES" sz="1100" dirty="0">
                <a:solidFill>
                  <a:srgbClr val="0033A0"/>
                </a:solidFill>
                <a:latin typeface="Sura Sans Light"/>
              </a:rPr>
              <a:t>India parte del peor momento relativo de la historia. Sin embargo, RBI entregó uno de los recortes de tasas más agresivos fuera de la GFC y la pandemia; repo proyectada en 5.50% a fin de CY27.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ES" sz="1100" dirty="0">
                <a:solidFill>
                  <a:srgbClr val="0033A0"/>
                </a:solidFill>
                <a:latin typeface="Sura Sans Light"/>
              </a:rPr>
              <a:t>La economía ya está respondiendo al estímulo: manufactura, consumo de cemento, acero, </a:t>
            </a:r>
            <a:r>
              <a:rPr lang="es-ES" sz="1100" dirty="0" err="1">
                <a:solidFill>
                  <a:srgbClr val="0033A0"/>
                </a:solidFill>
                <a:latin typeface="Sura Sans Light"/>
              </a:rPr>
              <a:t>capex</a:t>
            </a:r>
            <a:r>
              <a:rPr lang="es-ES" sz="1100" dirty="0">
                <a:solidFill>
                  <a:srgbClr val="0033A0"/>
                </a:solidFill>
                <a:latin typeface="Sura Sans Light"/>
              </a:rPr>
              <a:t> del gobierno están subiendo.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ES" sz="1100" dirty="0">
                <a:solidFill>
                  <a:srgbClr val="0033A0"/>
                </a:solidFill>
                <a:latin typeface="Sura Sans Light"/>
              </a:rPr>
              <a:t>El posicionamiento es muy bajo. En promedio, los fondos de Asia ex Japón, están 3% infra ponderados en el país.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srgbClr val="0033A0"/>
              </a:solidFill>
              <a:effectLst/>
              <a:uLnTx/>
              <a:uFillTx/>
              <a:latin typeface="Sura Sans Light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F3204F-A012-1BDF-6F50-D18D09D97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512" y="3225681"/>
            <a:ext cx="4253701" cy="190509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44E03B4-36CC-F0B5-BF61-9A173079A0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2645" y="3377119"/>
            <a:ext cx="5050114" cy="1822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1887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40952-3AF8-BCC0-CCA5-3C286A43D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C90EFCF-EAAF-4A46-ADA7-8B6C853416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5730903"/>
              </p:ext>
            </p:extLst>
          </p:nvPr>
        </p:nvGraphicFramePr>
        <p:xfrm>
          <a:off x="2713703" y="2472844"/>
          <a:ext cx="7421224" cy="38073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ítulo 2">
            <a:extLst>
              <a:ext uri="{FF2B5EF4-FFF2-40B4-BE49-F238E27FC236}">
                <a16:creationId xmlns:a16="http://schemas.microsoft.com/office/drawing/2014/main" id="{F11384C8-87C3-1FEA-81BB-D7605BA82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427819" y="3684138"/>
            <a:ext cx="5613660" cy="734060"/>
          </a:xfrm>
        </p:spPr>
        <p:txBody>
          <a:bodyPr/>
          <a:lstStyle/>
          <a:p>
            <a:r>
              <a:rPr lang="es-CO" dirty="0"/>
              <a:t>Renta Variable EM - Asia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280F9CA-2126-ADDE-7865-326D4C350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522" y="233824"/>
            <a:ext cx="6463852" cy="2006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501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3D7C0-A5BA-341C-6EE8-16EF57D22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FCFA5F6-1ACF-4312-2567-7C804933B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427819" y="3684138"/>
            <a:ext cx="5613660" cy="734060"/>
          </a:xfrm>
        </p:spPr>
        <p:txBody>
          <a:bodyPr/>
          <a:lstStyle/>
          <a:p>
            <a:r>
              <a:rPr lang="es-CO" dirty="0"/>
              <a:t>Renta Variable EM - Asia</a:t>
            </a:r>
          </a:p>
        </p:txBody>
      </p:sp>
      <p:pic>
        <p:nvPicPr>
          <p:cNvPr id="6" name="Picture 5" descr="Wellington Homepage | Wellington Management">
            <a:extLst>
              <a:ext uri="{FF2B5EF4-FFF2-40B4-BE49-F238E27FC236}">
                <a16:creationId xmlns:a16="http://schemas.microsoft.com/office/drawing/2014/main" id="{F307CBA8-3E59-752F-5575-2E29C11D8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628" y="604142"/>
            <a:ext cx="821301" cy="821301"/>
          </a:xfrm>
          <a:prstGeom prst="rect">
            <a:avLst/>
          </a:prstGeom>
        </p:spPr>
      </p:pic>
      <p:pic>
        <p:nvPicPr>
          <p:cNvPr id="7" name="Picture 6" descr="Baillie Gifford Launches U.S. ETF Suite, Expanding Access to Active Growth Strategies">
            <a:extLst>
              <a:ext uri="{FF2B5EF4-FFF2-40B4-BE49-F238E27FC236}">
                <a16:creationId xmlns:a16="http://schemas.microsoft.com/office/drawing/2014/main" id="{AAA3D3BC-1C82-0A47-0932-68E9F19E3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146" y="2116550"/>
            <a:ext cx="1602351" cy="801176"/>
          </a:xfrm>
          <a:prstGeom prst="rect">
            <a:avLst/>
          </a:prstGeom>
        </p:spPr>
      </p:pic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B03242BC-B932-882E-0CE9-6BB1A3EB956F}"/>
              </a:ext>
            </a:extLst>
          </p:cNvPr>
          <p:cNvSpPr txBox="1">
            <a:spLocks/>
          </p:cNvSpPr>
          <p:nvPr/>
        </p:nvSpPr>
        <p:spPr>
          <a:xfrm>
            <a:off x="3239421" y="418788"/>
            <a:ext cx="6543676" cy="117380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"Todos los caminos de la IA llevan a Asia": la región es centro de la infraestructura y la adopción de IA, como habilitador (semis, materiales, cómputo) y como adoptante (plataformas, robótica, software).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Valuaciones más bajas con crecimiento de EPS comparable o superior a pares de EE.UU., y diversificación frente a la concentración en 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mega-caps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 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tech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 estadounidenses.</a:t>
            </a:r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DECF5FEF-A958-FE53-4E8B-D548F24607A4}"/>
              </a:ext>
            </a:extLst>
          </p:cNvPr>
          <p:cNvSpPr txBox="1">
            <a:spLocks/>
          </p:cNvSpPr>
          <p:nvPr/>
        </p:nvSpPr>
        <p:spPr>
          <a:xfrm>
            <a:off x="3239421" y="1851460"/>
            <a:ext cx="6543676" cy="15898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El gasto en IA será el mayor motor de utilidades de la región en el corto plazo, por el peso del Norte de Asia en la cadena de hardware.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"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Twice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 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the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 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growth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, 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half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 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the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 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price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": crecimiento esperado de utilidades del MSCI Asia ex Japan casi el doble del MSCI USA, a la mitad del P/E forward, con flujos y asignaciones aún bajos.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Asia dejó de ser una historia de mano de obra barata: es la plataforma industrial e innovadora global (semis en Taiwán y Corea, EV/baterías/IA en China, recursos estratégicos como cobre, oro y tierras raras).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1B01378-A436-044C-DCA9-F2694FA441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2512" y="3940275"/>
            <a:ext cx="5299587" cy="207442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F824D76-1C37-A210-EFFA-97B3CCCC95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4761" y="3989435"/>
            <a:ext cx="4739150" cy="1798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6582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D0A57-402D-1FE6-A738-3FC76425B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JP Morgan | Sponsor | Energy Council | Energy Council">
            <a:extLst>
              <a:ext uri="{FF2B5EF4-FFF2-40B4-BE49-F238E27FC236}">
                <a16:creationId xmlns:a16="http://schemas.microsoft.com/office/drawing/2014/main" id="{472747F3-FAD9-98A9-0559-3131F27B4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034" y="1085925"/>
            <a:ext cx="1092878" cy="821301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6D658AC8-9730-FB58-15A5-F34D94D0B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427819" y="3684138"/>
            <a:ext cx="5613660" cy="734060"/>
          </a:xfrm>
        </p:spPr>
        <p:txBody>
          <a:bodyPr/>
          <a:lstStyle/>
          <a:p>
            <a:r>
              <a:rPr lang="es-CO" dirty="0"/>
              <a:t>Renta Variable EM - Países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64193315-6230-9DAA-3DDB-11ADACF7FAEF}"/>
              </a:ext>
            </a:extLst>
          </p:cNvPr>
          <p:cNvSpPr txBox="1">
            <a:spLocks/>
          </p:cNvSpPr>
          <p:nvPr/>
        </p:nvSpPr>
        <p:spPr>
          <a:xfrm>
            <a:off x="3229589" y="861240"/>
            <a:ext cx="6543676" cy="138051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Demanda de memoria impulsada por IA, 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momentum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 exportador resiliente, revisiones positivas de utilidades y apoyo de política (reforma 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Value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 Up).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Los planes de inversión anunciados por los conglomerados deberían aportar al crecimiento económico más allá del corto plazo.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Riesgos: geopolítica, estrechez de mercado, alza de tasas y volatilidad por 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ETFs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. Referencia de concentración: Samsung y SK 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Hynix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 llegaron a 58% del KOSPI.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3DF256D9-6540-9A01-4D1D-AFD1904D8B33}"/>
              </a:ext>
            </a:extLst>
          </p:cNvPr>
          <p:cNvSpPr txBox="1">
            <a:spLocks/>
          </p:cNvSpPr>
          <p:nvPr/>
        </p:nvSpPr>
        <p:spPr>
          <a:xfrm>
            <a:off x="1823135" y="414789"/>
            <a:ext cx="1092878" cy="34412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Corea</a:t>
            </a:r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409AFCB2-22F0-59E3-478C-B145E9BABBB6}"/>
              </a:ext>
            </a:extLst>
          </p:cNvPr>
          <p:cNvSpPr txBox="1">
            <a:spLocks/>
          </p:cNvSpPr>
          <p:nvPr/>
        </p:nvSpPr>
        <p:spPr>
          <a:xfrm>
            <a:off x="1823135" y="2435318"/>
            <a:ext cx="1092878" cy="34412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Taiwan</a:t>
            </a:r>
            <a:endParaRPr kumimoji="0" lang="es-ES" sz="1600" b="1" i="0" u="none" strike="noStrike" kern="1200" cap="none" spc="0" normalizeH="0" baseline="0" noProof="0" dirty="0">
              <a:ln>
                <a:noFill/>
              </a:ln>
              <a:solidFill>
                <a:srgbClr val="0033A0"/>
              </a:solidFill>
              <a:effectLst/>
              <a:uLnTx/>
              <a:uFillTx/>
              <a:latin typeface="Sura Sans Light"/>
              <a:ea typeface="+mn-ea"/>
              <a:cs typeface="+mn-cs"/>
            </a:endParaRPr>
          </a:p>
        </p:txBody>
      </p:sp>
      <p:pic>
        <p:nvPicPr>
          <p:cNvPr id="13" name="Picture 12" descr="JP Morgan | Sponsor | Energy Council | Energy Council">
            <a:extLst>
              <a:ext uri="{FF2B5EF4-FFF2-40B4-BE49-F238E27FC236}">
                <a16:creationId xmlns:a16="http://schemas.microsoft.com/office/drawing/2014/main" id="{51E97E54-601A-C204-894B-FE3D1B1D1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034" y="3068891"/>
            <a:ext cx="1092878" cy="821301"/>
          </a:xfrm>
          <a:prstGeom prst="rect">
            <a:avLst/>
          </a:prstGeom>
        </p:spPr>
      </p:pic>
      <p:sp>
        <p:nvSpPr>
          <p:cNvPr id="15" name="Marcador de contenido 2">
            <a:extLst>
              <a:ext uri="{FF2B5EF4-FFF2-40B4-BE49-F238E27FC236}">
                <a16:creationId xmlns:a16="http://schemas.microsoft.com/office/drawing/2014/main" id="{9FC59AAF-80EC-970A-7ED3-6A980AAFD7E3}"/>
              </a:ext>
            </a:extLst>
          </p:cNvPr>
          <p:cNvSpPr txBox="1">
            <a:spLocks/>
          </p:cNvSpPr>
          <p:nvPr/>
        </p:nvSpPr>
        <p:spPr>
          <a:xfrm>
            <a:off x="3229589" y="2972027"/>
            <a:ext cx="6543676" cy="115752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La evolución del hardware de IA (chips, empaquetado avanzado multicapa, mayores exigencias de 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networking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, potencia y gestión térmica) beneficia directamente a la cadena tecnológica taiwanesa.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Escasez de oferta y alzas de precios como tema de mercado: memoria es el caso obvio, pero también componentes de 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networking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 y óptica.</a:t>
            </a:r>
          </a:p>
        </p:txBody>
      </p:sp>
      <p:pic>
        <p:nvPicPr>
          <p:cNvPr id="16" name="Picture 15" descr="Schroders Market Outlook 2021: Through the lens">
            <a:extLst>
              <a:ext uri="{FF2B5EF4-FFF2-40B4-BE49-F238E27FC236}">
                <a16:creationId xmlns:a16="http://schemas.microsoft.com/office/drawing/2014/main" id="{7BF6EAF4-919B-0BDA-C5BB-8C6339C8FA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6488" y="4537890"/>
            <a:ext cx="1249525" cy="701157"/>
          </a:xfrm>
          <a:prstGeom prst="rect">
            <a:avLst/>
          </a:prstGeom>
        </p:spPr>
      </p:pic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AB06635F-B30E-1C3E-EF1B-EA2649E389B9}"/>
              </a:ext>
            </a:extLst>
          </p:cNvPr>
          <p:cNvSpPr txBox="1">
            <a:spLocks/>
          </p:cNvSpPr>
          <p:nvPr/>
        </p:nvSpPr>
        <p:spPr>
          <a:xfrm>
            <a:off x="3229589" y="4242619"/>
            <a:ext cx="6543676" cy="152891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Estructuralmente positivos: 78% de cuota global en 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foundry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, &gt;50% en 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packaging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 y 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testing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, &gt;20% en diseño de IC; buen gobierno corporativo y 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payout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 de dividendos superior al promedio Asia-Pacífico ex Japón.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Financieras taiwanesas con visión positiva: crecimiento robusto de crédito bancario. La expansión de 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capex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 de TSMC beneficia a la cadena de proveedores.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ES" sz="1100" dirty="0">
                <a:solidFill>
                  <a:srgbClr val="0033A0"/>
                </a:solidFill>
                <a:latin typeface="Sura Sans Light"/>
              </a:rPr>
              <a:t>El riesgo es que 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las acciones son muy sensibles a cambios en expectativas de 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capex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 y una desaceleración más allá de 2027 golpearía a la cadena; dudan de si la monetización llegará a tiempo, señalando 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ROICs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 a la baja y FCF reducido en los grandes inversores.</a:t>
            </a:r>
          </a:p>
        </p:txBody>
      </p:sp>
    </p:spTree>
    <p:extLst>
      <p:ext uri="{BB962C8B-B14F-4D97-AF65-F5344CB8AC3E}">
        <p14:creationId xmlns:p14="http://schemas.microsoft.com/office/powerpoint/2010/main" val="4418046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0B17D-5565-77B8-9596-FCE5382CF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6FA70ED8-810D-4A1C-87F3-EDB3992101A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64209177"/>
              </p:ext>
            </p:extLst>
          </p:nvPr>
        </p:nvGraphicFramePr>
        <p:xfrm>
          <a:off x="2571135" y="2472844"/>
          <a:ext cx="7563791" cy="39181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ítulo 2">
            <a:extLst>
              <a:ext uri="{FF2B5EF4-FFF2-40B4-BE49-F238E27FC236}">
                <a16:creationId xmlns:a16="http://schemas.microsoft.com/office/drawing/2014/main" id="{A94FEE86-F45B-F56E-F5C8-E578D0959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427819" y="3684138"/>
            <a:ext cx="5613660" cy="734060"/>
          </a:xfrm>
        </p:spPr>
        <p:txBody>
          <a:bodyPr/>
          <a:lstStyle/>
          <a:p>
            <a:r>
              <a:rPr lang="es-CO" dirty="0"/>
              <a:t>Renta Variable EM - </a:t>
            </a:r>
            <a:r>
              <a:rPr lang="es-CO" dirty="0" err="1"/>
              <a:t>LatAm</a:t>
            </a:r>
            <a:endParaRPr lang="es-CO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3915D4-0279-9774-945D-7E2C9896C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522" y="233824"/>
            <a:ext cx="6810375" cy="192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8092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7D6B3-AA62-12FB-268B-56035E82A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E61F642-2D61-E05E-0155-602212D5D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427819" y="3684138"/>
            <a:ext cx="5613660" cy="734060"/>
          </a:xfrm>
        </p:spPr>
        <p:txBody>
          <a:bodyPr/>
          <a:lstStyle/>
          <a:p>
            <a:r>
              <a:rPr lang="es-CO" dirty="0"/>
              <a:t>Renta Variable EM - </a:t>
            </a:r>
            <a:r>
              <a:rPr lang="es-CO" dirty="0" err="1"/>
              <a:t>LatAm</a:t>
            </a:r>
            <a:endParaRPr lang="es-CO" dirty="0"/>
          </a:p>
        </p:txBody>
      </p:sp>
      <p:pic>
        <p:nvPicPr>
          <p:cNvPr id="4" name="Picture 3" descr="LarrainVial (@larrainvial) / Posts / X">
            <a:extLst>
              <a:ext uri="{FF2B5EF4-FFF2-40B4-BE49-F238E27FC236}">
                <a16:creationId xmlns:a16="http://schemas.microsoft.com/office/drawing/2014/main" id="{3D8658BB-C049-BF98-17FF-A4E904147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6021" y="631721"/>
            <a:ext cx="1012705" cy="1012705"/>
          </a:xfrm>
          <a:prstGeom prst="rect">
            <a:avLst/>
          </a:prstGeom>
        </p:spPr>
      </p:pic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6B8CD27E-6823-A7A3-95AA-F9FD95823E93}"/>
              </a:ext>
            </a:extLst>
          </p:cNvPr>
          <p:cNvSpPr txBox="1">
            <a:spLocks/>
          </p:cNvSpPr>
          <p:nvPr/>
        </p:nvSpPr>
        <p:spPr>
          <a:xfrm>
            <a:off x="3229589" y="576104"/>
            <a:ext cx="6543676" cy="10127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Su tesis central se apoya en cinco pilares: 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re-rating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 con múltiplos aún cerca de promedios históricos y con descuento contra pares globales; reasignación global de flujos hacia mercados internacionales; giro del ciclo político; tasas reales altas; y protección frente a la disrupción de la IA vía sectores HALO (Heavy 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Asset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, Low 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Obsolescence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) y activos reales, que además se benefician de IA y electrificación.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FCB07DB-11B3-A295-F879-7EB069852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1534" y="2791158"/>
            <a:ext cx="5640785" cy="252809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B6484CC-7E56-A6D1-E15D-5B6074BE6E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717" y="2395005"/>
            <a:ext cx="3976689" cy="352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8037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7E5E1-995B-8A9C-84C9-CFE715577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CD1F21DC-23C1-BCAF-131A-02F20BB127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CO" dirty="0" err="1"/>
              <a:t>ETFs</a:t>
            </a:r>
            <a:r>
              <a:rPr lang="es-CO" dirty="0"/>
              <a:t> Activos</a:t>
            </a:r>
          </a:p>
        </p:txBody>
      </p:sp>
    </p:spTree>
    <p:extLst>
      <p:ext uri="{BB962C8B-B14F-4D97-AF65-F5344CB8AC3E}">
        <p14:creationId xmlns:p14="http://schemas.microsoft.com/office/powerpoint/2010/main" val="29231936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B034C-8AFD-A800-BEC0-F4B2C2A83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: esquinas redondeadas 7">
            <a:extLst>
              <a:ext uri="{FF2B5EF4-FFF2-40B4-BE49-F238E27FC236}">
                <a16:creationId xmlns:a16="http://schemas.microsoft.com/office/drawing/2014/main" id="{012DAEBA-384F-0B15-B5B6-FE025639CCE6}"/>
              </a:ext>
            </a:extLst>
          </p:cNvPr>
          <p:cNvSpPr/>
          <p:nvPr/>
        </p:nvSpPr>
        <p:spPr>
          <a:xfrm>
            <a:off x="7937476" y="2153540"/>
            <a:ext cx="3295402" cy="3455412"/>
          </a:xfrm>
          <a:prstGeom prst="roundRect">
            <a:avLst>
              <a:gd name="adj" fmla="val 3083"/>
            </a:avLst>
          </a:prstGeom>
          <a:solidFill>
            <a:srgbClr val="FFE9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rgbClr val="0033A0"/>
                </a:solidFill>
              </a:rPr>
              <a:t>Liquidez</a:t>
            </a:r>
          </a:p>
          <a:p>
            <a:pPr algn="ctr"/>
            <a:endParaRPr lang="es-ES" dirty="0">
              <a:solidFill>
                <a:srgbClr val="0033A0"/>
              </a:solidFill>
            </a:endParaRPr>
          </a:p>
          <a:p>
            <a:pPr algn="ctr"/>
            <a:r>
              <a:rPr lang="es-ES" dirty="0">
                <a:solidFill>
                  <a:srgbClr val="0033A0"/>
                </a:solidFill>
              </a:rPr>
              <a:t>Transparencia</a:t>
            </a:r>
          </a:p>
          <a:p>
            <a:pPr algn="ctr"/>
            <a:endParaRPr lang="es-ES" dirty="0">
              <a:solidFill>
                <a:srgbClr val="0033A0"/>
              </a:solidFill>
            </a:endParaRPr>
          </a:p>
          <a:p>
            <a:pPr algn="ctr"/>
            <a:r>
              <a:rPr lang="es-ES" dirty="0">
                <a:solidFill>
                  <a:srgbClr val="0033A0"/>
                </a:solidFill>
              </a:rPr>
              <a:t>Trading intradía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962C8EB6-461B-0C6E-6568-1FF9A9C28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427819" y="3684138"/>
            <a:ext cx="5613660" cy="734060"/>
          </a:xfrm>
        </p:spPr>
        <p:txBody>
          <a:bodyPr/>
          <a:lstStyle/>
          <a:p>
            <a:pPr>
              <a:tabLst>
                <a:tab pos="3048000" algn="l"/>
              </a:tabLst>
            </a:pPr>
            <a:r>
              <a:rPr lang="es-CO" dirty="0" err="1"/>
              <a:t>ETFs</a:t>
            </a:r>
            <a:r>
              <a:rPr lang="es-CO" dirty="0"/>
              <a:t> Activos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46C0CFBE-3B2B-7576-8D42-6E58A955E882}"/>
              </a:ext>
            </a:extLst>
          </p:cNvPr>
          <p:cNvSpPr/>
          <p:nvPr/>
        </p:nvSpPr>
        <p:spPr>
          <a:xfrm>
            <a:off x="4948013" y="3264493"/>
            <a:ext cx="623843" cy="1170774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4B2DBA41-983D-AD63-3DAF-09591C4D7091}"/>
              </a:ext>
            </a:extLst>
          </p:cNvPr>
          <p:cNvSpPr/>
          <p:nvPr/>
        </p:nvSpPr>
        <p:spPr>
          <a:xfrm rot="10800000">
            <a:off x="7189507" y="3264493"/>
            <a:ext cx="623843" cy="1170774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7F3396A-3ADA-E2D7-87B4-85B67C7A5970}"/>
              </a:ext>
            </a:extLst>
          </p:cNvPr>
          <p:cNvSpPr/>
          <p:nvPr/>
        </p:nvSpPr>
        <p:spPr>
          <a:xfrm>
            <a:off x="5748292" y="3226037"/>
            <a:ext cx="1247686" cy="124768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bg1"/>
                </a:solidFill>
              </a:rPr>
              <a:t>ETF Activo</a:t>
            </a:r>
            <a:endParaRPr lang="es-PE" dirty="0">
              <a:solidFill>
                <a:schemeClr val="bg1"/>
              </a:solidFill>
            </a:endParaRPr>
          </a:p>
        </p:txBody>
      </p:sp>
      <p:sp>
        <p:nvSpPr>
          <p:cNvPr id="19" name="Rectángulo: esquinas redondeadas 7">
            <a:extLst>
              <a:ext uri="{FF2B5EF4-FFF2-40B4-BE49-F238E27FC236}">
                <a16:creationId xmlns:a16="http://schemas.microsoft.com/office/drawing/2014/main" id="{63241D7D-EB68-524D-B4AD-A6D01D2DC052}"/>
              </a:ext>
            </a:extLst>
          </p:cNvPr>
          <p:cNvSpPr/>
          <p:nvPr/>
        </p:nvSpPr>
        <p:spPr>
          <a:xfrm>
            <a:off x="1532969" y="2153540"/>
            <a:ext cx="3295402" cy="3455412"/>
          </a:xfrm>
          <a:prstGeom prst="roundRect">
            <a:avLst>
              <a:gd name="adj" fmla="val 3083"/>
            </a:avLst>
          </a:prstGeom>
          <a:solidFill>
            <a:srgbClr val="FFE9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rgbClr val="0033A0"/>
              </a:solidFill>
            </a:endParaRPr>
          </a:p>
          <a:p>
            <a:pPr algn="ctr"/>
            <a:endParaRPr lang="es-ES" dirty="0">
              <a:solidFill>
                <a:srgbClr val="0033A0"/>
              </a:solidFill>
            </a:endParaRPr>
          </a:p>
          <a:p>
            <a:pPr algn="ctr"/>
            <a:r>
              <a:rPr lang="es-ES" dirty="0">
                <a:solidFill>
                  <a:srgbClr val="0033A0"/>
                </a:solidFill>
              </a:rPr>
              <a:t>Generación de alfa</a:t>
            </a:r>
          </a:p>
          <a:p>
            <a:pPr algn="ctr"/>
            <a:endParaRPr lang="es-ES" dirty="0">
              <a:solidFill>
                <a:srgbClr val="0033A0"/>
              </a:solidFill>
            </a:endParaRPr>
          </a:p>
          <a:p>
            <a:pPr algn="ctr"/>
            <a:r>
              <a:rPr lang="es-ES" dirty="0">
                <a:solidFill>
                  <a:srgbClr val="0033A0"/>
                </a:solidFill>
              </a:rPr>
              <a:t>Gestión de riesgos</a:t>
            </a:r>
          </a:p>
          <a:p>
            <a:pPr algn="ctr"/>
            <a:endParaRPr lang="es-ES" dirty="0">
              <a:solidFill>
                <a:srgbClr val="0033A0"/>
              </a:solidFill>
            </a:endParaRPr>
          </a:p>
          <a:p>
            <a:pPr algn="ctr"/>
            <a:r>
              <a:rPr lang="es-ES" dirty="0">
                <a:solidFill>
                  <a:srgbClr val="0033A0"/>
                </a:solidFill>
              </a:rPr>
              <a:t>Acceso a mercados </a:t>
            </a:r>
            <a:r>
              <a:rPr lang="es-ES" dirty="0" err="1">
                <a:solidFill>
                  <a:srgbClr val="0033A0"/>
                </a:solidFill>
              </a:rPr>
              <a:t>inficientes</a:t>
            </a:r>
            <a:endParaRPr lang="es-ES" dirty="0">
              <a:solidFill>
                <a:srgbClr val="0033A0"/>
              </a:solidFill>
            </a:endParaRPr>
          </a:p>
        </p:txBody>
      </p:sp>
      <p:sp>
        <p:nvSpPr>
          <p:cNvPr id="25" name="CuadroTexto 9">
            <a:extLst>
              <a:ext uri="{FF2B5EF4-FFF2-40B4-BE49-F238E27FC236}">
                <a16:creationId xmlns:a16="http://schemas.microsoft.com/office/drawing/2014/main" id="{C87CF8D8-A2D3-FCF4-FFDC-C6A2CFFCE7E4}"/>
              </a:ext>
            </a:extLst>
          </p:cNvPr>
          <p:cNvSpPr txBox="1"/>
          <p:nvPr/>
        </p:nvSpPr>
        <p:spPr>
          <a:xfrm>
            <a:off x="1687539" y="2234291"/>
            <a:ext cx="2822713" cy="75537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s-CO" b="1" dirty="0">
                <a:solidFill>
                  <a:srgbClr val="0033A0"/>
                </a:solidFill>
              </a:rPr>
              <a:t>Atributos de la gestión activa</a:t>
            </a:r>
            <a:endParaRPr lang="es-CO" dirty="0">
              <a:solidFill>
                <a:srgbClr val="0033A0"/>
              </a:solidFill>
            </a:endParaRPr>
          </a:p>
        </p:txBody>
      </p:sp>
      <p:sp>
        <p:nvSpPr>
          <p:cNvPr id="27" name="CuadroTexto 9">
            <a:extLst>
              <a:ext uri="{FF2B5EF4-FFF2-40B4-BE49-F238E27FC236}">
                <a16:creationId xmlns:a16="http://schemas.microsoft.com/office/drawing/2014/main" id="{3B754DEF-65E9-19A4-9A6F-6C1D28813ABA}"/>
              </a:ext>
            </a:extLst>
          </p:cNvPr>
          <p:cNvSpPr txBox="1"/>
          <p:nvPr/>
        </p:nvSpPr>
        <p:spPr>
          <a:xfrm>
            <a:off x="8173820" y="2234291"/>
            <a:ext cx="2822713" cy="75537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s-CO" b="1" dirty="0">
                <a:solidFill>
                  <a:srgbClr val="0033A0"/>
                </a:solidFill>
              </a:rPr>
              <a:t>Atributos de los </a:t>
            </a:r>
            <a:r>
              <a:rPr lang="es-CO" b="1" dirty="0" err="1">
                <a:solidFill>
                  <a:srgbClr val="0033A0"/>
                </a:solidFill>
              </a:rPr>
              <a:t>ETFs</a:t>
            </a:r>
            <a:endParaRPr lang="es-CO" dirty="0">
              <a:solidFill>
                <a:srgbClr val="0033A0"/>
              </a:solidFill>
            </a:endParaRPr>
          </a:p>
        </p:txBody>
      </p:sp>
      <p:sp>
        <p:nvSpPr>
          <p:cNvPr id="31" name="Marcador de contenido 2">
            <a:extLst>
              <a:ext uri="{FF2B5EF4-FFF2-40B4-BE49-F238E27FC236}">
                <a16:creationId xmlns:a16="http://schemas.microsoft.com/office/drawing/2014/main" id="{3DCF41F7-4BD9-DDE6-39A0-0D407F24F3F4}"/>
              </a:ext>
            </a:extLst>
          </p:cNvPr>
          <p:cNvSpPr txBox="1">
            <a:spLocks/>
          </p:cNvSpPr>
          <p:nvPr/>
        </p:nvSpPr>
        <p:spPr>
          <a:xfrm>
            <a:off x="1556532" y="465009"/>
            <a:ext cx="7766929" cy="10127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Flujos netos de USD 370 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bn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33A0"/>
                </a:solidFill>
                <a:effectLst/>
                <a:uLnTx/>
                <a:uFillTx/>
                <a:latin typeface="Sura Sans Light"/>
                <a:ea typeface="+mn-ea"/>
                <a:cs typeface="+mn-cs"/>
              </a:rPr>
              <a:t> en la primera mitad de 2026.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ES" sz="1100" dirty="0">
                <a:solidFill>
                  <a:srgbClr val="0033A0"/>
                </a:solidFill>
                <a:latin typeface="Sura Sans Light"/>
              </a:rPr>
              <a:t>87% de los flujos en el año han sido dirigidos a </a:t>
            </a:r>
            <a:r>
              <a:rPr lang="es-ES" sz="1100" dirty="0" err="1">
                <a:solidFill>
                  <a:srgbClr val="0033A0"/>
                </a:solidFill>
                <a:latin typeface="Sura Sans Light"/>
              </a:rPr>
              <a:t>ETFs</a:t>
            </a:r>
            <a:r>
              <a:rPr lang="es-ES" sz="1100" dirty="0">
                <a:solidFill>
                  <a:srgbClr val="0033A0"/>
                </a:solidFill>
                <a:latin typeface="Sura Sans Light"/>
              </a:rPr>
              <a:t> activos.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ES" sz="1100" dirty="0">
                <a:solidFill>
                  <a:srgbClr val="0033A0"/>
                </a:solidFill>
                <a:latin typeface="Sura Sans Light"/>
              </a:rPr>
              <a:t>Estrategias: alfa, opciones de distribución, no indexadas.</a:t>
            </a:r>
          </a:p>
        </p:txBody>
      </p:sp>
    </p:spTree>
    <p:extLst>
      <p:ext uri="{BB962C8B-B14F-4D97-AF65-F5344CB8AC3E}">
        <p14:creationId xmlns:p14="http://schemas.microsoft.com/office/powerpoint/2010/main" val="17593996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53A89-8E72-3F72-4543-95A0DDFFC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F0AC4A2D-EA2A-4CFE-DAAC-C055A9EA83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CO" dirty="0"/>
              <a:t>Apéndices</a:t>
            </a:r>
          </a:p>
        </p:txBody>
      </p:sp>
    </p:spTree>
    <p:extLst>
      <p:ext uri="{BB962C8B-B14F-4D97-AF65-F5344CB8AC3E}">
        <p14:creationId xmlns:p14="http://schemas.microsoft.com/office/powerpoint/2010/main" val="39235325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2F248-9F1D-DED2-1700-362B071A2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4CF666F1-1CA0-81CB-BC5F-BB433E261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Bonos DM - Gobierno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BA0D5E-00EA-E3F5-664B-656090DC2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400" y="365125"/>
            <a:ext cx="6810375" cy="923925"/>
          </a:xfrm>
          <a:prstGeom prst="rect">
            <a:avLst/>
          </a:prstGeom>
        </p:spPr>
      </p:pic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46665092-87B5-716E-6F14-FD286107B5D0}"/>
              </a:ext>
            </a:extLst>
          </p:cNvPr>
          <p:cNvGraphicFramePr>
            <a:graphicFrameLocks/>
          </p:cNvGraphicFramePr>
          <p:nvPr/>
        </p:nvGraphicFramePr>
        <p:xfrm>
          <a:off x="2083749" y="1764991"/>
          <a:ext cx="8640000" cy="43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0465741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E2B18-F4A6-D57A-4BCB-03B527803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16F0E34-017E-29A3-567D-039DE4C22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399" y="418830"/>
            <a:ext cx="6810375" cy="923925"/>
          </a:xfrm>
          <a:prstGeom prst="rect">
            <a:avLst/>
          </a:prstGeom>
        </p:spPr>
      </p:pic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DFB2EC09-3F57-4CBE-B0F2-E0F6B02DBC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5531216"/>
              </p:ext>
            </p:extLst>
          </p:nvPr>
        </p:nvGraphicFramePr>
        <p:xfrm>
          <a:off x="2083749" y="2076080"/>
          <a:ext cx="8640000" cy="43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ítulo 2">
            <a:extLst>
              <a:ext uri="{FF2B5EF4-FFF2-40B4-BE49-F238E27FC236}">
                <a16:creationId xmlns:a16="http://schemas.microsoft.com/office/drawing/2014/main" id="{58DDFE56-6E4E-BA43-D73D-19A4BBA09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441959" y="3669998"/>
            <a:ext cx="5641940" cy="734060"/>
          </a:xfrm>
        </p:spPr>
        <p:txBody>
          <a:bodyPr/>
          <a:lstStyle/>
          <a:p>
            <a:r>
              <a:rPr lang="es-CO" dirty="0"/>
              <a:t>Bonos DM – Convertibles</a:t>
            </a:r>
          </a:p>
        </p:txBody>
      </p:sp>
    </p:spTree>
    <p:extLst>
      <p:ext uri="{BB962C8B-B14F-4D97-AF65-F5344CB8AC3E}">
        <p14:creationId xmlns:p14="http://schemas.microsoft.com/office/powerpoint/2010/main" val="4306672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37865-04E8-9B9C-8049-DB05CC939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551D3610-F2D7-4916-ADBF-ECD45DFD73D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39478511"/>
              </p:ext>
            </p:extLst>
          </p:nvPr>
        </p:nvGraphicFramePr>
        <p:xfrm>
          <a:off x="4711792" y="2865477"/>
          <a:ext cx="6479999" cy="35999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5948C30F-4239-1D66-C635-725F5709F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522" y="233824"/>
            <a:ext cx="5311059" cy="2391832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294D3663-2D0F-F85F-1B92-95CF8FBDC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427819" y="3684138"/>
            <a:ext cx="5613660" cy="734060"/>
          </a:xfrm>
        </p:spPr>
        <p:txBody>
          <a:bodyPr/>
          <a:lstStyle/>
          <a:p>
            <a:r>
              <a:rPr lang="es-CO" dirty="0"/>
              <a:t>Renta Variable DM - US</a:t>
            </a:r>
          </a:p>
        </p:txBody>
      </p:sp>
    </p:spTree>
    <p:extLst>
      <p:ext uri="{BB962C8B-B14F-4D97-AF65-F5344CB8AC3E}">
        <p14:creationId xmlns:p14="http://schemas.microsoft.com/office/powerpoint/2010/main" val="29325318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FEDF9-7B4E-FABC-D2D8-44BC7C5E7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92C856E-24AD-3006-67FD-E83CFAF23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High </a:t>
            </a:r>
            <a:r>
              <a:rPr lang="es-CO" dirty="0" err="1"/>
              <a:t>Yield</a:t>
            </a:r>
            <a:r>
              <a:rPr lang="es-CO" dirty="0"/>
              <a:t> </a:t>
            </a:r>
            <a:r>
              <a:rPr lang="es-CO" dirty="0" err="1"/>
              <a:t>All</a:t>
            </a:r>
            <a:r>
              <a:rPr lang="es-CO" dirty="0"/>
              <a:t> </a:t>
            </a:r>
            <a:r>
              <a:rPr lang="es-CO" dirty="0" err="1"/>
              <a:t>Funds</a:t>
            </a:r>
            <a:endParaRPr lang="es-CO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0F9E9E0-C442-5B44-4A56-EEB43ECD2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549" y="2264801"/>
            <a:ext cx="5045451" cy="2829687"/>
          </a:xfrm>
          <a:prstGeom prst="rect">
            <a:avLst/>
          </a:prstGeom>
        </p:spPr>
      </p:pic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FB859023-247A-4188-B519-D45911A38D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176815"/>
              </p:ext>
            </p:extLst>
          </p:nvPr>
        </p:nvGraphicFramePr>
        <p:xfrm>
          <a:off x="6303389" y="1376313"/>
          <a:ext cx="5484829" cy="50433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6884142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8193377"/>
      </p:ext>
    </p:extLst>
  </p:cSld>
  <p:clrMapOvr>
    <a:masterClrMapping/>
  </p:clrMapOvr>
</p:sld>
</file>

<file path=ppt/theme/theme1.xml><?xml version="1.0" encoding="utf-8"?>
<a:theme xmlns:a="http://schemas.openxmlformats.org/drawingml/2006/main" name="Portadas">
  <a:themeElements>
    <a:clrScheme name="AFP Integra">
      <a:dk1>
        <a:srgbClr val="0033A0"/>
      </a:dk1>
      <a:lt1>
        <a:sysClr val="window" lastClr="FFFFFF"/>
      </a:lt1>
      <a:dk2>
        <a:srgbClr val="53565A"/>
      </a:dk2>
      <a:lt2>
        <a:srgbClr val="C7C9C7"/>
      </a:lt2>
      <a:accent1>
        <a:srgbClr val="FFE946"/>
      </a:accent1>
      <a:accent2>
        <a:srgbClr val="00AEC7"/>
      </a:accent2>
      <a:accent3>
        <a:srgbClr val="0033A0"/>
      </a:accent3>
      <a:accent4>
        <a:srgbClr val="4EC3E0"/>
      </a:accent4>
      <a:accent5>
        <a:srgbClr val="FFE946"/>
      </a:accent5>
      <a:accent6>
        <a:srgbClr val="C7C9C7"/>
      </a:accent6>
      <a:hlink>
        <a:srgbClr val="00AEC7"/>
      </a:hlink>
      <a:folHlink>
        <a:srgbClr val="5B7F95"/>
      </a:folHlink>
    </a:clrScheme>
    <a:fontScheme name="SURA Sans">
      <a:majorFont>
        <a:latin typeface="Sura Sans Thin"/>
        <a:ea typeface=""/>
        <a:cs typeface=""/>
      </a:majorFont>
      <a:minorFont>
        <a:latin typeface="Sura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1500" dirty="0" smtClean="0">
            <a:solidFill>
              <a:schemeClr val="bg2"/>
            </a:solidFill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lantilla de presentaciones" id="{DBF8AC02-C0D7-4600-AC2A-9E863BEC688C}" vid="{2F2E42FE-5B12-4A37-A546-3CE4AD829A8F}"/>
    </a:ext>
  </a:extLst>
</a:theme>
</file>

<file path=ppt/theme/theme2.xml><?xml version="1.0" encoding="utf-8"?>
<a:theme xmlns:a="http://schemas.openxmlformats.org/drawingml/2006/main" name="Contenido">
  <a:themeElements>
    <a:clrScheme name="AFP Integra">
      <a:dk1>
        <a:srgbClr val="0033A0"/>
      </a:dk1>
      <a:lt1>
        <a:sysClr val="window" lastClr="FFFFFF"/>
      </a:lt1>
      <a:dk2>
        <a:srgbClr val="53565A"/>
      </a:dk2>
      <a:lt2>
        <a:srgbClr val="C7C9C7"/>
      </a:lt2>
      <a:accent1>
        <a:srgbClr val="FFE946"/>
      </a:accent1>
      <a:accent2>
        <a:srgbClr val="00AEC7"/>
      </a:accent2>
      <a:accent3>
        <a:srgbClr val="0033A0"/>
      </a:accent3>
      <a:accent4>
        <a:srgbClr val="4EC3E0"/>
      </a:accent4>
      <a:accent5>
        <a:srgbClr val="FFE946"/>
      </a:accent5>
      <a:accent6>
        <a:srgbClr val="C7C9C7"/>
      </a:accent6>
      <a:hlink>
        <a:srgbClr val="00AEC7"/>
      </a:hlink>
      <a:folHlink>
        <a:srgbClr val="5B7F95"/>
      </a:folHlink>
    </a:clrScheme>
    <a:fontScheme name="SURA Sans">
      <a:majorFont>
        <a:latin typeface="Sura Sans Thin"/>
        <a:ea typeface=""/>
        <a:cs typeface=""/>
      </a:majorFont>
      <a:minorFont>
        <a:latin typeface="Sura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lantilla de presentaciones" id="{DBF8AC02-C0D7-4600-AC2A-9E863BEC688C}" vid="{6E641F5C-EDA8-441D-B5E9-DFBB536B2C8A}"/>
    </a:ext>
  </a:extLst>
</a:theme>
</file>

<file path=ppt/theme/theme3.xml><?xml version="1.0" encoding="utf-8"?>
<a:theme xmlns:a="http://schemas.openxmlformats.org/drawingml/2006/main" name="Cierres">
  <a:themeElements>
    <a:clrScheme name="AFP Integra">
      <a:dk1>
        <a:srgbClr val="0033A0"/>
      </a:dk1>
      <a:lt1>
        <a:sysClr val="window" lastClr="FFFFFF"/>
      </a:lt1>
      <a:dk2>
        <a:srgbClr val="53565A"/>
      </a:dk2>
      <a:lt2>
        <a:srgbClr val="C7C9C7"/>
      </a:lt2>
      <a:accent1>
        <a:srgbClr val="FFE946"/>
      </a:accent1>
      <a:accent2>
        <a:srgbClr val="00AEC7"/>
      </a:accent2>
      <a:accent3>
        <a:srgbClr val="0033A0"/>
      </a:accent3>
      <a:accent4>
        <a:srgbClr val="4EC3E0"/>
      </a:accent4>
      <a:accent5>
        <a:srgbClr val="FFE946"/>
      </a:accent5>
      <a:accent6>
        <a:srgbClr val="C7C9C7"/>
      </a:accent6>
      <a:hlink>
        <a:srgbClr val="00AEC7"/>
      </a:hlink>
      <a:folHlink>
        <a:srgbClr val="5B7F95"/>
      </a:folHlink>
    </a:clrScheme>
    <a:fontScheme name="SURA Sans">
      <a:majorFont>
        <a:latin typeface="Sura Sans Thin"/>
        <a:ea typeface=""/>
        <a:cs typeface=""/>
      </a:majorFont>
      <a:minorFont>
        <a:latin typeface="Sura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1500" dirty="0" smtClean="0">
            <a:solidFill>
              <a:schemeClr val="bg2"/>
            </a:solidFill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lantilla de presentaciones" id="{DBF8AC02-C0D7-4600-AC2A-9E863BEC688C}" vid="{437CAB68-579A-4A68-AF45-A8F2AA3E5D8B}"/>
    </a:ext>
  </a:extLst>
</a:theme>
</file>

<file path=ppt/theme/theme4.xml><?xml version="1.0" encoding="utf-8"?>
<a:theme xmlns:a="http://schemas.openxmlformats.org/drawingml/2006/main" name="Separadores">
  <a:themeElements>
    <a:clrScheme name="AFP Integra">
      <a:dk1>
        <a:srgbClr val="0033A0"/>
      </a:dk1>
      <a:lt1>
        <a:sysClr val="window" lastClr="FFFFFF"/>
      </a:lt1>
      <a:dk2>
        <a:srgbClr val="53565A"/>
      </a:dk2>
      <a:lt2>
        <a:srgbClr val="C7C9C7"/>
      </a:lt2>
      <a:accent1>
        <a:srgbClr val="FFE946"/>
      </a:accent1>
      <a:accent2>
        <a:srgbClr val="00AEC7"/>
      </a:accent2>
      <a:accent3>
        <a:srgbClr val="0033A0"/>
      </a:accent3>
      <a:accent4>
        <a:srgbClr val="4EC3E0"/>
      </a:accent4>
      <a:accent5>
        <a:srgbClr val="FFE946"/>
      </a:accent5>
      <a:accent6>
        <a:srgbClr val="C7C9C7"/>
      </a:accent6>
      <a:hlink>
        <a:srgbClr val="00AEC7"/>
      </a:hlink>
      <a:folHlink>
        <a:srgbClr val="5B7F95"/>
      </a:folHlink>
    </a:clrScheme>
    <a:fontScheme name="SURA Sans">
      <a:majorFont>
        <a:latin typeface="Sura Sans Thin"/>
        <a:ea typeface=""/>
        <a:cs typeface=""/>
      </a:majorFont>
      <a:minorFont>
        <a:latin typeface="Sura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1500" dirty="0" smtClean="0">
            <a:solidFill>
              <a:schemeClr val="bg2"/>
            </a:solidFill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lantilla de presentaciones" id="{DBF8AC02-C0D7-4600-AC2A-9E863BEC688C}" vid="{BEE5532A-E2D9-44B2-9F14-F884FF4A83E4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AFP Integra">
    <a:dk1>
      <a:srgbClr val="0033A0"/>
    </a:dk1>
    <a:lt1>
      <a:sysClr val="window" lastClr="FFFFFF"/>
    </a:lt1>
    <a:dk2>
      <a:srgbClr val="53565A"/>
    </a:dk2>
    <a:lt2>
      <a:srgbClr val="C7C9C7"/>
    </a:lt2>
    <a:accent1>
      <a:srgbClr val="FFE946"/>
    </a:accent1>
    <a:accent2>
      <a:srgbClr val="00AEC7"/>
    </a:accent2>
    <a:accent3>
      <a:srgbClr val="0033A0"/>
    </a:accent3>
    <a:accent4>
      <a:srgbClr val="4EC3E0"/>
    </a:accent4>
    <a:accent5>
      <a:srgbClr val="FFE946"/>
    </a:accent5>
    <a:accent6>
      <a:srgbClr val="C7C9C7"/>
    </a:accent6>
    <a:hlink>
      <a:srgbClr val="00AEC7"/>
    </a:hlink>
    <a:folHlink>
      <a:srgbClr val="5B7F95"/>
    </a:folHlink>
  </a:clrScheme>
  <a:fontScheme name="SURA Sans">
    <a:majorFont>
      <a:latin typeface="Sura Sans Thin"/>
      <a:ea typeface=""/>
      <a:cs typeface=""/>
    </a:majorFont>
    <a:minorFont>
      <a:latin typeface="Sura Sans Light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AFP Integra">
    <a:dk1>
      <a:srgbClr val="0033A0"/>
    </a:dk1>
    <a:lt1>
      <a:sysClr val="window" lastClr="FFFFFF"/>
    </a:lt1>
    <a:dk2>
      <a:srgbClr val="53565A"/>
    </a:dk2>
    <a:lt2>
      <a:srgbClr val="C7C9C7"/>
    </a:lt2>
    <a:accent1>
      <a:srgbClr val="FFE946"/>
    </a:accent1>
    <a:accent2>
      <a:srgbClr val="00AEC7"/>
    </a:accent2>
    <a:accent3>
      <a:srgbClr val="0033A0"/>
    </a:accent3>
    <a:accent4>
      <a:srgbClr val="4EC3E0"/>
    </a:accent4>
    <a:accent5>
      <a:srgbClr val="FFE946"/>
    </a:accent5>
    <a:accent6>
      <a:srgbClr val="C7C9C7"/>
    </a:accent6>
    <a:hlink>
      <a:srgbClr val="00AEC7"/>
    </a:hlink>
    <a:folHlink>
      <a:srgbClr val="5B7F95"/>
    </a:folHlink>
  </a:clrScheme>
  <a:fontScheme name="SURA Sans">
    <a:majorFont>
      <a:latin typeface="Sura Sans Thin"/>
      <a:ea typeface=""/>
      <a:cs typeface=""/>
    </a:majorFont>
    <a:minorFont>
      <a:latin typeface="Sura Sans Light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AFP Integra">
    <a:dk1>
      <a:srgbClr val="0033A0"/>
    </a:dk1>
    <a:lt1>
      <a:sysClr val="window" lastClr="FFFFFF"/>
    </a:lt1>
    <a:dk2>
      <a:srgbClr val="53565A"/>
    </a:dk2>
    <a:lt2>
      <a:srgbClr val="C7C9C7"/>
    </a:lt2>
    <a:accent1>
      <a:srgbClr val="FFE946"/>
    </a:accent1>
    <a:accent2>
      <a:srgbClr val="00AEC7"/>
    </a:accent2>
    <a:accent3>
      <a:srgbClr val="0033A0"/>
    </a:accent3>
    <a:accent4>
      <a:srgbClr val="4EC3E0"/>
    </a:accent4>
    <a:accent5>
      <a:srgbClr val="FFE946"/>
    </a:accent5>
    <a:accent6>
      <a:srgbClr val="C7C9C7"/>
    </a:accent6>
    <a:hlink>
      <a:srgbClr val="00AEC7"/>
    </a:hlink>
    <a:folHlink>
      <a:srgbClr val="5B7F95"/>
    </a:folHlink>
  </a:clrScheme>
  <a:fontScheme name="SURA Sans">
    <a:majorFont>
      <a:latin typeface="Sura Sans Thin"/>
      <a:ea typeface=""/>
      <a:cs typeface=""/>
    </a:majorFont>
    <a:minorFont>
      <a:latin typeface="Sura Sans Light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AFP Integra">
    <a:dk1>
      <a:srgbClr val="0033A0"/>
    </a:dk1>
    <a:lt1>
      <a:sysClr val="window" lastClr="FFFFFF"/>
    </a:lt1>
    <a:dk2>
      <a:srgbClr val="53565A"/>
    </a:dk2>
    <a:lt2>
      <a:srgbClr val="C7C9C7"/>
    </a:lt2>
    <a:accent1>
      <a:srgbClr val="FFE946"/>
    </a:accent1>
    <a:accent2>
      <a:srgbClr val="00AEC7"/>
    </a:accent2>
    <a:accent3>
      <a:srgbClr val="0033A0"/>
    </a:accent3>
    <a:accent4>
      <a:srgbClr val="4EC3E0"/>
    </a:accent4>
    <a:accent5>
      <a:srgbClr val="FFE946"/>
    </a:accent5>
    <a:accent6>
      <a:srgbClr val="C7C9C7"/>
    </a:accent6>
    <a:hlink>
      <a:srgbClr val="00AEC7"/>
    </a:hlink>
    <a:folHlink>
      <a:srgbClr val="5B7F95"/>
    </a:folHlink>
  </a:clrScheme>
  <a:fontScheme name="SURA Sans">
    <a:majorFont>
      <a:latin typeface="Sura Sans Thin"/>
      <a:ea typeface=""/>
      <a:cs typeface=""/>
    </a:majorFont>
    <a:minorFont>
      <a:latin typeface="Sura Sans Light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AFP Integra">
    <a:dk1>
      <a:srgbClr val="0033A0"/>
    </a:dk1>
    <a:lt1>
      <a:sysClr val="window" lastClr="FFFFFF"/>
    </a:lt1>
    <a:dk2>
      <a:srgbClr val="53565A"/>
    </a:dk2>
    <a:lt2>
      <a:srgbClr val="C7C9C7"/>
    </a:lt2>
    <a:accent1>
      <a:srgbClr val="FFE946"/>
    </a:accent1>
    <a:accent2>
      <a:srgbClr val="00AEC7"/>
    </a:accent2>
    <a:accent3>
      <a:srgbClr val="0033A0"/>
    </a:accent3>
    <a:accent4>
      <a:srgbClr val="4EC3E0"/>
    </a:accent4>
    <a:accent5>
      <a:srgbClr val="FFE946"/>
    </a:accent5>
    <a:accent6>
      <a:srgbClr val="C7C9C7"/>
    </a:accent6>
    <a:hlink>
      <a:srgbClr val="00AEC7"/>
    </a:hlink>
    <a:folHlink>
      <a:srgbClr val="5B7F95"/>
    </a:folHlink>
  </a:clrScheme>
  <a:fontScheme name="SURA Sans">
    <a:majorFont>
      <a:latin typeface="Sura Sans Thin"/>
      <a:ea typeface=""/>
      <a:cs typeface=""/>
    </a:majorFont>
    <a:minorFont>
      <a:latin typeface="Sura Sans Light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AFP Integra">
    <a:dk1>
      <a:srgbClr val="0033A0"/>
    </a:dk1>
    <a:lt1>
      <a:sysClr val="window" lastClr="FFFFFF"/>
    </a:lt1>
    <a:dk2>
      <a:srgbClr val="53565A"/>
    </a:dk2>
    <a:lt2>
      <a:srgbClr val="C7C9C7"/>
    </a:lt2>
    <a:accent1>
      <a:srgbClr val="FFE946"/>
    </a:accent1>
    <a:accent2>
      <a:srgbClr val="00AEC7"/>
    </a:accent2>
    <a:accent3>
      <a:srgbClr val="0033A0"/>
    </a:accent3>
    <a:accent4>
      <a:srgbClr val="4EC3E0"/>
    </a:accent4>
    <a:accent5>
      <a:srgbClr val="FFE946"/>
    </a:accent5>
    <a:accent6>
      <a:srgbClr val="C7C9C7"/>
    </a:accent6>
    <a:hlink>
      <a:srgbClr val="00AEC7"/>
    </a:hlink>
    <a:folHlink>
      <a:srgbClr val="5B7F95"/>
    </a:folHlink>
  </a:clrScheme>
  <a:fontScheme name="SURA Sans">
    <a:majorFont>
      <a:latin typeface="Sura Sans Thin"/>
      <a:ea typeface=""/>
      <a:cs typeface=""/>
    </a:majorFont>
    <a:minorFont>
      <a:latin typeface="Sura Sans Light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116504</TotalTime>
  <Words>2137</Words>
  <Application>Microsoft Office PowerPoint</Application>
  <PresentationFormat>Widescreen</PresentationFormat>
  <Paragraphs>120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41</vt:i4>
      </vt:variant>
    </vt:vector>
  </HeadingPairs>
  <TitlesOfParts>
    <vt:vector size="49" baseType="lpstr">
      <vt:lpstr>Arial</vt:lpstr>
      <vt:lpstr>Calibri</vt:lpstr>
      <vt:lpstr>Sura Sans ExtraLight</vt:lpstr>
      <vt:lpstr>Sura Sans Light</vt:lpstr>
      <vt:lpstr>Portadas</vt:lpstr>
      <vt:lpstr>Contenido</vt:lpstr>
      <vt:lpstr>Cierres</vt:lpstr>
      <vt:lpstr>Separadores</vt:lpstr>
      <vt:lpstr>Semestral 2026 - 1</vt:lpstr>
      <vt:lpstr>Índices</vt:lpstr>
      <vt:lpstr>PowerPoint Presentation</vt:lpstr>
      <vt:lpstr>Bonos DM - IG</vt:lpstr>
      <vt:lpstr>Bonos DM - IG</vt:lpstr>
      <vt:lpstr>Bonos DM – High Yield</vt:lpstr>
      <vt:lpstr>Bonos DM – High Yield</vt:lpstr>
      <vt:lpstr>Bonos DM – Senior Loans</vt:lpstr>
      <vt:lpstr>Bonos DM – Senior Loans</vt:lpstr>
      <vt:lpstr>PowerPoint Presentation</vt:lpstr>
      <vt:lpstr>Bonos EM – HC Gobierno</vt:lpstr>
      <vt:lpstr>Bonos EM – HC Gobierno</vt:lpstr>
      <vt:lpstr>Bonos EM – LC Gobierno</vt:lpstr>
      <vt:lpstr>Bonos EM – LC Gobierno</vt:lpstr>
      <vt:lpstr>Bonos EM – Frontier Markets</vt:lpstr>
      <vt:lpstr>Bonos EM – HC Corporativos</vt:lpstr>
      <vt:lpstr>Bonos EM – HC Corporativos</vt:lpstr>
      <vt:lpstr>Bonos EM – LC Corporativos</vt:lpstr>
      <vt:lpstr>PowerPoint Presentation</vt:lpstr>
      <vt:lpstr>Renta Variable DM - Europa</vt:lpstr>
      <vt:lpstr>Renta Variable DM - Europa</vt:lpstr>
      <vt:lpstr>Renta Variable DM - Japón</vt:lpstr>
      <vt:lpstr>Renta Variable DM - Japón</vt:lpstr>
      <vt:lpstr>PowerPoint Presentation</vt:lpstr>
      <vt:lpstr>Renta Variable EM - China</vt:lpstr>
      <vt:lpstr>Renta Variable EM - China</vt:lpstr>
      <vt:lpstr>Renta Variable EM - India</vt:lpstr>
      <vt:lpstr>Renta Variable EM - India</vt:lpstr>
      <vt:lpstr>Renta Variable EM - Asia</vt:lpstr>
      <vt:lpstr>Renta Variable EM - Asia</vt:lpstr>
      <vt:lpstr>Renta Variable EM - Países</vt:lpstr>
      <vt:lpstr>Renta Variable EM - LatAm</vt:lpstr>
      <vt:lpstr>Renta Variable EM - LatAm</vt:lpstr>
      <vt:lpstr>PowerPoint Presentation</vt:lpstr>
      <vt:lpstr>ETFs Activos</vt:lpstr>
      <vt:lpstr>PowerPoint Presentation</vt:lpstr>
      <vt:lpstr>Bonos DM - Gobierno</vt:lpstr>
      <vt:lpstr>Bonos DM – Convertibles</vt:lpstr>
      <vt:lpstr>Renta Variable DM - US</vt:lpstr>
      <vt:lpstr>High Yield All Funds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Rada Ibañez Mario</dc:creator>
  <cp:lastModifiedBy>Joaquin Perez Delgado</cp:lastModifiedBy>
  <cp:revision>1805</cp:revision>
  <dcterms:created xsi:type="dcterms:W3CDTF">2020-07-30T01:09:41Z</dcterms:created>
  <dcterms:modified xsi:type="dcterms:W3CDTF">2026-08-26T16:48:23Z</dcterms:modified>
</cp:coreProperties>
</file>